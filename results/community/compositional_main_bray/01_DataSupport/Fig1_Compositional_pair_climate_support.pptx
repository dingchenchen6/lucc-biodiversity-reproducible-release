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/>
          <a:p>
            <a:r>
              <a:rPr/>
              <a:t>Compositional pair climate support</a:t>
            </a:r>
          </a:p>
        </p:txBody>
      </p:sp>
      <p:grpSp xmlns:pic="http://schemas.openxmlformats.org/drawingml/2006/picture">
        <p:nvGrpSpPr>
          <p:cNvPr id="3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4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4"/>
            <p:cNvSpPr/>
            <p:nvPr/>
          </p:nvSpPr>
          <p:spPr>
            <a:xfrm>
              <a:off x="457200" y="1600200"/>
              <a:ext cx="8229599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5"/>
            <p:cNvSpPr/>
            <p:nvPr/>
          </p:nvSpPr>
          <p:spPr>
            <a:xfrm>
              <a:off x="991447" y="2180049"/>
              <a:ext cx="5692587" cy="335901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pl6"/>
            <p:cNvSpPr/>
            <p:nvPr/>
          </p:nvSpPr>
          <p:spPr>
            <a:xfrm>
              <a:off x="991447" y="5386382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7"/>
            <p:cNvSpPr/>
            <p:nvPr/>
          </p:nvSpPr>
          <p:spPr>
            <a:xfrm>
              <a:off x="991447" y="4518497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8"/>
            <p:cNvSpPr/>
            <p:nvPr/>
          </p:nvSpPr>
          <p:spPr>
            <a:xfrm>
              <a:off x="991447" y="3650612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9"/>
            <p:cNvSpPr/>
            <p:nvPr/>
          </p:nvSpPr>
          <p:spPr>
            <a:xfrm>
              <a:off x="991447" y="2782726"/>
              <a:ext cx="5692587" cy="0"/>
            </a:xfrm>
            <a:custGeom>
              <a:avLst/>
              <a:pathLst>
                <a:path w="5692587" h="0">
                  <a:moveTo>
                    <a:pt x="0" y="0"/>
                  </a:moveTo>
                  <a:lnTo>
                    <a:pt x="5692587" y="0"/>
                  </a:lnTo>
                  <a:lnTo>
                    <a:pt x="5692587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0"/>
            <p:cNvSpPr/>
            <p:nvPr/>
          </p:nvSpPr>
          <p:spPr>
            <a:xfrm>
              <a:off x="1305413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1"/>
            <p:cNvSpPr/>
            <p:nvPr/>
          </p:nvSpPr>
          <p:spPr>
            <a:xfrm>
              <a:off x="2240210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2"/>
            <p:cNvSpPr/>
            <p:nvPr/>
          </p:nvSpPr>
          <p:spPr>
            <a:xfrm>
              <a:off x="3175007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3"/>
            <p:cNvSpPr/>
            <p:nvPr/>
          </p:nvSpPr>
          <p:spPr>
            <a:xfrm>
              <a:off x="4109803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4"/>
            <p:cNvSpPr/>
            <p:nvPr/>
          </p:nvSpPr>
          <p:spPr>
            <a:xfrm>
              <a:off x="5044600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5"/>
            <p:cNvSpPr/>
            <p:nvPr/>
          </p:nvSpPr>
          <p:spPr>
            <a:xfrm>
              <a:off x="5979397" y="2180049"/>
              <a:ext cx="0" cy="3359015"/>
            </a:xfrm>
            <a:custGeom>
              <a:avLst/>
              <a:pathLst>
                <a:path w="0" h="3359015">
                  <a:moveTo>
                    <a:pt x="0" y="335901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D9D9D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g16"/>
            <p:cNvSpPr/>
            <p:nvPr/>
          </p:nvSpPr>
          <p:spPr>
            <a:xfrm>
              <a:off x="1250201" y="3969556"/>
              <a:ext cx="5175079" cy="1416826"/>
            </a:xfrm>
            <a:custGeom>
              <a:avLst/>
              <a:pathLst>
                <a:path w="5175079" h="1416826">
                  <a:moveTo>
                    <a:pt x="0" y="1396295"/>
                  </a:moveTo>
                  <a:lnTo>
                    <a:pt x="10127" y="1395706"/>
                  </a:lnTo>
                  <a:lnTo>
                    <a:pt x="20254" y="1395570"/>
                  </a:lnTo>
                  <a:lnTo>
                    <a:pt x="30382" y="1395573"/>
                  </a:lnTo>
                  <a:lnTo>
                    <a:pt x="40509" y="1395261"/>
                  </a:lnTo>
                  <a:lnTo>
                    <a:pt x="50636" y="1394075"/>
                  </a:lnTo>
                  <a:lnTo>
                    <a:pt x="60764" y="1391397"/>
                  </a:lnTo>
                  <a:lnTo>
                    <a:pt x="70891" y="1386583"/>
                  </a:lnTo>
                  <a:lnTo>
                    <a:pt x="81018" y="1379011"/>
                  </a:lnTo>
                  <a:lnTo>
                    <a:pt x="91146" y="1368097"/>
                  </a:lnTo>
                  <a:lnTo>
                    <a:pt x="101273" y="1353312"/>
                  </a:lnTo>
                  <a:lnTo>
                    <a:pt x="111400" y="1333886"/>
                  </a:lnTo>
                  <a:lnTo>
                    <a:pt x="121528" y="1309407"/>
                  </a:lnTo>
                  <a:lnTo>
                    <a:pt x="131655" y="1279289"/>
                  </a:lnTo>
                  <a:lnTo>
                    <a:pt x="141783" y="1242575"/>
                  </a:lnTo>
                  <a:lnTo>
                    <a:pt x="151910" y="1197896"/>
                  </a:lnTo>
                  <a:lnTo>
                    <a:pt x="162037" y="1143413"/>
                  </a:lnTo>
                  <a:lnTo>
                    <a:pt x="172165" y="1076915"/>
                  </a:lnTo>
                  <a:lnTo>
                    <a:pt x="182292" y="996143"/>
                  </a:lnTo>
                  <a:lnTo>
                    <a:pt x="192419" y="899363"/>
                  </a:lnTo>
                  <a:lnTo>
                    <a:pt x="202547" y="786146"/>
                  </a:lnTo>
                  <a:lnTo>
                    <a:pt x="212674" y="658193"/>
                  </a:lnTo>
                  <a:lnTo>
                    <a:pt x="222801" y="519994"/>
                  </a:lnTo>
                  <a:lnTo>
                    <a:pt x="232929" y="379037"/>
                  </a:lnTo>
                  <a:lnTo>
                    <a:pt x="243056" y="245361"/>
                  </a:lnTo>
                  <a:lnTo>
                    <a:pt x="253183" y="130365"/>
                  </a:lnTo>
                  <a:lnTo>
                    <a:pt x="263311" y="46214"/>
                  </a:lnTo>
                  <a:lnTo>
                    <a:pt x="273438" y="2224"/>
                  </a:lnTo>
                  <a:lnTo>
                    <a:pt x="283566" y="0"/>
                  </a:lnTo>
                  <a:lnTo>
                    <a:pt x="293693" y="37411"/>
                  </a:lnTo>
                  <a:lnTo>
                    <a:pt x="303820" y="107992"/>
                  </a:lnTo>
                  <a:lnTo>
                    <a:pt x="313948" y="202521"/>
                  </a:lnTo>
                  <a:lnTo>
                    <a:pt x="324075" y="311012"/>
                  </a:lnTo>
                  <a:lnTo>
                    <a:pt x="334202" y="424550"/>
                  </a:lnTo>
                  <a:lnTo>
                    <a:pt x="344330" y="536539"/>
                  </a:lnTo>
                  <a:lnTo>
                    <a:pt x="354457" y="643121"/>
                  </a:lnTo>
                  <a:lnTo>
                    <a:pt x="364584" y="742821"/>
                  </a:lnTo>
                  <a:lnTo>
                    <a:pt x="374712" y="835681"/>
                  </a:lnTo>
                  <a:lnTo>
                    <a:pt x="384839" y="922255"/>
                  </a:lnTo>
                  <a:lnTo>
                    <a:pt x="394966" y="1002805"/>
                  </a:lnTo>
                  <a:lnTo>
                    <a:pt x="405094" y="1076913"/>
                  </a:lnTo>
                  <a:lnTo>
                    <a:pt x="415221" y="1143469"/>
                  </a:lnTo>
                  <a:lnTo>
                    <a:pt x="425349" y="1200475"/>
                  </a:lnTo>
                  <a:lnTo>
                    <a:pt x="435476" y="1247329"/>
                  </a:lnTo>
                  <a:lnTo>
                    <a:pt x="445603" y="1283417"/>
                  </a:lnTo>
                  <a:lnTo>
                    <a:pt x="455731" y="1308696"/>
                  </a:lnTo>
                  <a:lnTo>
                    <a:pt x="465858" y="1323653"/>
                  </a:lnTo>
                  <a:lnTo>
                    <a:pt x="475985" y="1329232"/>
                  </a:lnTo>
                  <a:lnTo>
                    <a:pt x="486113" y="1326772"/>
                  </a:lnTo>
                  <a:lnTo>
                    <a:pt x="496240" y="1317977"/>
                  </a:lnTo>
                  <a:lnTo>
                    <a:pt x="506367" y="1304872"/>
                  </a:lnTo>
                  <a:lnTo>
                    <a:pt x="516495" y="1289731"/>
                  </a:lnTo>
                  <a:lnTo>
                    <a:pt x="526622" y="1274915"/>
                  </a:lnTo>
                  <a:lnTo>
                    <a:pt x="536749" y="1262640"/>
                  </a:lnTo>
                  <a:lnTo>
                    <a:pt x="546877" y="1254687"/>
                  </a:lnTo>
                  <a:lnTo>
                    <a:pt x="557004" y="1252129"/>
                  </a:lnTo>
                  <a:lnTo>
                    <a:pt x="567132" y="1255148"/>
                  </a:lnTo>
                  <a:lnTo>
                    <a:pt x="577259" y="1263158"/>
                  </a:lnTo>
                  <a:lnTo>
                    <a:pt x="587386" y="1274180"/>
                  </a:lnTo>
                  <a:lnTo>
                    <a:pt x="597514" y="1286038"/>
                  </a:lnTo>
                  <a:lnTo>
                    <a:pt x="607641" y="1296647"/>
                  </a:lnTo>
                  <a:lnTo>
                    <a:pt x="617768" y="1304286"/>
                  </a:lnTo>
                  <a:lnTo>
                    <a:pt x="627896" y="1307864"/>
                  </a:lnTo>
                  <a:lnTo>
                    <a:pt x="638023" y="1307046"/>
                  </a:lnTo>
                  <a:lnTo>
                    <a:pt x="648150" y="1302240"/>
                  </a:lnTo>
                  <a:lnTo>
                    <a:pt x="658278" y="1294451"/>
                  </a:lnTo>
                  <a:lnTo>
                    <a:pt x="668405" y="1285055"/>
                  </a:lnTo>
                  <a:lnTo>
                    <a:pt x="678532" y="1275525"/>
                  </a:lnTo>
                  <a:lnTo>
                    <a:pt x="688660" y="1267175"/>
                  </a:lnTo>
                  <a:lnTo>
                    <a:pt x="698787" y="1260957"/>
                  </a:lnTo>
                  <a:lnTo>
                    <a:pt x="708915" y="1257342"/>
                  </a:lnTo>
                  <a:lnTo>
                    <a:pt x="719042" y="1256286"/>
                  </a:lnTo>
                  <a:lnTo>
                    <a:pt x="729169" y="1257325"/>
                  </a:lnTo>
                  <a:lnTo>
                    <a:pt x="739297" y="1259498"/>
                  </a:lnTo>
                  <a:lnTo>
                    <a:pt x="749424" y="1261642"/>
                  </a:lnTo>
                  <a:lnTo>
                    <a:pt x="759551" y="1262654"/>
                  </a:lnTo>
                  <a:lnTo>
                    <a:pt x="769679" y="1261516"/>
                  </a:lnTo>
                  <a:lnTo>
                    <a:pt x="779806" y="1257403"/>
                  </a:lnTo>
                  <a:lnTo>
                    <a:pt x="789933" y="1249802"/>
                  </a:lnTo>
                  <a:lnTo>
                    <a:pt x="800061" y="1238638"/>
                  </a:lnTo>
                  <a:lnTo>
                    <a:pt x="810188" y="1224394"/>
                  </a:lnTo>
                  <a:lnTo>
                    <a:pt x="820315" y="1208191"/>
                  </a:lnTo>
                  <a:lnTo>
                    <a:pt x="830443" y="1191771"/>
                  </a:lnTo>
                  <a:lnTo>
                    <a:pt x="840570" y="1177350"/>
                  </a:lnTo>
                  <a:lnTo>
                    <a:pt x="850698" y="1167311"/>
                  </a:lnTo>
                  <a:lnTo>
                    <a:pt x="860825" y="1163798"/>
                  </a:lnTo>
                  <a:lnTo>
                    <a:pt x="870952" y="1168274"/>
                  </a:lnTo>
                  <a:lnTo>
                    <a:pt x="881080" y="1181227"/>
                  </a:lnTo>
                  <a:lnTo>
                    <a:pt x="891207" y="1202175"/>
                  </a:lnTo>
                  <a:lnTo>
                    <a:pt x="901334" y="1228540"/>
                  </a:lnTo>
                  <a:lnTo>
                    <a:pt x="911462" y="1257766"/>
                  </a:lnTo>
                  <a:lnTo>
                    <a:pt x="921589" y="1287238"/>
                  </a:lnTo>
                  <a:lnTo>
                    <a:pt x="931716" y="1314699"/>
                  </a:lnTo>
                  <a:lnTo>
                    <a:pt x="941844" y="1338520"/>
                  </a:lnTo>
                  <a:lnTo>
                    <a:pt x="951971" y="1357790"/>
                  </a:lnTo>
                  <a:lnTo>
                    <a:pt x="962098" y="1372255"/>
                  </a:lnTo>
                  <a:lnTo>
                    <a:pt x="972226" y="1382165"/>
                  </a:lnTo>
                  <a:lnTo>
                    <a:pt x="982353" y="1388085"/>
                  </a:lnTo>
                  <a:lnTo>
                    <a:pt x="992481" y="1390737"/>
                  </a:lnTo>
                  <a:lnTo>
                    <a:pt x="1002608" y="1390877"/>
                  </a:lnTo>
                  <a:lnTo>
                    <a:pt x="1012735" y="1389241"/>
                  </a:lnTo>
                  <a:lnTo>
                    <a:pt x="1022863" y="1386514"/>
                  </a:lnTo>
                  <a:lnTo>
                    <a:pt x="1032990" y="1383329"/>
                  </a:lnTo>
                  <a:lnTo>
                    <a:pt x="1043117" y="1380283"/>
                  </a:lnTo>
                  <a:lnTo>
                    <a:pt x="1053245" y="1377854"/>
                  </a:lnTo>
                  <a:lnTo>
                    <a:pt x="1063372" y="1376304"/>
                  </a:lnTo>
                  <a:lnTo>
                    <a:pt x="1073499" y="1375694"/>
                  </a:lnTo>
                  <a:lnTo>
                    <a:pt x="1083627" y="1375859"/>
                  </a:lnTo>
                  <a:lnTo>
                    <a:pt x="1093754" y="1376441"/>
                  </a:lnTo>
                  <a:lnTo>
                    <a:pt x="1103881" y="1376955"/>
                  </a:lnTo>
                  <a:lnTo>
                    <a:pt x="1114009" y="1376902"/>
                  </a:lnTo>
                  <a:lnTo>
                    <a:pt x="1124136" y="1375885"/>
                  </a:lnTo>
                  <a:lnTo>
                    <a:pt x="1134264" y="1373725"/>
                  </a:lnTo>
                  <a:lnTo>
                    <a:pt x="1144391" y="1370521"/>
                  </a:lnTo>
                  <a:lnTo>
                    <a:pt x="1154518" y="1366646"/>
                  </a:lnTo>
                  <a:lnTo>
                    <a:pt x="1164646" y="1362666"/>
                  </a:lnTo>
                  <a:lnTo>
                    <a:pt x="1174773" y="1359178"/>
                  </a:lnTo>
                  <a:lnTo>
                    <a:pt x="1184900" y="1356630"/>
                  </a:lnTo>
                  <a:lnTo>
                    <a:pt x="1195028" y="1355161"/>
                  </a:lnTo>
                  <a:lnTo>
                    <a:pt x="1205155" y="1354367"/>
                  </a:lnTo>
                  <a:lnTo>
                    <a:pt x="1215282" y="1353402"/>
                  </a:lnTo>
                  <a:lnTo>
                    <a:pt x="1225410" y="1351279"/>
                  </a:lnTo>
                  <a:lnTo>
                    <a:pt x="1235537" y="1347104"/>
                  </a:lnTo>
                  <a:lnTo>
                    <a:pt x="1245665" y="1340362"/>
                  </a:lnTo>
                  <a:lnTo>
                    <a:pt x="1255792" y="1331132"/>
                  </a:lnTo>
                  <a:lnTo>
                    <a:pt x="1265919" y="1320171"/>
                  </a:lnTo>
                  <a:lnTo>
                    <a:pt x="1276047" y="1308828"/>
                  </a:lnTo>
                  <a:lnTo>
                    <a:pt x="1286174" y="1298784"/>
                  </a:lnTo>
                  <a:lnTo>
                    <a:pt x="1296301" y="1291690"/>
                  </a:lnTo>
                  <a:lnTo>
                    <a:pt x="1306429" y="1288767"/>
                  </a:lnTo>
                  <a:lnTo>
                    <a:pt x="1316556" y="1290499"/>
                  </a:lnTo>
                  <a:lnTo>
                    <a:pt x="1326683" y="1296478"/>
                  </a:lnTo>
                  <a:lnTo>
                    <a:pt x="1336811" y="1305464"/>
                  </a:lnTo>
                  <a:lnTo>
                    <a:pt x="1346938" y="1315641"/>
                  </a:lnTo>
                  <a:lnTo>
                    <a:pt x="1357065" y="1324798"/>
                  </a:lnTo>
                  <a:lnTo>
                    <a:pt x="1367193" y="1331203"/>
                  </a:lnTo>
                  <a:lnTo>
                    <a:pt x="1377320" y="1333809"/>
                  </a:lnTo>
                  <a:lnTo>
                    <a:pt x="1387448" y="1332294"/>
                  </a:lnTo>
                  <a:lnTo>
                    <a:pt x="1397575" y="1327047"/>
                  </a:lnTo>
                  <a:lnTo>
                    <a:pt x="1407702" y="1319057"/>
                  </a:lnTo>
                  <a:lnTo>
                    <a:pt x="1417830" y="1309732"/>
                  </a:lnTo>
                  <a:lnTo>
                    <a:pt x="1427957" y="1300694"/>
                  </a:lnTo>
                  <a:lnTo>
                    <a:pt x="1438084" y="1293553"/>
                  </a:lnTo>
                  <a:lnTo>
                    <a:pt x="1448212" y="1289684"/>
                  </a:lnTo>
                  <a:lnTo>
                    <a:pt x="1458339" y="1290028"/>
                  </a:lnTo>
                  <a:lnTo>
                    <a:pt x="1468466" y="1294950"/>
                  </a:lnTo>
                  <a:lnTo>
                    <a:pt x="1478594" y="1304190"/>
                  </a:lnTo>
                  <a:lnTo>
                    <a:pt x="1488721" y="1316909"/>
                  </a:lnTo>
                  <a:lnTo>
                    <a:pt x="1498848" y="1331855"/>
                  </a:lnTo>
                  <a:lnTo>
                    <a:pt x="1508976" y="1347558"/>
                  </a:lnTo>
                  <a:lnTo>
                    <a:pt x="1519103" y="1362553"/>
                  </a:lnTo>
                  <a:lnTo>
                    <a:pt x="1529231" y="1375873"/>
                  </a:lnTo>
                  <a:lnTo>
                    <a:pt x="1539358" y="1386972"/>
                  </a:lnTo>
                  <a:lnTo>
                    <a:pt x="1549485" y="1395691"/>
                  </a:lnTo>
                  <a:lnTo>
                    <a:pt x="1559613" y="1402177"/>
                  </a:lnTo>
                  <a:lnTo>
                    <a:pt x="1569740" y="1406765"/>
                  </a:lnTo>
                  <a:lnTo>
                    <a:pt x="1579867" y="1409871"/>
                  </a:lnTo>
                  <a:lnTo>
                    <a:pt x="1589995" y="1411898"/>
                  </a:lnTo>
                  <a:lnTo>
                    <a:pt x="1600122" y="1413189"/>
                  </a:lnTo>
                  <a:lnTo>
                    <a:pt x="1610249" y="1414002"/>
                  </a:lnTo>
                  <a:lnTo>
                    <a:pt x="1620377" y="1414515"/>
                  </a:lnTo>
                  <a:lnTo>
                    <a:pt x="1630504" y="1414839"/>
                  </a:lnTo>
                  <a:lnTo>
                    <a:pt x="1640631" y="1415041"/>
                  </a:lnTo>
                  <a:lnTo>
                    <a:pt x="1650759" y="1415159"/>
                  </a:lnTo>
                  <a:lnTo>
                    <a:pt x="1660886" y="1415213"/>
                  </a:lnTo>
                  <a:lnTo>
                    <a:pt x="1671014" y="1415217"/>
                  </a:lnTo>
                  <a:lnTo>
                    <a:pt x="1681141" y="1415182"/>
                  </a:lnTo>
                  <a:lnTo>
                    <a:pt x="1691268" y="1415109"/>
                  </a:lnTo>
                  <a:lnTo>
                    <a:pt x="1701396" y="1414997"/>
                  </a:lnTo>
                  <a:lnTo>
                    <a:pt x="1711523" y="1414836"/>
                  </a:lnTo>
                  <a:lnTo>
                    <a:pt x="1721650" y="1414612"/>
                  </a:lnTo>
                  <a:lnTo>
                    <a:pt x="1731778" y="1414311"/>
                  </a:lnTo>
                  <a:lnTo>
                    <a:pt x="1741905" y="1413922"/>
                  </a:lnTo>
                  <a:lnTo>
                    <a:pt x="1752032" y="1413440"/>
                  </a:lnTo>
                  <a:lnTo>
                    <a:pt x="1762160" y="1412877"/>
                  </a:lnTo>
                  <a:lnTo>
                    <a:pt x="1772287" y="1412259"/>
                  </a:lnTo>
                  <a:lnTo>
                    <a:pt x="1782414" y="1411630"/>
                  </a:lnTo>
                  <a:lnTo>
                    <a:pt x="1792542" y="1411039"/>
                  </a:lnTo>
                  <a:lnTo>
                    <a:pt x="1802669" y="1410531"/>
                  </a:lnTo>
                  <a:lnTo>
                    <a:pt x="1812797" y="1410132"/>
                  </a:lnTo>
                  <a:lnTo>
                    <a:pt x="1822924" y="1409828"/>
                  </a:lnTo>
                  <a:lnTo>
                    <a:pt x="1833051" y="1409543"/>
                  </a:lnTo>
                  <a:lnTo>
                    <a:pt x="1843179" y="1409158"/>
                  </a:lnTo>
                  <a:lnTo>
                    <a:pt x="1853306" y="1408525"/>
                  </a:lnTo>
                  <a:lnTo>
                    <a:pt x="1863433" y="1407489"/>
                  </a:lnTo>
                  <a:lnTo>
                    <a:pt x="1873561" y="1405906"/>
                  </a:lnTo>
                  <a:lnTo>
                    <a:pt x="1883688" y="1403675"/>
                  </a:lnTo>
                  <a:lnTo>
                    <a:pt x="1893815" y="1400755"/>
                  </a:lnTo>
                  <a:lnTo>
                    <a:pt x="1903943" y="1397177"/>
                  </a:lnTo>
                  <a:lnTo>
                    <a:pt x="1914070" y="1393050"/>
                  </a:lnTo>
                  <a:lnTo>
                    <a:pt x="1924197" y="1388554"/>
                  </a:lnTo>
                  <a:lnTo>
                    <a:pt x="1934325" y="1383927"/>
                  </a:lnTo>
                  <a:lnTo>
                    <a:pt x="1944452" y="1379425"/>
                  </a:lnTo>
                  <a:lnTo>
                    <a:pt x="1954580" y="1375278"/>
                  </a:lnTo>
                  <a:lnTo>
                    <a:pt x="1964707" y="1371622"/>
                  </a:lnTo>
                  <a:lnTo>
                    <a:pt x="1974834" y="1368441"/>
                  </a:lnTo>
                  <a:lnTo>
                    <a:pt x="1984962" y="1365416"/>
                  </a:lnTo>
                  <a:lnTo>
                    <a:pt x="1995089" y="1362043"/>
                  </a:lnTo>
                  <a:lnTo>
                    <a:pt x="2005216" y="1357700"/>
                  </a:lnTo>
                  <a:lnTo>
                    <a:pt x="2015344" y="1351783"/>
                  </a:lnTo>
                  <a:lnTo>
                    <a:pt x="2025471" y="1343867"/>
                  </a:lnTo>
                  <a:lnTo>
                    <a:pt x="2035598" y="1333860"/>
                  </a:lnTo>
                  <a:lnTo>
                    <a:pt x="2045726" y="1322093"/>
                  </a:lnTo>
                  <a:lnTo>
                    <a:pt x="2055853" y="1309313"/>
                  </a:lnTo>
                  <a:lnTo>
                    <a:pt x="2065980" y="1296568"/>
                  </a:lnTo>
                  <a:lnTo>
                    <a:pt x="2076108" y="1285014"/>
                  </a:lnTo>
                  <a:lnTo>
                    <a:pt x="2086235" y="1275673"/>
                  </a:lnTo>
                  <a:lnTo>
                    <a:pt x="2096363" y="1269215"/>
                  </a:lnTo>
                  <a:lnTo>
                    <a:pt x="2106490" y="1265819"/>
                  </a:lnTo>
                  <a:lnTo>
                    <a:pt x="2116617" y="1265144"/>
                  </a:lnTo>
                  <a:lnTo>
                    <a:pt x="2126745" y="1266472"/>
                  </a:lnTo>
                  <a:lnTo>
                    <a:pt x="2136872" y="1268756"/>
                  </a:lnTo>
                  <a:lnTo>
                    <a:pt x="2146999" y="1271118"/>
                  </a:lnTo>
                  <a:lnTo>
                    <a:pt x="2157127" y="1273121"/>
                  </a:lnTo>
                  <a:lnTo>
                    <a:pt x="2167254" y="1274805"/>
                  </a:lnTo>
                  <a:lnTo>
                    <a:pt x="2177381" y="1276655"/>
                  </a:lnTo>
                  <a:lnTo>
                    <a:pt x="2187509" y="1279452"/>
                  </a:lnTo>
                  <a:lnTo>
                    <a:pt x="2197636" y="1284043"/>
                  </a:lnTo>
                  <a:lnTo>
                    <a:pt x="2207763" y="1291086"/>
                  </a:lnTo>
                  <a:lnTo>
                    <a:pt x="2217891" y="1300852"/>
                  </a:lnTo>
                  <a:lnTo>
                    <a:pt x="2228018" y="1313129"/>
                  </a:lnTo>
                  <a:lnTo>
                    <a:pt x="2238146" y="1327252"/>
                  </a:lnTo>
                  <a:lnTo>
                    <a:pt x="2248273" y="1342245"/>
                  </a:lnTo>
                  <a:lnTo>
                    <a:pt x="2258400" y="1357021"/>
                  </a:lnTo>
                  <a:lnTo>
                    <a:pt x="2268528" y="1370598"/>
                  </a:lnTo>
                  <a:lnTo>
                    <a:pt x="2278655" y="1382222"/>
                  </a:lnTo>
                  <a:lnTo>
                    <a:pt x="2288782" y="1391370"/>
                  </a:lnTo>
                  <a:lnTo>
                    <a:pt x="2298910" y="1398143"/>
                  </a:lnTo>
                  <a:lnTo>
                    <a:pt x="2309037" y="1402725"/>
                  </a:lnTo>
                  <a:lnTo>
                    <a:pt x="2319164" y="1405422"/>
                  </a:lnTo>
                  <a:lnTo>
                    <a:pt x="2329292" y="1406590"/>
                  </a:lnTo>
                  <a:lnTo>
                    <a:pt x="2339419" y="1406599"/>
                  </a:lnTo>
                  <a:lnTo>
                    <a:pt x="2349546" y="1405817"/>
                  </a:lnTo>
                  <a:lnTo>
                    <a:pt x="2359674" y="1404601"/>
                  </a:lnTo>
                  <a:lnTo>
                    <a:pt x="2369801" y="1403294"/>
                  </a:lnTo>
                  <a:lnTo>
                    <a:pt x="2379929" y="1402203"/>
                  </a:lnTo>
                  <a:lnTo>
                    <a:pt x="2390056" y="1401577"/>
                  </a:lnTo>
                  <a:lnTo>
                    <a:pt x="2400183" y="1401577"/>
                  </a:lnTo>
                  <a:lnTo>
                    <a:pt x="2410311" y="1402252"/>
                  </a:lnTo>
                  <a:lnTo>
                    <a:pt x="2420438" y="1403545"/>
                  </a:lnTo>
                  <a:lnTo>
                    <a:pt x="2430565" y="1405302"/>
                  </a:lnTo>
                  <a:lnTo>
                    <a:pt x="2440693" y="1407315"/>
                  </a:lnTo>
                  <a:lnTo>
                    <a:pt x="2450820" y="1409337"/>
                  </a:lnTo>
                  <a:lnTo>
                    <a:pt x="2460947" y="1411187"/>
                  </a:lnTo>
                  <a:lnTo>
                    <a:pt x="2471075" y="1412743"/>
                  </a:lnTo>
                  <a:lnTo>
                    <a:pt x="2481202" y="1413941"/>
                  </a:lnTo>
                  <a:lnTo>
                    <a:pt x="2491330" y="1414754"/>
                  </a:lnTo>
                  <a:lnTo>
                    <a:pt x="2501457" y="1415169"/>
                  </a:lnTo>
                  <a:lnTo>
                    <a:pt x="2511584" y="1415168"/>
                  </a:lnTo>
                  <a:lnTo>
                    <a:pt x="2521712" y="1414700"/>
                  </a:lnTo>
                  <a:lnTo>
                    <a:pt x="2531839" y="1413671"/>
                  </a:lnTo>
                  <a:lnTo>
                    <a:pt x="2541966" y="1411950"/>
                  </a:lnTo>
                  <a:lnTo>
                    <a:pt x="2552094" y="1409386"/>
                  </a:lnTo>
                  <a:lnTo>
                    <a:pt x="2562221" y="1405847"/>
                  </a:lnTo>
                  <a:lnTo>
                    <a:pt x="2572348" y="1401273"/>
                  </a:lnTo>
                  <a:lnTo>
                    <a:pt x="2582476" y="1395736"/>
                  </a:lnTo>
                  <a:lnTo>
                    <a:pt x="2592603" y="1389480"/>
                  </a:lnTo>
                  <a:lnTo>
                    <a:pt x="2602730" y="1383036"/>
                  </a:lnTo>
                  <a:lnTo>
                    <a:pt x="2612858" y="1377076"/>
                  </a:lnTo>
                  <a:lnTo>
                    <a:pt x="2622985" y="1372290"/>
                  </a:lnTo>
                  <a:lnTo>
                    <a:pt x="2633113" y="1369283"/>
                  </a:lnTo>
                  <a:lnTo>
                    <a:pt x="2643240" y="1368453"/>
                  </a:lnTo>
                  <a:lnTo>
                    <a:pt x="2653367" y="1369903"/>
                  </a:lnTo>
                  <a:lnTo>
                    <a:pt x="2663495" y="1373425"/>
                  </a:lnTo>
                  <a:lnTo>
                    <a:pt x="2673622" y="1378546"/>
                  </a:lnTo>
                  <a:lnTo>
                    <a:pt x="2683749" y="1384630"/>
                  </a:lnTo>
                  <a:lnTo>
                    <a:pt x="2693877" y="1391007"/>
                  </a:lnTo>
                  <a:lnTo>
                    <a:pt x="2704004" y="1397084"/>
                  </a:lnTo>
                  <a:lnTo>
                    <a:pt x="2714131" y="1402430"/>
                  </a:lnTo>
                  <a:lnTo>
                    <a:pt x="2724259" y="1406810"/>
                  </a:lnTo>
                  <a:lnTo>
                    <a:pt x="2734386" y="1410168"/>
                  </a:lnTo>
                  <a:lnTo>
                    <a:pt x="2744513" y="1412573"/>
                  </a:lnTo>
                  <a:lnTo>
                    <a:pt x="2754641" y="1414158"/>
                  </a:lnTo>
                  <a:lnTo>
                    <a:pt x="2764768" y="1415156"/>
                  </a:lnTo>
                  <a:lnTo>
                    <a:pt x="2774896" y="1415713"/>
                  </a:lnTo>
                  <a:lnTo>
                    <a:pt x="2785023" y="1415935"/>
                  </a:lnTo>
                  <a:lnTo>
                    <a:pt x="2795150" y="1415884"/>
                  </a:lnTo>
                  <a:lnTo>
                    <a:pt x="2805278" y="1415588"/>
                  </a:lnTo>
                  <a:lnTo>
                    <a:pt x="2815405" y="1415046"/>
                  </a:lnTo>
                  <a:lnTo>
                    <a:pt x="2825532" y="1414251"/>
                  </a:lnTo>
                  <a:lnTo>
                    <a:pt x="2835660" y="1413202"/>
                  </a:lnTo>
                  <a:lnTo>
                    <a:pt x="2845787" y="1411926"/>
                  </a:lnTo>
                  <a:lnTo>
                    <a:pt x="2855914" y="1410486"/>
                  </a:lnTo>
                  <a:lnTo>
                    <a:pt x="2866042" y="1408987"/>
                  </a:lnTo>
                  <a:lnTo>
                    <a:pt x="2876169" y="1407570"/>
                  </a:lnTo>
                  <a:lnTo>
                    <a:pt x="2886296" y="1406395"/>
                  </a:lnTo>
                  <a:lnTo>
                    <a:pt x="2896424" y="1405610"/>
                  </a:lnTo>
                  <a:lnTo>
                    <a:pt x="2906551" y="1405358"/>
                  </a:lnTo>
                  <a:lnTo>
                    <a:pt x="2916679" y="1405647"/>
                  </a:lnTo>
                  <a:lnTo>
                    <a:pt x="2926806" y="1406422"/>
                  </a:lnTo>
                  <a:lnTo>
                    <a:pt x="2936933" y="1407571"/>
                  </a:lnTo>
                  <a:lnTo>
                    <a:pt x="2947061" y="1408949"/>
                  </a:lnTo>
                  <a:lnTo>
                    <a:pt x="2957188" y="1410404"/>
                  </a:lnTo>
                  <a:lnTo>
                    <a:pt x="2967315" y="1411801"/>
                  </a:lnTo>
                  <a:lnTo>
                    <a:pt x="2977443" y="1413045"/>
                  </a:lnTo>
                  <a:lnTo>
                    <a:pt x="2987570" y="1414081"/>
                  </a:lnTo>
                  <a:lnTo>
                    <a:pt x="2997697" y="1414894"/>
                  </a:lnTo>
                  <a:lnTo>
                    <a:pt x="3007825" y="1415495"/>
                  </a:lnTo>
                  <a:lnTo>
                    <a:pt x="3017952" y="1415917"/>
                  </a:lnTo>
                  <a:lnTo>
                    <a:pt x="3028079" y="1416197"/>
                  </a:lnTo>
                  <a:lnTo>
                    <a:pt x="3038207" y="1416373"/>
                  </a:lnTo>
                  <a:lnTo>
                    <a:pt x="3048334" y="1416478"/>
                  </a:lnTo>
                  <a:lnTo>
                    <a:pt x="3058462" y="1416537"/>
                  </a:lnTo>
                  <a:lnTo>
                    <a:pt x="3068589" y="1416573"/>
                  </a:lnTo>
                  <a:lnTo>
                    <a:pt x="3078716" y="1416598"/>
                  </a:lnTo>
                  <a:lnTo>
                    <a:pt x="3088844" y="1416621"/>
                  </a:lnTo>
                  <a:lnTo>
                    <a:pt x="3098971" y="1416645"/>
                  </a:lnTo>
                  <a:lnTo>
                    <a:pt x="3109098" y="1416672"/>
                  </a:lnTo>
                  <a:lnTo>
                    <a:pt x="3119226" y="1416699"/>
                  </a:lnTo>
                  <a:lnTo>
                    <a:pt x="3129353" y="1416726"/>
                  </a:lnTo>
                  <a:lnTo>
                    <a:pt x="3139480" y="1416751"/>
                  </a:lnTo>
                  <a:lnTo>
                    <a:pt x="3149608" y="1416772"/>
                  </a:lnTo>
                  <a:lnTo>
                    <a:pt x="3159735" y="1416789"/>
                  </a:lnTo>
                  <a:lnTo>
                    <a:pt x="3169862" y="1416802"/>
                  </a:lnTo>
                  <a:lnTo>
                    <a:pt x="3179990" y="1416811"/>
                  </a:lnTo>
                  <a:lnTo>
                    <a:pt x="3190117" y="1416818"/>
                  </a:lnTo>
                  <a:lnTo>
                    <a:pt x="3200245" y="1416821"/>
                  </a:lnTo>
                  <a:lnTo>
                    <a:pt x="3210372" y="1416824"/>
                  </a:lnTo>
                  <a:lnTo>
                    <a:pt x="3220499" y="1416825"/>
                  </a:lnTo>
                  <a:lnTo>
                    <a:pt x="3230627" y="1416826"/>
                  </a:lnTo>
                  <a:lnTo>
                    <a:pt x="3240754" y="1416826"/>
                  </a:lnTo>
                  <a:lnTo>
                    <a:pt x="3250881" y="1416826"/>
                  </a:lnTo>
                  <a:lnTo>
                    <a:pt x="3261009" y="1416826"/>
                  </a:lnTo>
                  <a:lnTo>
                    <a:pt x="3271136" y="1416826"/>
                  </a:lnTo>
                  <a:lnTo>
                    <a:pt x="3281263" y="1416826"/>
                  </a:lnTo>
                  <a:lnTo>
                    <a:pt x="3291391" y="1416826"/>
                  </a:lnTo>
                  <a:lnTo>
                    <a:pt x="3301518" y="1416826"/>
                  </a:lnTo>
                  <a:lnTo>
                    <a:pt x="3311645" y="1416826"/>
                  </a:lnTo>
                  <a:lnTo>
                    <a:pt x="3321773" y="1416826"/>
                  </a:lnTo>
                  <a:lnTo>
                    <a:pt x="3331900" y="1416826"/>
                  </a:lnTo>
                  <a:lnTo>
                    <a:pt x="3342028" y="1416826"/>
                  </a:lnTo>
                  <a:lnTo>
                    <a:pt x="3352155" y="1416826"/>
                  </a:lnTo>
                  <a:lnTo>
                    <a:pt x="3362282" y="1416826"/>
                  </a:lnTo>
                  <a:lnTo>
                    <a:pt x="3372410" y="1416826"/>
                  </a:lnTo>
                  <a:lnTo>
                    <a:pt x="3382537" y="1416826"/>
                  </a:lnTo>
                  <a:lnTo>
                    <a:pt x="3392664" y="1416826"/>
                  </a:lnTo>
                  <a:lnTo>
                    <a:pt x="3402792" y="1416826"/>
                  </a:lnTo>
                  <a:lnTo>
                    <a:pt x="3412919" y="1416826"/>
                  </a:lnTo>
                  <a:lnTo>
                    <a:pt x="3423046" y="1416826"/>
                  </a:lnTo>
                  <a:lnTo>
                    <a:pt x="3433174" y="1416826"/>
                  </a:lnTo>
                  <a:lnTo>
                    <a:pt x="3443301" y="1416826"/>
                  </a:lnTo>
                  <a:lnTo>
                    <a:pt x="3453428" y="1416826"/>
                  </a:lnTo>
                  <a:lnTo>
                    <a:pt x="3463556" y="1416826"/>
                  </a:lnTo>
                  <a:lnTo>
                    <a:pt x="3473683" y="1416826"/>
                  </a:lnTo>
                  <a:lnTo>
                    <a:pt x="3483811" y="1416826"/>
                  </a:lnTo>
                  <a:lnTo>
                    <a:pt x="3493938" y="1416826"/>
                  </a:lnTo>
                  <a:lnTo>
                    <a:pt x="3504065" y="1416826"/>
                  </a:lnTo>
                  <a:lnTo>
                    <a:pt x="3514193" y="1416826"/>
                  </a:lnTo>
                  <a:lnTo>
                    <a:pt x="3524320" y="1416826"/>
                  </a:lnTo>
                  <a:lnTo>
                    <a:pt x="3534447" y="1416826"/>
                  </a:lnTo>
                  <a:lnTo>
                    <a:pt x="3544575" y="1416826"/>
                  </a:lnTo>
                  <a:lnTo>
                    <a:pt x="3554702" y="1416826"/>
                  </a:lnTo>
                  <a:lnTo>
                    <a:pt x="3564829" y="1416826"/>
                  </a:lnTo>
                  <a:lnTo>
                    <a:pt x="3574957" y="1416826"/>
                  </a:lnTo>
                  <a:lnTo>
                    <a:pt x="3585084" y="1416826"/>
                  </a:lnTo>
                  <a:lnTo>
                    <a:pt x="3595211" y="1416826"/>
                  </a:lnTo>
                  <a:lnTo>
                    <a:pt x="3605339" y="1416826"/>
                  </a:lnTo>
                  <a:lnTo>
                    <a:pt x="3615466" y="1416826"/>
                  </a:lnTo>
                  <a:lnTo>
                    <a:pt x="3625594" y="1416826"/>
                  </a:lnTo>
                  <a:lnTo>
                    <a:pt x="3635721" y="1416826"/>
                  </a:lnTo>
                  <a:lnTo>
                    <a:pt x="3645848" y="1416826"/>
                  </a:lnTo>
                  <a:lnTo>
                    <a:pt x="3655976" y="1416826"/>
                  </a:lnTo>
                  <a:lnTo>
                    <a:pt x="3666103" y="1416826"/>
                  </a:lnTo>
                  <a:lnTo>
                    <a:pt x="3676230" y="1416826"/>
                  </a:lnTo>
                  <a:lnTo>
                    <a:pt x="3686358" y="1416826"/>
                  </a:lnTo>
                  <a:lnTo>
                    <a:pt x="3696485" y="1416826"/>
                  </a:lnTo>
                  <a:lnTo>
                    <a:pt x="3706612" y="1416826"/>
                  </a:lnTo>
                  <a:lnTo>
                    <a:pt x="3716740" y="1416826"/>
                  </a:lnTo>
                  <a:lnTo>
                    <a:pt x="3726867" y="1416826"/>
                  </a:lnTo>
                  <a:lnTo>
                    <a:pt x="3736995" y="1416826"/>
                  </a:lnTo>
                  <a:lnTo>
                    <a:pt x="3747122" y="1416826"/>
                  </a:lnTo>
                  <a:lnTo>
                    <a:pt x="3757249" y="1416826"/>
                  </a:lnTo>
                  <a:lnTo>
                    <a:pt x="3767377" y="1416826"/>
                  </a:lnTo>
                  <a:lnTo>
                    <a:pt x="3777504" y="1416825"/>
                  </a:lnTo>
                  <a:lnTo>
                    <a:pt x="3787631" y="1416823"/>
                  </a:lnTo>
                  <a:lnTo>
                    <a:pt x="3797759" y="1416821"/>
                  </a:lnTo>
                  <a:lnTo>
                    <a:pt x="3807886" y="1416817"/>
                  </a:lnTo>
                  <a:lnTo>
                    <a:pt x="3818013" y="1416811"/>
                  </a:lnTo>
                  <a:lnTo>
                    <a:pt x="3828141" y="1416802"/>
                  </a:lnTo>
                  <a:lnTo>
                    <a:pt x="3838268" y="1416789"/>
                  </a:lnTo>
                  <a:lnTo>
                    <a:pt x="3848395" y="1416771"/>
                  </a:lnTo>
                  <a:lnTo>
                    <a:pt x="3858523" y="1416750"/>
                  </a:lnTo>
                  <a:lnTo>
                    <a:pt x="3868650" y="1416725"/>
                  </a:lnTo>
                  <a:lnTo>
                    <a:pt x="3878778" y="1416699"/>
                  </a:lnTo>
                  <a:lnTo>
                    <a:pt x="3888905" y="1416675"/>
                  </a:lnTo>
                  <a:lnTo>
                    <a:pt x="3899032" y="1416654"/>
                  </a:lnTo>
                  <a:lnTo>
                    <a:pt x="3909160" y="1416639"/>
                  </a:lnTo>
                  <a:lnTo>
                    <a:pt x="3919287" y="1416633"/>
                  </a:lnTo>
                  <a:lnTo>
                    <a:pt x="3929414" y="1416636"/>
                  </a:lnTo>
                  <a:lnTo>
                    <a:pt x="3939542" y="1416648"/>
                  </a:lnTo>
                  <a:lnTo>
                    <a:pt x="3949669" y="1416667"/>
                  </a:lnTo>
                  <a:lnTo>
                    <a:pt x="3959796" y="1416691"/>
                  </a:lnTo>
                  <a:lnTo>
                    <a:pt x="3969924" y="1416717"/>
                  </a:lnTo>
                  <a:lnTo>
                    <a:pt x="3980051" y="1416743"/>
                  </a:lnTo>
                  <a:lnTo>
                    <a:pt x="3990178" y="1416765"/>
                  </a:lnTo>
                  <a:lnTo>
                    <a:pt x="4000306" y="1416784"/>
                  </a:lnTo>
                  <a:lnTo>
                    <a:pt x="4010433" y="1416798"/>
                  </a:lnTo>
                  <a:lnTo>
                    <a:pt x="4020561" y="1416808"/>
                  </a:lnTo>
                  <a:lnTo>
                    <a:pt x="4030688" y="1416815"/>
                  </a:lnTo>
                  <a:lnTo>
                    <a:pt x="4040815" y="1416820"/>
                  </a:lnTo>
                  <a:lnTo>
                    <a:pt x="4050943" y="1416823"/>
                  </a:lnTo>
                  <a:lnTo>
                    <a:pt x="4061070" y="1416824"/>
                  </a:lnTo>
                  <a:lnTo>
                    <a:pt x="4071197" y="1416825"/>
                  </a:lnTo>
                  <a:lnTo>
                    <a:pt x="4081325" y="1416826"/>
                  </a:lnTo>
                  <a:lnTo>
                    <a:pt x="4091452" y="1416826"/>
                  </a:lnTo>
                  <a:lnTo>
                    <a:pt x="4101579" y="1416826"/>
                  </a:lnTo>
                  <a:lnTo>
                    <a:pt x="4111707" y="1416826"/>
                  </a:lnTo>
                  <a:lnTo>
                    <a:pt x="4121834" y="1416826"/>
                  </a:lnTo>
                  <a:lnTo>
                    <a:pt x="4131961" y="1416826"/>
                  </a:lnTo>
                  <a:lnTo>
                    <a:pt x="4142089" y="1416826"/>
                  </a:lnTo>
                  <a:lnTo>
                    <a:pt x="4152216" y="1416826"/>
                  </a:lnTo>
                  <a:lnTo>
                    <a:pt x="4162344" y="1416826"/>
                  </a:lnTo>
                  <a:lnTo>
                    <a:pt x="4172471" y="1416826"/>
                  </a:lnTo>
                  <a:lnTo>
                    <a:pt x="4182598" y="1416826"/>
                  </a:lnTo>
                  <a:lnTo>
                    <a:pt x="4192726" y="1416826"/>
                  </a:lnTo>
                  <a:lnTo>
                    <a:pt x="4202853" y="1416826"/>
                  </a:lnTo>
                  <a:lnTo>
                    <a:pt x="4212980" y="1416826"/>
                  </a:lnTo>
                  <a:lnTo>
                    <a:pt x="4223108" y="1416826"/>
                  </a:lnTo>
                  <a:lnTo>
                    <a:pt x="4233235" y="1416826"/>
                  </a:lnTo>
                  <a:lnTo>
                    <a:pt x="4243362" y="1416826"/>
                  </a:lnTo>
                  <a:lnTo>
                    <a:pt x="4253490" y="1416826"/>
                  </a:lnTo>
                  <a:lnTo>
                    <a:pt x="4263617" y="1416826"/>
                  </a:lnTo>
                  <a:lnTo>
                    <a:pt x="4273744" y="1416826"/>
                  </a:lnTo>
                  <a:lnTo>
                    <a:pt x="4283872" y="1416826"/>
                  </a:lnTo>
                  <a:lnTo>
                    <a:pt x="4293999" y="1416826"/>
                  </a:lnTo>
                  <a:lnTo>
                    <a:pt x="4304127" y="1416826"/>
                  </a:lnTo>
                  <a:lnTo>
                    <a:pt x="4314254" y="1416826"/>
                  </a:lnTo>
                  <a:lnTo>
                    <a:pt x="4324381" y="1416826"/>
                  </a:lnTo>
                  <a:lnTo>
                    <a:pt x="4334509" y="1416826"/>
                  </a:lnTo>
                  <a:lnTo>
                    <a:pt x="4344636" y="1416826"/>
                  </a:lnTo>
                  <a:lnTo>
                    <a:pt x="4354763" y="1416826"/>
                  </a:lnTo>
                  <a:lnTo>
                    <a:pt x="4364891" y="1416826"/>
                  </a:lnTo>
                  <a:lnTo>
                    <a:pt x="4375018" y="1416826"/>
                  </a:lnTo>
                  <a:lnTo>
                    <a:pt x="4385145" y="1416826"/>
                  </a:lnTo>
                  <a:lnTo>
                    <a:pt x="4395273" y="1416826"/>
                  </a:lnTo>
                  <a:lnTo>
                    <a:pt x="4405400" y="1416826"/>
                  </a:lnTo>
                  <a:lnTo>
                    <a:pt x="4415527" y="1416826"/>
                  </a:lnTo>
                  <a:lnTo>
                    <a:pt x="4425655" y="1416826"/>
                  </a:lnTo>
                  <a:lnTo>
                    <a:pt x="4435782" y="1416826"/>
                  </a:lnTo>
                  <a:lnTo>
                    <a:pt x="4445910" y="1416826"/>
                  </a:lnTo>
                  <a:lnTo>
                    <a:pt x="4456037" y="1416826"/>
                  </a:lnTo>
                  <a:lnTo>
                    <a:pt x="4466164" y="1416826"/>
                  </a:lnTo>
                  <a:lnTo>
                    <a:pt x="4476292" y="1416826"/>
                  </a:lnTo>
                  <a:lnTo>
                    <a:pt x="4486419" y="1416826"/>
                  </a:lnTo>
                  <a:lnTo>
                    <a:pt x="4496546" y="1416826"/>
                  </a:lnTo>
                  <a:lnTo>
                    <a:pt x="4506674" y="1416826"/>
                  </a:lnTo>
                  <a:lnTo>
                    <a:pt x="4516801" y="1416826"/>
                  </a:lnTo>
                  <a:lnTo>
                    <a:pt x="4526928" y="1416826"/>
                  </a:lnTo>
                  <a:lnTo>
                    <a:pt x="4537056" y="1416826"/>
                  </a:lnTo>
                  <a:lnTo>
                    <a:pt x="4547183" y="1416826"/>
                  </a:lnTo>
                  <a:lnTo>
                    <a:pt x="4557310" y="1416826"/>
                  </a:lnTo>
                  <a:lnTo>
                    <a:pt x="4567438" y="1416826"/>
                  </a:lnTo>
                  <a:lnTo>
                    <a:pt x="4577565" y="1416826"/>
                  </a:lnTo>
                  <a:lnTo>
                    <a:pt x="4587693" y="1416826"/>
                  </a:lnTo>
                  <a:lnTo>
                    <a:pt x="4597820" y="1416826"/>
                  </a:lnTo>
                  <a:lnTo>
                    <a:pt x="4607947" y="1416826"/>
                  </a:lnTo>
                  <a:lnTo>
                    <a:pt x="4618075" y="1416826"/>
                  </a:lnTo>
                  <a:lnTo>
                    <a:pt x="4628202" y="1416826"/>
                  </a:lnTo>
                  <a:lnTo>
                    <a:pt x="4638329" y="1416826"/>
                  </a:lnTo>
                  <a:lnTo>
                    <a:pt x="4648457" y="1416826"/>
                  </a:lnTo>
                  <a:lnTo>
                    <a:pt x="4658584" y="1416826"/>
                  </a:lnTo>
                  <a:lnTo>
                    <a:pt x="4668711" y="1416826"/>
                  </a:lnTo>
                  <a:lnTo>
                    <a:pt x="4678839" y="1416826"/>
                  </a:lnTo>
                  <a:lnTo>
                    <a:pt x="4688966" y="1416826"/>
                  </a:lnTo>
                  <a:lnTo>
                    <a:pt x="4699093" y="1416826"/>
                  </a:lnTo>
                  <a:lnTo>
                    <a:pt x="4709221" y="1416826"/>
                  </a:lnTo>
                  <a:lnTo>
                    <a:pt x="4719348" y="1416826"/>
                  </a:lnTo>
                  <a:lnTo>
                    <a:pt x="4729476" y="1416826"/>
                  </a:lnTo>
                  <a:lnTo>
                    <a:pt x="4739603" y="1416826"/>
                  </a:lnTo>
                  <a:lnTo>
                    <a:pt x="4749730" y="1416826"/>
                  </a:lnTo>
                  <a:lnTo>
                    <a:pt x="4759858" y="1416826"/>
                  </a:lnTo>
                  <a:lnTo>
                    <a:pt x="4769985" y="1416826"/>
                  </a:lnTo>
                  <a:lnTo>
                    <a:pt x="4780112" y="1416826"/>
                  </a:lnTo>
                  <a:lnTo>
                    <a:pt x="4790240" y="1416826"/>
                  </a:lnTo>
                  <a:lnTo>
                    <a:pt x="4800367" y="1416826"/>
                  </a:lnTo>
                  <a:lnTo>
                    <a:pt x="4810494" y="1416826"/>
                  </a:lnTo>
                  <a:lnTo>
                    <a:pt x="4820622" y="1416826"/>
                  </a:lnTo>
                  <a:lnTo>
                    <a:pt x="4830749" y="1416826"/>
                  </a:lnTo>
                  <a:lnTo>
                    <a:pt x="4840877" y="1416826"/>
                  </a:lnTo>
                  <a:lnTo>
                    <a:pt x="4851004" y="1416826"/>
                  </a:lnTo>
                  <a:lnTo>
                    <a:pt x="4861131" y="1416826"/>
                  </a:lnTo>
                  <a:lnTo>
                    <a:pt x="4871259" y="1416826"/>
                  </a:lnTo>
                  <a:lnTo>
                    <a:pt x="4881386" y="1416826"/>
                  </a:lnTo>
                  <a:lnTo>
                    <a:pt x="4891513" y="1416826"/>
                  </a:lnTo>
                  <a:lnTo>
                    <a:pt x="4901641" y="1416826"/>
                  </a:lnTo>
                  <a:lnTo>
                    <a:pt x="4911768" y="1416826"/>
                  </a:lnTo>
                  <a:lnTo>
                    <a:pt x="4921895" y="1416825"/>
                  </a:lnTo>
                  <a:lnTo>
                    <a:pt x="4932023" y="1416824"/>
                  </a:lnTo>
                  <a:lnTo>
                    <a:pt x="4942150" y="1416822"/>
                  </a:lnTo>
                  <a:lnTo>
                    <a:pt x="4952277" y="1416817"/>
                  </a:lnTo>
                  <a:lnTo>
                    <a:pt x="4962405" y="1416809"/>
                  </a:lnTo>
                  <a:lnTo>
                    <a:pt x="4972532" y="1416796"/>
                  </a:lnTo>
                  <a:lnTo>
                    <a:pt x="4982660" y="1416774"/>
                  </a:lnTo>
                  <a:lnTo>
                    <a:pt x="4992787" y="1416741"/>
                  </a:lnTo>
                  <a:lnTo>
                    <a:pt x="5002914" y="1416695"/>
                  </a:lnTo>
                  <a:lnTo>
                    <a:pt x="5013042" y="1416632"/>
                  </a:lnTo>
                  <a:lnTo>
                    <a:pt x="5023169" y="1416553"/>
                  </a:lnTo>
                  <a:lnTo>
                    <a:pt x="5033296" y="1416458"/>
                  </a:lnTo>
                  <a:lnTo>
                    <a:pt x="5043424" y="1416352"/>
                  </a:lnTo>
                  <a:lnTo>
                    <a:pt x="5053551" y="1416241"/>
                  </a:lnTo>
                  <a:lnTo>
                    <a:pt x="5063678" y="1416136"/>
                  </a:lnTo>
                  <a:lnTo>
                    <a:pt x="5073806" y="1416046"/>
                  </a:lnTo>
                  <a:lnTo>
                    <a:pt x="5083933" y="1415983"/>
                  </a:lnTo>
                  <a:lnTo>
                    <a:pt x="5094060" y="1415952"/>
                  </a:lnTo>
                  <a:lnTo>
                    <a:pt x="5104188" y="1415955"/>
                  </a:lnTo>
                  <a:lnTo>
                    <a:pt x="5114315" y="1415991"/>
                  </a:lnTo>
                  <a:lnTo>
                    <a:pt x="5124443" y="1416056"/>
                  </a:lnTo>
                  <a:lnTo>
                    <a:pt x="5134570" y="1416142"/>
                  </a:lnTo>
                  <a:lnTo>
                    <a:pt x="5144697" y="1416240"/>
                  </a:lnTo>
                  <a:lnTo>
                    <a:pt x="5154825" y="1416343"/>
                  </a:lnTo>
                  <a:lnTo>
                    <a:pt x="5164952" y="1416442"/>
                  </a:lnTo>
                  <a:lnTo>
                    <a:pt x="5175079" y="1416533"/>
                  </a:lnTo>
                  <a:lnTo>
                    <a:pt x="5175079" y="1416826"/>
                  </a:lnTo>
                  <a:lnTo>
                    <a:pt x="5164952" y="1416826"/>
                  </a:lnTo>
                  <a:lnTo>
                    <a:pt x="5154825" y="1416826"/>
                  </a:lnTo>
                  <a:lnTo>
                    <a:pt x="5144697" y="1416826"/>
                  </a:lnTo>
                  <a:lnTo>
                    <a:pt x="5134570" y="1416826"/>
                  </a:lnTo>
                  <a:lnTo>
                    <a:pt x="5124443" y="1416826"/>
                  </a:lnTo>
                  <a:lnTo>
                    <a:pt x="5114315" y="1416826"/>
                  </a:lnTo>
                  <a:lnTo>
                    <a:pt x="5104188" y="1416826"/>
                  </a:lnTo>
                  <a:lnTo>
                    <a:pt x="5094060" y="1416826"/>
                  </a:lnTo>
                  <a:lnTo>
                    <a:pt x="5083933" y="1416826"/>
                  </a:lnTo>
                  <a:lnTo>
                    <a:pt x="5073806" y="1416826"/>
                  </a:lnTo>
                  <a:lnTo>
                    <a:pt x="5063678" y="1416826"/>
                  </a:lnTo>
                  <a:lnTo>
                    <a:pt x="5053551" y="1416826"/>
                  </a:lnTo>
                  <a:lnTo>
                    <a:pt x="5043424" y="1416826"/>
                  </a:lnTo>
                  <a:lnTo>
                    <a:pt x="5033296" y="1416826"/>
                  </a:lnTo>
                  <a:lnTo>
                    <a:pt x="5023169" y="1416826"/>
                  </a:lnTo>
                  <a:lnTo>
                    <a:pt x="5013042" y="1416826"/>
                  </a:lnTo>
                  <a:lnTo>
                    <a:pt x="5002914" y="1416826"/>
                  </a:lnTo>
                  <a:lnTo>
                    <a:pt x="4992787" y="1416826"/>
                  </a:lnTo>
                  <a:lnTo>
                    <a:pt x="4982660" y="1416826"/>
                  </a:lnTo>
                  <a:lnTo>
                    <a:pt x="4972532" y="1416826"/>
                  </a:lnTo>
                  <a:lnTo>
                    <a:pt x="4962405" y="1416826"/>
                  </a:lnTo>
                  <a:lnTo>
                    <a:pt x="4952277" y="1416826"/>
                  </a:lnTo>
                  <a:lnTo>
                    <a:pt x="4942150" y="1416826"/>
                  </a:lnTo>
                  <a:lnTo>
                    <a:pt x="4932023" y="1416826"/>
                  </a:lnTo>
                  <a:lnTo>
                    <a:pt x="4921895" y="1416826"/>
                  </a:lnTo>
                  <a:lnTo>
                    <a:pt x="4911768" y="1416826"/>
                  </a:lnTo>
                  <a:lnTo>
                    <a:pt x="4901641" y="1416826"/>
                  </a:lnTo>
                  <a:lnTo>
                    <a:pt x="4891513" y="1416826"/>
                  </a:lnTo>
                  <a:lnTo>
                    <a:pt x="4881386" y="1416826"/>
                  </a:lnTo>
                  <a:lnTo>
                    <a:pt x="4871259" y="1416826"/>
                  </a:lnTo>
                  <a:lnTo>
                    <a:pt x="4861131" y="1416826"/>
                  </a:lnTo>
                  <a:lnTo>
                    <a:pt x="4851004" y="1416826"/>
                  </a:lnTo>
                  <a:lnTo>
                    <a:pt x="4840877" y="1416826"/>
                  </a:lnTo>
                  <a:lnTo>
                    <a:pt x="4830749" y="1416826"/>
                  </a:lnTo>
                  <a:lnTo>
                    <a:pt x="4820622" y="1416826"/>
                  </a:lnTo>
                  <a:lnTo>
                    <a:pt x="4810494" y="1416826"/>
                  </a:lnTo>
                  <a:lnTo>
                    <a:pt x="4800367" y="1416826"/>
                  </a:lnTo>
                  <a:lnTo>
                    <a:pt x="4790240" y="1416826"/>
                  </a:lnTo>
                  <a:lnTo>
                    <a:pt x="4780112" y="1416826"/>
                  </a:lnTo>
                  <a:lnTo>
                    <a:pt x="4769985" y="1416826"/>
                  </a:lnTo>
                  <a:lnTo>
                    <a:pt x="4759858" y="1416826"/>
                  </a:lnTo>
                  <a:lnTo>
                    <a:pt x="4749730" y="1416826"/>
                  </a:lnTo>
                  <a:lnTo>
                    <a:pt x="4739603" y="1416826"/>
                  </a:lnTo>
                  <a:lnTo>
                    <a:pt x="4729476" y="1416826"/>
                  </a:lnTo>
                  <a:lnTo>
                    <a:pt x="4719348" y="1416826"/>
                  </a:lnTo>
                  <a:lnTo>
                    <a:pt x="4709221" y="1416826"/>
                  </a:lnTo>
                  <a:lnTo>
                    <a:pt x="4699093" y="1416826"/>
                  </a:lnTo>
                  <a:lnTo>
                    <a:pt x="4688966" y="1416826"/>
                  </a:lnTo>
                  <a:lnTo>
                    <a:pt x="4678839" y="1416826"/>
                  </a:lnTo>
                  <a:lnTo>
                    <a:pt x="4668711" y="1416826"/>
                  </a:lnTo>
                  <a:lnTo>
                    <a:pt x="4658584" y="1416826"/>
                  </a:lnTo>
                  <a:lnTo>
                    <a:pt x="4648457" y="1416826"/>
                  </a:lnTo>
                  <a:lnTo>
                    <a:pt x="4638329" y="1416826"/>
                  </a:lnTo>
                  <a:lnTo>
                    <a:pt x="4628202" y="1416826"/>
                  </a:lnTo>
                  <a:lnTo>
                    <a:pt x="4618075" y="1416826"/>
                  </a:lnTo>
                  <a:lnTo>
                    <a:pt x="4607947" y="1416826"/>
                  </a:lnTo>
                  <a:lnTo>
                    <a:pt x="4597820" y="1416826"/>
                  </a:lnTo>
                  <a:lnTo>
                    <a:pt x="4587693" y="1416826"/>
                  </a:lnTo>
                  <a:lnTo>
                    <a:pt x="4577565" y="1416826"/>
                  </a:lnTo>
                  <a:lnTo>
                    <a:pt x="4567438" y="1416826"/>
                  </a:lnTo>
                  <a:lnTo>
                    <a:pt x="4557310" y="1416826"/>
                  </a:lnTo>
                  <a:lnTo>
                    <a:pt x="4547183" y="1416826"/>
                  </a:lnTo>
                  <a:lnTo>
                    <a:pt x="4537056" y="1416826"/>
                  </a:lnTo>
                  <a:lnTo>
                    <a:pt x="4526928" y="1416826"/>
                  </a:lnTo>
                  <a:lnTo>
                    <a:pt x="4516801" y="1416826"/>
                  </a:lnTo>
                  <a:lnTo>
                    <a:pt x="4506674" y="1416826"/>
                  </a:lnTo>
                  <a:lnTo>
                    <a:pt x="4496546" y="1416826"/>
                  </a:lnTo>
                  <a:lnTo>
                    <a:pt x="4486419" y="1416826"/>
                  </a:lnTo>
                  <a:lnTo>
                    <a:pt x="4476292" y="1416826"/>
                  </a:lnTo>
                  <a:lnTo>
                    <a:pt x="4466164" y="1416826"/>
                  </a:lnTo>
                  <a:lnTo>
                    <a:pt x="4456037" y="1416826"/>
                  </a:lnTo>
                  <a:lnTo>
                    <a:pt x="4445910" y="1416826"/>
                  </a:lnTo>
                  <a:lnTo>
                    <a:pt x="4435782" y="1416826"/>
                  </a:lnTo>
                  <a:lnTo>
                    <a:pt x="4425655" y="1416826"/>
                  </a:lnTo>
                  <a:lnTo>
                    <a:pt x="4415527" y="1416826"/>
                  </a:lnTo>
                  <a:lnTo>
                    <a:pt x="4405400" y="1416826"/>
                  </a:lnTo>
                  <a:lnTo>
                    <a:pt x="4395273" y="1416826"/>
                  </a:lnTo>
                  <a:lnTo>
                    <a:pt x="4385145" y="1416826"/>
                  </a:lnTo>
                  <a:lnTo>
                    <a:pt x="4375018" y="1416826"/>
                  </a:lnTo>
                  <a:lnTo>
                    <a:pt x="4364891" y="1416826"/>
                  </a:lnTo>
                  <a:lnTo>
                    <a:pt x="4354763" y="1416826"/>
                  </a:lnTo>
                  <a:lnTo>
                    <a:pt x="4344636" y="1416826"/>
                  </a:lnTo>
                  <a:lnTo>
                    <a:pt x="4334509" y="1416826"/>
                  </a:lnTo>
                  <a:lnTo>
                    <a:pt x="4324381" y="1416826"/>
                  </a:lnTo>
                  <a:lnTo>
                    <a:pt x="4314254" y="1416826"/>
                  </a:lnTo>
                  <a:lnTo>
                    <a:pt x="4304127" y="1416826"/>
                  </a:lnTo>
                  <a:lnTo>
                    <a:pt x="4293999" y="1416826"/>
                  </a:lnTo>
                  <a:lnTo>
                    <a:pt x="4283872" y="1416826"/>
                  </a:lnTo>
                  <a:lnTo>
                    <a:pt x="4273744" y="1416826"/>
                  </a:lnTo>
                  <a:lnTo>
                    <a:pt x="4263617" y="1416826"/>
                  </a:lnTo>
                  <a:lnTo>
                    <a:pt x="4253490" y="1416826"/>
                  </a:lnTo>
                  <a:lnTo>
                    <a:pt x="4243362" y="1416826"/>
                  </a:lnTo>
                  <a:lnTo>
                    <a:pt x="4233235" y="1416826"/>
                  </a:lnTo>
                  <a:lnTo>
                    <a:pt x="4223108" y="1416826"/>
                  </a:lnTo>
                  <a:lnTo>
                    <a:pt x="4212980" y="1416826"/>
                  </a:lnTo>
                  <a:lnTo>
                    <a:pt x="4202853" y="1416826"/>
                  </a:lnTo>
                  <a:lnTo>
                    <a:pt x="4192726" y="1416826"/>
                  </a:lnTo>
                  <a:lnTo>
                    <a:pt x="4182598" y="1416826"/>
                  </a:lnTo>
                  <a:lnTo>
                    <a:pt x="4172471" y="1416826"/>
                  </a:lnTo>
                  <a:lnTo>
                    <a:pt x="4162344" y="1416826"/>
                  </a:lnTo>
                  <a:lnTo>
                    <a:pt x="4152216" y="1416826"/>
                  </a:lnTo>
                  <a:lnTo>
                    <a:pt x="4142089" y="1416826"/>
                  </a:lnTo>
                  <a:lnTo>
                    <a:pt x="4131961" y="1416826"/>
                  </a:lnTo>
                  <a:lnTo>
                    <a:pt x="4121834" y="1416826"/>
                  </a:lnTo>
                  <a:lnTo>
                    <a:pt x="4111707" y="1416826"/>
                  </a:lnTo>
                  <a:lnTo>
                    <a:pt x="4101579" y="1416826"/>
                  </a:lnTo>
                  <a:lnTo>
                    <a:pt x="4091452" y="1416826"/>
                  </a:lnTo>
                  <a:lnTo>
                    <a:pt x="4081325" y="1416826"/>
                  </a:lnTo>
                  <a:lnTo>
                    <a:pt x="4071197" y="1416826"/>
                  </a:lnTo>
                  <a:lnTo>
                    <a:pt x="4061070" y="1416826"/>
                  </a:lnTo>
                  <a:lnTo>
                    <a:pt x="4050943" y="1416826"/>
                  </a:lnTo>
                  <a:lnTo>
                    <a:pt x="4040815" y="1416826"/>
                  </a:lnTo>
                  <a:lnTo>
                    <a:pt x="4030688" y="1416826"/>
                  </a:lnTo>
                  <a:lnTo>
                    <a:pt x="4020561" y="1416826"/>
                  </a:lnTo>
                  <a:lnTo>
                    <a:pt x="4010433" y="1416826"/>
                  </a:lnTo>
                  <a:lnTo>
                    <a:pt x="4000306" y="1416826"/>
                  </a:lnTo>
                  <a:lnTo>
                    <a:pt x="3990178" y="1416826"/>
                  </a:lnTo>
                  <a:lnTo>
                    <a:pt x="3980051" y="1416826"/>
                  </a:lnTo>
                  <a:lnTo>
                    <a:pt x="3969924" y="1416826"/>
                  </a:lnTo>
                  <a:lnTo>
                    <a:pt x="3959796" y="1416826"/>
                  </a:lnTo>
                  <a:lnTo>
                    <a:pt x="3949669" y="1416826"/>
                  </a:lnTo>
                  <a:lnTo>
                    <a:pt x="3939542" y="1416826"/>
                  </a:lnTo>
                  <a:lnTo>
                    <a:pt x="3929414" y="1416826"/>
                  </a:lnTo>
                  <a:lnTo>
                    <a:pt x="3919287" y="1416826"/>
                  </a:lnTo>
                  <a:lnTo>
                    <a:pt x="3909160" y="1416826"/>
                  </a:lnTo>
                  <a:lnTo>
                    <a:pt x="3899032" y="1416826"/>
                  </a:lnTo>
                  <a:lnTo>
                    <a:pt x="3888905" y="1416826"/>
                  </a:lnTo>
                  <a:lnTo>
                    <a:pt x="3878778" y="1416826"/>
                  </a:lnTo>
                  <a:lnTo>
                    <a:pt x="3868650" y="1416826"/>
                  </a:lnTo>
                  <a:lnTo>
                    <a:pt x="3858523" y="1416826"/>
                  </a:lnTo>
                  <a:lnTo>
                    <a:pt x="3848395" y="1416826"/>
                  </a:lnTo>
                  <a:lnTo>
                    <a:pt x="3838268" y="1416826"/>
                  </a:lnTo>
                  <a:lnTo>
                    <a:pt x="3828141" y="1416826"/>
                  </a:lnTo>
                  <a:lnTo>
                    <a:pt x="3818013" y="1416826"/>
                  </a:lnTo>
                  <a:lnTo>
                    <a:pt x="3807886" y="1416826"/>
                  </a:lnTo>
                  <a:lnTo>
                    <a:pt x="3797759" y="1416826"/>
                  </a:lnTo>
                  <a:lnTo>
                    <a:pt x="3787631" y="1416826"/>
                  </a:lnTo>
                  <a:lnTo>
                    <a:pt x="3777504" y="1416826"/>
                  </a:lnTo>
                  <a:lnTo>
                    <a:pt x="3767377" y="1416826"/>
                  </a:lnTo>
                  <a:lnTo>
                    <a:pt x="3757249" y="1416826"/>
                  </a:lnTo>
                  <a:lnTo>
                    <a:pt x="3747122" y="1416826"/>
                  </a:lnTo>
                  <a:lnTo>
                    <a:pt x="3736995" y="1416826"/>
                  </a:lnTo>
                  <a:lnTo>
                    <a:pt x="3726867" y="1416826"/>
                  </a:lnTo>
                  <a:lnTo>
                    <a:pt x="3716740" y="1416826"/>
                  </a:lnTo>
                  <a:lnTo>
                    <a:pt x="3706612" y="1416826"/>
                  </a:lnTo>
                  <a:lnTo>
                    <a:pt x="3696485" y="1416826"/>
                  </a:lnTo>
                  <a:lnTo>
                    <a:pt x="3686358" y="1416826"/>
                  </a:lnTo>
                  <a:lnTo>
                    <a:pt x="3676230" y="1416826"/>
                  </a:lnTo>
                  <a:lnTo>
                    <a:pt x="3666103" y="1416826"/>
                  </a:lnTo>
                  <a:lnTo>
                    <a:pt x="3655976" y="1416826"/>
                  </a:lnTo>
                  <a:lnTo>
                    <a:pt x="3645848" y="1416826"/>
                  </a:lnTo>
                  <a:lnTo>
                    <a:pt x="3635721" y="1416826"/>
                  </a:lnTo>
                  <a:lnTo>
                    <a:pt x="3625594" y="1416826"/>
                  </a:lnTo>
                  <a:lnTo>
                    <a:pt x="3615466" y="1416826"/>
                  </a:lnTo>
                  <a:lnTo>
                    <a:pt x="3605339" y="1416826"/>
                  </a:lnTo>
                  <a:lnTo>
                    <a:pt x="3595211" y="1416826"/>
                  </a:lnTo>
                  <a:lnTo>
                    <a:pt x="3585084" y="1416826"/>
                  </a:lnTo>
                  <a:lnTo>
                    <a:pt x="3574957" y="1416826"/>
                  </a:lnTo>
                  <a:lnTo>
                    <a:pt x="3564829" y="1416826"/>
                  </a:lnTo>
                  <a:lnTo>
                    <a:pt x="3554702" y="1416826"/>
                  </a:lnTo>
                  <a:lnTo>
                    <a:pt x="3544575" y="1416826"/>
                  </a:lnTo>
                  <a:lnTo>
                    <a:pt x="3534447" y="1416826"/>
                  </a:lnTo>
                  <a:lnTo>
                    <a:pt x="3524320" y="1416826"/>
                  </a:lnTo>
                  <a:lnTo>
                    <a:pt x="3514193" y="1416826"/>
                  </a:lnTo>
                  <a:lnTo>
                    <a:pt x="3504065" y="1416826"/>
                  </a:lnTo>
                  <a:lnTo>
                    <a:pt x="3493938" y="1416826"/>
                  </a:lnTo>
                  <a:lnTo>
                    <a:pt x="3483811" y="1416826"/>
                  </a:lnTo>
                  <a:lnTo>
                    <a:pt x="3473683" y="1416826"/>
                  </a:lnTo>
                  <a:lnTo>
                    <a:pt x="3463556" y="1416826"/>
                  </a:lnTo>
                  <a:lnTo>
                    <a:pt x="3453428" y="1416826"/>
                  </a:lnTo>
                  <a:lnTo>
                    <a:pt x="3443301" y="1416826"/>
                  </a:lnTo>
                  <a:lnTo>
                    <a:pt x="3433174" y="1416826"/>
                  </a:lnTo>
                  <a:lnTo>
                    <a:pt x="3423046" y="1416826"/>
                  </a:lnTo>
                  <a:lnTo>
                    <a:pt x="3412919" y="1416826"/>
                  </a:lnTo>
                  <a:lnTo>
                    <a:pt x="3402792" y="1416826"/>
                  </a:lnTo>
                  <a:lnTo>
                    <a:pt x="3392664" y="1416826"/>
                  </a:lnTo>
                  <a:lnTo>
                    <a:pt x="3382537" y="1416826"/>
                  </a:lnTo>
                  <a:lnTo>
                    <a:pt x="3372410" y="1416826"/>
                  </a:lnTo>
                  <a:lnTo>
                    <a:pt x="3362282" y="1416826"/>
                  </a:lnTo>
                  <a:lnTo>
                    <a:pt x="3352155" y="1416826"/>
                  </a:lnTo>
                  <a:lnTo>
                    <a:pt x="3342028" y="1416826"/>
                  </a:lnTo>
                  <a:lnTo>
                    <a:pt x="3331900" y="1416826"/>
                  </a:lnTo>
                  <a:lnTo>
                    <a:pt x="3321773" y="1416826"/>
                  </a:lnTo>
                  <a:lnTo>
                    <a:pt x="3311645" y="1416826"/>
                  </a:lnTo>
                  <a:lnTo>
                    <a:pt x="3301518" y="1416826"/>
                  </a:lnTo>
                  <a:lnTo>
                    <a:pt x="3291391" y="1416826"/>
                  </a:lnTo>
                  <a:lnTo>
                    <a:pt x="3281263" y="1416826"/>
                  </a:lnTo>
                  <a:lnTo>
                    <a:pt x="3271136" y="1416826"/>
                  </a:lnTo>
                  <a:lnTo>
                    <a:pt x="3261009" y="1416826"/>
                  </a:lnTo>
                  <a:lnTo>
                    <a:pt x="3250881" y="1416826"/>
                  </a:lnTo>
                  <a:lnTo>
                    <a:pt x="3240754" y="1416826"/>
                  </a:lnTo>
                  <a:lnTo>
                    <a:pt x="3230627" y="1416826"/>
                  </a:lnTo>
                  <a:lnTo>
                    <a:pt x="3220499" y="1416826"/>
                  </a:lnTo>
                  <a:lnTo>
                    <a:pt x="3210372" y="1416826"/>
                  </a:lnTo>
                  <a:lnTo>
                    <a:pt x="3200245" y="1416826"/>
                  </a:lnTo>
                  <a:lnTo>
                    <a:pt x="3190117" y="1416826"/>
                  </a:lnTo>
                  <a:lnTo>
                    <a:pt x="3179990" y="1416826"/>
                  </a:lnTo>
                  <a:lnTo>
                    <a:pt x="3169862" y="1416826"/>
                  </a:lnTo>
                  <a:lnTo>
                    <a:pt x="3159735" y="1416826"/>
                  </a:lnTo>
                  <a:lnTo>
                    <a:pt x="3149608" y="1416826"/>
                  </a:lnTo>
                  <a:lnTo>
                    <a:pt x="3139480" y="1416826"/>
                  </a:lnTo>
                  <a:lnTo>
                    <a:pt x="3129353" y="1416826"/>
                  </a:lnTo>
                  <a:lnTo>
                    <a:pt x="3119226" y="1416826"/>
                  </a:lnTo>
                  <a:lnTo>
                    <a:pt x="3109098" y="1416826"/>
                  </a:lnTo>
                  <a:lnTo>
                    <a:pt x="3098971" y="1416826"/>
                  </a:lnTo>
                  <a:lnTo>
                    <a:pt x="3088844" y="1416826"/>
                  </a:lnTo>
                  <a:lnTo>
                    <a:pt x="3078716" y="1416826"/>
                  </a:lnTo>
                  <a:lnTo>
                    <a:pt x="3068589" y="1416826"/>
                  </a:lnTo>
                  <a:lnTo>
                    <a:pt x="3058462" y="1416826"/>
                  </a:lnTo>
                  <a:lnTo>
                    <a:pt x="3048334" y="1416826"/>
                  </a:lnTo>
                  <a:lnTo>
                    <a:pt x="3038207" y="1416826"/>
                  </a:lnTo>
                  <a:lnTo>
                    <a:pt x="3028079" y="1416826"/>
                  </a:lnTo>
                  <a:lnTo>
                    <a:pt x="3017952" y="1416826"/>
                  </a:lnTo>
                  <a:lnTo>
                    <a:pt x="3007825" y="1416826"/>
                  </a:lnTo>
                  <a:lnTo>
                    <a:pt x="2997697" y="1416826"/>
                  </a:lnTo>
                  <a:lnTo>
                    <a:pt x="2987570" y="1416826"/>
                  </a:lnTo>
                  <a:lnTo>
                    <a:pt x="2977443" y="1416826"/>
                  </a:lnTo>
                  <a:lnTo>
                    <a:pt x="2967315" y="1416826"/>
                  </a:lnTo>
                  <a:lnTo>
                    <a:pt x="2957188" y="1416826"/>
                  </a:lnTo>
                  <a:lnTo>
                    <a:pt x="2947061" y="1416826"/>
                  </a:lnTo>
                  <a:lnTo>
                    <a:pt x="2936933" y="1416826"/>
                  </a:lnTo>
                  <a:lnTo>
                    <a:pt x="2926806" y="1416826"/>
                  </a:lnTo>
                  <a:lnTo>
                    <a:pt x="2916679" y="1416826"/>
                  </a:lnTo>
                  <a:lnTo>
                    <a:pt x="2906551" y="1416826"/>
                  </a:lnTo>
                  <a:lnTo>
                    <a:pt x="2896424" y="1416826"/>
                  </a:lnTo>
                  <a:lnTo>
                    <a:pt x="2886296" y="1416826"/>
                  </a:lnTo>
                  <a:lnTo>
                    <a:pt x="2876169" y="1416826"/>
                  </a:lnTo>
                  <a:lnTo>
                    <a:pt x="2866042" y="1416826"/>
                  </a:lnTo>
                  <a:lnTo>
                    <a:pt x="2855914" y="1416826"/>
                  </a:lnTo>
                  <a:lnTo>
                    <a:pt x="2845787" y="1416826"/>
                  </a:lnTo>
                  <a:lnTo>
                    <a:pt x="2835660" y="1416826"/>
                  </a:lnTo>
                  <a:lnTo>
                    <a:pt x="2825532" y="1416826"/>
                  </a:lnTo>
                  <a:lnTo>
                    <a:pt x="2815405" y="1416826"/>
                  </a:lnTo>
                  <a:lnTo>
                    <a:pt x="2805278" y="1416826"/>
                  </a:lnTo>
                  <a:lnTo>
                    <a:pt x="2795150" y="1416826"/>
                  </a:lnTo>
                  <a:lnTo>
                    <a:pt x="2785023" y="1416826"/>
                  </a:lnTo>
                  <a:lnTo>
                    <a:pt x="2774896" y="1416826"/>
                  </a:lnTo>
                  <a:lnTo>
                    <a:pt x="2764768" y="1416826"/>
                  </a:lnTo>
                  <a:lnTo>
                    <a:pt x="2754641" y="1416826"/>
                  </a:lnTo>
                  <a:lnTo>
                    <a:pt x="2744513" y="1416826"/>
                  </a:lnTo>
                  <a:lnTo>
                    <a:pt x="2734386" y="1416826"/>
                  </a:lnTo>
                  <a:lnTo>
                    <a:pt x="2724259" y="1416826"/>
                  </a:lnTo>
                  <a:lnTo>
                    <a:pt x="2714131" y="1416826"/>
                  </a:lnTo>
                  <a:lnTo>
                    <a:pt x="2704004" y="1416826"/>
                  </a:lnTo>
                  <a:lnTo>
                    <a:pt x="2693877" y="1416826"/>
                  </a:lnTo>
                  <a:lnTo>
                    <a:pt x="2683749" y="1416826"/>
                  </a:lnTo>
                  <a:lnTo>
                    <a:pt x="2673622" y="1416826"/>
                  </a:lnTo>
                  <a:lnTo>
                    <a:pt x="2663495" y="1416826"/>
                  </a:lnTo>
                  <a:lnTo>
                    <a:pt x="2653367" y="1416826"/>
                  </a:lnTo>
                  <a:lnTo>
                    <a:pt x="2643240" y="1416826"/>
                  </a:lnTo>
                  <a:lnTo>
                    <a:pt x="2633113" y="1416826"/>
                  </a:lnTo>
                  <a:lnTo>
                    <a:pt x="2622985" y="1416826"/>
                  </a:lnTo>
                  <a:lnTo>
                    <a:pt x="2612858" y="1416826"/>
                  </a:lnTo>
                  <a:lnTo>
                    <a:pt x="2602730" y="1416826"/>
                  </a:lnTo>
                  <a:lnTo>
                    <a:pt x="2592603" y="1416826"/>
                  </a:lnTo>
                  <a:lnTo>
                    <a:pt x="2582476" y="1416826"/>
                  </a:lnTo>
                  <a:lnTo>
                    <a:pt x="2572348" y="1416826"/>
                  </a:lnTo>
                  <a:lnTo>
                    <a:pt x="2562221" y="1416826"/>
                  </a:lnTo>
                  <a:lnTo>
                    <a:pt x="2552094" y="1416826"/>
                  </a:lnTo>
                  <a:lnTo>
                    <a:pt x="2541966" y="1416826"/>
                  </a:lnTo>
                  <a:lnTo>
                    <a:pt x="2531839" y="1416826"/>
                  </a:lnTo>
                  <a:lnTo>
                    <a:pt x="2521712" y="1416826"/>
                  </a:lnTo>
                  <a:lnTo>
                    <a:pt x="2511584" y="1416826"/>
                  </a:lnTo>
                  <a:lnTo>
                    <a:pt x="2501457" y="1416826"/>
                  </a:lnTo>
                  <a:lnTo>
                    <a:pt x="2491330" y="1416826"/>
                  </a:lnTo>
                  <a:lnTo>
                    <a:pt x="2481202" y="1416826"/>
                  </a:lnTo>
                  <a:lnTo>
                    <a:pt x="2471075" y="1416826"/>
                  </a:lnTo>
                  <a:lnTo>
                    <a:pt x="2460947" y="1416826"/>
                  </a:lnTo>
                  <a:lnTo>
                    <a:pt x="2450820" y="1416826"/>
                  </a:lnTo>
                  <a:lnTo>
                    <a:pt x="2440693" y="1416826"/>
                  </a:lnTo>
                  <a:lnTo>
                    <a:pt x="2430565" y="1416826"/>
                  </a:lnTo>
                  <a:lnTo>
                    <a:pt x="2420438" y="1416826"/>
                  </a:lnTo>
                  <a:lnTo>
                    <a:pt x="2410311" y="1416826"/>
                  </a:lnTo>
                  <a:lnTo>
                    <a:pt x="2400183" y="1416826"/>
                  </a:lnTo>
                  <a:lnTo>
                    <a:pt x="2390056" y="1416826"/>
                  </a:lnTo>
                  <a:lnTo>
                    <a:pt x="2379929" y="1416826"/>
                  </a:lnTo>
                  <a:lnTo>
                    <a:pt x="2369801" y="1416826"/>
                  </a:lnTo>
                  <a:lnTo>
                    <a:pt x="2359674" y="1416826"/>
                  </a:lnTo>
                  <a:lnTo>
                    <a:pt x="2349546" y="1416826"/>
                  </a:lnTo>
                  <a:lnTo>
                    <a:pt x="2339419" y="1416826"/>
                  </a:lnTo>
                  <a:lnTo>
                    <a:pt x="2329292" y="1416826"/>
                  </a:lnTo>
                  <a:lnTo>
                    <a:pt x="2319164" y="1416826"/>
                  </a:lnTo>
                  <a:lnTo>
                    <a:pt x="2309037" y="1416826"/>
                  </a:lnTo>
                  <a:lnTo>
                    <a:pt x="2298910" y="1416826"/>
                  </a:lnTo>
                  <a:lnTo>
                    <a:pt x="2288782" y="1416826"/>
                  </a:lnTo>
                  <a:lnTo>
                    <a:pt x="2278655" y="1416826"/>
                  </a:lnTo>
                  <a:lnTo>
                    <a:pt x="2268528" y="1416826"/>
                  </a:lnTo>
                  <a:lnTo>
                    <a:pt x="2258400" y="1416826"/>
                  </a:lnTo>
                  <a:lnTo>
                    <a:pt x="2248273" y="1416826"/>
                  </a:lnTo>
                  <a:lnTo>
                    <a:pt x="2238146" y="1416826"/>
                  </a:lnTo>
                  <a:lnTo>
                    <a:pt x="2228018" y="1416826"/>
                  </a:lnTo>
                  <a:lnTo>
                    <a:pt x="2217891" y="1416826"/>
                  </a:lnTo>
                  <a:lnTo>
                    <a:pt x="2207763" y="1416826"/>
                  </a:lnTo>
                  <a:lnTo>
                    <a:pt x="2197636" y="1416826"/>
                  </a:lnTo>
                  <a:lnTo>
                    <a:pt x="2187509" y="1416826"/>
                  </a:lnTo>
                  <a:lnTo>
                    <a:pt x="2177381" y="1416826"/>
                  </a:lnTo>
                  <a:lnTo>
                    <a:pt x="2167254" y="1416826"/>
                  </a:lnTo>
                  <a:lnTo>
                    <a:pt x="2157127" y="1416826"/>
                  </a:lnTo>
                  <a:lnTo>
                    <a:pt x="2146999" y="1416826"/>
                  </a:lnTo>
                  <a:lnTo>
                    <a:pt x="2136872" y="1416826"/>
                  </a:lnTo>
                  <a:lnTo>
                    <a:pt x="2126745" y="1416826"/>
                  </a:lnTo>
                  <a:lnTo>
                    <a:pt x="2116617" y="1416826"/>
                  </a:lnTo>
                  <a:lnTo>
                    <a:pt x="2106490" y="1416826"/>
                  </a:lnTo>
                  <a:lnTo>
                    <a:pt x="2096363" y="1416826"/>
                  </a:lnTo>
                  <a:lnTo>
                    <a:pt x="2086235" y="1416826"/>
                  </a:lnTo>
                  <a:lnTo>
                    <a:pt x="2076108" y="1416826"/>
                  </a:lnTo>
                  <a:lnTo>
                    <a:pt x="2065980" y="1416826"/>
                  </a:lnTo>
                  <a:lnTo>
                    <a:pt x="2055853" y="1416826"/>
                  </a:lnTo>
                  <a:lnTo>
                    <a:pt x="2045726" y="1416826"/>
                  </a:lnTo>
                  <a:lnTo>
                    <a:pt x="2035598" y="1416826"/>
                  </a:lnTo>
                  <a:lnTo>
                    <a:pt x="2025471" y="1416826"/>
                  </a:lnTo>
                  <a:lnTo>
                    <a:pt x="2015344" y="1416826"/>
                  </a:lnTo>
                  <a:lnTo>
                    <a:pt x="2005216" y="1416826"/>
                  </a:lnTo>
                  <a:lnTo>
                    <a:pt x="1995089" y="1416826"/>
                  </a:lnTo>
                  <a:lnTo>
                    <a:pt x="1984962" y="1416826"/>
                  </a:lnTo>
                  <a:lnTo>
                    <a:pt x="1974834" y="1416826"/>
                  </a:lnTo>
                  <a:lnTo>
                    <a:pt x="1964707" y="1416826"/>
                  </a:lnTo>
                  <a:lnTo>
                    <a:pt x="1954580" y="1416826"/>
                  </a:lnTo>
                  <a:lnTo>
                    <a:pt x="1944452" y="1416826"/>
                  </a:lnTo>
                  <a:lnTo>
                    <a:pt x="1934325" y="1416826"/>
                  </a:lnTo>
                  <a:lnTo>
                    <a:pt x="1924197" y="1416826"/>
                  </a:lnTo>
                  <a:lnTo>
                    <a:pt x="1914070" y="1416826"/>
                  </a:lnTo>
                  <a:lnTo>
                    <a:pt x="1903943" y="1416826"/>
                  </a:lnTo>
                  <a:lnTo>
                    <a:pt x="1893815" y="1416826"/>
                  </a:lnTo>
                  <a:lnTo>
                    <a:pt x="1883688" y="1416826"/>
                  </a:lnTo>
                  <a:lnTo>
                    <a:pt x="1873561" y="1416826"/>
                  </a:lnTo>
                  <a:lnTo>
                    <a:pt x="1863433" y="1416826"/>
                  </a:lnTo>
                  <a:lnTo>
                    <a:pt x="1853306" y="1416826"/>
                  </a:lnTo>
                  <a:lnTo>
                    <a:pt x="1843179" y="1416826"/>
                  </a:lnTo>
                  <a:lnTo>
                    <a:pt x="1833051" y="1416826"/>
                  </a:lnTo>
                  <a:lnTo>
                    <a:pt x="1822924" y="1416826"/>
                  </a:lnTo>
                  <a:lnTo>
                    <a:pt x="1812797" y="1416826"/>
                  </a:lnTo>
                  <a:lnTo>
                    <a:pt x="1802669" y="1416826"/>
                  </a:lnTo>
                  <a:lnTo>
                    <a:pt x="1792542" y="1416826"/>
                  </a:lnTo>
                  <a:lnTo>
                    <a:pt x="1782414" y="1416826"/>
                  </a:lnTo>
                  <a:lnTo>
                    <a:pt x="1772287" y="1416826"/>
                  </a:lnTo>
                  <a:lnTo>
                    <a:pt x="1762160" y="1416826"/>
                  </a:lnTo>
                  <a:lnTo>
                    <a:pt x="1752032" y="1416826"/>
                  </a:lnTo>
                  <a:lnTo>
                    <a:pt x="1741905" y="1416826"/>
                  </a:lnTo>
                  <a:lnTo>
                    <a:pt x="1731778" y="1416826"/>
                  </a:lnTo>
                  <a:lnTo>
                    <a:pt x="1721650" y="1416826"/>
                  </a:lnTo>
                  <a:lnTo>
                    <a:pt x="1711523" y="1416826"/>
                  </a:lnTo>
                  <a:lnTo>
                    <a:pt x="1701396" y="1416826"/>
                  </a:lnTo>
                  <a:lnTo>
                    <a:pt x="1691268" y="1416826"/>
                  </a:lnTo>
                  <a:lnTo>
                    <a:pt x="1681141" y="1416826"/>
                  </a:lnTo>
                  <a:lnTo>
                    <a:pt x="1671014" y="1416826"/>
                  </a:lnTo>
                  <a:lnTo>
                    <a:pt x="1660886" y="1416826"/>
                  </a:lnTo>
                  <a:lnTo>
                    <a:pt x="1650759" y="1416826"/>
                  </a:lnTo>
                  <a:lnTo>
                    <a:pt x="1640631" y="1416826"/>
                  </a:lnTo>
                  <a:lnTo>
                    <a:pt x="1630504" y="1416826"/>
                  </a:lnTo>
                  <a:lnTo>
                    <a:pt x="1620377" y="1416826"/>
                  </a:lnTo>
                  <a:lnTo>
                    <a:pt x="1610249" y="1416826"/>
                  </a:lnTo>
                  <a:lnTo>
                    <a:pt x="1600122" y="1416826"/>
                  </a:lnTo>
                  <a:lnTo>
                    <a:pt x="1589995" y="1416826"/>
                  </a:lnTo>
                  <a:lnTo>
                    <a:pt x="1579867" y="1416826"/>
                  </a:lnTo>
                  <a:lnTo>
                    <a:pt x="1569740" y="1416826"/>
                  </a:lnTo>
                  <a:lnTo>
                    <a:pt x="1559613" y="1416826"/>
                  </a:lnTo>
                  <a:lnTo>
                    <a:pt x="1549485" y="1416826"/>
                  </a:lnTo>
                  <a:lnTo>
                    <a:pt x="1539358" y="1416826"/>
                  </a:lnTo>
                  <a:lnTo>
                    <a:pt x="1529231" y="1416826"/>
                  </a:lnTo>
                  <a:lnTo>
                    <a:pt x="1519103" y="1416826"/>
                  </a:lnTo>
                  <a:lnTo>
                    <a:pt x="1508976" y="1416826"/>
                  </a:lnTo>
                  <a:lnTo>
                    <a:pt x="1498848" y="1416826"/>
                  </a:lnTo>
                  <a:lnTo>
                    <a:pt x="1488721" y="1416826"/>
                  </a:lnTo>
                  <a:lnTo>
                    <a:pt x="1478594" y="1416826"/>
                  </a:lnTo>
                  <a:lnTo>
                    <a:pt x="1468466" y="1416826"/>
                  </a:lnTo>
                  <a:lnTo>
                    <a:pt x="1458339" y="1416826"/>
                  </a:lnTo>
                  <a:lnTo>
                    <a:pt x="1448212" y="1416826"/>
                  </a:lnTo>
                  <a:lnTo>
                    <a:pt x="1438084" y="1416826"/>
                  </a:lnTo>
                  <a:lnTo>
                    <a:pt x="1427957" y="1416826"/>
                  </a:lnTo>
                  <a:lnTo>
                    <a:pt x="1417830" y="1416826"/>
                  </a:lnTo>
                  <a:lnTo>
                    <a:pt x="1407702" y="1416826"/>
                  </a:lnTo>
                  <a:lnTo>
                    <a:pt x="1397575" y="1416826"/>
                  </a:lnTo>
                  <a:lnTo>
                    <a:pt x="1387448" y="1416826"/>
                  </a:lnTo>
                  <a:lnTo>
                    <a:pt x="1377320" y="1416826"/>
                  </a:lnTo>
                  <a:lnTo>
                    <a:pt x="1367193" y="1416826"/>
                  </a:lnTo>
                  <a:lnTo>
                    <a:pt x="1357065" y="1416826"/>
                  </a:lnTo>
                  <a:lnTo>
                    <a:pt x="1346938" y="1416826"/>
                  </a:lnTo>
                  <a:lnTo>
                    <a:pt x="1336811" y="1416826"/>
                  </a:lnTo>
                  <a:lnTo>
                    <a:pt x="1326683" y="1416826"/>
                  </a:lnTo>
                  <a:lnTo>
                    <a:pt x="1316556" y="1416826"/>
                  </a:lnTo>
                  <a:lnTo>
                    <a:pt x="1306429" y="1416826"/>
                  </a:lnTo>
                  <a:lnTo>
                    <a:pt x="1296301" y="1416826"/>
                  </a:lnTo>
                  <a:lnTo>
                    <a:pt x="1286174" y="1416826"/>
                  </a:lnTo>
                  <a:lnTo>
                    <a:pt x="1276047" y="1416826"/>
                  </a:lnTo>
                  <a:lnTo>
                    <a:pt x="1265919" y="1416826"/>
                  </a:lnTo>
                  <a:lnTo>
                    <a:pt x="1255792" y="1416826"/>
                  </a:lnTo>
                  <a:lnTo>
                    <a:pt x="1245665" y="1416826"/>
                  </a:lnTo>
                  <a:lnTo>
                    <a:pt x="1235537" y="1416826"/>
                  </a:lnTo>
                  <a:lnTo>
                    <a:pt x="1225410" y="1416826"/>
                  </a:lnTo>
                  <a:lnTo>
                    <a:pt x="1215282" y="1416826"/>
                  </a:lnTo>
                  <a:lnTo>
                    <a:pt x="1205155" y="1416826"/>
                  </a:lnTo>
                  <a:lnTo>
                    <a:pt x="1195028" y="1416826"/>
                  </a:lnTo>
                  <a:lnTo>
                    <a:pt x="1184900" y="1416826"/>
                  </a:lnTo>
                  <a:lnTo>
                    <a:pt x="1174773" y="1416826"/>
                  </a:lnTo>
                  <a:lnTo>
                    <a:pt x="1164646" y="1416826"/>
                  </a:lnTo>
                  <a:lnTo>
                    <a:pt x="1154518" y="1416826"/>
                  </a:lnTo>
                  <a:lnTo>
                    <a:pt x="1144391" y="1416826"/>
                  </a:lnTo>
                  <a:lnTo>
                    <a:pt x="1134264" y="1416826"/>
                  </a:lnTo>
                  <a:lnTo>
                    <a:pt x="1124136" y="1416826"/>
                  </a:lnTo>
                  <a:lnTo>
                    <a:pt x="1114009" y="1416826"/>
                  </a:lnTo>
                  <a:lnTo>
                    <a:pt x="1103881" y="1416826"/>
                  </a:lnTo>
                  <a:lnTo>
                    <a:pt x="1093754" y="1416826"/>
                  </a:lnTo>
                  <a:lnTo>
                    <a:pt x="1083627" y="1416826"/>
                  </a:lnTo>
                  <a:lnTo>
                    <a:pt x="1073499" y="1416826"/>
                  </a:lnTo>
                  <a:lnTo>
                    <a:pt x="1063372" y="1416826"/>
                  </a:lnTo>
                  <a:lnTo>
                    <a:pt x="1053245" y="1416826"/>
                  </a:lnTo>
                  <a:lnTo>
                    <a:pt x="1043117" y="1416826"/>
                  </a:lnTo>
                  <a:lnTo>
                    <a:pt x="1032990" y="1416826"/>
                  </a:lnTo>
                  <a:lnTo>
                    <a:pt x="1022863" y="1416826"/>
                  </a:lnTo>
                  <a:lnTo>
                    <a:pt x="1012735" y="1416826"/>
                  </a:lnTo>
                  <a:lnTo>
                    <a:pt x="1002608" y="1416826"/>
                  </a:lnTo>
                  <a:lnTo>
                    <a:pt x="992481" y="1416826"/>
                  </a:lnTo>
                  <a:lnTo>
                    <a:pt x="982353" y="1416826"/>
                  </a:lnTo>
                  <a:lnTo>
                    <a:pt x="972226" y="1416826"/>
                  </a:lnTo>
                  <a:lnTo>
                    <a:pt x="962098" y="1416826"/>
                  </a:lnTo>
                  <a:lnTo>
                    <a:pt x="951971" y="1416826"/>
                  </a:lnTo>
                  <a:lnTo>
                    <a:pt x="941844" y="1416826"/>
                  </a:lnTo>
                  <a:lnTo>
                    <a:pt x="931716" y="1416826"/>
                  </a:lnTo>
                  <a:lnTo>
                    <a:pt x="921589" y="1416826"/>
                  </a:lnTo>
                  <a:lnTo>
                    <a:pt x="911462" y="1416826"/>
                  </a:lnTo>
                  <a:lnTo>
                    <a:pt x="901334" y="1416826"/>
                  </a:lnTo>
                  <a:lnTo>
                    <a:pt x="891207" y="1416826"/>
                  </a:lnTo>
                  <a:lnTo>
                    <a:pt x="881080" y="1416826"/>
                  </a:lnTo>
                  <a:lnTo>
                    <a:pt x="870952" y="1416826"/>
                  </a:lnTo>
                  <a:lnTo>
                    <a:pt x="860825" y="1416826"/>
                  </a:lnTo>
                  <a:lnTo>
                    <a:pt x="850698" y="1416826"/>
                  </a:lnTo>
                  <a:lnTo>
                    <a:pt x="840570" y="1416826"/>
                  </a:lnTo>
                  <a:lnTo>
                    <a:pt x="830443" y="1416826"/>
                  </a:lnTo>
                  <a:lnTo>
                    <a:pt x="820315" y="1416826"/>
                  </a:lnTo>
                  <a:lnTo>
                    <a:pt x="810188" y="1416826"/>
                  </a:lnTo>
                  <a:lnTo>
                    <a:pt x="800061" y="1416826"/>
                  </a:lnTo>
                  <a:lnTo>
                    <a:pt x="789933" y="1416826"/>
                  </a:lnTo>
                  <a:lnTo>
                    <a:pt x="779806" y="1416826"/>
                  </a:lnTo>
                  <a:lnTo>
                    <a:pt x="769679" y="1416826"/>
                  </a:lnTo>
                  <a:lnTo>
                    <a:pt x="759551" y="1416826"/>
                  </a:lnTo>
                  <a:lnTo>
                    <a:pt x="749424" y="1416826"/>
                  </a:lnTo>
                  <a:lnTo>
                    <a:pt x="739297" y="1416826"/>
                  </a:lnTo>
                  <a:lnTo>
                    <a:pt x="729169" y="1416826"/>
                  </a:lnTo>
                  <a:lnTo>
                    <a:pt x="719042" y="1416826"/>
                  </a:lnTo>
                  <a:lnTo>
                    <a:pt x="708915" y="1416826"/>
                  </a:lnTo>
                  <a:lnTo>
                    <a:pt x="698787" y="1416826"/>
                  </a:lnTo>
                  <a:lnTo>
                    <a:pt x="688660" y="1416826"/>
                  </a:lnTo>
                  <a:lnTo>
                    <a:pt x="678532" y="1416826"/>
                  </a:lnTo>
                  <a:lnTo>
                    <a:pt x="668405" y="1416826"/>
                  </a:lnTo>
                  <a:lnTo>
                    <a:pt x="658278" y="1416826"/>
                  </a:lnTo>
                  <a:lnTo>
                    <a:pt x="648150" y="1416826"/>
                  </a:lnTo>
                  <a:lnTo>
                    <a:pt x="638023" y="1416826"/>
                  </a:lnTo>
                  <a:lnTo>
                    <a:pt x="627896" y="1416826"/>
                  </a:lnTo>
                  <a:lnTo>
                    <a:pt x="617768" y="1416826"/>
                  </a:lnTo>
                  <a:lnTo>
                    <a:pt x="607641" y="1416826"/>
                  </a:lnTo>
                  <a:lnTo>
                    <a:pt x="597514" y="1416826"/>
                  </a:lnTo>
                  <a:lnTo>
                    <a:pt x="587386" y="1416826"/>
                  </a:lnTo>
                  <a:lnTo>
                    <a:pt x="577259" y="1416826"/>
                  </a:lnTo>
                  <a:lnTo>
                    <a:pt x="567132" y="1416826"/>
                  </a:lnTo>
                  <a:lnTo>
                    <a:pt x="557004" y="1416826"/>
                  </a:lnTo>
                  <a:lnTo>
                    <a:pt x="546877" y="1416826"/>
                  </a:lnTo>
                  <a:lnTo>
                    <a:pt x="536749" y="1416826"/>
                  </a:lnTo>
                  <a:lnTo>
                    <a:pt x="526622" y="1416826"/>
                  </a:lnTo>
                  <a:lnTo>
                    <a:pt x="516495" y="1416826"/>
                  </a:lnTo>
                  <a:lnTo>
                    <a:pt x="506367" y="1416826"/>
                  </a:lnTo>
                  <a:lnTo>
                    <a:pt x="496240" y="1416826"/>
                  </a:lnTo>
                  <a:lnTo>
                    <a:pt x="486113" y="1416826"/>
                  </a:lnTo>
                  <a:lnTo>
                    <a:pt x="475985" y="1416826"/>
                  </a:lnTo>
                  <a:lnTo>
                    <a:pt x="465858" y="1416826"/>
                  </a:lnTo>
                  <a:lnTo>
                    <a:pt x="455731" y="1416826"/>
                  </a:lnTo>
                  <a:lnTo>
                    <a:pt x="445603" y="1416826"/>
                  </a:lnTo>
                  <a:lnTo>
                    <a:pt x="435476" y="1416826"/>
                  </a:lnTo>
                  <a:lnTo>
                    <a:pt x="425349" y="1416826"/>
                  </a:lnTo>
                  <a:lnTo>
                    <a:pt x="415221" y="1416826"/>
                  </a:lnTo>
                  <a:lnTo>
                    <a:pt x="405094" y="1416826"/>
                  </a:lnTo>
                  <a:lnTo>
                    <a:pt x="394966" y="1416826"/>
                  </a:lnTo>
                  <a:lnTo>
                    <a:pt x="384839" y="1416826"/>
                  </a:lnTo>
                  <a:lnTo>
                    <a:pt x="374712" y="1416826"/>
                  </a:lnTo>
                  <a:lnTo>
                    <a:pt x="364584" y="1416826"/>
                  </a:lnTo>
                  <a:lnTo>
                    <a:pt x="354457" y="1416826"/>
                  </a:lnTo>
                  <a:lnTo>
                    <a:pt x="344330" y="1416826"/>
                  </a:lnTo>
                  <a:lnTo>
                    <a:pt x="334202" y="1416826"/>
                  </a:lnTo>
                  <a:lnTo>
                    <a:pt x="324075" y="1416826"/>
                  </a:lnTo>
                  <a:lnTo>
                    <a:pt x="313948" y="1416826"/>
                  </a:lnTo>
                  <a:lnTo>
                    <a:pt x="303820" y="1416826"/>
                  </a:lnTo>
                  <a:lnTo>
                    <a:pt x="293693" y="1416826"/>
                  </a:lnTo>
                  <a:lnTo>
                    <a:pt x="283566" y="1416826"/>
                  </a:lnTo>
                  <a:lnTo>
                    <a:pt x="273438" y="1416826"/>
                  </a:lnTo>
                  <a:lnTo>
                    <a:pt x="263311" y="1416826"/>
                  </a:lnTo>
                  <a:lnTo>
                    <a:pt x="253183" y="1416826"/>
                  </a:lnTo>
                  <a:lnTo>
                    <a:pt x="243056" y="1416826"/>
                  </a:lnTo>
                  <a:lnTo>
                    <a:pt x="232929" y="1416826"/>
                  </a:lnTo>
                  <a:lnTo>
                    <a:pt x="222801" y="1416826"/>
                  </a:lnTo>
                  <a:lnTo>
                    <a:pt x="212674" y="1416826"/>
                  </a:lnTo>
                  <a:lnTo>
                    <a:pt x="202547" y="1416826"/>
                  </a:lnTo>
                  <a:lnTo>
                    <a:pt x="192419" y="1416826"/>
                  </a:lnTo>
                  <a:lnTo>
                    <a:pt x="182292" y="1416826"/>
                  </a:lnTo>
                  <a:lnTo>
                    <a:pt x="172165" y="1416826"/>
                  </a:lnTo>
                  <a:lnTo>
                    <a:pt x="162037" y="1416826"/>
                  </a:lnTo>
                  <a:lnTo>
                    <a:pt x="151910" y="1416826"/>
                  </a:lnTo>
                  <a:lnTo>
                    <a:pt x="141783" y="1416826"/>
                  </a:lnTo>
                  <a:lnTo>
                    <a:pt x="131655" y="1416826"/>
                  </a:lnTo>
                  <a:lnTo>
                    <a:pt x="121528" y="1416826"/>
                  </a:lnTo>
                  <a:lnTo>
                    <a:pt x="111400" y="1416826"/>
                  </a:lnTo>
                  <a:lnTo>
                    <a:pt x="101273" y="1416826"/>
                  </a:lnTo>
                  <a:lnTo>
                    <a:pt x="91146" y="1416826"/>
                  </a:lnTo>
                  <a:lnTo>
                    <a:pt x="81018" y="1416826"/>
                  </a:lnTo>
                  <a:lnTo>
                    <a:pt x="70891" y="1416826"/>
                  </a:lnTo>
                  <a:lnTo>
                    <a:pt x="60764" y="1416826"/>
                  </a:lnTo>
                  <a:lnTo>
                    <a:pt x="50636" y="1416826"/>
                  </a:lnTo>
                  <a:lnTo>
                    <a:pt x="40509" y="1416826"/>
                  </a:lnTo>
                  <a:lnTo>
                    <a:pt x="30382" y="1416826"/>
                  </a:lnTo>
                  <a:lnTo>
                    <a:pt x="20254" y="1416826"/>
                  </a:lnTo>
                  <a:lnTo>
                    <a:pt x="10127" y="1416826"/>
                  </a:lnTo>
                  <a:lnTo>
                    <a:pt x="0" y="1416826"/>
                  </a:lnTo>
                  <a:close/>
                </a:path>
              </a:pathLst>
            </a:custGeom>
            <a:solidFill>
              <a:srgbClr val="009E73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18" name="pl17"/>
            <p:cNvSpPr/>
            <p:nvPr/>
          </p:nvSpPr>
          <p:spPr>
            <a:xfrm>
              <a:off x="1250201" y="3969556"/>
              <a:ext cx="5175079" cy="1416826"/>
            </a:xfrm>
            <a:custGeom>
              <a:avLst/>
              <a:pathLst>
                <a:path w="5175079" h="1416826">
                  <a:moveTo>
                    <a:pt x="0" y="1396295"/>
                  </a:moveTo>
                  <a:lnTo>
                    <a:pt x="10127" y="1395706"/>
                  </a:lnTo>
                  <a:lnTo>
                    <a:pt x="20254" y="1395570"/>
                  </a:lnTo>
                  <a:lnTo>
                    <a:pt x="30382" y="1395573"/>
                  </a:lnTo>
                  <a:lnTo>
                    <a:pt x="40509" y="1395261"/>
                  </a:lnTo>
                  <a:lnTo>
                    <a:pt x="50636" y="1394075"/>
                  </a:lnTo>
                  <a:lnTo>
                    <a:pt x="60764" y="1391397"/>
                  </a:lnTo>
                  <a:lnTo>
                    <a:pt x="70891" y="1386583"/>
                  </a:lnTo>
                  <a:lnTo>
                    <a:pt x="81018" y="1379011"/>
                  </a:lnTo>
                  <a:lnTo>
                    <a:pt x="91146" y="1368097"/>
                  </a:lnTo>
                  <a:lnTo>
                    <a:pt x="101273" y="1353312"/>
                  </a:lnTo>
                  <a:lnTo>
                    <a:pt x="111400" y="1333886"/>
                  </a:lnTo>
                  <a:lnTo>
                    <a:pt x="121528" y="1309407"/>
                  </a:lnTo>
                  <a:lnTo>
                    <a:pt x="131655" y="1279289"/>
                  </a:lnTo>
                  <a:lnTo>
                    <a:pt x="141783" y="1242575"/>
                  </a:lnTo>
                  <a:lnTo>
                    <a:pt x="151910" y="1197896"/>
                  </a:lnTo>
                  <a:lnTo>
                    <a:pt x="162037" y="1143413"/>
                  </a:lnTo>
                  <a:lnTo>
                    <a:pt x="172165" y="1076915"/>
                  </a:lnTo>
                  <a:lnTo>
                    <a:pt x="182292" y="996143"/>
                  </a:lnTo>
                  <a:lnTo>
                    <a:pt x="192419" y="899363"/>
                  </a:lnTo>
                  <a:lnTo>
                    <a:pt x="202547" y="786146"/>
                  </a:lnTo>
                  <a:lnTo>
                    <a:pt x="212674" y="658193"/>
                  </a:lnTo>
                  <a:lnTo>
                    <a:pt x="222801" y="519994"/>
                  </a:lnTo>
                  <a:lnTo>
                    <a:pt x="232929" y="379037"/>
                  </a:lnTo>
                  <a:lnTo>
                    <a:pt x="243056" y="245361"/>
                  </a:lnTo>
                  <a:lnTo>
                    <a:pt x="253183" y="130365"/>
                  </a:lnTo>
                  <a:lnTo>
                    <a:pt x="263311" y="46214"/>
                  </a:lnTo>
                  <a:lnTo>
                    <a:pt x="273438" y="2224"/>
                  </a:lnTo>
                  <a:lnTo>
                    <a:pt x="283566" y="0"/>
                  </a:lnTo>
                  <a:lnTo>
                    <a:pt x="293693" y="37411"/>
                  </a:lnTo>
                  <a:lnTo>
                    <a:pt x="303820" y="107992"/>
                  </a:lnTo>
                  <a:lnTo>
                    <a:pt x="313948" y="202521"/>
                  </a:lnTo>
                  <a:lnTo>
                    <a:pt x="324075" y="311012"/>
                  </a:lnTo>
                  <a:lnTo>
                    <a:pt x="334202" y="424550"/>
                  </a:lnTo>
                  <a:lnTo>
                    <a:pt x="344330" y="536539"/>
                  </a:lnTo>
                  <a:lnTo>
                    <a:pt x="354457" y="643121"/>
                  </a:lnTo>
                  <a:lnTo>
                    <a:pt x="364584" y="742821"/>
                  </a:lnTo>
                  <a:lnTo>
                    <a:pt x="374712" y="835681"/>
                  </a:lnTo>
                  <a:lnTo>
                    <a:pt x="384839" y="922255"/>
                  </a:lnTo>
                  <a:lnTo>
                    <a:pt x="394966" y="1002805"/>
                  </a:lnTo>
                  <a:lnTo>
                    <a:pt x="405094" y="1076913"/>
                  </a:lnTo>
                  <a:lnTo>
                    <a:pt x="415221" y="1143469"/>
                  </a:lnTo>
                  <a:lnTo>
                    <a:pt x="425349" y="1200475"/>
                  </a:lnTo>
                  <a:lnTo>
                    <a:pt x="435476" y="1247329"/>
                  </a:lnTo>
                  <a:lnTo>
                    <a:pt x="445603" y="1283417"/>
                  </a:lnTo>
                  <a:lnTo>
                    <a:pt x="455731" y="1308696"/>
                  </a:lnTo>
                  <a:lnTo>
                    <a:pt x="465858" y="1323653"/>
                  </a:lnTo>
                  <a:lnTo>
                    <a:pt x="475985" y="1329232"/>
                  </a:lnTo>
                  <a:lnTo>
                    <a:pt x="486113" y="1326772"/>
                  </a:lnTo>
                  <a:lnTo>
                    <a:pt x="496240" y="1317977"/>
                  </a:lnTo>
                  <a:lnTo>
                    <a:pt x="506367" y="1304872"/>
                  </a:lnTo>
                  <a:lnTo>
                    <a:pt x="516495" y="1289731"/>
                  </a:lnTo>
                  <a:lnTo>
                    <a:pt x="526622" y="1274915"/>
                  </a:lnTo>
                  <a:lnTo>
                    <a:pt x="536749" y="1262640"/>
                  </a:lnTo>
                  <a:lnTo>
                    <a:pt x="546877" y="1254687"/>
                  </a:lnTo>
                  <a:lnTo>
                    <a:pt x="557004" y="1252129"/>
                  </a:lnTo>
                  <a:lnTo>
                    <a:pt x="567132" y="1255148"/>
                  </a:lnTo>
                  <a:lnTo>
                    <a:pt x="577259" y="1263158"/>
                  </a:lnTo>
                  <a:lnTo>
                    <a:pt x="587386" y="1274180"/>
                  </a:lnTo>
                  <a:lnTo>
                    <a:pt x="597514" y="1286038"/>
                  </a:lnTo>
                  <a:lnTo>
                    <a:pt x="607641" y="1296647"/>
                  </a:lnTo>
                  <a:lnTo>
                    <a:pt x="617768" y="1304286"/>
                  </a:lnTo>
                  <a:lnTo>
                    <a:pt x="627896" y="1307864"/>
                  </a:lnTo>
                  <a:lnTo>
                    <a:pt x="638023" y="1307046"/>
                  </a:lnTo>
                  <a:lnTo>
                    <a:pt x="648150" y="1302240"/>
                  </a:lnTo>
                  <a:lnTo>
                    <a:pt x="658278" y="1294451"/>
                  </a:lnTo>
                  <a:lnTo>
                    <a:pt x="668405" y="1285055"/>
                  </a:lnTo>
                  <a:lnTo>
                    <a:pt x="678532" y="1275525"/>
                  </a:lnTo>
                  <a:lnTo>
                    <a:pt x="688660" y="1267175"/>
                  </a:lnTo>
                  <a:lnTo>
                    <a:pt x="698787" y="1260957"/>
                  </a:lnTo>
                  <a:lnTo>
                    <a:pt x="708915" y="1257342"/>
                  </a:lnTo>
                  <a:lnTo>
                    <a:pt x="719042" y="1256286"/>
                  </a:lnTo>
                  <a:lnTo>
                    <a:pt x="729169" y="1257325"/>
                  </a:lnTo>
                  <a:lnTo>
                    <a:pt x="739297" y="1259498"/>
                  </a:lnTo>
                  <a:lnTo>
                    <a:pt x="749424" y="1261642"/>
                  </a:lnTo>
                  <a:lnTo>
                    <a:pt x="759551" y="1262654"/>
                  </a:lnTo>
                  <a:lnTo>
                    <a:pt x="769679" y="1261516"/>
                  </a:lnTo>
                  <a:lnTo>
                    <a:pt x="779806" y="1257403"/>
                  </a:lnTo>
                  <a:lnTo>
                    <a:pt x="789933" y="1249802"/>
                  </a:lnTo>
                  <a:lnTo>
                    <a:pt x="800061" y="1238638"/>
                  </a:lnTo>
                  <a:lnTo>
                    <a:pt x="810188" y="1224394"/>
                  </a:lnTo>
                  <a:lnTo>
                    <a:pt x="820315" y="1208191"/>
                  </a:lnTo>
                  <a:lnTo>
                    <a:pt x="830443" y="1191771"/>
                  </a:lnTo>
                  <a:lnTo>
                    <a:pt x="840570" y="1177350"/>
                  </a:lnTo>
                  <a:lnTo>
                    <a:pt x="850698" y="1167311"/>
                  </a:lnTo>
                  <a:lnTo>
                    <a:pt x="860825" y="1163798"/>
                  </a:lnTo>
                  <a:lnTo>
                    <a:pt x="870952" y="1168274"/>
                  </a:lnTo>
                  <a:lnTo>
                    <a:pt x="881080" y="1181227"/>
                  </a:lnTo>
                  <a:lnTo>
                    <a:pt x="891207" y="1202175"/>
                  </a:lnTo>
                  <a:lnTo>
                    <a:pt x="901334" y="1228540"/>
                  </a:lnTo>
                  <a:lnTo>
                    <a:pt x="911462" y="1257766"/>
                  </a:lnTo>
                  <a:lnTo>
                    <a:pt x="921589" y="1287238"/>
                  </a:lnTo>
                  <a:lnTo>
                    <a:pt x="931716" y="1314699"/>
                  </a:lnTo>
                  <a:lnTo>
                    <a:pt x="941844" y="1338520"/>
                  </a:lnTo>
                  <a:lnTo>
                    <a:pt x="951971" y="1357790"/>
                  </a:lnTo>
                  <a:lnTo>
                    <a:pt x="962098" y="1372255"/>
                  </a:lnTo>
                  <a:lnTo>
                    <a:pt x="972226" y="1382165"/>
                  </a:lnTo>
                  <a:lnTo>
                    <a:pt x="982353" y="1388085"/>
                  </a:lnTo>
                  <a:lnTo>
                    <a:pt x="992481" y="1390737"/>
                  </a:lnTo>
                  <a:lnTo>
                    <a:pt x="1002608" y="1390877"/>
                  </a:lnTo>
                  <a:lnTo>
                    <a:pt x="1012735" y="1389241"/>
                  </a:lnTo>
                  <a:lnTo>
                    <a:pt x="1022863" y="1386514"/>
                  </a:lnTo>
                  <a:lnTo>
                    <a:pt x="1032990" y="1383329"/>
                  </a:lnTo>
                  <a:lnTo>
                    <a:pt x="1043117" y="1380283"/>
                  </a:lnTo>
                  <a:lnTo>
                    <a:pt x="1053245" y="1377854"/>
                  </a:lnTo>
                  <a:lnTo>
                    <a:pt x="1063372" y="1376304"/>
                  </a:lnTo>
                  <a:lnTo>
                    <a:pt x="1073499" y="1375694"/>
                  </a:lnTo>
                  <a:lnTo>
                    <a:pt x="1083627" y="1375859"/>
                  </a:lnTo>
                  <a:lnTo>
                    <a:pt x="1093754" y="1376441"/>
                  </a:lnTo>
                  <a:lnTo>
                    <a:pt x="1103881" y="1376955"/>
                  </a:lnTo>
                  <a:lnTo>
                    <a:pt x="1114009" y="1376902"/>
                  </a:lnTo>
                  <a:lnTo>
                    <a:pt x="1124136" y="1375885"/>
                  </a:lnTo>
                  <a:lnTo>
                    <a:pt x="1134264" y="1373725"/>
                  </a:lnTo>
                  <a:lnTo>
                    <a:pt x="1144391" y="1370521"/>
                  </a:lnTo>
                  <a:lnTo>
                    <a:pt x="1154518" y="1366646"/>
                  </a:lnTo>
                  <a:lnTo>
                    <a:pt x="1164646" y="1362666"/>
                  </a:lnTo>
                  <a:lnTo>
                    <a:pt x="1174773" y="1359178"/>
                  </a:lnTo>
                  <a:lnTo>
                    <a:pt x="1184900" y="1356630"/>
                  </a:lnTo>
                  <a:lnTo>
                    <a:pt x="1195028" y="1355161"/>
                  </a:lnTo>
                  <a:lnTo>
                    <a:pt x="1205155" y="1354367"/>
                  </a:lnTo>
                  <a:lnTo>
                    <a:pt x="1215282" y="1353402"/>
                  </a:lnTo>
                  <a:lnTo>
                    <a:pt x="1225410" y="1351279"/>
                  </a:lnTo>
                  <a:lnTo>
                    <a:pt x="1235537" y="1347104"/>
                  </a:lnTo>
                  <a:lnTo>
                    <a:pt x="1245665" y="1340362"/>
                  </a:lnTo>
                  <a:lnTo>
                    <a:pt x="1255792" y="1331132"/>
                  </a:lnTo>
                  <a:lnTo>
                    <a:pt x="1265919" y="1320171"/>
                  </a:lnTo>
                  <a:lnTo>
                    <a:pt x="1276047" y="1308828"/>
                  </a:lnTo>
                  <a:lnTo>
                    <a:pt x="1286174" y="1298784"/>
                  </a:lnTo>
                  <a:lnTo>
                    <a:pt x="1296301" y="1291690"/>
                  </a:lnTo>
                  <a:lnTo>
                    <a:pt x="1306429" y="1288767"/>
                  </a:lnTo>
                  <a:lnTo>
                    <a:pt x="1316556" y="1290499"/>
                  </a:lnTo>
                  <a:lnTo>
                    <a:pt x="1326683" y="1296478"/>
                  </a:lnTo>
                  <a:lnTo>
                    <a:pt x="1336811" y="1305464"/>
                  </a:lnTo>
                  <a:lnTo>
                    <a:pt x="1346938" y="1315641"/>
                  </a:lnTo>
                  <a:lnTo>
                    <a:pt x="1357065" y="1324798"/>
                  </a:lnTo>
                  <a:lnTo>
                    <a:pt x="1367193" y="1331203"/>
                  </a:lnTo>
                  <a:lnTo>
                    <a:pt x="1377320" y="1333809"/>
                  </a:lnTo>
                  <a:lnTo>
                    <a:pt x="1387448" y="1332294"/>
                  </a:lnTo>
                  <a:lnTo>
                    <a:pt x="1397575" y="1327047"/>
                  </a:lnTo>
                  <a:lnTo>
                    <a:pt x="1407702" y="1319057"/>
                  </a:lnTo>
                  <a:lnTo>
                    <a:pt x="1417830" y="1309732"/>
                  </a:lnTo>
                  <a:lnTo>
                    <a:pt x="1427957" y="1300694"/>
                  </a:lnTo>
                  <a:lnTo>
                    <a:pt x="1438084" y="1293553"/>
                  </a:lnTo>
                  <a:lnTo>
                    <a:pt x="1448212" y="1289684"/>
                  </a:lnTo>
                  <a:lnTo>
                    <a:pt x="1458339" y="1290028"/>
                  </a:lnTo>
                  <a:lnTo>
                    <a:pt x="1468466" y="1294950"/>
                  </a:lnTo>
                  <a:lnTo>
                    <a:pt x="1478594" y="1304190"/>
                  </a:lnTo>
                  <a:lnTo>
                    <a:pt x="1488721" y="1316909"/>
                  </a:lnTo>
                  <a:lnTo>
                    <a:pt x="1498848" y="1331855"/>
                  </a:lnTo>
                  <a:lnTo>
                    <a:pt x="1508976" y="1347558"/>
                  </a:lnTo>
                  <a:lnTo>
                    <a:pt x="1519103" y="1362553"/>
                  </a:lnTo>
                  <a:lnTo>
                    <a:pt x="1529231" y="1375873"/>
                  </a:lnTo>
                  <a:lnTo>
                    <a:pt x="1539358" y="1386972"/>
                  </a:lnTo>
                  <a:lnTo>
                    <a:pt x="1549485" y="1395691"/>
                  </a:lnTo>
                  <a:lnTo>
                    <a:pt x="1559613" y="1402177"/>
                  </a:lnTo>
                  <a:lnTo>
                    <a:pt x="1569740" y="1406765"/>
                  </a:lnTo>
                  <a:lnTo>
                    <a:pt x="1579867" y="1409871"/>
                  </a:lnTo>
                  <a:lnTo>
                    <a:pt x="1589995" y="1411898"/>
                  </a:lnTo>
                  <a:lnTo>
                    <a:pt x="1600122" y="1413189"/>
                  </a:lnTo>
                  <a:lnTo>
                    <a:pt x="1610249" y="1414002"/>
                  </a:lnTo>
                  <a:lnTo>
                    <a:pt x="1620377" y="1414515"/>
                  </a:lnTo>
                  <a:lnTo>
                    <a:pt x="1630504" y="1414839"/>
                  </a:lnTo>
                  <a:lnTo>
                    <a:pt x="1640631" y="1415041"/>
                  </a:lnTo>
                  <a:lnTo>
                    <a:pt x="1650759" y="1415159"/>
                  </a:lnTo>
                  <a:lnTo>
                    <a:pt x="1660886" y="1415213"/>
                  </a:lnTo>
                  <a:lnTo>
                    <a:pt x="1671014" y="1415217"/>
                  </a:lnTo>
                  <a:lnTo>
                    <a:pt x="1681141" y="1415182"/>
                  </a:lnTo>
                  <a:lnTo>
                    <a:pt x="1691268" y="1415109"/>
                  </a:lnTo>
                  <a:lnTo>
                    <a:pt x="1701396" y="1414997"/>
                  </a:lnTo>
                  <a:lnTo>
                    <a:pt x="1711523" y="1414836"/>
                  </a:lnTo>
                  <a:lnTo>
                    <a:pt x="1721650" y="1414612"/>
                  </a:lnTo>
                  <a:lnTo>
                    <a:pt x="1731778" y="1414311"/>
                  </a:lnTo>
                  <a:lnTo>
                    <a:pt x="1741905" y="1413922"/>
                  </a:lnTo>
                  <a:lnTo>
                    <a:pt x="1752032" y="1413440"/>
                  </a:lnTo>
                  <a:lnTo>
                    <a:pt x="1762160" y="1412877"/>
                  </a:lnTo>
                  <a:lnTo>
                    <a:pt x="1772287" y="1412259"/>
                  </a:lnTo>
                  <a:lnTo>
                    <a:pt x="1782414" y="1411630"/>
                  </a:lnTo>
                  <a:lnTo>
                    <a:pt x="1792542" y="1411039"/>
                  </a:lnTo>
                  <a:lnTo>
                    <a:pt x="1802669" y="1410531"/>
                  </a:lnTo>
                  <a:lnTo>
                    <a:pt x="1812797" y="1410132"/>
                  </a:lnTo>
                  <a:lnTo>
                    <a:pt x="1822924" y="1409828"/>
                  </a:lnTo>
                  <a:lnTo>
                    <a:pt x="1833051" y="1409543"/>
                  </a:lnTo>
                  <a:lnTo>
                    <a:pt x="1843179" y="1409158"/>
                  </a:lnTo>
                  <a:lnTo>
                    <a:pt x="1853306" y="1408525"/>
                  </a:lnTo>
                  <a:lnTo>
                    <a:pt x="1863433" y="1407489"/>
                  </a:lnTo>
                  <a:lnTo>
                    <a:pt x="1873561" y="1405906"/>
                  </a:lnTo>
                  <a:lnTo>
                    <a:pt x="1883688" y="1403675"/>
                  </a:lnTo>
                  <a:lnTo>
                    <a:pt x="1893815" y="1400755"/>
                  </a:lnTo>
                  <a:lnTo>
                    <a:pt x="1903943" y="1397177"/>
                  </a:lnTo>
                  <a:lnTo>
                    <a:pt x="1914070" y="1393050"/>
                  </a:lnTo>
                  <a:lnTo>
                    <a:pt x="1924197" y="1388554"/>
                  </a:lnTo>
                  <a:lnTo>
                    <a:pt x="1934325" y="1383927"/>
                  </a:lnTo>
                  <a:lnTo>
                    <a:pt x="1944452" y="1379425"/>
                  </a:lnTo>
                  <a:lnTo>
                    <a:pt x="1954580" y="1375278"/>
                  </a:lnTo>
                  <a:lnTo>
                    <a:pt x="1964707" y="1371622"/>
                  </a:lnTo>
                  <a:lnTo>
                    <a:pt x="1974834" y="1368441"/>
                  </a:lnTo>
                  <a:lnTo>
                    <a:pt x="1984962" y="1365416"/>
                  </a:lnTo>
                  <a:lnTo>
                    <a:pt x="1995089" y="1362043"/>
                  </a:lnTo>
                  <a:lnTo>
                    <a:pt x="2005216" y="1357700"/>
                  </a:lnTo>
                  <a:lnTo>
                    <a:pt x="2015344" y="1351783"/>
                  </a:lnTo>
                  <a:lnTo>
                    <a:pt x="2025471" y="1343867"/>
                  </a:lnTo>
                  <a:lnTo>
                    <a:pt x="2035598" y="1333860"/>
                  </a:lnTo>
                  <a:lnTo>
                    <a:pt x="2045726" y="1322093"/>
                  </a:lnTo>
                  <a:lnTo>
                    <a:pt x="2055853" y="1309313"/>
                  </a:lnTo>
                  <a:lnTo>
                    <a:pt x="2065980" y="1296568"/>
                  </a:lnTo>
                  <a:lnTo>
                    <a:pt x="2076108" y="1285014"/>
                  </a:lnTo>
                  <a:lnTo>
                    <a:pt x="2086235" y="1275673"/>
                  </a:lnTo>
                  <a:lnTo>
                    <a:pt x="2096363" y="1269215"/>
                  </a:lnTo>
                  <a:lnTo>
                    <a:pt x="2106490" y="1265819"/>
                  </a:lnTo>
                  <a:lnTo>
                    <a:pt x="2116617" y="1265144"/>
                  </a:lnTo>
                  <a:lnTo>
                    <a:pt x="2126745" y="1266472"/>
                  </a:lnTo>
                  <a:lnTo>
                    <a:pt x="2136872" y="1268756"/>
                  </a:lnTo>
                  <a:lnTo>
                    <a:pt x="2146999" y="1271118"/>
                  </a:lnTo>
                  <a:lnTo>
                    <a:pt x="2157127" y="1273121"/>
                  </a:lnTo>
                  <a:lnTo>
                    <a:pt x="2167254" y="1274805"/>
                  </a:lnTo>
                  <a:lnTo>
                    <a:pt x="2177381" y="1276655"/>
                  </a:lnTo>
                  <a:lnTo>
                    <a:pt x="2187509" y="1279452"/>
                  </a:lnTo>
                  <a:lnTo>
                    <a:pt x="2197636" y="1284043"/>
                  </a:lnTo>
                  <a:lnTo>
                    <a:pt x="2207763" y="1291086"/>
                  </a:lnTo>
                  <a:lnTo>
                    <a:pt x="2217891" y="1300852"/>
                  </a:lnTo>
                  <a:lnTo>
                    <a:pt x="2228018" y="1313129"/>
                  </a:lnTo>
                  <a:lnTo>
                    <a:pt x="2238146" y="1327252"/>
                  </a:lnTo>
                  <a:lnTo>
                    <a:pt x="2248273" y="1342245"/>
                  </a:lnTo>
                  <a:lnTo>
                    <a:pt x="2258400" y="1357021"/>
                  </a:lnTo>
                  <a:lnTo>
                    <a:pt x="2268528" y="1370598"/>
                  </a:lnTo>
                  <a:lnTo>
                    <a:pt x="2278655" y="1382222"/>
                  </a:lnTo>
                  <a:lnTo>
                    <a:pt x="2288782" y="1391370"/>
                  </a:lnTo>
                  <a:lnTo>
                    <a:pt x="2298910" y="1398143"/>
                  </a:lnTo>
                  <a:lnTo>
                    <a:pt x="2309037" y="1402725"/>
                  </a:lnTo>
                  <a:lnTo>
                    <a:pt x="2319164" y="1405422"/>
                  </a:lnTo>
                  <a:lnTo>
                    <a:pt x="2329292" y="1406590"/>
                  </a:lnTo>
                  <a:lnTo>
                    <a:pt x="2339419" y="1406599"/>
                  </a:lnTo>
                  <a:lnTo>
                    <a:pt x="2349546" y="1405817"/>
                  </a:lnTo>
                  <a:lnTo>
                    <a:pt x="2359674" y="1404601"/>
                  </a:lnTo>
                  <a:lnTo>
                    <a:pt x="2369801" y="1403294"/>
                  </a:lnTo>
                  <a:lnTo>
                    <a:pt x="2379929" y="1402203"/>
                  </a:lnTo>
                  <a:lnTo>
                    <a:pt x="2390056" y="1401577"/>
                  </a:lnTo>
                  <a:lnTo>
                    <a:pt x="2400183" y="1401577"/>
                  </a:lnTo>
                  <a:lnTo>
                    <a:pt x="2410311" y="1402252"/>
                  </a:lnTo>
                  <a:lnTo>
                    <a:pt x="2420438" y="1403545"/>
                  </a:lnTo>
                  <a:lnTo>
                    <a:pt x="2430565" y="1405302"/>
                  </a:lnTo>
                  <a:lnTo>
                    <a:pt x="2440693" y="1407315"/>
                  </a:lnTo>
                  <a:lnTo>
                    <a:pt x="2450820" y="1409337"/>
                  </a:lnTo>
                  <a:lnTo>
                    <a:pt x="2460947" y="1411187"/>
                  </a:lnTo>
                  <a:lnTo>
                    <a:pt x="2471075" y="1412743"/>
                  </a:lnTo>
                  <a:lnTo>
                    <a:pt x="2481202" y="1413941"/>
                  </a:lnTo>
                  <a:lnTo>
                    <a:pt x="2491330" y="1414754"/>
                  </a:lnTo>
                  <a:lnTo>
                    <a:pt x="2501457" y="1415169"/>
                  </a:lnTo>
                  <a:lnTo>
                    <a:pt x="2511584" y="1415168"/>
                  </a:lnTo>
                  <a:lnTo>
                    <a:pt x="2521712" y="1414700"/>
                  </a:lnTo>
                  <a:lnTo>
                    <a:pt x="2531839" y="1413671"/>
                  </a:lnTo>
                  <a:lnTo>
                    <a:pt x="2541966" y="1411950"/>
                  </a:lnTo>
                  <a:lnTo>
                    <a:pt x="2552094" y="1409386"/>
                  </a:lnTo>
                  <a:lnTo>
                    <a:pt x="2562221" y="1405847"/>
                  </a:lnTo>
                  <a:lnTo>
                    <a:pt x="2572348" y="1401273"/>
                  </a:lnTo>
                  <a:lnTo>
                    <a:pt x="2582476" y="1395736"/>
                  </a:lnTo>
                  <a:lnTo>
                    <a:pt x="2592603" y="1389480"/>
                  </a:lnTo>
                  <a:lnTo>
                    <a:pt x="2602730" y="1383036"/>
                  </a:lnTo>
                  <a:lnTo>
                    <a:pt x="2612858" y="1377076"/>
                  </a:lnTo>
                  <a:lnTo>
                    <a:pt x="2622985" y="1372290"/>
                  </a:lnTo>
                  <a:lnTo>
                    <a:pt x="2633113" y="1369283"/>
                  </a:lnTo>
                  <a:lnTo>
                    <a:pt x="2643240" y="1368453"/>
                  </a:lnTo>
                  <a:lnTo>
                    <a:pt x="2653367" y="1369903"/>
                  </a:lnTo>
                  <a:lnTo>
                    <a:pt x="2663495" y="1373425"/>
                  </a:lnTo>
                  <a:lnTo>
                    <a:pt x="2673622" y="1378546"/>
                  </a:lnTo>
                  <a:lnTo>
                    <a:pt x="2683749" y="1384630"/>
                  </a:lnTo>
                  <a:lnTo>
                    <a:pt x="2693877" y="1391007"/>
                  </a:lnTo>
                  <a:lnTo>
                    <a:pt x="2704004" y="1397084"/>
                  </a:lnTo>
                  <a:lnTo>
                    <a:pt x="2714131" y="1402430"/>
                  </a:lnTo>
                  <a:lnTo>
                    <a:pt x="2724259" y="1406810"/>
                  </a:lnTo>
                  <a:lnTo>
                    <a:pt x="2734386" y="1410168"/>
                  </a:lnTo>
                  <a:lnTo>
                    <a:pt x="2744513" y="1412573"/>
                  </a:lnTo>
                  <a:lnTo>
                    <a:pt x="2754641" y="1414158"/>
                  </a:lnTo>
                  <a:lnTo>
                    <a:pt x="2764768" y="1415156"/>
                  </a:lnTo>
                  <a:lnTo>
                    <a:pt x="2774896" y="1415713"/>
                  </a:lnTo>
                  <a:lnTo>
                    <a:pt x="2785023" y="1415935"/>
                  </a:lnTo>
                  <a:lnTo>
                    <a:pt x="2795150" y="1415884"/>
                  </a:lnTo>
                  <a:lnTo>
                    <a:pt x="2805278" y="1415588"/>
                  </a:lnTo>
                  <a:lnTo>
                    <a:pt x="2815405" y="1415046"/>
                  </a:lnTo>
                  <a:lnTo>
                    <a:pt x="2825532" y="1414251"/>
                  </a:lnTo>
                  <a:lnTo>
                    <a:pt x="2835660" y="1413202"/>
                  </a:lnTo>
                  <a:lnTo>
                    <a:pt x="2845787" y="1411926"/>
                  </a:lnTo>
                  <a:lnTo>
                    <a:pt x="2855914" y="1410486"/>
                  </a:lnTo>
                  <a:lnTo>
                    <a:pt x="2866042" y="1408987"/>
                  </a:lnTo>
                  <a:lnTo>
                    <a:pt x="2876169" y="1407570"/>
                  </a:lnTo>
                  <a:lnTo>
                    <a:pt x="2886296" y="1406395"/>
                  </a:lnTo>
                  <a:lnTo>
                    <a:pt x="2896424" y="1405610"/>
                  </a:lnTo>
                  <a:lnTo>
                    <a:pt x="2906551" y="1405358"/>
                  </a:lnTo>
                  <a:lnTo>
                    <a:pt x="2916679" y="1405647"/>
                  </a:lnTo>
                  <a:lnTo>
                    <a:pt x="2926806" y="1406422"/>
                  </a:lnTo>
                  <a:lnTo>
                    <a:pt x="2936933" y="1407571"/>
                  </a:lnTo>
                  <a:lnTo>
                    <a:pt x="2947061" y="1408949"/>
                  </a:lnTo>
                  <a:lnTo>
                    <a:pt x="2957188" y="1410404"/>
                  </a:lnTo>
                  <a:lnTo>
                    <a:pt x="2967315" y="1411801"/>
                  </a:lnTo>
                  <a:lnTo>
                    <a:pt x="2977443" y="1413045"/>
                  </a:lnTo>
                  <a:lnTo>
                    <a:pt x="2987570" y="1414081"/>
                  </a:lnTo>
                  <a:lnTo>
                    <a:pt x="2997697" y="1414894"/>
                  </a:lnTo>
                  <a:lnTo>
                    <a:pt x="3007825" y="1415495"/>
                  </a:lnTo>
                  <a:lnTo>
                    <a:pt x="3017952" y="1415917"/>
                  </a:lnTo>
                  <a:lnTo>
                    <a:pt x="3028079" y="1416197"/>
                  </a:lnTo>
                  <a:lnTo>
                    <a:pt x="3038207" y="1416373"/>
                  </a:lnTo>
                  <a:lnTo>
                    <a:pt x="3048334" y="1416478"/>
                  </a:lnTo>
                  <a:lnTo>
                    <a:pt x="3058462" y="1416537"/>
                  </a:lnTo>
                  <a:lnTo>
                    <a:pt x="3068589" y="1416573"/>
                  </a:lnTo>
                  <a:lnTo>
                    <a:pt x="3078716" y="1416598"/>
                  </a:lnTo>
                  <a:lnTo>
                    <a:pt x="3088844" y="1416621"/>
                  </a:lnTo>
                  <a:lnTo>
                    <a:pt x="3098971" y="1416645"/>
                  </a:lnTo>
                  <a:lnTo>
                    <a:pt x="3109098" y="1416672"/>
                  </a:lnTo>
                  <a:lnTo>
                    <a:pt x="3119226" y="1416699"/>
                  </a:lnTo>
                  <a:lnTo>
                    <a:pt x="3129353" y="1416726"/>
                  </a:lnTo>
                  <a:lnTo>
                    <a:pt x="3139480" y="1416751"/>
                  </a:lnTo>
                  <a:lnTo>
                    <a:pt x="3149608" y="1416772"/>
                  </a:lnTo>
                  <a:lnTo>
                    <a:pt x="3159735" y="1416789"/>
                  </a:lnTo>
                  <a:lnTo>
                    <a:pt x="3169862" y="1416802"/>
                  </a:lnTo>
                  <a:lnTo>
                    <a:pt x="3179990" y="1416811"/>
                  </a:lnTo>
                  <a:lnTo>
                    <a:pt x="3190117" y="1416818"/>
                  </a:lnTo>
                  <a:lnTo>
                    <a:pt x="3200245" y="1416821"/>
                  </a:lnTo>
                  <a:lnTo>
                    <a:pt x="3210372" y="1416824"/>
                  </a:lnTo>
                  <a:lnTo>
                    <a:pt x="3220499" y="1416825"/>
                  </a:lnTo>
                  <a:lnTo>
                    <a:pt x="3230627" y="1416826"/>
                  </a:lnTo>
                  <a:lnTo>
                    <a:pt x="3240754" y="1416826"/>
                  </a:lnTo>
                  <a:lnTo>
                    <a:pt x="3250881" y="1416826"/>
                  </a:lnTo>
                  <a:lnTo>
                    <a:pt x="3261009" y="1416826"/>
                  </a:lnTo>
                  <a:lnTo>
                    <a:pt x="3271136" y="1416826"/>
                  </a:lnTo>
                  <a:lnTo>
                    <a:pt x="3281263" y="1416826"/>
                  </a:lnTo>
                  <a:lnTo>
                    <a:pt x="3291391" y="1416826"/>
                  </a:lnTo>
                  <a:lnTo>
                    <a:pt x="3301518" y="1416826"/>
                  </a:lnTo>
                  <a:lnTo>
                    <a:pt x="3311645" y="1416826"/>
                  </a:lnTo>
                  <a:lnTo>
                    <a:pt x="3321773" y="1416826"/>
                  </a:lnTo>
                  <a:lnTo>
                    <a:pt x="3331900" y="1416826"/>
                  </a:lnTo>
                  <a:lnTo>
                    <a:pt x="3342028" y="1416826"/>
                  </a:lnTo>
                  <a:lnTo>
                    <a:pt x="3352155" y="1416826"/>
                  </a:lnTo>
                  <a:lnTo>
                    <a:pt x="3362282" y="1416826"/>
                  </a:lnTo>
                  <a:lnTo>
                    <a:pt x="3372410" y="1416826"/>
                  </a:lnTo>
                  <a:lnTo>
                    <a:pt x="3382537" y="1416826"/>
                  </a:lnTo>
                  <a:lnTo>
                    <a:pt x="3392664" y="1416826"/>
                  </a:lnTo>
                  <a:lnTo>
                    <a:pt x="3402792" y="1416826"/>
                  </a:lnTo>
                  <a:lnTo>
                    <a:pt x="3412919" y="1416826"/>
                  </a:lnTo>
                  <a:lnTo>
                    <a:pt x="3423046" y="1416826"/>
                  </a:lnTo>
                  <a:lnTo>
                    <a:pt x="3433174" y="1416826"/>
                  </a:lnTo>
                  <a:lnTo>
                    <a:pt x="3443301" y="1416826"/>
                  </a:lnTo>
                  <a:lnTo>
                    <a:pt x="3453428" y="1416826"/>
                  </a:lnTo>
                  <a:lnTo>
                    <a:pt x="3463556" y="1416826"/>
                  </a:lnTo>
                  <a:lnTo>
                    <a:pt x="3473683" y="1416826"/>
                  </a:lnTo>
                  <a:lnTo>
                    <a:pt x="3483811" y="1416826"/>
                  </a:lnTo>
                  <a:lnTo>
                    <a:pt x="3493938" y="1416826"/>
                  </a:lnTo>
                  <a:lnTo>
                    <a:pt x="3504065" y="1416826"/>
                  </a:lnTo>
                  <a:lnTo>
                    <a:pt x="3514193" y="1416826"/>
                  </a:lnTo>
                  <a:lnTo>
                    <a:pt x="3524320" y="1416826"/>
                  </a:lnTo>
                  <a:lnTo>
                    <a:pt x="3534447" y="1416826"/>
                  </a:lnTo>
                  <a:lnTo>
                    <a:pt x="3544575" y="1416826"/>
                  </a:lnTo>
                  <a:lnTo>
                    <a:pt x="3554702" y="1416826"/>
                  </a:lnTo>
                  <a:lnTo>
                    <a:pt x="3564829" y="1416826"/>
                  </a:lnTo>
                  <a:lnTo>
                    <a:pt x="3574957" y="1416826"/>
                  </a:lnTo>
                  <a:lnTo>
                    <a:pt x="3585084" y="1416826"/>
                  </a:lnTo>
                  <a:lnTo>
                    <a:pt x="3595211" y="1416826"/>
                  </a:lnTo>
                  <a:lnTo>
                    <a:pt x="3605339" y="1416826"/>
                  </a:lnTo>
                  <a:lnTo>
                    <a:pt x="3615466" y="1416826"/>
                  </a:lnTo>
                  <a:lnTo>
                    <a:pt x="3625594" y="1416826"/>
                  </a:lnTo>
                  <a:lnTo>
                    <a:pt x="3635721" y="1416826"/>
                  </a:lnTo>
                  <a:lnTo>
                    <a:pt x="3645848" y="1416826"/>
                  </a:lnTo>
                  <a:lnTo>
                    <a:pt x="3655976" y="1416826"/>
                  </a:lnTo>
                  <a:lnTo>
                    <a:pt x="3666103" y="1416826"/>
                  </a:lnTo>
                  <a:lnTo>
                    <a:pt x="3676230" y="1416826"/>
                  </a:lnTo>
                  <a:lnTo>
                    <a:pt x="3686358" y="1416826"/>
                  </a:lnTo>
                  <a:lnTo>
                    <a:pt x="3696485" y="1416826"/>
                  </a:lnTo>
                  <a:lnTo>
                    <a:pt x="3706612" y="1416826"/>
                  </a:lnTo>
                  <a:lnTo>
                    <a:pt x="3716740" y="1416826"/>
                  </a:lnTo>
                  <a:lnTo>
                    <a:pt x="3726867" y="1416826"/>
                  </a:lnTo>
                  <a:lnTo>
                    <a:pt x="3736995" y="1416826"/>
                  </a:lnTo>
                  <a:lnTo>
                    <a:pt x="3747122" y="1416826"/>
                  </a:lnTo>
                  <a:lnTo>
                    <a:pt x="3757249" y="1416826"/>
                  </a:lnTo>
                  <a:lnTo>
                    <a:pt x="3767377" y="1416826"/>
                  </a:lnTo>
                  <a:lnTo>
                    <a:pt x="3777504" y="1416825"/>
                  </a:lnTo>
                  <a:lnTo>
                    <a:pt x="3787631" y="1416823"/>
                  </a:lnTo>
                  <a:lnTo>
                    <a:pt x="3797759" y="1416821"/>
                  </a:lnTo>
                  <a:lnTo>
                    <a:pt x="3807886" y="1416817"/>
                  </a:lnTo>
                  <a:lnTo>
                    <a:pt x="3818013" y="1416811"/>
                  </a:lnTo>
                  <a:lnTo>
                    <a:pt x="3828141" y="1416802"/>
                  </a:lnTo>
                  <a:lnTo>
                    <a:pt x="3838268" y="1416789"/>
                  </a:lnTo>
                  <a:lnTo>
                    <a:pt x="3848395" y="1416771"/>
                  </a:lnTo>
                  <a:lnTo>
                    <a:pt x="3858523" y="1416750"/>
                  </a:lnTo>
                  <a:lnTo>
                    <a:pt x="3868650" y="1416725"/>
                  </a:lnTo>
                  <a:lnTo>
                    <a:pt x="3878778" y="1416699"/>
                  </a:lnTo>
                  <a:lnTo>
                    <a:pt x="3888905" y="1416675"/>
                  </a:lnTo>
                  <a:lnTo>
                    <a:pt x="3899032" y="1416654"/>
                  </a:lnTo>
                  <a:lnTo>
                    <a:pt x="3909160" y="1416639"/>
                  </a:lnTo>
                  <a:lnTo>
                    <a:pt x="3919287" y="1416633"/>
                  </a:lnTo>
                  <a:lnTo>
                    <a:pt x="3929414" y="1416636"/>
                  </a:lnTo>
                  <a:lnTo>
                    <a:pt x="3939542" y="1416648"/>
                  </a:lnTo>
                  <a:lnTo>
                    <a:pt x="3949669" y="1416667"/>
                  </a:lnTo>
                  <a:lnTo>
                    <a:pt x="3959796" y="1416691"/>
                  </a:lnTo>
                  <a:lnTo>
                    <a:pt x="3969924" y="1416717"/>
                  </a:lnTo>
                  <a:lnTo>
                    <a:pt x="3980051" y="1416743"/>
                  </a:lnTo>
                  <a:lnTo>
                    <a:pt x="3990178" y="1416765"/>
                  </a:lnTo>
                  <a:lnTo>
                    <a:pt x="4000306" y="1416784"/>
                  </a:lnTo>
                  <a:lnTo>
                    <a:pt x="4010433" y="1416798"/>
                  </a:lnTo>
                  <a:lnTo>
                    <a:pt x="4020561" y="1416808"/>
                  </a:lnTo>
                  <a:lnTo>
                    <a:pt x="4030688" y="1416815"/>
                  </a:lnTo>
                  <a:lnTo>
                    <a:pt x="4040815" y="1416820"/>
                  </a:lnTo>
                  <a:lnTo>
                    <a:pt x="4050943" y="1416823"/>
                  </a:lnTo>
                  <a:lnTo>
                    <a:pt x="4061070" y="1416824"/>
                  </a:lnTo>
                  <a:lnTo>
                    <a:pt x="4071197" y="1416825"/>
                  </a:lnTo>
                  <a:lnTo>
                    <a:pt x="4081325" y="1416826"/>
                  </a:lnTo>
                  <a:lnTo>
                    <a:pt x="4091452" y="1416826"/>
                  </a:lnTo>
                  <a:lnTo>
                    <a:pt x="4101579" y="1416826"/>
                  </a:lnTo>
                  <a:lnTo>
                    <a:pt x="4111707" y="1416826"/>
                  </a:lnTo>
                  <a:lnTo>
                    <a:pt x="4121834" y="1416826"/>
                  </a:lnTo>
                  <a:lnTo>
                    <a:pt x="4131961" y="1416826"/>
                  </a:lnTo>
                  <a:lnTo>
                    <a:pt x="4142089" y="1416826"/>
                  </a:lnTo>
                  <a:lnTo>
                    <a:pt x="4152216" y="1416826"/>
                  </a:lnTo>
                  <a:lnTo>
                    <a:pt x="4162344" y="1416826"/>
                  </a:lnTo>
                  <a:lnTo>
                    <a:pt x="4172471" y="1416826"/>
                  </a:lnTo>
                  <a:lnTo>
                    <a:pt x="4182598" y="1416826"/>
                  </a:lnTo>
                  <a:lnTo>
                    <a:pt x="4192726" y="1416826"/>
                  </a:lnTo>
                  <a:lnTo>
                    <a:pt x="4202853" y="1416826"/>
                  </a:lnTo>
                  <a:lnTo>
                    <a:pt x="4212980" y="1416826"/>
                  </a:lnTo>
                  <a:lnTo>
                    <a:pt x="4223108" y="1416826"/>
                  </a:lnTo>
                  <a:lnTo>
                    <a:pt x="4233235" y="1416826"/>
                  </a:lnTo>
                  <a:lnTo>
                    <a:pt x="4243362" y="1416826"/>
                  </a:lnTo>
                  <a:lnTo>
                    <a:pt x="4253490" y="1416826"/>
                  </a:lnTo>
                  <a:lnTo>
                    <a:pt x="4263617" y="1416826"/>
                  </a:lnTo>
                  <a:lnTo>
                    <a:pt x="4273744" y="1416826"/>
                  </a:lnTo>
                  <a:lnTo>
                    <a:pt x="4283872" y="1416826"/>
                  </a:lnTo>
                  <a:lnTo>
                    <a:pt x="4293999" y="1416826"/>
                  </a:lnTo>
                  <a:lnTo>
                    <a:pt x="4304127" y="1416826"/>
                  </a:lnTo>
                  <a:lnTo>
                    <a:pt x="4314254" y="1416826"/>
                  </a:lnTo>
                  <a:lnTo>
                    <a:pt x="4324381" y="1416826"/>
                  </a:lnTo>
                  <a:lnTo>
                    <a:pt x="4334509" y="1416826"/>
                  </a:lnTo>
                  <a:lnTo>
                    <a:pt x="4344636" y="1416826"/>
                  </a:lnTo>
                  <a:lnTo>
                    <a:pt x="4354763" y="1416826"/>
                  </a:lnTo>
                  <a:lnTo>
                    <a:pt x="4364891" y="1416826"/>
                  </a:lnTo>
                  <a:lnTo>
                    <a:pt x="4375018" y="1416826"/>
                  </a:lnTo>
                  <a:lnTo>
                    <a:pt x="4385145" y="1416826"/>
                  </a:lnTo>
                  <a:lnTo>
                    <a:pt x="4395273" y="1416826"/>
                  </a:lnTo>
                  <a:lnTo>
                    <a:pt x="4405400" y="1416826"/>
                  </a:lnTo>
                  <a:lnTo>
                    <a:pt x="4415527" y="1416826"/>
                  </a:lnTo>
                  <a:lnTo>
                    <a:pt x="4425655" y="1416826"/>
                  </a:lnTo>
                  <a:lnTo>
                    <a:pt x="4435782" y="1416826"/>
                  </a:lnTo>
                  <a:lnTo>
                    <a:pt x="4445910" y="1416826"/>
                  </a:lnTo>
                  <a:lnTo>
                    <a:pt x="4456037" y="1416826"/>
                  </a:lnTo>
                  <a:lnTo>
                    <a:pt x="4466164" y="1416826"/>
                  </a:lnTo>
                  <a:lnTo>
                    <a:pt x="4476292" y="1416826"/>
                  </a:lnTo>
                  <a:lnTo>
                    <a:pt x="4486419" y="1416826"/>
                  </a:lnTo>
                  <a:lnTo>
                    <a:pt x="4496546" y="1416826"/>
                  </a:lnTo>
                  <a:lnTo>
                    <a:pt x="4506674" y="1416826"/>
                  </a:lnTo>
                  <a:lnTo>
                    <a:pt x="4516801" y="1416826"/>
                  </a:lnTo>
                  <a:lnTo>
                    <a:pt x="4526928" y="1416826"/>
                  </a:lnTo>
                  <a:lnTo>
                    <a:pt x="4537056" y="1416826"/>
                  </a:lnTo>
                  <a:lnTo>
                    <a:pt x="4547183" y="1416826"/>
                  </a:lnTo>
                  <a:lnTo>
                    <a:pt x="4557310" y="1416826"/>
                  </a:lnTo>
                  <a:lnTo>
                    <a:pt x="4567438" y="1416826"/>
                  </a:lnTo>
                  <a:lnTo>
                    <a:pt x="4577565" y="1416826"/>
                  </a:lnTo>
                  <a:lnTo>
                    <a:pt x="4587693" y="1416826"/>
                  </a:lnTo>
                  <a:lnTo>
                    <a:pt x="4597820" y="1416826"/>
                  </a:lnTo>
                  <a:lnTo>
                    <a:pt x="4607947" y="1416826"/>
                  </a:lnTo>
                  <a:lnTo>
                    <a:pt x="4618075" y="1416826"/>
                  </a:lnTo>
                  <a:lnTo>
                    <a:pt x="4628202" y="1416826"/>
                  </a:lnTo>
                  <a:lnTo>
                    <a:pt x="4638329" y="1416826"/>
                  </a:lnTo>
                  <a:lnTo>
                    <a:pt x="4648457" y="1416826"/>
                  </a:lnTo>
                  <a:lnTo>
                    <a:pt x="4658584" y="1416826"/>
                  </a:lnTo>
                  <a:lnTo>
                    <a:pt x="4668711" y="1416826"/>
                  </a:lnTo>
                  <a:lnTo>
                    <a:pt x="4678839" y="1416826"/>
                  </a:lnTo>
                  <a:lnTo>
                    <a:pt x="4688966" y="1416826"/>
                  </a:lnTo>
                  <a:lnTo>
                    <a:pt x="4699093" y="1416826"/>
                  </a:lnTo>
                  <a:lnTo>
                    <a:pt x="4709221" y="1416826"/>
                  </a:lnTo>
                  <a:lnTo>
                    <a:pt x="4719348" y="1416826"/>
                  </a:lnTo>
                  <a:lnTo>
                    <a:pt x="4729476" y="1416826"/>
                  </a:lnTo>
                  <a:lnTo>
                    <a:pt x="4739603" y="1416826"/>
                  </a:lnTo>
                  <a:lnTo>
                    <a:pt x="4749730" y="1416826"/>
                  </a:lnTo>
                  <a:lnTo>
                    <a:pt x="4759858" y="1416826"/>
                  </a:lnTo>
                  <a:lnTo>
                    <a:pt x="4769985" y="1416826"/>
                  </a:lnTo>
                  <a:lnTo>
                    <a:pt x="4780112" y="1416826"/>
                  </a:lnTo>
                  <a:lnTo>
                    <a:pt x="4790240" y="1416826"/>
                  </a:lnTo>
                  <a:lnTo>
                    <a:pt x="4800367" y="1416826"/>
                  </a:lnTo>
                  <a:lnTo>
                    <a:pt x="4810494" y="1416826"/>
                  </a:lnTo>
                  <a:lnTo>
                    <a:pt x="4820622" y="1416826"/>
                  </a:lnTo>
                  <a:lnTo>
                    <a:pt x="4830749" y="1416826"/>
                  </a:lnTo>
                  <a:lnTo>
                    <a:pt x="4840877" y="1416826"/>
                  </a:lnTo>
                  <a:lnTo>
                    <a:pt x="4851004" y="1416826"/>
                  </a:lnTo>
                  <a:lnTo>
                    <a:pt x="4861131" y="1416826"/>
                  </a:lnTo>
                  <a:lnTo>
                    <a:pt x="4871259" y="1416826"/>
                  </a:lnTo>
                  <a:lnTo>
                    <a:pt x="4881386" y="1416826"/>
                  </a:lnTo>
                  <a:lnTo>
                    <a:pt x="4891513" y="1416826"/>
                  </a:lnTo>
                  <a:lnTo>
                    <a:pt x="4901641" y="1416826"/>
                  </a:lnTo>
                  <a:lnTo>
                    <a:pt x="4911768" y="1416826"/>
                  </a:lnTo>
                  <a:lnTo>
                    <a:pt x="4921895" y="1416825"/>
                  </a:lnTo>
                  <a:lnTo>
                    <a:pt x="4932023" y="1416824"/>
                  </a:lnTo>
                  <a:lnTo>
                    <a:pt x="4942150" y="1416822"/>
                  </a:lnTo>
                  <a:lnTo>
                    <a:pt x="4952277" y="1416817"/>
                  </a:lnTo>
                  <a:lnTo>
                    <a:pt x="4962405" y="1416809"/>
                  </a:lnTo>
                  <a:lnTo>
                    <a:pt x="4972532" y="1416796"/>
                  </a:lnTo>
                  <a:lnTo>
                    <a:pt x="4982660" y="1416774"/>
                  </a:lnTo>
                  <a:lnTo>
                    <a:pt x="4992787" y="1416741"/>
                  </a:lnTo>
                  <a:lnTo>
                    <a:pt x="5002914" y="1416695"/>
                  </a:lnTo>
                  <a:lnTo>
                    <a:pt x="5013042" y="1416632"/>
                  </a:lnTo>
                  <a:lnTo>
                    <a:pt x="5023169" y="1416553"/>
                  </a:lnTo>
                  <a:lnTo>
                    <a:pt x="5033296" y="1416458"/>
                  </a:lnTo>
                  <a:lnTo>
                    <a:pt x="5043424" y="1416352"/>
                  </a:lnTo>
                  <a:lnTo>
                    <a:pt x="5053551" y="1416241"/>
                  </a:lnTo>
                  <a:lnTo>
                    <a:pt x="5063678" y="1416136"/>
                  </a:lnTo>
                  <a:lnTo>
                    <a:pt x="5073806" y="1416046"/>
                  </a:lnTo>
                  <a:lnTo>
                    <a:pt x="5083933" y="1415983"/>
                  </a:lnTo>
                  <a:lnTo>
                    <a:pt x="5094060" y="1415952"/>
                  </a:lnTo>
                  <a:lnTo>
                    <a:pt x="5104188" y="1415955"/>
                  </a:lnTo>
                  <a:lnTo>
                    <a:pt x="5114315" y="1415991"/>
                  </a:lnTo>
                  <a:lnTo>
                    <a:pt x="5124443" y="1416056"/>
                  </a:lnTo>
                  <a:lnTo>
                    <a:pt x="5134570" y="1416142"/>
                  </a:lnTo>
                  <a:lnTo>
                    <a:pt x="5144697" y="1416240"/>
                  </a:lnTo>
                  <a:lnTo>
                    <a:pt x="5154825" y="1416343"/>
                  </a:lnTo>
                  <a:lnTo>
                    <a:pt x="5164952" y="1416442"/>
                  </a:lnTo>
                  <a:lnTo>
                    <a:pt x="5175079" y="1416533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8"/>
            <p:cNvSpPr/>
            <p:nvPr/>
          </p:nvSpPr>
          <p:spPr>
            <a:xfrm>
              <a:off x="1250201" y="4177760"/>
              <a:ext cx="5175079" cy="1208622"/>
            </a:xfrm>
            <a:custGeom>
              <a:avLst/>
              <a:pathLst>
                <a:path w="5175079" h="1208622">
                  <a:moveTo>
                    <a:pt x="0" y="1158084"/>
                  </a:moveTo>
                  <a:lnTo>
                    <a:pt x="10127" y="1159692"/>
                  </a:lnTo>
                  <a:lnTo>
                    <a:pt x="20254" y="1164189"/>
                  </a:lnTo>
                  <a:lnTo>
                    <a:pt x="30382" y="1170777"/>
                  </a:lnTo>
                  <a:lnTo>
                    <a:pt x="40509" y="1178384"/>
                  </a:lnTo>
                  <a:lnTo>
                    <a:pt x="50636" y="1185924"/>
                  </a:lnTo>
                  <a:lnTo>
                    <a:pt x="60764" y="1192517"/>
                  </a:lnTo>
                  <a:lnTo>
                    <a:pt x="70891" y="1197589"/>
                  </a:lnTo>
                  <a:lnTo>
                    <a:pt x="81018" y="1200841"/>
                  </a:lnTo>
                  <a:lnTo>
                    <a:pt x="91146" y="1202113"/>
                  </a:lnTo>
                  <a:lnTo>
                    <a:pt x="101273" y="1201205"/>
                  </a:lnTo>
                  <a:lnTo>
                    <a:pt x="111400" y="1197501"/>
                  </a:lnTo>
                  <a:lnTo>
                    <a:pt x="121528" y="1190306"/>
                  </a:lnTo>
                  <a:lnTo>
                    <a:pt x="131655" y="1178507"/>
                  </a:lnTo>
                  <a:lnTo>
                    <a:pt x="141783" y="1160787"/>
                  </a:lnTo>
                  <a:lnTo>
                    <a:pt x="151910" y="1135851"/>
                  </a:lnTo>
                  <a:lnTo>
                    <a:pt x="162037" y="1102640"/>
                  </a:lnTo>
                  <a:lnTo>
                    <a:pt x="172165" y="1060432"/>
                  </a:lnTo>
                  <a:lnTo>
                    <a:pt x="182292" y="1008727"/>
                  </a:lnTo>
                  <a:lnTo>
                    <a:pt x="192419" y="946900"/>
                  </a:lnTo>
                  <a:lnTo>
                    <a:pt x="202547" y="873787"/>
                  </a:lnTo>
                  <a:lnTo>
                    <a:pt x="212674" y="787515"/>
                  </a:lnTo>
                  <a:lnTo>
                    <a:pt x="222801" y="685991"/>
                  </a:lnTo>
                  <a:lnTo>
                    <a:pt x="232929" y="568248"/>
                  </a:lnTo>
                  <a:lnTo>
                    <a:pt x="243056" y="436487"/>
                  </a:lnTo>
                  <a:lnTo>
                    <a:pt x="253183" y="298100"/>
                  </a:lnTo>
                  <a:lnTo>
                    <a:pt x="263311" y="166576"/>
                  </a:lnTo>
                  <a:lnTo>
                    <a:pt x="273438" y="60243"/>
                  </a:lnTo>
                  <a:lnTo>
                    <a:pt x="283566" y="0"/>
                  </a:lnTo>
                  <a:lnTo>
                    <a:pt x="293693" y="1809"/>
                  </a:lnTo>
                  <a:lnTo>
                    <a:pt x="303820" y="66372"/>
                  </a:lnTo>
                  <a:lnTo>
                    <a:pt x="313948" y="183912"/>
                  </a:lnTo>
                  <a:lnTo>
                    <a:pt x="324075" y="334807"/>
                  </a:lnTo>
                  <a:lnTo>
                    <a:pt x="334202" y="494760"/>
                  </a:lnTo>
                  <a:lnTo>
                    <a:pt x="344330" y="640830"/>
                  </a:lnTo>
                  <a:lnTo>
                    <a:pt x="354457" y="756347"/>
                  </a:lnTo>
                  <a:lnTo>
                    <a:pt x="364584" y="833494"/>
                  </a:lnTo>
                  <a:lnTo>
                    <a:pt x="374712" y="873325"/>
                  </a:lnTo>
                  <a:lnTo>
                    <a:pt x="384839" y="883751"/>
                  </a:lnTo>
                  <a:lnTo>
                    <a:pt x="394966" y="876460"/>
                  </a:lnTo>
                  <a:lnTo>
                    <a:pt x="405094" y="863676"/>
                  </a:lnTo>
                  <a:lnTo>
                    <a:pt x="415221" y="855483"/>
                  </a:lnTo>
                  <a:lnTo>
                    <a:pt x="425349" y="858096"/>
                  </a:lnTo>
                  <a:lnTo>
                    <a:pt x="435476" y="873221"/>
                  </a:lnTo>
                  <a:lnTo>
                    <a:pt x="445603" y="898374"/>
                  </a:lnTo>
                  <a:lnTo>
                    <a:pt x="455731" y="927880"/>
                  </a:lnTo>
                  <a:lnTo>
                    <a:pt x="465858" y="953491"/>
                  </a:lnTo>
                  <a:lnTo>
                    <a:pt x="475985" y="966729"/>
                  </a:lnTo>
                  <a:lnTo>
                    <a:pt x="486113" y="960527"/>
                  </a:lnTo>
                  <a:lnTo>
                    <a:pt x="496240" y="929839"/>
                  </a:lnTo>
                  <a:lnTo>
                    <a:pt x="506367" y="872729"/>
                  </a:lnTo>
                  <a:lnTo>
                    <a:pt x="516495" y="791270"/>
                  </a:lnTo>
                  <a:lnTo>
                    <a:pt x="526622" y="691986"/>
                  </a:lnTo>
                  <a:lnTo>
                    <a:pt x="536749" y="585505"/>
                  </a:lnTo>
                  <a:lnTo>
                    <a:pt x="546877" y="485226"/>
                  </a:lnTo>
                  <a:lnTo>
                    <a:pt x="557004" y="405107"/>
                  </a:lnTo>
                  <a:lnTo>
                    <a:pt x="567132" y="356983"/>
                  </a:lnTo>
                  <a:lnTo>
                    <a:pt x="577259" y="348081"/>
                  </a:lnTo>
                  <a:lnTo>
                    <a:pt x="587386" y="379391"/>
                  </a:lnTo>
                  <a:lnTo>
                    <a:pt x="597514" y="445399"/>
                  </a:lnTo>
                  <a:lnTo>
                    <a:pt x="607641" y="535269"/>
                  </a:lnTo>
                  <a:lnTo>
                    <a:pt x="617768" y="635176"/>
                  </a:lnTo>
                  <a:lnTo>
                    <a:pt x="627896" y="731165"/>
                  </a:lnTo>
                  <a:lnTo>
                    <a:pt x="638023" y="811296"/>
                  </a:lnTo>
                  <a:lnTo>
                    <a:pt x="648150" y="867815"/>
                  </a:lnTo>
                  <a:lnTo>
                    <a:pt x="658278" y="900172"/>
                  </a:lnTo>
                  <a:lnTo>
                    <a:pt x="668405" y="911297"/>
                  </a:lnTo>
                  <a:lnTo>
                    <a:pt x="678532" y="906936"/>
                  </a:lnTo>
                  <a:lnTo>
                    <a:pt x="688660" y="894160"/>
                  </a:lnTo>
                  <a:lnTo>
                    <a:pt x="698787" y="879999"/>
                  </a:lnTo>
                  <a:lnTo>
                    <a:pt x="708915" y="870380"/>
                  </a:lnTo>
                  <a:lnTo>
                    <a:pt x="719042" y="869445"/>
                  </a:lnTo>
                  <a:lnTo>
                    <a:pt x="729169" y="879251"/>
                  </a:lnTo>
                  <a:lnTo>
                    <a:pt x="739297" y="899855"/>
                  </a:lnTo>
                  <a:lnTo>
                    <a:pt x="749424" y="929665"/>
                  </a:lnTo>
                  <a:lnTo>
                    <a:pt x="759551" y="965989"/>
                  </a:lnTo>
                  <a:lnTo>
                    <a:pt x="769679" y="1005624"/>
                  </a:lnTo>
                  <a:lnTo>
                    <a:pt x="779806" y="1045391"/>
                  </a:lnTo>
                  <a:lnTo>
                    <a:pt x="789933" y="1082551"/>
                  </a:lnTo>
                  <a:lnTo>
                    <a:pt x="800061" y="1115059"/>
                  </a:lnTo>
                  <a:lnTo>
                    <a:pt x="810188" y="1141692"/>
                  </a:lnTo>
                  <a:lnTo>
                    <a:pt x="820315" y="1161741"/>
                  </a:lnTo>
                  <a:lnTo>
                    <a:pt x="830443" y="1175841"/>
                  </a:lnTo>
                  <a:lnTo>
                    <a:pt x="840570" y="1184930"/>
                  </a:lnTo>
                  <a:lnTo>
                    <a:pt x="850698" y="1190074"/>
                  </a:lnTo>
                  <a:lnTo>
                    <a:pt x="860825" y="1192346"/>
                  </a:lnTo>
                  <a:lnTo>
                    <a:pt x="870952" y="1192689"/>
                  </a:lnTo>
                  <a:lnTo>
                    <a:pt x="881080" y="1191842"/>
                  </a:lnTo>
                  <a:lnTo>
                    <a:pt x="891207" y="1190315"/>
                  </a:lnTo>
                  <a:lnTo>
                    <a:pt x="901334" y="1188394"/>
                  </a:lnTo>
                  <a:lnTo>
                    <a:pt x="911462" y="1186143"/>
                  </a:lnTo>
                  <a:lnTo>
                    <a:pt x="921589" y="1183434"/>
                  </a:lnTo>
                  <a:lnTo>
                    <a:pt x="931716" y="1180004"/>
                  </a:lnTo>
                  <a:lnTo>
                    <a:pt x="941844" y="1175570"/>
                  </a:lnTo>
                  <a:lnTo>
                    <a:pt x="951971" y="1169996"/>
                  </a:lnTo>
                  <a:lnTo>
                    <a:pt x="962098" y="1163474"/>
                  </a:lnTo>
                  <a:lnTo>
                    <a:pt x="972226" y="1156628"/>
                  </a:lnTo>
                  <a:lnTo>
                    <a:pt x="982353" y="1150494"/>
                  </a:lnTo>
                  <a:lnTo>
                    <a:pt x="992481" y="1146359"/>
                  </a:lnTo>
                  <a:lnTo>
                    <a:pt x="1002608" y="1145434"/>
                  </a:lnTo>
                  <a:lnTo>
                    <a:pt x="1012735" y="1148053"/>
                  </a:lnTo>
                  <a:lnTo>
                    <a:pt x="1022863" y="1153908"/>
                  </a:lnTo>
                  <a:lnTo>
                    <a:pt x="1032990" y="1162050"/>
                  </a:lnTo>
                  <a:lnTo>
                    <a:pt x="1043117" y="1171139"/>
                  </a:lnTo>
                  <a:lnTo>
                    <a:pt x="1053245" y="1179721"/>
                  </a:lnTo>
                  <a:lnTo>
                    <a:pt x="1063372" y="1186420"/>
                  </a:lnTo>
                  <a:lnTo>
                    <a:pt x="1073499" y="1189956"/>
                  </a:lnTo>
                  <a:lnTo>
                    <a:pt x="1083627" y="1189025"/>
                  </a:lnTo>
                  <a:lnTo>
                    <a:pt x="1093754" y="1182141"/>
                  </a:lnTo>
                  <a:lnTo>
                    <a:pt x="1103881" y="1167599"/>
                  </a:lnTo>
                  <a:lnTo>
                    <a:pt x="1114009" y="1143703"/>
                  </a:lnTo>
                  <a:lnTo>
                    <a:pt x="1124136" y="1109324"/>
                  </a:lnTo>
                  <a:lnTo>
                    <a:pt x="1134264" y="1064698"/>
                  </a:lnTo>
                  <a:lnTo>
                    <a:pt x="1144391" y="1012233"/>
                  </a:lnTo>
                  <a:lnTo>
                    <a:pt x="1154518" y="956913"/>
                  </a:lnTo>
                  <a:lnTo>
                    <a:pt x="1164646" y="905942"/>
                  </a:lnTo>
                  <a:lnTo>
                    <a:pt x="1174773" y="868403"/>
                  </a:lnTo>
                  <a:lnTo>
                    <a:pt x="1184900" y="851091"/>
                  </a:lnTo>
                  <a:lnTo>
                    <a:pt x="1195028" y="856757"/>
                  </a:lnTo>
                  <a:lnTo>
                    <a:pt x="1205155" y="884002"/>
                  </a:lnTo>
                  <a:lnTo>
                    <a:pt x="1215282" y="927551"/>
                  </a:lnTo>
                  <a:lnTo>
                    <a:pt x="1225410" y="979777"/>
                  </a:lnTo>
                  <a:lnTo>
                    <a:pt x="1235537" y="1032624"/>
                  </a:lnTo>
                  <a:lnTo>
                    <a:pt x="1245665" y="1079233"/>
                  </a:lnTo>
                  <a:lnTo>
                    <a:pt x="1255792" y="1114831"/>
                  </a:lnTo>
                  <a:lnTo>
                    <a:pt x="1265919" y="1136852"/>
                  </a:lnTo>
                  <a:lnTo>
                    <a:pt x="1276047" y="1144538"/>
                  </a:lnTo>
                  <a:lnTo>
                    <a:pt x="1286174" y="1138440"/>
                  </a:lnTo>
                  <a:lnTo>
                    <a:pt x="1296301" y="1120125"/>
                  </a:lnTo>
                  <a:lnTo>
                    <a:pt x="1306429" y="1092192"/>
                  </a:lnTo>
                  <a:lnTo>
                    <a:pt x="1316556" y="1058424"/>
                  </a:lnTo>
                  <a:lnTo>
                    <a:pt x="1326683" y="1023787"/>
                  </a:lnTo>
                  <a:lnTo>
                    <a:pt x="1336811" y="993968"/>
                  </a:lnTo>
                  <a:lnTo>
                    <a:pt x="1346938" y="974611"/>
                  </a:lnTo>
                  <a:lnTo>
                    <a:pt x="1357065" y="970243"/>
                  </a:lnTo>
                  <a:lnTo>
                    <a:pt x="1367193" y="981045"/>
                  </a:lnTo>
                  <a:lnTo>
                    <a:pt x="1377320" y="1004839"/>
                  </a:lnTo>
                  <a:lnTo>
                    <a:pt x="1387448" y="1037306"/>
                  </a:lnTo>
                  <a:lnTo>
                    <a:pt x="1397575" y="1073245"/>
                  </a:lnTo>
                  <a:lnTo>
                    <a:pt x="1407702" y="1107871"/>
                  </a:lnTo>
                  <a:lnTo>
                    <a:pt x="1417830" y="1137743"/>
                  </a:lnTo>
                  <a:lnTo>
                    <a:pt x="1427957" y="1161135"/>
                  </a:lnTo>
                  <a:lnTo>
                    <a:pt x="1438084" y="1177870"/>
                  </a:lnTo>
                  <a:lnTo>
                    <a:pt x="1448212" y="1188847"/>
                  </a:lnTo>
                  <a:lnTo>
                    <a:pt x="1458339" y="1195471"/>
                  </a:lnTo>
                  <a:lnTo>
                    <a:pt x="1468466" y="1199186"/>
                  </a:lnTo>
                  <a:lnTo>
                    <a:pt x="1478594" y="1201194"/>
                  </a:lnTo>
                  <a:lnTo>
                    <a:pt x="1488721" y="1202338"/>
                  </a:lnTo>
                  <a:lnTo>
                    <a:pt x="1498848" y="1203121"/>
                  </a:lnTo>
                  <a:lnTo>
                    <a:pt x="1508976" y="1203784"/>
                  </a:lnTo>
                  <a:lnTo>
                    <a:pt x="1519103" y="1204401"/>
                  </a:lnTo>
                  <a:lnTo>
                    <a:pt x="1529231" y="1204950"/>
                  </a:lnTo>
                  <a:lnTo>
                    <a:pt x="1539358" y="1205390"/>
                  </a:lnTo>
                  <a:lnTo>
                    <a:pt x="1549485" y="1205697"/>
                  </a:lnTo>
                  <a:lnTo>
                    <a:pt x="1559613" y="1205872"/>
                  </a:lnTo>
                  <a:lnTo>
                    <a:pt x="1569740" y="1205944"/>
                  </a:lnTo>
                  <a:lnTo>
                    <a:pt x="1579867" y="1205956"/>
                  </a:lnTo>
                  <a:lnTo>
                    <a:pt x="1589995" y="1205957"/>
                  </a:lnTo>
                  <a:lnTo>
                    <a:pt x="1600122" y="1205988"/>
                  </a:lnTo>
                  <a:lnTo>
                    <a:pt x="1610249" y="1206076"/>
                  </a:lnTo>
                  <a:lnTo>
                    <a:pt x="1620377" y="1206229"/>
                  </a:lnTo>
                  <a:lnTo>
                    <a:pt x="1630504" y="1206441"/>
                  </a:lnTo>
                  <a:lnTo>
                    <a:pt x="1640631" y="1206692"/>
                  </a:lnTo>
                  <a:lnTo>
                    <a:pt x="1650759" y="1206959"/>
                  </a:lnTo>
                  <a:lnTo>
                    <a:pt x="1660886" y="1207222"/>
                  </a:lnTo>
                  <a:lnTo>
                    <a:pt x="1671014" y="1207465"/>
                  </a:lnTo>
                  <a:lnTo>
                    <a:pt x="1681141" y="1207678"/>
                  </a:lnTo>
                  <a:lnTo>
                    <a:pt x="1691268" y="1207859"/>
                  </a:lnTo>
                  <a:lnTo>
                    <a:pt x="1701396" y="1208009"/>
                  </a:lnTo>
                  <a:lnTo>
                    <a:pt x="1711523" y="1208129"/>
                  </a:lnTo>
                  <a:lnTo>
                    <a:pt x="1721650" y="1208224"/>
                  </a:lnTo>
                  <a:lnTo>
                    <a:pt x="1731778" y="1208297"/>
                  </a:lnTo>
                  <a:lnTo>
                    <a:pt x="1741905" y="1208348"/>
                  </a:lnTo>
                  <a:lnTo>
                    <a:pt x="1752032" y="1208381"/>
                  </a:lnTo>
                  <a:lnTo>
                    <a:pt x="1762160" y="1208396"/>
                  </a:lnTo>
                  <a:lnTo>
                    <a:pt x="1772287" y="1208398"/>
                  </a:lnTo>
                  <a:lnTo>
                    <a:pt x="1782414" y="1208391"/>
                  </a:lnTo>
                  <a:lnTo>
                    <a:pt x="1792542" y="1208381"/>
                  </a:lnTo>
                  <a:lnTo>
                    <a:pt x="1802669" y="1208370"/>
                  </a:lnTo>
                  <a:lnTo>
                    <a:pt x="1812797" y="1208361"/>
                  </a:lnTo>
                  <a:lnTo>
                    <a:pt x="1822924" y="1208355"/>
                  </a:lnTo>
                  <a:lnTo>
                    <a:pt x="1833051" y="1208350"/>
                  </a:lnTo>
                  <a:lnTo>
                    <a:pt x="1843179" y="1208344"/>
                  </a:lnTo>
                  <a:lnTo>
                    <a:pt x="1853306" y="1208330"/>
                  </a:lnTo>
                  <a:lnTo>
                    <a:pt x="1863433" y="1208298"/>
                  </a:lnTo>
                  <a:lnTo>
                    <a:pt x="1873561" y="1208225"/>
                  </a:lnTo>
                  <a:lnTo>
                    <a:pt x="1883688" y="1208065"/>
                  </a:lnTo>
                  <a:lnTo>
                    <a:pt x="1893815" y="1207737"/>
                  </a:lnTo>
                  <a:lnTo>
                    <a:pt x="1903943" y="1207124"/>
                  </a:lnTo>
                  <a:lnTo>
                    <a:pt x="1914070" y="1206068"/>
                  </a:lnTo>
                  <a:lnTo>
                    <a:pt x="1924197" y="1204381"/>
                  </a:lnTo>
                  <a:lnTo>
                    <a:pt x="1934325" y="1201864"/>
                  </a:lnTo>
                  <a:lnTo>
                    <a:pt x="1944452" y="1198332"/>
                  </a:lnTo>
                  <a:lnTo>
                    <a:pt x="1954580" y="1193638"/>
                  </a:lnTo>
                  <a:lnTo>
                    <a:pt x="1964707" y="1187685"/>
                  </a:lnTo>
                  <a:lnTo>
                    <a:pt x="1974834" y="1180429"/>
                  </a:lnTo>
                  <a:lnTo>
                    <a:pt x="1984962" y="1171897"/>
                  </a:lnTo>
                  <a:lnTo>
                    <a:pt x="1995089" y="1162220"/>
                  </a:lnTo>
                  <a:lnTo>
                    <a:pt x="2005216" y="1151705"/>
                  </a:lnTo>
                  <a:lnTo>
                    <a:pt x="2015344" y="1140927"/>
                  </a:lnTo>
                  <a:lnTo>
                    <a:pt x="2025471" y="1130774"/>
                  </a:lnTo>
                  <a:lnTo>
                    <a:pt x="2035598" y="1122413"/>
                  </a:lnTo>
                  <a:lnTo>
                    <a:pt x="2045726" y="1117106"/>
                  </a:lnTo>
                  <a:lnTo>
                    <a:pt x="2055853" y="1115941"/>
                  </a:lnTo>
                  <a:lnTo>
                    <a:pt x="2065980" y="1119670"/>
                  </a:lnTo>
                  <a:lnTo>
                    <a:pt x="2076108" y="1127672"/>
                  </a:lnTo>
                  <a:lnTo>
                    <a:pt x="2086235" y="1138871"/>
                  </a:lnTo>
                  <a:lnTo>
                    <a:pt x="2096363" y="1151766"/>
                  </a:lnTo>
                  <a:lnTo>
                    <a:pt x="2106490" y="1164802"/>
                  </a:lnTo>
                  <a:lnTo>
                    <a:pt x="2116617" y="1176695"/>
                  </a:lnTo>
                  <a:lnTo>
                    <a:pt x="2126745" y="1186624"/>
                  </a:lnTo>
                  <a:lnTo>
                    <a:pt x="2136872" y="1194269"/>
                  </a:lnTo>
                  <a:lnTo>
                    <a:pt x="2146999" y="1199721"/>
                  </a:lnTo>
                  <a:lnTo>
                    <a:pt x="2157127" y="1203332"/>
                  </a:lnTo>
                  <a:lnTo>
                    <a:pt x="2167254" y="1205554"/>
                  </a:lnTo>
                  <a:lnTo>
                    <a:pt x="2177381" y="1206826"/>
                  </a:lnTo>
                  <a:lnTo>
                    <a:pt x="2187509" y="1207508"/>
                  </a:lnTo>
                  <a:lnTo>
                    <a:pt x="2197636" y="1207853"/>
                  </a:lnTo>
                  <a:lnTo>
                    <a:pt x="2207763" y="1208026"/>
                  </a:lnTo>
                  <a:lnTo>
                    <a:pt x="2217891" y="1208119"/>
                  </a:lnTo>
                  <a:lnTo>
                    <a:pt x="2228018" y="1208178"/>
                  </a:lnTo>
                  <a:lnTo>
                    <a:pt x="2238146" y="1208224"/>
                  </a:lnTo>
                  <a:lnTo>
                    <a:pt x="2248273" y="1208263"/>
                  </a:lnTo>
                  <a:lnTo>
                    <a:pt x="2258400" y="1208297"/>
                  </a:lnTo>
                  <a:lnTo>
                    <a:pt x="2268528" y="1208327"/>
                  </a:lnTo>
                  <a:lnTo>
                    <a:pt x="2278655" y="1208350"/>
                  </a:lnTo>
                  <a:lnTo>
                    <a:pt x="2288782" y="1208364"/>
                  </a:lnTo>
                  <a:lnTo>
                    <a:pt x="2298910" y="1208362"/>
                  </a:lnTo>
                  <a:lnTo>
                    <a:pt x="2309037" y="1208339"/>
                  </a:lnTo>
                  <a:lnTo>
                    <a:pt x="2319164" y="1208293"/>
                  </a:lnTo>
                  <a:lnTo>
                    <a:pt x="2329292" y="1208224"/>
                  </a:lnTo>
                  <a:lnTo>
                    <a:pt x="2339419" y="1208139"/>
                  </a:lnTo>
                  <a:lnTo>
                    <a:pt x="2349546" y="1208047"/>
                  </a:lnTo>
                  <a:lnTo>
                    <a:pt x="2359674" y="1207964"/>
                  </a:lnTo>
                  <a:lnTo>
                    <a:pt x="2369801" y="1207903"/>
                  </a:lnTo>
                  <a:lnTo>
                    <a:pt x="2379929" y="1207876"/>
                  </a:lnTo>
                  <a:lnTo>
                    <a:pt x="2390056" y="1207889"/>
                  </a:lnTo>
                  <a:lnTo>
                    <a:pt x="2400183" y="1207939"/>
                  </a:lnTo>
                  <a:lnTo>
                    <a:pt x="2410311" y="1208019"/>
                  </a:lnTo>
                  <a:lnTo>
                    <a:pt x="2420438" y="1208118"/>
                  </a:lnTo>
                  <a:lnTo>
                    <a:pt x="2430565" y="1208222"/>
                  </a:lnTo>
                  <a:lnTo>
                    <a:pt x="2440693" y="1208320"/>
                  </a:lnTo>
                  <a:lnTo>
                    <a:pt x="2450820" y="1208405"/>
                  </a:lnTo>
                  <a:lnTo>
                    <a:pt x="2460947" y="1208474"/>
                  </a:lnTo>
                  <a:lnTo>
                    <a:pt x="2471075" y="1208526"/>
                  </a:lnTo>
                  <a:lnTo>
                    <a:pt x="2481202" y="1208563"/>
                  </a:lnTo>
                  <a:lnTo>
                    <a:pt x="2491330" y="1208588"/>
                  </a:lnTo>
                  <a:lnTo>
                    <a:pt x="2501457" y="1208603"/>
                  </a:lnTo>
                  <a:lnTo>
                    <a:pt x="2511584" y="1208612"/>
                  </a:lnTo>
                  <a:lnTo>
                    <a:pt x="2521712" y="1208617"/>
                  </a:lnTo>
                  <a:lnTo>
                    <a:pt x="2531839" y="1208620"/>
                  </a:lnTo>
                  <a:lnTo>
                    <a:pt x="2541966" y="1208621"/>
                  </a:lnTo>
                  <a:lnTo>
                    <a:pt x="2552094" y="1208622"/>
                  </a:lnTo>
                  <a:lnTo>
                    <a:pt x="2562221" y="1208622"/>
                  </a:lnTo>
                  <a:lnTo>
                    <a:pt x="2572348" y="1208622"/>
                  </a:lnTo>
                  <a:lnTo>
                    <a:pt x="2582476" y="1208622"/>
                  </a:lnTo>
                  <a:lnTo>
                    <a:pt x="2592603" y="1208622"/>
                  </a:lnTo>
                  <a:lnTo>
                    <a:pt x="2602730" y="1208621"/>
                  </a:lnTo>
                  <a:lnTo>
                    <a:pt x="2612858" y="1208620"/>
                  </a:lnTo>
                  <a:lnTo>
                    <a:pt x="2622985" y="1208618"/>
                  </a:lnTo>
                  <a:lnTo>
                    <a:pt x="2633113" y="1208614"/>
                  </a:lnTo>
                  <a:lnTo>
                    <a:pt x="2643240" y="1208607"/>
                  </a:lnTo>
                  <a:lnTo>
                    <a:pt x="2653367" y="1208596"/>
                  </a:lnTo>
                  <a:lnTo>
                    <a:pt x="2663495" y="1208580"/>
                  </a:lnTo>
                  <a:lnTo>
                    <a:pt x="2673622" y="1208558"/>
                  </a:lnTo>
                  <a:lnTo>
                    <a:pt x="2683749" y="1208531"/>
                  </a:lnTo>
                  <a:lnTo>
                    <a:pt x="2693877" y="1208501"/>
                  </a:lnTo>
                  <a:lnTo>
                    <a:pt x="2704004" y="1208470"/>
                  </a:lnTo>
                  <a:lnTo>
                    <a:pt x="2714131" y="1208444"/>
                  </a:lnTo>
                  <a:lnTo>
                    <a:pt x="2724259" y="1208426"/>
                  </a:lnTo>
                  <a:lnTo>
                    <a:pt x="2734386" y="1208421"/>
                  </a:lnTo>
                  <a:lnTo>
                    <a:pt x="2744513" y="1208428"/>
                  </a:lnTo>
                  <a:lnTo>
                    <a:pt x="2754641" y="1208447"/>
                  </a:lnTo>
                  <a:lnTo>
                    <a:pt x="2764768" y="1208474"/>
                  </a:lnTo>
                  <a:lnTo>
                    <a:pt x="2774896" y="1208506"/>
                  </a:lnTo>
                  <a:lnTo>
                    <a:pt x="2785023" y="1208536"/>
                  </a:lnTo>
                  <a:lnTo>
                    <a:pt x="2795150" y="1208563"/>
                  </a:lnTo>
                  <a:lnTo>
                    <a:pt x="2805278" y="1208583"/>
                  </a:lnTo>
                  <a:lnTo>
                    <a:pt x="2815405" y="1208599"/>
                  </a:lnTo>
                  <a:lnTo>
                    <a:pt x="2825532" y="1208609"/>
                  </a:lnTo>
                  <a:lnTo>
                    <a:pt x="2835660" y="1208615"/>
                  </a:lnTo>
                  <a:lnTo>
                    <a:pt x="2845787" y="1208619"/>
                  </a:lnTo>
                  <a:lnTo>
                    <a:pt x="2855914" y="1208621"/>
                  </a:lnTo>
                  <a:lnTo>
                    <a:pt x="2866042" y="1208621"/>
                  </a:lnTo>
                  <a:lnTo>
                    <a:pt x="2876169" y="1208622"/>
                  </a:lnTo>
                  <a:lnTo>
                    <a:pt x="2886296" y="1208622"/>
                  </a:lnTo>
                  <a:lnTo>
                    <a:pt x="2896424" y="1208622"/>
                  </a:lnTo>
                  <a:lnTo>
                    <a:pt x="2906551" y="1208622"/>
                  </a:lnTo>
                  <a:lnTo>
                    <a:pt x="2916679" y="1208622"/>
                  </a:lnTo>
                  <a:lnTo>
                    <a:pt x="2926806" y="1208622"/>
                  </a:lnTo>
                  <a:lnTo>
                    <a:pt x="2936933" y="1208622"/>
                  </a:lnTo>
                  <a:lnTo>
                    <a:pt x="2947061" y="1208622"/>
                  </a:lnTo>
                  <a:lnTo>
                    <a:pt x="2957188" y="1208622"/>
                  </a:lnTo>
                  <a:lnTo>
                    <a:pt x="2967315" y="1208622"/>
                  </a:lnTo>
                  <a:lnTo>
                    <a:pt x="2977443" y="1208622"/>
                  </a:lnTo>
                  <a:lnTo>
                    <a:pt x="2987570" y="1208622"/>
                  </a:lnTo>
                  <a:lnTo>
                    <a:pt x="2997697" y="1208622"/>
                  </a:lnTo>
                  <a:lnTo>
                    <a:pt x="3007825" y="1208622"/>
                  </a:lnTo>
                  <a:lnTo>
                    <a:pt x="3017952" y="1208622"/>
                  </a:lnTo>
                  <a:lnTo>
                    <a:pt x="3028079" y="1208622"/>
                  </a:lnTo>
                  <a:lnTo>
                    <a:pt x="3038207" y="1208622"/>
                  </a:lnTo>
                  <a:lnTo>
                    <a:pt x="3048334" y="1208622"/>
                  </a:lnTo>
                  <a:lnTo>
                    <a:pt x="3058462" y="1208622"/>
                  </a:lnTo>
                  <a:lnTo>
                    <a:pt x="3068589" y="1208622"/>
                  </a:lnTo>
                  <a:lnTo>
                    <a:pt x="3078716" y="1208622"/>
                  </a:lnTo>
                  <a:lnTo>
                    <a:pt x="3088844" y="1208622"/>
                  </a:lnTo>
                  <a:lnTo>
                    <a:pt x="3098971" y="1208622"/>
                  </a:lnTo>
                  <a:lnTo>
                    <a:pt x="3109098" y="1208622"/>
                  </a:lnTo>
                  <a:lnTo>
                    <a:pt x="3119226" y="1208622"/>
                  </a:lnTo>
                  <a:lnTo>
                    <a:pt x="3129353" y="1208622"/>
                  </a:lnTo>
                  <a:lnTo>
                    <a:pt x="3139480" y="1208622"/>
                  </a:lnTo>
                  <a:lnTo>
                    <a:pt x="3149608" y="1208622"/>
                  </a:lnTo>
                  <a:lnTo>
                    <a:pt x="3159735" y="1208622"/>
                  </a:lnTo>
                  <a:lnTo>
                    <a:pt x="3169862" y="1208622"/>
                  </a:lnTo>
                  <a:lnTo>
                    <a:pt x="3179990" y="1208622"/>
                  </a:lnTo>
                  <a:lnTo>
                    <a:pt x="3190117" y="1208622"/>
                  </a:lnTo>
                  <a:lnTo>
                    <a:pt x="3200245" y="1208622"/>
                  </a:lnTo>
                  <a:lnTo>
                    <a:pt x="3210372" y="1208622"/>
                  </a:lnTo>
                  <a:lnTo>
                    <a:pt x="3220499" y="1208622"/>
                  </a:lnTo>
                  <a:lnTo>
                    <a:pt x="3230627" y="1208622"/>
                  </a:lnTo>
                  <a:lnTo>
                    <a:pt x="3240754" y="1208622"/>
                  </a:lnTo>
                  <a:lnTo>
                    <a:pt x="3250881" y="1208622"/>
                  </a:lnTo>
                  <a:lnTo>
                    <a:pt x="3261009" y="1208622"/>
                  </a:lnTo>
                  <a:lnTo>
                    <a:pt x="3271136" y="1208622"/>
                  </a:lnTo>
                  <a:lnTo>
                    <a:pt x="3281263" y="1208622"/>
                  </a:lnTo>
                  <a:lnTo>
                    <a:pt x="3291391" y="1208622"/>
                  </a:lnTo>
                  <a:lnTo>
                    <a:pt x="3301518" y="1208622"/>
                  </a:lnTo>
                  <a:lnTo>
                    <a:pt x="3311645" y="1208622"/>
                  </a:lnTo>
                  <a:lnTo>
                    <a:pt x="3321773" y="1208622"/>
                  </a:lnTo>
                  <a:lnTo>
                    <a:pt x="3331900" y="1208622"/>
                  </a:lnTo>
                  <a:lnTo>
                    <a:pt x="3342028" y="1208622"/>
                  </a:lnTo>
                  <a:lnTo>
                    <a:pt x="3352155" y="1208622"/>
                  </a:lnTo>
                  <a:lnTo>
                    <a:pt x="3362282" y="1208622"/>
                  </a:lnTo>
                  <a:lnTo>
                    <a:pt x="3372410" y="1208622"/>
                  </a:lnTo>
                  <a:lnTo>
                    <a:pt x="3382537" y="1208622"/>
                  </a:lnTo>
                  <a:lnTo>
                    <a:pt x="3392664" y="1208622"/>
                  </a:lnTo>
                  <a:lnTo>
                    <a:pt x="3402792" y="1208622"/>
                  </a:lnTo>
                  <a:lnTo>
                    <a:pt x="3412919" y="1208622"/>
                  </a:lnTo>
                  <a:lnTo>
                    <a:pt x="3423046" y="1208622"/>
                  </a:lnTo>
                  <a:lnTo>
                    <a:pt x="3433174" y="1208622"/>
                  </a:lnTo>
                  <a:lnTo>
                    <a:pt x="3443301" y="1208622"/>
                  </a:lnTo>
                  <a:lnTo>
                    <a:pt x="3453428" y="1208622"/>
                  </a:lnTo>
                  <a:lnTo>
                    <a:pt x="3463556" y="1208622"/>
                  </a:lnTo>
                  <a:lnTo>
                    <a:pt x="3473683" y="1208622"/>
                  </a:lnTo>
                  <a:lnTo>
                    <a:pt x="3483811" y="1208622"/>
                  </a:lnTo>
                  <a:lnTo>
                    <a:pt x="3493938" y="1208622"/>
                  </a:lnTo>
                  <a:lnTo>
                    <a:pt x="3504065" y="1208622"/>
                  </a:lnTo>
                  <a:lnTo>
                    <a:pt x="3514193" y="1208622"/>
                  </a:lnTo>
                  <a:lnTo>
                    <a:pt x="3524320" y="1208622"/>
                  </a:lnTo>
                  <a:lnTo>
                    <a:pt x="3534447" y="1208622"/>
                  </a:lnTo>
                  <a:lnTo>
                    <a:pt x="3544575" y="1208622"/>
                  </a:lnTo>
                  <a:lnTo>
                    <a:pt x="3554702" y="1208622"/>
                  </a:lnTo>
                  <a:lnTo>
                    <a:pt x="3564829" y="1208622"/>
                  </a:lnTo>
                  <a:lnTo>
                    <a:pt x="3574957" y="1208622"/>
                  </a:lnTo>
                  <a:lnTo>
                    <a:pt x="3585084" y="1208622"/>
                  </a:lnTo>
                  <a:lnTo>
                    <a:pt x="3595211" y="1208622"/>
                  </a:lnTo>
                  <a:lnTo>
                    <a:pt x="3605339" y="1208622"/>
                  </a:lnTo>
                  <a:lnTo>
                    <a:pt x="3615466" y="1208622"/>
                  </a:lnTo>
                  <a:lnTo>
                    <a:pt x="3625594" y="1208622"/>
                  </a:lnTo>
                  <a:lnTo>
                    <a:pt x="3635721" y="1208622"/>
                  </a:lnTo>
                  <a:lnTo>
                    <a:pt x="3645848" y="1208622"/>
                  </a:lnTo>
                  <a:lnTo>
                    <a:pt x="3655976" y="1208622"/>
                  </a:lnTo>
                  <a:lnTo>
                    <a:pt x="3666103" y="1208622"/>
                  </a:lnTo>
                  <a:lnTo>
                    <a:pt x="3676230" y="1208622"/>
                  </a:lnTo>
                  <a:lnTo>
                    <a:pt x="3686358" y="1208622"/>
                  </a:lnTo>
                  <a:lnTo>
                    <a:pt x="3696485" y="1208622"/>
                  </a:lnTo>
                  <a:lnTo>
                    <a:pt x="3706612" y="1208622"/>
                  </a:lnTo>
                  <a:lnTo>
                    <a:pt x="3716740" y="1208622"/>
                  </a:lnTo>
                  <a:lnTo>
                    <a:pt x="3726867" y="1208622"/>
                  </a:lnTo>
                  <a:lnTo>
                    <a:pt x="3736995" y="1208622"/>
                  </a:lnTo>
                  <a:lnTo>
                    <a:pt x="3747122" y="1208622"/>
                  </a:lnTo>
                  <a:lnTo>
                    <a:pt x="3757249" y="1208622"/>
                  </a:lnTo>
                  <a:lnTo>
                    <a:pt x="3767377" y="1208622"/>
                  </a:lnTo>
                  <a:lnTo>
                    <a:pt x="3777504" y="1208621"/>
                  </a:lnTo>
                  <a:lnTo>
                    <a:pt x="3787631" y="1208620"/>
                  </a:lnTo>
                  <a:lnTo>
                    <a:pt x="3797759" y="1208617"/>
                  </a:lnTo>
                  <a:lnTo>
                    <a:pt x="3807886" y="1208612"/>
                  </a:lnTo>
                  <a:lnTo>
                    <a:pt x="3818013" y="1208602"/>
                  </a:lnTo>
                  <a:lnTo>
                    <a:pt x="3828141" y="1208584"/>
                  </a:lnTo>
                  <a:lnTo>
                    <a:pt x="3838268" y="1208554"/>
                  </a:lnTo>
                  <a:lnTo>
                    <a:pt x="3848395" y="1208509"/>
                  </a:lnTo>
                  <a:lnTo>
                    <a:pt x="3858523" y="1208447"/>
                  </a:lnTo>
                  <a:lnTo>
                    <a:pt x="3868650" y="1208369"/>
                  </a:lnTo>
                  <a:lnTo>
                    <a:pt x="3878778" y="1208279"/>
                  </a:lnTo>
                  <a:lnTo>
                    <a:pt x="3888905" y="1208187"/>
                  </a:lnTo>
                  <a:lnTo>
                    <a:pt x="3899032" y="1208106"/>
                  </a:lnTo>
                  <a:lnTo>
                    <a:pt x="3909160" y="1208048"/>
                  </a:lnTo>
                  <a:lnTo>
                    <a:pt x="3919287" y="1208023"/>
                  </a:lnTo>
                  <a:lnTo>
                    <a:pt x="3929414" y="1208036"/>
                  </a:lnTo>
                  <a:lnTo>
                    <a:pt x="3939542" y="1208085"/>
                  </a:lnTo>
                  <a:lnTo>
                    <a:pt x="3949669" y="1208160"/>
                  </a:lnTo>
                  <a:lnTo>
                    <a:pt x="3959796" y="1208250"/>
                  </a:lnTo>
                  <a:lnTo>
                    <a:pt x="3969924" y="1208342"/>
                  </a:lnTo>
                  <a:lnTo>
                    <a:pt x="3980051" y="1208424"/>
                  </a:lnTo>
                  <a:lnTo>
                    <a:pt x="3990178" y="1208492"/>
                  </a:lnTo>
                  <a:lnTo>
                    <a:pt x="4000306" y="1208542"/>
                  </a:lnTo>
                  <a:lnTo>
                    <a:pt x="4010433" y="1208576"/>
                  </a:lnTo>
                  <a:lnTo>
                    <a:pt x="4020561" y="1208595"/>
                  </a:lnTo>
                  <a:lnTo>
                    <a:pt x="4030688" y="1208605"/>
                  </a:lnTo>
                  <a:lnTo>
                    <a:pt x="4040815" y="1208603"/>
                  </a:lnTo>
                  <a:lnTo>
                    <a:pt x="4050943" y="1208586"/>
                  </a:lnTo>
                  <a:lnTo>
                    <a:pt x="4061070" y="1208543"/>
                  </a:lnTo>
                  <a:lnTo>
                    <a:pt x="4071197" y="1208450"/>
                  </a:lnTo>
                  <a:lnTo>
                    <a:pt x="4081325" y="1208269"/>
                  </a:lnTo>
                  <a:lnTo>
                    <a:pt x="4091452" y="1207943"/>
                  </a:lnTo>
                  <a:lnTo>
                    <a:pt x="4101579" y="1207401"/>
                  </a:lnTo>
                  <a:lnTo>
                    <a:pt x="4111707" y="1206565"/>
                  </a:lnTo>
                  <a:lnTo>
                    <a:pt x="4121834" y="1205375"/>
                  </a:lnTo>
                  <a:lnTo>
                    <a:pt x="4131961" y="1203816"/>
                  </a:lnTo>
                  <a:lnTo>
                    <a:pt x="4142089" y="1201946"/>
                  </a:lnTo>
                  <a:lnTo>
                    <a:pt x="4152216" y="1199919"/>
                  </a:lnTo>
                  <a:lnTo>
                    <a:pt x="4162344" y="1197976"/>
                  </a:lnTo>
                  <a:lnTo>
                    <a:pt x="4172471" y="1196404"/>
                  </a:lnTo>
                  <a:lnTo>
                    <a:pt x="4182598" y="1195477"/>
                  </a:lnTo>
                  <a:lnTo>
                    <a:pt x="4192726" y="1195414"/>
                  </a:lnTo>
                  <a:lnTo>
                    <a:pt x="4202853" y="1196203"/>
                  </a:lnTo>
                  <a:lnTo>
                    <a:pt x="4212980" y="1197676"/>
                  </a:lnTo>
                  <a:lnTo>
                    <a:pt x="4223108" y="1199572"/>
                  </a:lnTo>
                  <a:lnTo>
                    <a:pt x="4233235" y="1201601"/>
                  </a:lnTo>
                  <a:lnTo>
                    <a:pt x="4243362" y="1203511"/>
                  </a:lnTo>
                  <a:lnTo>
                    <a:pt x="4253490" y="1205132"/>
                  </a:lnTo>
                  <a:lnTo>
                    <a:pt x="4263617" y="1206388"/>
                  </a:lnTo>
                  <a:lnTo>
                    <a:pt x="4273744" y="1207282"/>
                  </a:lnTo>
                  <a:lnTo>
                    <a:pt x="4283872" y="1207870"/>
                  </a:lnTo>
                  <a:lnTo>
                    <a:pt x="4293999" y="1208227"/>
                  </a:lnTo>
                  <a:lnTo>
                    <a:pt x="4304127" y="1208429"/>
                  </a:lnTo>
                  <a:lnTo>
                    <a:pt x="4314254" y="1208534"/>
                  </a:lnTo>
                  <a:lnTo>
                    <a:pt x="4324381" y="1208584"/>
                  </a:lnTo>
                  <a:lnTo>
                    <a:pt x="4334509" y="1208607"/>
                  </a:lnTo>
                  <a:lnTo>
                    <a:pt x="4344636" y="1208617"/>
                  </a:lnTo>
                  <a:lnTo>
                    <a:pt x="4354763" y="1208620"/>
                  </a:lnTo>
                  <a:lnTo>
                    <a:pt x="4364891" y="1208622"/>
                  </a:lnTo>
                  <a:lnTo>
                    <a:pt x="4375018" y="1208622"/>
                  </a:lnTo>
                  <a:lnTo>
                    <a:pt x="4385145" y="1208622"/>
                  </a:lnTo>
                  <a:lnTo>
                    <a:pt x="4395273" y="1208622"/>
                  </a:lnTo>
                  <a:lnTo>
                    <a:pt x="4405400" y="1208622"/>
                  </a:lnTo>
                  <a:lnTo>
                    <a:pt x="4415527" y="1208622"/>
                  </a:lnTo>
                  <a:lnTo>
                    <a:pt x="4425655" y="1208622"/>
                  </a:lnTo>
                  <a:lnTo>
                    <a:pt x="4435782" y="1208622"/>
                  </a:lnTo>
                  <a:lnTo>
                    <a:pt x="4445910" y="1208622"/>
                  </a:lnTo>
                  <a:lnTo>
                    <a:pt x="4456037" y="1208622"/>
                  </a:lnTo>
                  <a:lnTo>
                    <a:pt x="4466164" y="1208622"/>
                  </a:lnTo>
                  <a:lnTo>
                    <a:pt x="4476292" y="1208622"/>
                  </a:lnTo>
                  <a:lnTo>
                    <a:pt x="4486419" y="1208622"/>
                  </a:lnTo>
                  <a:lnTo>
                    <a:pt x="4496546" y="1208622"/>
                  </a:lnTo>
                  <a:lnTo>
                    <a:pt x="4506674" y="1208622"/>
                  </a:lnTo>
                  <a:lnTo>
                    <a:pt x="4516801" y="1208622"/>
                  </a:lnTo>
                  <a:lnTo>
                    <a:pt x="4526928" y="1208622"/>
                  </a:lnTo>
                  <a:lnTo>
                    <a:pt x="4537056" y="1208622"/>
                  </a:lnTo>
                  <a:lnTo>
                    <a:pt x="4547183" y="1208622"/>
                  </a:lnTo>
                  <a:lnTo>
                    <a:pt x="4557310" y="1208622"/>
                  </a:lnTo>
                  <a:lnTo>
                    <a:pt x="4567438" y="1208622"/>
                  </a:lnTo>
                  <a:lnTo>
                    <a:pt x="4577565" y="1208622"/>
                  </a:lnTo>
                  <a:lnTo>
                    <a:pt x="4587693" y="1208622"/>
                  </a:lnTo>
                  <a:lnTo>
                    <a:pt x="4597820" y="1208622"/>
                  </a:lnTo>
                  <a:lnTo>
                    <a:pt x="4607947" y="1208622"/>
                  </a:lnTo>
                  <a:lnTo>
                    <a:pt x="4618075" y="1208622"/>
                  </a:lnTo>
                  <a:lnTo>
                    <a:pt x="4628202" y="1208622"/>
                  </a:lnTo>
                  <a:lnTo>
                    <a:pt x="4638329" y="1208622"/>
                  </a:lnTo>
                  <a:lnTo>
                    <a:pt x="4648457" y="1208622"/>
                  </a:lnTo>
                  <a:lnTo>
                    <a:pt x="4658584" y="1208622"/>
                  </a:lnTo>
                  <a:lnTo>
                    <a:pt x="4668711" y="1208622"/>
                  </a:lnTo>
                  <a:lnTo>
                    <a:pt x="4678839" y="1208622"/>
                  </a:lnTo>
                  <a:lnTo>
                    <a:pt x="4688966" y="1208622"/>
                  </a:lnTo>
                  <a:lnTo>
                    <a:pt x="4699093" y="1208622"/>
                  </a:lnTo>
                  <a:lnTo>
                    <a:pt x="4709221" y="1208622"/>
                  </a:lnTo>
                  <a:lnTo>
                    <a:pt x="4719348" y="1208622"/>
                  </a:lnTo>
                  <a:lnTo>
                    <a:pt x="4729476" y="1208622"/>
                  </a:lnTo>
                  <a:lnTo>
                    <a:pt x="4739603" y="1208622"/>
                  </a:lnTo>
                  <a:lnTo>
                    <a:pt x="4749730" y="1208622"/>
                  </a:lnTo>
                  <a:lnTo>
                    <a:pt x="4759858" y="1208622"/>
                  </a:lnTo>
                  <a:lnTo>
                    <a:pt x="4769985" y="1208622"/>
                  </a:lnTo>
                  <a:lnTo>
                    <a:pt x="4780112" y="1208622"/>
                  </a:lnTo>
                  <a:lnTo>
                    <a:pt x="4790240" y="1208622"/>
                  </a:lnTo>
                  <a:lnTo>
                    <a:pt x="4800367" y="1208622"/>
                  </a:lnTo>
                  <a:lnTo>
                    <a:pt x="4810494" y="1208622"/>
                  </a:lnTo>
                  <a:lnTo>
                    <a:pt x="4820622" y="1208622"/>
                  </a:lnTo>
                  <a:lnTo>
                    <a:pt x="4830749" y="1208622"/>
                  </a:lnTo>
                  <a:lnTo>
                    <a:pt x="4840877" y="1208622"/>
                  </a:lnTo>
                  <a:lnTo>
                    <a:pt x="4851004" y="1208622"/>
                  </a:lnTo>
                  <a:lnTo>
                    <a:pt x="4861131" y="1208622"/>
                  </a:lnTo>
                  <a:lnTo>
                    <a:pt x="4871259" y="1208622"/>
                  </a:lnTo>
                  <a:lnTo>
                    <a:pt x="4881386" y="1208622"/>
                  </a:lnTo>
                  <a:lnTo>
                    <a:pt x="4891513" y="1208622"/>
                  </a:lnTo>
                  <a:lnTo>
                    <a:pt x="4901641" y="1208622"/>
                  </a:lnTo>
                  <a:lnTo>
                    <a:pt x="4911768" y="1208622"/>
                  </a:lnTo>
                  <a:lnTo>
                    <a:pt x="4921895" y="1208622"/>
                  </a:lnTo>
                  <a:lnTo>
                    <a:pt x="4932023" y="1208622"/>
                  </a:lnTo>
                  <a:lnTo>
                    <a:pt x="4942150" y="1208622"/>
                  </a:lnTo>
                  <a:lnTo>
                    <a:pt x="4952277" y="1208622"/>
                  </a:lnTo>
                  <a:lnTo>
                    <a:pt x="4962405" y="1208622"/>
                  </a:lnTo>
                  <a:lnTo>
                    <a:pt x="4972532" y="1208622"/>
                  </a:lnTo>
                  <a:lnTo>
                    <a:pt x="4982660" y="1208622"/>
                  </a:lnTo>
                  <a:lnTo>
                    <a:pt x="4992787" y="1208622"/>
                  </a:lnTo>
                  <a:lnTo>
                    <a:pt x="5002914" y="1208622"/>
                  </a:lnTo>
                  <a:lnTo>
                    <a:pt x="5013042" y="1208622"/>
                  </a:lnTo>
                  <a:lnTo>
                    <a:pt x="5023169" y="1208622"/>
                  </a:lnTo>
                  <a:lnTo>
                    <a:pt x="5033296" y="1208622"/>
                  </a:lnTo>
                  <a:lnTo>
                    <a:pt x="5043424" y="1208622"/>
                  </a:lnTo>
                  <a:lnTo>
                    <a:pt x="5053551" y="1208622"/>
                  </a:lnTo>
                  <a:lnTo>
                    <a:pt x="5063678" y="1208622"/>
                  </a:lnTo>
                  <a:lnTo>
                    <a:pt x="5073806" y="1208622"/>
                  </a:lnTo>
                  <a:lnTo>
                    <a:pt x="5083933" y="1208622"/>
                  </a:lnTo>
                  <a:lnTo>
                    <a:pt x="5094060" y="1208622"/>
                  </a:lnTo>
                  <a:lnTo>
                    <a:pt x="5104188" y="1208622"/>
                  </a:lnTo>
                  <a:lnTo>
                    <a:pt x="5114315" y="1208622"/>
                  </a:lnTo>
                  <a:lnTo>
                    <a:pt x="5124443" y="1208622"/>
                  </a:lnTo>
                  <a:lnTo>
                    <a:pt x="5134570" y="1208622"/>
                  </a:lnTo>
                  <a:lnTo>
                    <a:pt x="5144697" y="1208622"/>
                  </a:lnTo>
                  <a:lnTo>
                    <a:pt x="5154825" y="1208622"/>
                  </a:lnTo>
                  <a:lnTo>
                    <a:pt x="5164952" y="1208622"/>
                  </a:lnTo>
                  <a:lnTo>
                    <a:pt x="5175079" y="1208622"/>
                  </a:lnTo>
                  <a:lnTo>
                    <a:pt x="5164952" y="1208622"/>
                  </a:lnTo>
                  <a:lnTo>
                    <a:pt x="5154825" y="1208622"/>
                  </a:lnTo>
                  <a:lnTo>
                    <a:pt x="5144697" y="1208622"/>
                  </a:lnTo>
                  <a:lnTo>
                    <a:pt x="5134570" y="1208622"/>
                  </a:lnTo>
                  <a:lnTo>
                    <a:pt x="5124443" y="1208622"/>
                  </a:lnTo>
                  <a:lnTo>
                    <a:pt x="5114315" y="1208622"/>
                  </a:lnTo>
                  <a:lnTo>
                    <a:pt x="5104188" y="1208622"/>
                  </a:lnTo>
                  <a:lnTo>
                    <a:pt x="5094060" y="1208622"/>
                  </a:lnTo>
                  <a:lnTo>
                    <a:pt x="5083933" y="1208622"/>
                  </a:lnTo>
                  <a:lnTo>
                    <a:pt x="5073806" y="1208622"/>
                  </a:lnTo>
                  <a:lnTo>
                    <a:pt x="5063678" y="1208622"/>
                  </a:lnTo>
                  <a:lnTo>
                    <a:pt x="5053551" y="1208622"/>
                  </a:lnTo>
                  <a:lnTo>
                    <a:pt x="5043424" y="1208622"/>
                  </a:lnTo>
                  <a:lnTo>
                    <a:pt x="5033296" y="1208622"/>
                  </a:lnTo>
                  <a:lnTo>
                    <a:pt x="5023169" y="1208622"/>
                  </a:lnTo>
                  <a:lnTo>
                    <a:pt x="5013042" y="1208622"/>
                  </a:lnTo>
                  <a:lnTo>
                    <a:pt x="5002914" y="1208622"/>
                  </a:lnTo>
                  <a:lnTo>
                    <a:pt x="4992787" y="1208622"/>
                  </a:lnTo>
                  <a:lnTo>
                    <a:pt x="4982660" y="1208622"/>
                  </a:lnTo>
                  <a:lnTo>
                    <a:pt x="4972532" y="1208622"/>
                  </a:lnTo>
                  <a:lnTo>
                    <a:pt x="4962405" y="1208622"/>
                  </a:lnTo>
                  <a:lnTo>
                    <a:pt x="4952277" y="1208622"/>
                  </a:lnTo>
                  <a:lnTo>
                    <a:pt x="4942150" y="1208622"/>
                  </a:lnTo>
                  <a:lnTo>
                    <a:pt x="4932023" y="1208622"/>
                  </a:lnTo>
                  <a:lnTo>
                    <a:pt x="4921895" y="1208622"/>
                  </a:lnTo>
                  <a:lnTo>
                    <a:pt x="4911768" y="1208622"/>
                  </a:lnTo>
                  <a:lnTo>
                    <a:pt x="4901641" y="1208622"/>
                  </a:lnTo>
                  <a:lnTo>
                    <a:pt x="4891513" y="1208622"/>
                  </a:lnTo>
                  <a:lnTo>
                    <a:pt x="4881386" y="1208622"/>
                  </a:lnTo>
                  <a:lnTo>
                    <a:pt x="4871259" y="1208622"/>
                  </a:lnTo>
                  <a:lnTo>
                    <a:pt x="4861131" y="1208622"/>
                  </a:lnTo>
                  <a:lnTo>
                    <a:pt x="4851004" y="1208622"/>
                  </a:lnTo>
                  <a:lnTo>
                    <a:pt x="4840877" y="1208622"/>
                  </a:lnTo>
                  <a:lnTo>
                    <a:pt x="4830749" y="1208622"/>
                  </a:lnTo>
                  <a:lnTo>
                    <a:pt x="4820622" y="1208622"/>
                  </a:lnTo>
                  <a:lnTo>
                    <a:pt x="4810494" y="1208622"/>
                  </a:lnTo>
                  <a:lnTo>
                    <a:pt x="4800367" y="1208622"/>
                  </a:lnTo>
                  <a:lnTo>
                    <a:pt x="4790240" y="1208622"/>
                  </a:lnTo>
                  <a:lnTo>
                    <a:pt x="4780112" y="1208622"/>
                  </a:lnTo>
                  <a:lnTo>
                    <a:pt x="4769985" y="1208622"/>
                  </a:lnTo>
                  <a:lnTo>
                    <a:pt x="4759858" y="1208622"/>
                  </a:lnTo>
                  <a:lnTo>
                    <a:pt x="4749730" y="1208622"/>
                  </a:lnTo>
                  <a:lnTo>
                    <a:pt x="4739603" y="1208622"/>
                  </a:lnTo>
                  <a:lnTo>
                    <a:pt x="4729476" y="1208622"/>
                  </a:lnTo>
                  <a:lnTo>
                    <a:pt x="4719348" y="1208622"/>
                  </a:lnTo>
                  <a:lnTo>
                    <a:pt x="4709221" y="1208622"/>
                  </a:lnTo>
                  <a:lnTo>
                    <a:pt x="4699093" y="1208622"/>
                  </a:lnTo>
                  <a:lnTo>
                    <a:pt x="4688966" y="1208622"/>
                  </a:lnTo>
                  <a:lnTo>
                    <a:pt x="4678839" y="1208622"/>
                  </a:lnTo>
                  <a:lnTo>
                    <a:pt x="4668711" y="1208622"/>
                  </a:lnTo>
                  <a:lnTo>
                    <a:pt x="4658584" y="1208622"/>
                  </a:lnTo>
                  <a:lnTo>
                    <a:pt x="4648457" y="1208622"/>
                  </a:lnTo>
                  <a:lnTo>
                    <a:pt x="4638329" y="1208622"/>
                  </a:lnTo>
                  <a:lnTo>
                    <a:pt x="4628202" y="1208622"/>
                  </a:lnTo>
                  <a:lnTo>
                    <a:pt x="4618075" y="1208622"/>
                  </a:lnTo>
                  <a:lnTo>
                    <a:pt x="4607947" y="1208622"/>
                  </a:lnTo>
                  <a:lnTo>
                    <a:pt x="4597820" y="1208622"/>
                  </a:lnTo>
                  <a:lnTo>
                    <a:pt x="4587693" y="1208622"/>
                  </a:lnTo>
                  <a:lnTo>
                    <a:pt x="4577565" y="1208622"/>
                  </a:lnTo>
                  <a:lnTo>
                    <a:pt x="4567438" y="1208622"/>
                  </a:lnTo>
                  <a:lnTo>
                    <a:pt x="4557310" y="1208622"/>
                  </a:lnTo>
                  <a:lnTo>
                    <a:pt x="4547183" y="1208622"/>
                  </a:lnTo>
                  <a:lnTo>
                    <a:pt x="4537056" y="1208622"/>
                  </a:lnTo>
                  <a:lnTo>
                    <a:pt x="4526928" y="1208622"/>
                  </a:lnTo>
                  <a:lnTo>
                    <a:pt x="4516801" y="1208622"/>
                  </a:lnTo>
                  <a:lnTo>
                    <a:pt x="4506674" y="1208622"/>
                  </a:lnTo>
                  <a:lnTo>
                    <a:pt x="4496546" y="1208622"/>
                  </a:lnTo>
                  <a:lnTo>
                    <a:pt x="4486419" y="1208622"/>
                  </a:lnTo>
                  <a:lnTo>
                    <a:pt x="4476292" y="1208622"/>
                  </a:lnTo>
                  <a:lnTo>
                    <a:pt x="4466164" y="1208622"/>
                  </a:lnTo>
                  <a:lnTo>
                    <a:pt x="4456037" y="1208622"/>
                  </a:lnTo>
                  <a:lnTo>
                    <a:pt x="4445910" y="1208622"/>
                  </a:lnTo>
                  <a:lnTo>
                    <a:pt x="4435782" y="1208622"/>
                  </a:lnTo>
                  <a:lnTo>
                    <a:pt x="4425655" y="1208622"/>
                  </a:lnTo>
                  <a:lnTo>
                    <a:pt x="4415527" y="1208622"/>
                  </a:lnTo>
                  <a:lnTo>
                    <a:pt x="4405400" y="1208622"/>
                  </a:lnTo>
                  <a:lnTo>
                    <a:pt x="4395273" y="1208622"/>
                  </a:lnTo>
                  <a:lnTo>
                    <a:pt x="4385145" y="1208622"/>
                  </a:lnTo>
                  <a:lnTo>
                    <a:pt x="4375018" y="1208622"/>
                  </a:lnTo>
                  <a:lnTo>
                    <a:pt x="4364891" y="1208622"/>
                  </a:lnTo>
                  <a:lnTo>
                    <a:pt x="4354763" y="1208622"/>
                  </a:lnTo>
                  <a:lnTo>
                    <a:pt x="4344636" y="1208622"/>
                  </a:lnTo>
                  <a:lnTo>
                    <a:pt x="4334509" y="1208622"/>
                  </a:lnTo>
                  <a:lnTo>
                    <a:pt x="4324381" y="1208622"/>
                  </a:lnTo>
                  <a:lnTo>
                    <a:pt x="4314254" y="1208622"/>
                  </a:lnTo>
                  <a:lnTo>
                    <a:pt x="4304127" y="1208622"/>
                  </a:lnTo>
                  <a:lnTo>
                    <a:pt x="4293999" y="1208622"/>
                  </a:lnTo>
                  <a:lnTo>
                    <a:pt x="4283872" y="1208622"/>
                  </a:lnTo>
                  <a:lnTo>
                    <a:pt x="4273744" y="1208622"/>
                  </a:lnTo>
                  <a:lnTo>
                    <a:pt x="4263617" y="1208622"/>
                  </a:lnTo>
                  <a:lnTo>
                    <a:pt x="4253490" y="1208622"/>
                  </a:lnTo>
                  <a:lnTo>
                    <a:pt x="4243362" y="1208622"/>
                  </a:lnTo>
                  <a:lnTo>
                    <a:pt x="4233235" y="1208622"/>
                  </a:lnTo>
                  <a:lnTo>
                    <a:pt x="4223108" y="1208622"/>
                  </a:lnTo>
                  <a:lnTo>
                    <a:pt x="4212980" y="1208622"/>
                  </a:lnTo>
                  <a:lnTo>
                    <a:pt x="4202853" y="1208622"/>
                  </a:lnTo>
                  <a:lnTo>
                    <a:pt x="4192726" y="1208622"/>
                  </a:lnTo>
                  <a:lnTo>
                    <a:pt x="4182598" y="1208622"/>
                  </a:lnTo>
                  <a:lnTo>
                    <a:pt x="4172471" y="1208622"/>
                  </a:lnTo>
                  <a:lnTo>
                    <a:pt x="4162344" y="1208622"/>
                  </a:lnTo>
                  <a:lnTo>
                    <a:pt x="4152216" y="1208622"/>
                  </a:lnTo>
                  <a:lnTo>
                    <a:pt x="4142089" y="1208622"/>
                  </a:lnTo>
                  <a:lnTo>
                    <a:pt x="4131961" y="1208622"/>
                  </a:lnTo>
                  <a:lnTo>
                    <a:pt x="4121834" y="1208622"/>
                  </a:lnTo>
                  <a:lnTo>
                    <a:pt x="4111707" y="1208622"/>
                  </a:lnTo>
                  <a:lnTo>
                    <a:pt x="4101579" y="1208622"/>
                  </a:lnTo>
                  <a:lnTo>
                    <a:pt x="4091452" y="1208622"/>
                  </a:lnTo>
                  <a:lnTo>
                    <a:pt x="4081325" y="1208622"/>
                  </a:lnTo>
                  <a:lnTo>
                    <a:pt x="4071197" y="1208622"/>
                  </a:lnTo>
                  <a:lnTo>
                    <a:pt x="4061070" y="1208622"/>
                  </a:lnTo>
                  <a:lnTo>
                    <a:pt x="4050943" y="1208622"/>
                  </a:lnTo>
                  <a:lnTo>
                    <a:pt x="4040815" y="1208622"/>
                  </a:lnTo>
                  <a:lnTo>
                    <a:pt x="4030688" y="1208622"/>
                  </a:lnTo>
                  <a:lnTo>
                    <a:pt x="4020561" y="1208622"/>
                  </a:lnTo>
                  <a:lnTo>
                    <a:pt x="4010433" y="1208622"/>
                  </a:lnTo>
                  <a:lnTo>
                    <a:pt x="4000306" y="1208622"/>
                  </a:lnTo>
                  <a:lnTo>
                    <a:pt x="3990178" y="1208622"/>
                  </a:lnTo>
                  <a:lnTo>
                    <a:pt x="3980051" y="1208622"/>
                  </a:lnTo>
                  <a:lnTo>
                    <a:pt x="3969924" y="1208622"/>
                  </a:lnTo>
                  <a:lnTo>
                    <a:pt x="3959796" y="1208622"/>
                  </a:lnTo>
                  <a:lnTo>
                    <a:pt x="3949669" y="1208622"/>
                  </a:lnTo>
                  <a:lnTo>
                    <a:pt x="3939542" y="1208622"/>
                  </a:lnTo>
                  <a:lnTo>
                    <a:pt x="3929414" y="1208622"/>
                  </a:lnTo>
                  <a:lnTo>
                    <a:pt x="3919287" y="1208622"/>
                  </a:lnTo>
                  <a:lnTo>
                    <a:pt x="3909160" y="1208622"/>
                  </a:lnTo>
                  <a:lnTo>
                    <a:pt x="3899032" y="1208622"/>
                  </a:lnTo>
                  <a:lnTo>
                    <a:pt x="3888905" y="1208622"/>
                  </a:lnTo>
                  <a:lnTo>
                    <a:pt x="3878778" y="1208622"/>
                  </a:lnTo>
                  <a:lnTo>
                    <a:pt x="3868650" y="1208622"/>
                  </a:lnTo>
                  <a:lnTo>
                    <a:pt x="3858523" y="1208622"/>
                  </a:lnTo>
                  <a:lnTo>
                    <a:pt x="3848395" y="1208622"/>
                  </a:lnTo>
                  <a:lnTo>
                    <a:pt x="3838268" y="1208622"/>
                  </a:lnTo>
                  <a:lnTo>
                    <a:pt x="3828141" y="1208622"/>
                  </a:lnTo>
                  <a:lnTo>
                    <a:pt x="3818013" y="1208622"/>
                  </a:lnTo>
                  <a:lnTo>
                    <a:pt x="3807886" y="1208622"/>
                  </a:lnTo>
                  <a:lnTo>
                    <a:pt x="3797759" y="1208622"/>
                  </a:lnTo>
                  <a:lnTo>
                    <a:pt x="3787631" y="1208622"/>
                  </a:lnTo>
                  <a:lnTo>
                    <a:pt x="3777504" y="1208622"/>
                  </a:lnTo>
                  <a:lnTo>
                    <a:pt x="3767377" y="1208622"/>
                  </a:lnTo>
                  <a:lnTo>
                    <a:pt x="3757249" y="1208622"/>
                  </a:lnTo>
                  <a:lnTo>
                    <a:pt x="3747122" y="1208622"/>
                  </a:lnTo>
                  <a:lnTo>
                    <a:pt x="3736995" y="1208622"/>
                  </a:lnTo>
                  <a:lnTo>
                    <a:pt x="3726867" y="1208622"/>
                  </a:lnTo>
                  <a:lnTo>
                    <a:pt x="3716740" y="1208622"/>
                  </a:lnTo>
                  <a:lnTo>
                    <a:pt x="3706612" y="1208622"/>
                  </a:lnTo>
                  <a:lnTo>
                    <a:pt x="3696485" y="1208622"/>
                  </a:lnTo>
                  <a:lnTo>
                    <a:pt x="3686358" y="1208622"/>
                  </a:lnTo>
                  <a:lnTo>
                    <a:pt x="3676230" y="1208622"/>
                  </a:lnTo>
                  <a:lnTo>
                    <a:pt x="3666103" y="1208622"/>
                  </a:lnTo>
                  <a:lnTo>
                    <a:pt x="3655976" y="1208622"/>
                  </a:lnTo>
                  <a:lnTo>
                    <a:pt x="3645848" y="1208622"/>
                  </a:lnTo>
                  <a:lnTo>
                    <a:pt x="3635721" y="1208622"/>
                  </a:lnTo>
                  <a:lnTo>
                    <a:pt x="3625594" y="1208622"/>
                  </a:lnTo>
                  <a:lnTo>
                    <a:pt x="3615466" y="1208622"/>
                  </a:lnTo>
                  <a:lnTo>
                    <a:pt x="3605339" y="1208622"/>
                  </a:lnTo>
                  <a:lnTo>
                    <a:pt x="3595211" y="1208622"/>
                  </a:lnTo>
                  <a:lnTo>
                    <a:pt x="3585084" y="1208622"/>
                  </a:lnTo>
                  <a:lnTo>
                    <a:pt x="3574957" y="1208622"/>
                  </a:lnTo>
                  <a:lnTo>
                    <a:pt x="3564829" y="1208622"/>
                  </a:lnTo>
                  <a:lnTo>
                    <a:pt x="3554702" y="1208622"/>
                  </a:lnTo>
                  <a:lnTo>
                    <a:pt x="3544575" y="1208622"/>
                  </a:lnTo>
                  <a:lnTo>
                    <a:pt x="3534447" y="1208622"/>
                  </a:lnTo>
                  <a:lnTo>
                    <a:pt x="3524320" y="1208622"/>
                  </a:lnTo>
                  <a:lnTo>
                    <a:pt x="3514193" y="1208622"/>
                  </a:lnTo>
                  <a:lnTo>
                    <a:pt x="3504065" y="1208622"/>
                  </a:lnTo>
                  <a:lnTo>
                    <a:pt x="3493938" y="1208622"/>
                  </a:lnTo>
                  <a:lnTo>
                    <a:pt x="3483811" y="1208622"/>
                  </a:lnTo>
                  <a:lnTo>
                    <a:pt x="3473683" y="1208622"/>
                  </a:lnTo>
                  <a:lnTo>
                    <a:pt x="3463556" y="1208622"/>
                  </a:lnTo>
                  <a:lnTo>
                    <a:pt x="3453428" y="1208622"/>
                  </a:lnTo>
                  <a:lnTo>
                    <a:pt x="3443301" y="1208622"/>
                  </a:lnTo>
                  <a:lnTo>
                    <a:pt x="3433174" y="1208622"/>
                  </a:lnTo>
                  <a:lnTo>
                    <a:pt x="3423046" y="1208622"/>
                  </a:lnTo>
                  <a:lnTo>
                    <a:pt x="3412919" y="1208622"/>
                  </a:lnTo>
                  <a:lnTo>
                    <a:pt x="3402792" y="1208622"/>
                  </a:lnTo>
                  <a:lnTo>
                    <a:pt x="3392664" y="1208622"/>
                  </a:lnTo>
                  <a:lnTo>
                    <a:pt x="3382537" y="1208622"/>
                  </a:lnTo>
                  <a:lnTo>
                    <a:pt x="3372410" y="1208622"/>
                  </a:lnTo>
                  <a:lnTo>
                    <a:pt x="3362282" y="1208622"/>
                  </a:lnTo>
                  <a:lnTo>
                    <a:pt x="3352155" y="1208622"/>
                  </a:lnTo>
                  <a:lnTo>
                    <a:pt x="3342028" y="1208622"/>
                  </a:lnTo>
                  <a:lnTo>
                    <a:pt x="3331900" y="1208622"/>
                  </a:lnTo>
                  <a:lnTo>
                    <a:pt x="3321773" y="1208622"/>
                  </a:lnTo>
                  <a:lnTo>
                    <a:pt x="3311645" y="1208622"/>
                  </a:lnTo>
                  <a:lnTo>
                    <a:pt x="3301518" y="1208622"/>
                  </a:lnTo>
                  <a:lnTo>
                    <a:pt x="3291391" y="1208622"/>
                  </a:lnTo>
                  <a:lnTo>
                    <a:pt x="3281263" y="1208622"/>
                  </a:lnTo>
                  <a:lnTo>
                    <a:pt x="3271136" y="1208622"/>
                  </a:lnTo>
                  <a:lnTo>
                    <a:pt x="3261009" y="1208622"/>
                  </a:lnTo>
                  <a:lnTo>
                    <a:pt x="3250881" y="1208622"/>
                  </a:lnTo>
                  <a:lnTo>
                    <a:pt x="3240754" y="1208622"/>
                  </a:lnTo>
                  <a:lnTo>
                    <a:pt x="3230627" y="1208622"/>
                  </a:lnTo>
                  <a:lnTo>
                    <a:pt x="3220499" y="1208622"/>
                  </a:lnTo>
                  <a:lnTo>
                    <a:pt x="3210372" y="1208622"/>
                  </a:lnTo>
                  <a:lnTo>
                    <a:pt x="3200245" y="1208622"/>
                  </a:lnTo>
                  <a:lnTo>
                    <a:pt x="3190117" y="1208622"/>
                  </a:lnTo>
                  <a:lnTo>
                    <a:pt x="3179990" y="1208622"/>
                  </a:lnTo>
                  <a:lnTo>
                    <a:pt x="3169862" y="1208622"/>
                  </a:lnTo>
                  <a:lnTo>
                    <a:pt x="3159735" y="1208622"/>
                  </a:lnTo>
                  <a:lnTo>
                    <a:pt x="3149608" y="1208622"/>
                  </a:lnTo>
                  <a:lnTo>
                    <a:pt x="3139480" y="1208622"/>
                  </a:lnTo>
                  <a:lnTo>
                    <a:pt x="3129353" y="1208622"/>
                  </a:lnTo>
                  <a:lnTo>
                    <a:pt x="3119226" y="1208622"/>
                  </a:lnTo>
                  <a:lnTo>
                    <a:pt x="3109098" y="1208622"/>
                  </a:lnTo>
                  <a:lnTo>
                    <a:pt x="3098971" y="1208622"/>
                  </a:lnTo>
                  <a:lnTo>
                    <a:pt x="3088844" y="1208622"/>
                  </a:lnTo>
                  <a:lnTo>
                    <a:pt x="3078716" y="1208622"/>
                  </a:lnTo>
                  <a:lnTo>
                    <a:pt x="3068589" y="1208622"/>
                  </a:lnTo>
                  <a:lnTo>
                    <a:pt x="3058462" y="1208622"/>
                  </a:lnTo>
                  <a:lnTo>
                    <a:pt x="3048334" y="1208622"/>
                  </a:lnTo>
                  <a:lnTo>
                    <a:pt x="3038207" y="1208622"/>
                  </a:lnTo>
                  <a:lnTo>
                    <a:pt x="3028079" y="1208622"/>
                  </a:lnTo>
                  <a:lnTo>
                    <a:pt x="3017952" y="1208622"/>
                  </a:lnTo>
                  <a:lnTo>
                    <a:pt x="3007825" y="1208622"/>
                  </a:lnTo>
                  <a:lnTo>
                    <a:pt x="2997697" y="1208622"/>
                  </a:lnTo>
                  <a:lnTo>
                    <a:pt x="2987570" y="1208622"/>
                  </a:lnTo>
                  <a:lnTo>
                    <a:pt x="2977443" y="1208622"/>
                  </a:lnTo>
                  <a:lnTo>
                    <a:pt x="2967315" y="1208622"/>
                  </a:lnTo>
                  <a:lnTo>
                    <a:pt x="2957188" y="1208622"/>
                  </a:lnTo>
                  <a:lnTo>
                    <a:pt x="2947061" y="1208622"/>
                  </a:lnTo>
                  <a:lnTo>
                    <a:pt x="2936933" y="1208622"/>
                  </a:lnTo>
                  <a:lnTo>
                    <a:pt x="2926806" y="1208622"/>
                  </a:lnTo>
                  <a:lnTo>
                    <a:pt x="2916679" y="1208622"/>
                  </a:lnTo>
                  <a:lnTo>
                    <a:pt x="2906551" y="1208622"/>
                  </a:lnTo>
                  <a:lnTo>
                    <a:pt x="2896424" y="1208622"/>
                  </a:lnTo>
                  <a:lnTo>
                    <a:pt x="2886296" y="1208622"/>
                  </a:lnTo>
                  <a:lnTo>
                    <a:pt x="2876169" y="1208622"/>
                  </a:lnTo>
                  <a:lnTo>
                    <a:pt x="2866042" y="1208622"/>
                  </a:lnTo>
                  <a:lnTo>
                    <a:pt x="2855914" y="1208622"/>
                  </a:lnTo>
                  <a:lnTo>
                    <a:pt x="2845787" y="1208622"/>
                  </a:lnTo>
                  <a:lnTo>
                    <a:pt x="2835660" y="1208622"/>
                  </a:lnTo>
                  <a:lnTo>
                    <a:pt x="2825532" y="1208622"/>
                  </a:lnTo>
                  <a:lnTo>
                    <a:pt x="2815405" y="1208622"/>
                  </a:lnTo>
                  <a:lnTo>
                    <a:pt x="2805278" y="1208622"/>
                  </a:lnTo>
                  <a:lnTo>
                    <a:pt x="2795150" y="1208622"/>
                  </a:lnTo>
                  <a:lnTo>
                    <a:pt x="2785023" y="1208622"/>
                  </a:lnTo>
                  <a:lnTo>
                    <a:pt x="2774896" y="1208622"/>
                  </a:lnTo>
                  <a:lnTo>
                    <a:pt x="2764768" y="1208622"/>
                  </a:lnTo>
                  <a:lnTo>
                    <a:pt x="2754641" y="1208622"/>
                  </a:lnTo>
                  <a:lnTo>
                    <a:pt x="2744513" y="1208622"/>
                  </a:lnTo>
                  <a:lnTo>
                    <a:pt x="2734386" y="1208622"/>
                  </a:lnTo>
                  <a:lnTo>
                    <a:pt x="2724259" y="1208622"/>
                  </a:lnTo>
                  <a:lnTo>
                    <a:pt x="2714131" y="1208622"/>
                  </a:lnTo>
                  <a:lnTo>
                    <a:pt x="2704004" y="1208622"/>
                  </a:lnTo>
                  <a:lnTo>
                    <a:pt x="2693877" y="1208622"/>
                  </a:lnTo>
                  <a:lnTo>
                    <a:pt x="2683749" y="1208622"/>
                  </a:lnTo>
                  <a:lnTo>
                    <a:pt x="2673622" y="1208622"/>
                  </a:lnTo>
                  <a:lnTo>
                    <a:pt x="2663495" y="1208622"/>
                  </a:lnTo>
                  <a:lnTo>
                    <a:pt x="2653367" y="1208622"/>
                  </a:lnTo>
                  <a:lnTo>
                    <a:pt x="2643240" y="1208622"/>
                  </a:lnTo>
                  <a:lnTo>
                    <a:pt x="2633113" y="1208622"/>
                  </a:lnTo>
                  <a:lnTo>
                    <a:pt x="2622985" y="1208622"/>
                  </a:lnTo>
                  <a:lnTo>
                    <a:pt x="2612858" y="1208622"/>
                  </a:lnTo>
                  <a:lnTo>
                    <a:pt x="2602730" y="1208622"/>
                  </a:lnTo>
                  <a:lnTo>
                    <a:pt x="2592603" y="1208622"/>
                  </a:lnTo>
                  <a:lnTo>
                    <a:pt x="2582476" y="1208622"/>
                  </a:lnTo>
                  <a:lnTo>
                    <a:pt x="2572348" y="1208622"/>
                  </a:lnTo>
                  <a:lnTo>
                    <a:pt x="2562221" y="1208622"/>
                  </a:lnTo>
                  <a:lnTo>
                    <a:pt x="2552094" y="1208622"/>
                  </a:lnTo>
                  <a:lnTo>
                    <a:pt x="2541966" y="1208622"/>
                  </a:lnTo>
                  <a:lnTo>
                    <a:pt x="2531839" y="1208622"/>
                  </a:lnTo>
                  <a:lnTo>
                    <a:pt x="2521712" y="1208622"/>
                  </a:lnTo>
                  <a:lnTo>
                    <a:pt x="2511584" y="1208622"/>
                  </a:lnTo>
                  <a:lnTo>
                    <a:pt x="2501457" y="1208622"/>
                  </a:lnTo>
                  <a:lnTo>
                    <a:pt x="2491330" y="1208622"/>
                  </a:lnTo>
                  <a:lnTo>
                    <a:pt x="2481202" y="1208622"/>
                  </a:lnTo>
                  <a:lnTo>
                    <a:pt x="2471075" y="1208622"/>
                  </a:lnTo>
                  <a:lnTo>
                    <a:pt x="2460947" y="1208622"/>
                  </a:lnTo>
                  <a:lnTo>
                    <a:pt x="2450820" y="1208622"/>
                  </a:lnTo>
                  <a:lnTo>
                    <a:pt x="2440693" y="1208622"/>
                  </a:lnTo>
                  <a:lnTo>
                    <a:pt x="2430565" y="1208622"/>
                  </a:lnTo>
                  <a:lnTo>
                    <a:pt x="2420438" y="1208622"/>
                  </a:lnTo>
                  <a:lnTo>
                    <a:pt x="2410311" y="1208622"/>
                  </a:lnTo>
                  <a:lnTo>
                    <a:pt x="2400183" y="1208622"/>
                  </a:lnTo>
                  <a:lnTo>
                    <a:pt x="2390056" y="1208622"/>
                  </a:lnTo>
                  <a:lnTo>
                    <a:pt x="2379929" y="1208622"/>
                  </a:lnTo>
                  <a:lnTo>
                    <a:pt x="2369801" y="1208622"/>
                  </a:lnTo>
                  <a:lnTo>
                    <a:pt x="2359674" y="1208622"/>
                  </a:lnTo>
                  <a:lnTo>
                    <a:pt x="2349546" y="1208622"/>
                  </a:lnTo>
                  <a:lnTo>
                    <a:pt x="2339419" y="1208622"/>
                  </a:lnTo>
                  <a:lnTo>
                    <a:pt x="2329292" y="1208622"/>
                  </a:lnTo>
                  <a:lnTo>
                    <a:pt x="2319164" y="1208622"/>
                  </a:lnTo>
                  <a:lnTo>
                    <a:pt x="2309037" y="1208622"/>
                  </a:lnTo>
                  <a:lnTo>
                    <a:pt x="2298910" y="1208622"/>
                  </a:lnTo>
                  <a:lnTo>
                    <a:pt x="2288782" y="1208622"/>
                  </a:lnTo>
                  <a:lnTo>
                    <a:pt x="2278655" y="1208622"/>
                  </a:lnTo>
                  <a:lnTo>
                    <a:pt x="2268528" y="1208622"/>
                  </a:lnTo>
                  <a:lnTo>
                    <a:pt x="2258400" y="1208622"/>
                  </a:lnTo>
                  <a:lnTo>
                    <a:pt x="2248273" y="1208622"/>
                  </a:lnTo>
                  <a:lnTo>
                    <a:pt x="2238146" y="1208622"/>
                  </a:lnTo>
                  <a:lnTo>
                    <a:pt x="2228018" y="1208622"/>
                  </a:lnTo>
                  <a:lnTo>
                    <a:pt x="2217891" y="1208622"/>
                  </a:lnTo>
                  <a:lnTo>
                    <a:pt x="2207763" y="1208622"/>
                  </a:lnTo>
                  <a:lnTo>
                    <a:pt x="2197636" y="1208622"/>
                  </a:lnTo>
                  <a:lnTo>
                    <a:pt x="2187509" y="1208622"/>
                  </a:lnTo>
                  <a:lnTo>
                    <a:pt x="2177381" y="1208622"/>
                  </a:lnTo>
                  <a:lnTo>
                    <a:pt x="2167254" y="1208622"/>
                  </a:lnTo>
                  <a:lnTo>
                    <a:pt x="2157127" y="1208622"/>
                  </a:lnTo>
                  <a:lnTo>
                    <a:pt x="2146999" y="1208622"/>
                  </a:lnTo>
                  <a:lnTo>
                    <a:pt x="2136872" y="1208622"/>
                  </a:lnTo>
                  <a:lnTo>
                    <a:pt x="2126745" y="1208622"/>
                  </a:lnTo>
                  <a:lnTo>
                    <a:pt x="2116617" y="1208622"/>
                  </a:lnTo>
                  <a:lnTo>
                    <a:pt x="2106490" y="1208622"/>
                  </a:lnTo>
                  <a:lnTo>
                    <a:pt x="2096363" y="1208622"/>
                  </a:lnTo>
                  <a:lnTo>
                    <a:pt x="2086235" y="1208622"/>
                  </a:lnTo>
                  <a:lnTo>
                    <a:pt x="2076108" y="1208622"/>
                  </a:lnTo>
                  <a:lnTo>
                    <a:pt x="2065980" y="1208622"/>
                  </a:lnTo>
                  <a:lnTo>
                    <a:pt x="2055853" y="1208622"/>
                  </a:lnTo>
                  <a:lnTo>
                    <a:pt x="2045726" y="1208622"/>
                  </a:lnTo>
                  <a:lnTo>
                    <a:pt x="2035598" y="1208622"/>
                  </a:lnTo>
                  <a:lnTo>
                    <a:pt x="2025471" y="1208622"/>
                  </a:lnTo>
                  <a:lnTo>
                    <a:pt x="2015344" y="1208622"/>
                  </a:lnTo>
                  <a:lnTo>
                    <a:pt x="2005216" y="1208622"/>
                  </a:lnTo>
                  <a:lnTo>
                    <a:pt x="1995089" y="1208622"/>
                  </a:lnTo>
                  <a:lnTo>
                    <a:pt x="1984962" y="1208622"/>
                  </a:lnTo>
                  <a:lnTo>
                    <a:pt x="1974834" y="1208622"/>
                  </a:lnTo>
                  <a:lnTo>
                    <a:pt x="1964707" y="1208622"/>
                  </a:lnTo>
                  <a:lnTo>
                    <a:pt x="1954580" y="1208622"/>
                  </a:lnTo>
                  <a:lnTo>
                    <a:pt x="1944452" y="1208622"/>
                  </a:lnTo>
                  <a:lnTo>
                    <a:pt x="1934325" y="1208622"/>
                  </a:lnTo>
                  <a:lnTo>
                    <a:pt x="1924197" y="1208622"/>
                  </a:lnTo>
                  <a:lnTo>
                    <a:pt x="1914070" y="1208622"/>
                  </a:lnTo>
                  <a:lnTo>
                    <a:pt x="1903943" y="1208622"/>
                  </a:lnTo>
                  <a:lnTo>
                    <a:pt x="1893815" y="1208622"/>
                  </a:lnTo>
                  <a:lnTo>
                    <a:pt x="1883688" y="1208622"/>
                  </a:lnTo>
                  <a:lnTo>
                    <a:pt x="1873561" y="1208622"/>
                  </a:lnTo>
                  <a:lnTo>
                    <a:pt x="1863433" y="1208622"/>
                  </a:lnTo>
                  <a:lnTo>
                    <a:pt x="1853306" y="1208622"/>
                  </a:lnTo>
                  <a:lnTo>
                    <a:pt x="1843179" y="1208622"/>
                  </a:lnTo>
                  <a:lnTo>
                    <a:pt x="1833051" y="1208622"/>
                  </a:lnTo>
                  <a:lnTo>
                    <a:pt x="1822924" y="1208622"/>
                  </a:lnTo>
                  <a:lnTo>
                    <a:pt x="1812797" y="1208622"/>
                  </a:lnTo>
                  <a:lnTo>
                    <a:pt x="1802669" y="1208622"/>
                  </a:lnTo>
                  <a:lnTo>
                    <a:pt x="1792542" y="1208622"/>
                  </a:lnTo>
                  <a:lnTo>
                    <a:pt x="1782414" y="1208622"/>
                  </a:lnTo>
                  <a:lnTo>
                    <a:pt x="1772287" y="1208622"/>
                  </a:lnTo>
                  <a:lnTo>
                    <a:pt x="1762160" y="1208622"/>
                  </a:lnTo>
                  <a:lnTo>
                    <a:pt x="1752032" y="1208622"/>
                  </a:lnTo>
                  <a:lnTo>
                    <a:pt x="1741905" y="1208622"/>
                  </a:lnTo>
                  <a:lnTo>
                    <a:pt x="1731778" y="1208622"/>
                  </a:lnTo>
                  <a:lnTo>
                    <a:pt x="1721650" y="1208622"/>
                  </a:lnTo>
                  <a:lnTo>
                    <a:pt x="1711523" y="1208622"/>
                  </a:lnTo>
                  <a:lnTo>
                    <a:pt x="1701396" y="1208622"/>
                  </a:lnTo>
                  <a:lnTo>
                    <a:pt x="1691268" y="1208622"/>
                  </a:lnTo>
                  <a:lnTo>
                    <a:pt x="1681141" y="1208622"/>
                  </a:lnTo>
                  <a:lnTo>
                    <a:pt x="1671014" y="1208622"/>
                  </a:lnTo>
                  <a:lnTo>
                    <a:pt x="1660886" y="1208622"/>
                  </a:lnTo>
                  <a:lnTo>
                    <a:pt x="1650759" y="1208622"/>
                  </a:lnTo>
                  <a:lnTo>
                    <a:pt x="1640631" y="1208622"/>
                  </a:lnTo>
                  <a:lnTo>
                    <a:pt x="1630504" y="1208622"/>
                  </a:lnTo>
                  <a:lnTo>
                    <a:pt x="1620377" y="1208622"/>
                  </a:lnTo>
                  <a:lnTo>
                    <a:pt x="1610249" y="1208622"/>
                  </a:lnTo>
                  <a:lnTo>
                    <a:pt x="1600122" y="1208622"/>
                  </a:lnTo>
                  <a:lnTo>
                    <a:pt x="1589995" y="1208622"/>
                  </a:lnTo>
                  <a:lnTo>
                    <a:pt x="1579867" y="1208622"/>
                  </a:lnTo>
                  <a:lnTo>
                    <a:pt x="1569740" y="1208622"/>
                  </a:lnTo>
                  <a:lnTo>
                    <a:pt x="1559613" y="1208622"/>
                  </a:lnTo>
                  <a:lnTo>
                    <a:pt x="1549485" y="1208622"/>
                  </a:lnTo>
                  <a:lnTo>
                    <a:pt x="1539358" y="1208622"/>
                  </a:lnTo>
                  <a:lnTo>
                    <a:pt x="1529231" y="1208622"/>
                  </a:lnTo>
                  <a:lnTo>
                    <a:pt x="1519103" y="1208622"/>
                  </a:lnTo>
                  <a:lnTo>
                    <a:pt x="1508976" y="1208622"/>
                  </a:lnTo>
                  <a:lnTo>
                    <a:pt x="1498848" y="1208622"/>
                  </a:lnTo>
                  <a:lnTo>
                    <a:pt x="1488721" y="1208622"/>
                  </a:lnTo>
                  <a:lnTo>
                    <a:pt x="1478594" y="1208622"/>
                  </a:lnTo>
                  <a:lnTo>
                    <a:pt x="1468466" y="1208622"/>
                  </a:lnTo>
                  <a:lnTo>
                    <a:pt x="1458339" y="1208622"/>
                  </a:lnTo>
                  <a:lnTo>
                    <a:pt x="1448212" y="1208622"/>
                  </a:lnTo>
                  <a:lnTo>
                    <a:pt x="1438084" y="1208622"/>
                  </a:lnTo>
                  <a:lnTo>
                    <a:pt x="1427957" y="1208622"/>
                  </a:lnTo>
                  <a:lnTo>
                    <a:pt x="1417830" y="1208622"/>
                  </a:lnTo>
                  <a:lnTo>
                    <a:pt x="1407702" y="1208622"/>
                  </a:lnTo>
                  <a:lnTo>
                    <a:pt x="1397575" y="1208622"/>
                  </a:lnTo>
                  <a:lnTo>
                    <a:pt x="1387448" y="1208622"/>
                  </a:lnTo>
                  <a:lnTo>
                    <a:pt x="1377320" y="1208622"/>
                  </a:lnTo>
                  <a:lnTo>
                    <a:pt x="1367193" y="1208622"/>
                  </a:lnTo>
                  <a:lnTo>
                    <a:pt x="1357065" y="1208622"/>
                  </a:lnTo>
                  <a:lnTo>
                    <a:pt x="1346938" y="1208622"/>
                  </a:lnTo>
                  <a:lnTo>
                    <a:pt x="1336811" y="1208622"/>
                  </a:lnTo>
                  <a:lnTo>
                    <a:pt x="1326683" y="1208622"/>
                  </a:lnTo>
                  <a:lnTo>
                    <a:pt x="1316556" y="1208622"/>
                  </a:lnTo>
                  <a:lnTo>
                    <a:pt x="1306429" y="1208622"/>
                  </a:lnTo>
                  <a:lnTo>
                    <a:pt x="1296301" y="1208622"/>
                  </a:lnTo>
                  <a:lnTo>
                    <a:pt x="1286174" y="1208622"/>
                  </a:lnTo>
                  <a:lnTo>
                    <a:pt x="1276047" y="1208622"/>
                  </a:lnTo>
                  <a:lnTo>
                    <a:pt x="1265919" y="1208622"/>
                  </a:lnTo>
                  <a:lnTo>
                    <a:pt x="1255792" y="1208622"/>
                  </a:lnTo>
                  <a:lnTo>
                    <a:pt x="1245665" y="1208622"/>
                  </a:lnTo>
                  <a:lnTo>
                    <a:pt x="1235537" y="1208622"/>
                  </a:lnTo>
                  <a:lnTo>
                    <a:pt x="1225410" y="1208622"/>
                  </a:lnTo>
                  <a:lnTo>
                    <a:pt x="1215282" y="1208622"/>
                  </a:lnTo>
                  <a:lnTo>
                    <a:pt x="1205155" y="1208622"/>
                  </a:lnTo>
                  <a:lnTo>
                    <a:pt x="1195028" y="1208622"/>
                  </a:lnTo>
                  <a:lnTo>
                    <a:pt x="1184900" y="1208622"/>
                  </a:lnTo>
                  <a:lnTo>
                    <a:pt x="1174773" y="1208622"/>
                  </a:lnTo>
                  <a:lnTo>
                    <a:pt x="1164646" y="1208622"/>
                  </a:lnTo>
                  <a:lnTo>
                    <a:pt x="1154518" y="1208622"/>
                  </a:lnTo>
                  <a:lnTo>
                    <a:pt x="1144391" y="1208622"/>
                  </a:lnTo>
                  <a:lnTo>
                    <a:pt x="1134264" y="1208622"/>
                  </a:lnTo>
                  <a:lnTo>
                    <a:pt x="1124136" y="1208622"/>
                  </a:lnTo>
                  <a:lnTo>
                    <a:pt x="1114009" y="1208622"/>
                  </a:lnTo>
                  <a:lnTo>
                    <a:pt x="1103881" y="1208622"/>
                  </a:lnTo>
                  <a:lnTo>
                    <a:pt x="1093754" y="1208622"/>
                  </a:lnTo>
                  <a:lnTo>
                    <a:pt x="1083627" y="1208622"/>
                  </a:lnTo>
                  <a:lnTo>
                    <a:pt x="1073499" y="1208622"/>
                  </a:lnTo>
                  <a:lnTo>
                    <a:pt x="1063372" y="1208622"/>
                  </a:lnTo>
                  <a:lnTo>
                    <a:pt x="1053245" y="1208622"/>
                  </a:lnTo>
                  <a:lnTo>
                    <a:pt x="1043117" y="1208622"/>
                  </a:lnTo>
                  <a:lnTo>
                    <a:pt x="1032990" y="1208622"/>
                  </a:lnTo>
                  <a:lnTo>
                    <a:pt x="1022863" y="1208622"/>
                  </a:lnTo>
                  <a:lnTo>
                    <a:pt x="1012735" y="1208622"/>
                  </a:lnTo>
                  <a:lnTo>
                    <a:pt x="1002608" y="1208622"/>
                  </a:lnTo>
                  <a:lnTo>
                    <a:pt x="992481" y="1208622"/>
                  </a:lnTo>
                  <a:lnTo>
                    <a:pt x="982353" y="1208622"/>
                  </a:lnTo>
                  <a:lnTo>
                    <a:pt x="972226" y="1208622"/>
                  </a:lnTo>
                  <a:lnTo>
                    <a:pt x="962098" y="1208622"/>
                  </a:lnTo>
                  <a:lnTo>
                    <a:pt x="951971" y="1208622"/>
                  </a:lnTo>
                  <a:lnTo>
                    <a:pt x="941844" y="1208622"/>
                  </a:lnTo>
                  <a:lnTo>
                    <a:pt x="931716" y="1208622"/>
                  </a:lnTo>
                  <a:lnTo>
                    <a:pt x="921589" y="1208622"/>
                  </a:lnTo>
                  <a:lnTo>
                    <a:pt x="911462" y="1208622"/>
                  </a:lnTo>
                  <a:lnTo>
                    <a:pt x="901334" y="1208622"/>
                  </a:lnTo>
                  <a:lnTo>
                    <a:pt x="891207" y="1208622"/>
                  </a:lnTo>
                  <a:lnTo>
                    <a:pt x="881080" y="1208622"/>
                  </a:lnTo>
                  <a:lnTo>
                    <a:pt x="870952" y="1208622"/>
                  </a:lnTo>
                  <a:lnTo>
                    <a:pt x="860825" y="1208622"/>
                  </a:lnTo>
                  <a:lnTo>
                    <a:pt x="850698" y="1208622"/>
                  </a:lnTo>
                  <a:lnTo>
                    <a:pt x="840570" y="1208622"/>
                  </a:lnTo>
                  <a:lnTo>
                    <a:pt x="830443" y="1208622"/>
                  </a:lnTo>
                  <a:lnTo>
                    <a:pt x="820315" y="1208622"/>
                  </a:lnTo>
                  <a:lnTo>
                    <a:pt x="810188" y="1208622"/>
                  </a:lnTo>
                  <a:lnTo>
                    <a:pt x="800061" y="1208622"/>
                  </a:lnTo>
                  <a:lnTo>
                    <a:pt x="789933" y="1208622"/>
                  </a:lnTo>
                  <a:lnTo>
                    <a:pt x="779806" y="1208622"/>
                  </a:lnTo>
                  <a:lnTo>
                    <a:pt x="769679" y="1208622"/>
                  </a:lnTo>
                  <a:lnTo>
                    <a:pt x="759551" y="1208622"/>
                  </a:lnTo>
                  <a:lnTo>
                    <a:pt x="749424" y="1208622"/>
                  </a:lnTo>
                  <a:lnTo>
                    <a:pt x="739297" y="1208622"/>
                  </a:lnTo>
                  <a:lnTo>
                    <a:pt x="729169" y="1208622"/>
                  </a:lnTo>
                  <a:lnTo>
                    <a:pt x="719042" y="1208622"/>
                  </a:lnTo>
                  <a:lnTo>
                    <a:pt x="708915" y="1208622"/>
                  </a:lnTo>
                  <a:lnTo>
                    <a:pt x="698787" y="1208622"/>
                  </a:lnTo>
                  <a:lnTo>
                    <a:pt x="688660" y="1208622"/>
                  </a:lnTo>
                  <a:lnTo>
                    <a:pt x="678532" y="1208622"/>
                  </a:lnTo>
                  <a:lnTo>
                    <a:pt x="668405" y="1208622"/>
                  </a:lnTo>
                  <a:lnTo>
                    <a:pt x="658278" y="1208622"/>
                  </a:lnTo>
                  <a:lnTo>
                    <a:pt x="648150" y="1208622"/>
                  </a:lnTo>
                  <a:lnTo>
                    <a:pt x="638023" y="1208622"/>
                  </a:lnTo>
                  <a:lnTo>
                    <a:pt x="627896" y="1208622"/>
                  </a:lnTo>
                  <a:lnTo>
                    <a:pt x="617768" y="1208622"/>
                  </a:lnTo>
                  <a:lnTo>
                    <a:pt x="607641" y="1208622"/>
                  </a:lnTo>
                  <a:lnTo>
                    <a:pt x="597514" y="1208622"/>
                  </a:lnTo>
                  <a:lnTo>
                    <a:pt x="587386" y="1208622"/>
                  </a:lnTo>
                  <a:lnTo>
                    <a:pt x="577259" y="1208622"/>
                  </a:lnTo>
                  <a:lnTo>
                    <a:pt x="567132" y="1208622"/>
                  </a:lnTo>
                  <a:lnTo>
                    <a:pt x="557004" y="1208622"/>
                  </a:lnTo>
                  <a:lnTo>
                    <a:pt x="546877" y="1208622"/>
                  </a:lnTo>
                  <a:lnTo>
                    <a:pt x="536749" y="1208622"/>
                  </a:lnTo>
                  <a:lnTo>
                    <a:pt x="526622" y="1208622"/>
                  </a:lnTo>
                  <a:lnTo>
                    <a:pt x="516495" y="1208622"/>
                  </a:lnTo>
                  <a:lnTo>
                    <a:pt x="506367" y="1208622"/>
                  </a:lnTo>
                  <a:lnTo>
                    <a:pt x="496240" y="1208622"/>
                  </a:lnTo>
                  <a:lnTo>
                    <a:pt x="486113" y="1208622"/>
                  </a:lnTo>
                  <a:lnTo>
                    <a:pt x="475985" y="1208622"/>
                  </a:lnTo>
                  <a:lnTo>
                    <a:pt x="465858" y="1208622"/>
                  </a:lnTo>
                  <a:lnTo>
                    <a:pt x="455731" y="1208622"/>
                  </a:lnTo>
                  <a:lnTo>
                    <a:pt x="445603" y="1208622"/>
                  </a:lnTo>
                  <a:lnTo>
                    <a:pt x="435476" y="1208622"/>
                  </a:lnTo>
                  <a:lnTo>
                    <a:pt x="425349" y="1208622"/>
                  </a:lnTo>
                  <a:lnTo>
                    <a:pt x="415221" y="1208622"/>
                  </a:lnTo>
                  <a:lnTo>
                    <a:pt x="405094" y="1208622"/>
                  </a:lnTo>
                  <a:lnTo>
                    <a:pt x="394966" y="1208622"/>
                  </a:lnTo>
                  <a:lnTo>
                    <a:pt x="384839" y="1208622"/>
                  </a:lnTo>
                  <a:lnTo>
                    <a:pt x="374712" y="1208622"/>
                  </a:lnTo>
                  <a:lnTo>
                    <a:pt x="364584" y="1208622"/>
                  </a:lnTo>
                  <a:lnTo>
                    <a:pt x="354457" y="1208622"/>
                  </a:lnTo>
                  <a:lnTo>
                    <a:pt x="344330" y="1208622"/>
                  </a:lnTo>
                  <a:lnTo>
                    <a:pt x="334202" y="1208622"/>
                  </a:lnTo>
                  <a:lnTo>
                    <a:pt x="324075" y="1208622"/>
                  </a:lnTo>
                  <a:lnTo>
                    <a:pt x="313948" y="1208622"/>
                  </a:lnTo>
                  <a:lnTo>
                    <a:pt x="303820" y="1208622"/>
                  </a:lnTo>
                  <a:lnTo>
                    <a:pt x="293693" y="1208622"/>
                  </a:lnTo>
                  <a:lnTo>
                    <a:pt x="283566" y="1208622"/>
                  </a:lnTo>
                  <a:lnTo>
                    <a:pt x="273438" y="1208622"/>
                  </a:lnTo>
                  <a:lnTo>
                    <a:pt x="263311" y="1208622"/>
                  </a:lnTo>
                  <a:lnTo>
                    <a:pt x="253183" y="1208622"/>
                  </a:lnTo>
                  <a:lnTo>
                    <a:pt x="243056" y="1208622"/>
                  </a:lnTo>
                  <a:lnTo>
                    <a:pt x="232929" y="1208622"/>
                  </a:lnTo>
                  <a:lnTo>
                    <a:pt x="222801" y="1208622"/>
                  </a:lnTo>
                  <a:lnTo>
                    <a:pt x="212674" y="1208622"/>
                  </a:lnTo>
                  <a:lnTo>
                    <a:pt x="202547" y="1208622"/>
                  </a:lnTo>
                  <a:lnTo>
                    <a:pt x="192419" y="1208622"/>
                  </a:lnTo>
                  <a:lnTo>
                    <a:pt x="182292" y="1208622"/>
                  </a:lnTo>
                  <a:lnTo>
                    <a:pt x="172165" y="1208622"/>
                  </a:lnTo>
                  <a:lnTo>
                    <a:pt x="162037" y="1208622"/>
                  </a:lnTo>
                  <a:lnTo>
                    <a:pt x="151910" y="1208622"/>
                  </a:lnTo>
                  <a:lnTo>
                    <a:pt x="141783" y="1208622"/>
                  </a:lnTo>
                  <a:lnTo>
                    <a:pt x="131655" y="1208622"/>
                  </a:lnTo>
                  <a:lnTo>
                    <a:pt x="121528" y="1208622"/>
                  </a:lnTo>
                  <a:lnTo>
                    <a:pt x="111400" y="1208622"/>
                  </a:lnTo>
                  <a:lnTo>
                    <a:pt x="101273" y="1208622"/>
                  </a:lnTo>
                  <a:lnTo>
                    <a:pt x="91146" y="1208622"/>
                  </a:lnTo>
                  <a:lnTo>
                    <a:pt x="81018" y="1208622"/>
                  </a:lnTo>
                  <a:lnTo>
                    <a:pt x="70891" y="1208622"/>
                  </a:lnTo>
                  <a:lnTo>
                    <a:pt x="60764" y="1208622"/>
                  </a:lnTo>
                  <a:lnTo>
                    <a:pt x="50636" y="1208622"/>
                  </a:lnTo>
                  <a:lnTo>
                    <a:pt x="40509" y="1208622"/>
                  </a:lnTo>
                  <a:lnTo>
                    <a:pt x="30382" y="1208622"/>
                  </a:lnTo>
                  <a:lnTo>
                    <a:pt x="20254" y="1208622"/>
                  </a:lnTo>
                  <a:lnTo>
                    <a:pt x="10127" y="1208622"/>
                  </a:lnTo>
                  <a:lnTo>
                    <a:pt x="0" y="1208622"/>
                  </a:lnTo>
                  <a:close/>
                </a:path>
              </a:pathLst>
            </a:custGeom>
            <a:solidFill>
              <a:srgbClr val="0072B2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19"/>
            <p:cNvSpPr/>
            <p:nvPr/>
          </p:nvSpPr>
          <p:spPr>
            <a:xfrm>
              <a:off x="1250201" y="4177760"/>
              <a:ext cx="5175079" cy="1208622"/>
            </a:xfrm>
            <a:custGeom>
              <a:avLst/>
              <a:pathLst>
                <a:path w="5175079" h="1208622">
                  <a:moveTo>
                    <a:pt x="0" y="1158084"/>
                  </a:moveTo>
                  <a:lnTo>
                    <a:pt x="10127" y="1159692"/>
                  </a:lnTo>
                  <a:lnTo>
                    <a:pt x="20254" y="1164189"/>
                  </a:lnTo>
                  <a:lnTo>
                    <a:pt x="30382" y="1170777"/>
                  </a:lnTo>
                  <a:lnTo>
                    <a:pt x="40509" y="1178384"/>
                  </a:lnTo>
                  <a:lnTo>
                    <a:pt x="50636" y="1185924"/>
                  </a:lnTo>
                  <a:lnTo>
                    <a:pt x="60764" y="1192517"/>
                  </a:lnTo>
                  <a:lnTo>
                    <a:pt x="70891" y="1197589"/>
                  </a:lnTo>
                  <a:lnTo>
                    <a:pt x="81018" y="1200841"/>
                  </a:lnTo>
                  <a:lnTo>
                    <a:pt x="91146" y="1202113"/>
                  </a:lnTo>
                  <a:lnTo>
                    <a:pt x="101273" y="1201205"/>
                  </a:lnTo>
                  <a:lnTo>
                    <a:pt x="111400" y="1197501"/>
                  </a:lnTo>
                  <a:lnTo>
                    <a:pt x="121528" y="1190306"/>
                  </a:lnTo>
                  <a:lnTo>
                    <a:pt x="131655" y="1178507"/>
                  </a:lnTo>
                  <a:lnTo>
                    <a:pt x="141783" y="1160787"/>
                  </a:lnTo>
                  <a:lnTo>
                    <a:pt x="151910" y="1135851"/>
                  </a:lnTo>
                  <a:lnTo>
                    <a:pt x="162037" y="1102640"/>
                  </a:lnTo>
                  <a:lnTo>
                    <a:pt x="172165" y="1060432"/>
                  </a:lnTo>
                  <a:lnTo>
                    <a:pt x="182292" y="1008727"/>
                  </a:lnTo>
                  <a:lnTo>
                    <a:pt x="192419" y="946900"/>
                  </a:lnTo>
                  <a:lnTo>
                    <a:pt x="202547" y="873787"/>
                  </a:lnTo>
                  <a:lnTo>
                    <a:pt x="212674" y="787515"/>
                  </a:lnTo>
                  <a:lnTo>
                    <a:pt x="222801" y="685991"/>
                  </a:lnTo>
                  <a:lnTo>
                    <a:pt x="232929" y="568248"/>
                  </a:lnTo>
                  <a:lnTo>
                    <a:pt x="243056" y="436487"/>
                  </a:lnTo>
                  <a:lnTo>
                    <a:pt x="253183" y="298100"/>
                  </a:lnTo>
                  <a:lnTo>
                    <a:pt x="263311" y="166576"/>
                  </a:lnTo>
                  <a:lnTo>
                    <a:pt x="273438" y="60243"/>
                  </a:lnTo>
                  <a:lnTo>
                    <a:pt x="283566" y="0"/>
                  </a:lnTo>
                  <a:lnTo>
                    <a:pt x="293693" y="1809"/>
                  </a:lnTo>
                  <a:lnTo>
                    <a:pt x="303820" y="66372"/>
                  </a:lnTo>
                  <a:lnTo>
                    <a:pt x="313948" y="183912"/>
                  </a:lnTo>
                  <a:lnTo>
                    <a:pt x="324075" y="334807"/>
                  </a:lnTo>
                  <a:lnTo>
                    <a:pt x="334202" y="494760"/>
                  </a:lnTo>
                  <a:lnTo>
                    <a:pt x="344330" y="640830"/>
                  </a:lnTo>
                  <a:lnTo>
                    <a:pt x="354457" y="756347"/>
                  </a:lnTo>
                  <a:lnTo>
                    <a:pt x="364584" y="833494"/>
                  </a:lnTo>
                  <a:lnTo>
                    <a:pt x="374712" y="873325"/>
                  </a:lnTo>
                  <a:lnTo>
                    <a:pt x="384839" y="883751"/>
                  </a:lnTo>
                  <a:lnTo>
                    <a:pt x="394966" y="876460"/>
                  </a:lnTo>
                  <a:lnTo>
                    <a:pt x="405094" y="863676"/>
                  </a:lnTo>
                  <a:lnTo>
                    <a:pt x="415221" y="855483"/>
                  </a:lnTo>
                  <a:lnTo>
                    <a:pt x="425349" y="858096"/>
                  </a:lnTo>
                  <a:lnTo>
                    <a:pt x="435476" y="873221"/>
                  </a:lnTo>
                  <a:lnTo>
                    <a:pt x="445603" y="898374"/>
                  </a:lnTo>
                  <a:lnTo>
                    <a:pt x="455731" y="927880"/>
                  </a:lnTo>
                  <a:lnTo>
                    <a:pt x="465858" y="953491"/>
                  </a:lnTo>
                  <a:lnTo>
                    <a:pt x="475985" y="966729"/>
                  </a:lnTo>
                  <a:lnTo>
                    <a:pt x="486113" y="960527"/>
                  </a:lnTo>
                  <a:lnTo>
                    <a:pt x="496240" y="929839"/>
                  </a:lnTo>
                  <a:lnTo>
                    <a:pt x="506367" y="872729"/>
                  </a:lnTo>
                  <a:lnTo>
                    <a:pt x="516495" y="791270"/>
                  </a:lnTo>
                  <a:lnTo>
                    <a:pt x="526622" y="691986"/>
                  </a:lnTo>
                  <a:lnTo>
                    <a:pt x="536749" y="585505"/>
                  </a:lnTo>
                  <a:lnTo>
                    <a:pt x="546877" y="485226"/>
                  </a:lnTo>
                  <a:lnTo>
                    <a:pt x="557004" y="405107"/>
                  </a:lnTo>
                  <a:lnTo>
                    <a:pt x="567132" y="356983"/>
                  </a:lnTo>
                  <a:lnTo>
                    <a:pt x="577259" y="348081"/>
                  </a:lnTo>
                  <a:lnTo>
                    <a:pt x="587386" y="379391"/>
                  </a:lnTo>
                  <a:lnTo>
                    <a:pt x="597514" y="445399"/>
                  </a:lnTo>
                  <a:lnTo>
                    <a:pt x="607641" y="535269"/>
                  </a:lnTo>
                  <a:lnTo>
                    <a:pt x="617768" y="635176"/>
                  </a:lnTo>
                  <a:lnTo>
                    <a:pt x="627896" y="731165"/>
                  </a:lnTo>
                  <a:lnTo>
                    <a:pt x="638023" y="811296"/>
                  </a:lnTo>
                  <a:lnTo>
                    <a:pt x="648150" y="867815"/>
                  </a:lnTo>
                  <a:lnTo>
                    <a:pt x="658278" y="900172"/>
                  </a:lnTo>
                  <a:lnTo>
                    <a:pt x="668405" y="911297"/>
                  </a:lnTo>
                  <a:lnTo>
                    <a:pt x="678532" y="906936"/>
                  </a:lnTo>
                  <a:lnTo>
                    <a:pt x="688660" y="894160"/>
                  </a:lnTo>
                  <a:lnTo>
                    <a:pt x="698787" y="879999"/>
                  </a:lnTo>
                  <a:lnTo>
                    <a:pt x="708915" y="870380"/>
                  </a:lnTo>
                  <a:lnTo>
                    <a:pt x="719042" y="869445"/>
                  </a:lnTo>
                  <a:lnTo>
                    <a:pt x="729169" y="879251"/>
                  </a:lnTo>
                  <a:lnTo>
                    <a:pt x="739297" y="899855"/>
                  </a:lnTo>
                  <a:lnTo>
                    <a:pt x="749424" y="929665"/>
                  </a:lnTo>
                  <a:lnTo>
                    <a:pt x="759551" y="965989"/>
                  </a:lnTo>
                  <a:lnTo>
                    <a:pt x="769679" y="1005624"/>
                  </a:lnTo>
                  <a:lnTo>
                    <a:pt x="779806" y="1045391"/>
                  </a:lnTo>
                  <a:lnTo>
                    <a:pt x="789933" y="1082551"/>
                  </a:lnTo>
                  <a:lnTo>
                    <a:pt x="800061" y="1115059"/>
                  </a:lnTo>
                  <a:lnTo>
                    <a:pt x="810188" y="1141692"/>
                  </a:lnTo>
                  <a:lnTo>
                    <a:pt x="820315" y="1161741"/>
                  </a:lnTo>
                  <a:lnTo>
                    <a:pt x="830443" y="1175841"/>
                  </a:lnTo>
                  <a:lnTo>
                    <a:pt x="840570" y="1184930"/>
                  </a:lnTo>
                  <a:lnTo>
                    <a:pt x="850698" y="1190074"/>
                  </a:lnTo>
                  <a:lnTo>
                    <a:pt x="860825" y="1192346"/>
                  </a:lnTo>
                  <a:lnTo>
                    <a:pt x="870952" y="1192689"/>
                  </a:lnTo>
                  <a:lnTo>
                    <a:pt x="881080" y="1191842"/>
                  </a:lnTo>
                  <a:lnTo>
                    <a:pt x="891207" y="1190315"/>
                  </a:lnTo>
                  <a:lnTo>
                    <a:pt x="901334" y="1188394"/>
                  </a:lnTo>
                  <a:lnTo>
                    <a:pt x="911462" y="1186143"/>
                  </a:lnTo>
                  <a:lnTo>
                    <a:pt x="921589" y="1183434"/>
                  </a:lnTo>
                  <a:lnTo>
                    <a:pt x="931716" y="1180004"/>
                  </a:lnTo>
                  <a:lnTo>
                    <a:pt x="941844" y="1175570"/>
                  </a:lnTo>
                  <a:lnTo>
                    <a:pt x="951971" y="1169996"/>
                  </a:lnTo>
                  <a:lnTo>
                    <a:pt x="962098" y="1163474"/>
                  </a:lnTo>
                  <a:lnTo>
                    <a:pt x="972226" y="1156628"/>
                  </a:lnTo>
                  <a:lnTo>
                    <a:pt x="982353" y="1150494"/>
                  </a:lnTo>
                  <a:lnTo>
                    <a:pt x="992481" y="1146359"/>
                  </a:lnTo>
                  <a:lnTo>
                    <a:pt x="1002608" y="1145434"/>
                  </a:lnTo>
                  <a:lnTo>
                    <a:pt x="1012735" y="1148053"/>
                  </a:lnTo>
                  <a:lnTo>
                    <a:pt x="1022863" y="1153908"/>
                  </a:lnTo>
                  <a:lnTo>
                    <a:pt x="1032990" y="1162050"/>
                  </a:lnTo>
                  <a:lnTo>
                    <a:pt x="1043117" y="1171139"/>
                  </a:lnTo>
                  <a:lnTo>
                    <a:pt x="1053245" y="1179721"/>
                  </a:lnTo>
                  <a:lnTo>
                    <a:pt x="1063372" y="1186420"/>
                  </a:lnTo>
                  <a:lnTo>
                    <a:pt x="1073499" y="1189956"/>
                  </a:lnTo>
                  <a:lnTo>
                    <a:pt x="1083627" y="1189025"/>
                  </a:lnTo>
                  <a:lnTo>
                    <a:pt x="1093754" y="1182141"/>
                  </a:lnTo>
                  <a:lnTo>
                    <a:pt x="1103881" y="1167599"/>
                  </a:lnTo>
                  <a:lnTo>
                    <a:pt x="1114009" y="1143703"/>
                  </a:lnTo>
                  <a:lnTo>
                    <a:pt x="1124136" y="1109324"/>
                  </a:lnTo>
                  <a:lnTo>
                    <a:pt x="1134264" y="1064698"/>
                  </a:lnTo>
                  <a:lnTo>
                    <a:pt x="1144391" y="1012233"/>
                  </a:lnTo>
                  <a:lnTo>
                    <a:pt x="1154518" y="956913"/>
                  </a:lnTo>
                  <a:lnTo>
                    <a:pt x="1164646" y="905942"/>
                  </a:lnTo>
                  <a:lnTo>
                    <a:pt x="1174773" y="868403"/>
                  </a:lnTo>
                  <a:lnTo>
                    <a:pt x="1184900" y="851091"/>
                  </a:lnTo>
                  <a:lnTo>
                    <a:pt x="1195028" y="856757"/>
                  </a:lnTo>
                  <a:lnTo>
                    <a:pt x="1205155" y="884002"/>
                  </a:lnTo>
                  <a:lnTo>
                    <a:pt x="1215282" y="927551"/>
                  </a:lnTo>
                  <a:lnTo>
                    <a:pt x="1225410" y="979777"/>
                  </a:lnTo>
                  <a:lnTo>
                    <a:pt x="1235537" y="1032624"/>
                  </a:lnTo>
                  <a:lnTo>
                    <a:pt x="1245665" y="1079233"/>
                  </a:lnTo>
                  <a:lnTo>
                    <a:pt x="1255792" y="1114831"/>
                  </a:lnTo>
                  <a:lnTo>
                    <a:pt x="1265919" y="1136852"/>
                  </a:lnTo>
                  <a:lnTo>
                    <a:pt x="1276047" y="1144538"/>
                  </a:lnTo>
                  <a:lnTo>
                    <a:pt x="1286174" y="1138440"/>
                  </a:lnTo>
                  <a:lnTo>
                    <a:pt x="1296301" y="1120125"/>
                  </a:lnTo>
                  <a:lnTo>
                    <a:pt x="1306429" y="1092192"/>
                  </a:lnTo>
                  <a:lnTo>
                    <a:pt x="1316556" y="1058424"/>
                  </a:lnTo>
                  <a:lnTo>
                    <a:pt x="1326683" y="1023787"/>
                  </a:lnTo>
                  <a:lnTo>
                    <a:pt x="1336811" y="993968"/>
                  </a:lnTo>
                  <a:lnTo>
                    <a:pt x="1346938" y="974611"/>
                  </a:lnTo>
                  <a:lnTo>
                    <a:pt x="1357065" y="970243"/>
                  </a:lnTo>
                  <a:lnTo>
                    <a:pt x="1367193" y="981045"/>
                  </a:lnTo>
                  <a:lnTo>
                    <a:pt x="1377320" y="1004839"/>
                  </a:lnTo>
                  <a:lnTo>
                    <a:pt x="1387448" y="1037306"/>
                  </a:lnTo>
                  <a:lnTo>
                    <a:pt x="1397575" y="1073245"/>
                  </a:lnTo>
                  <a:lnTo>
                    <a:pt x="1407702" y="1107871"/>
                  </a:lnTo>
                  <a:lnTo>
                    <a:pt x="1417830" y="1137743"/>
                  </a:lnTo>
                  <a:lnTo>
                    <a:pt x="1427957" y="1161135"/>
                  </a:lnTo>
                  <a:lnTo>
                    <a:pt x="1438084" y="1177870"/>
                  </a:lnTo>
                  <a:lnTo>
                    <a:pt x="1448212" y="1188847"/>
                  </a:lnTo>
                  <a:lnTo>
                    <a:pt x="1458339" y="1195471"/>
                  </a:lnTo>
                  <a:lnTo>
                    <a:pt x="1468466" y="1199186"/>
                  </a:lnTo>
                  <a:lnTo>
                    <a:pt x="1478594" y="1201194"/>
                  </a:lnTo>
                  <a:lnTo>
                    <a:pt x="1488721" y="1202338"/>
                  </a:lnTo>
                  <a:lnTo>
                    <a:pt x="1498848" y="1203121"/>
                  </a:lnTo>
                  <a:lnTo>
                    <a:pt x="1508976" y="1203784"/>
                  </a:lnTo>
                  <a:lnTo>
                    <a:pt x="1519103" y="1204401"/>
                  </a:lnTo>
                  <a:lnTo>
                    <a:pt x="1529231" y="1204950"/>
                  </a:lnTo>
                  <a:lnTo>
                    <a:pt x="1539358" y="1205390"/>
                  </a:lnTo>
                  <a:lnTo>
                    <a:pt x="1549485" y="1205697"/>
                  </a:lnTo>
                  <a:lnTo>
                    <a:pt x="1559613" y="1205872"/>
                  </a:lnTo>
                  <a:lnTo>
                    <a:pt x="1569740" y="1205944"/>
                  </a:lnTo>
                  <a:lnTo>
                    <a:pt x="1579867" y="1205956"/>
                  </a:lnTo>
                  <a:lnTo>
                    <a:pt x="1589995" y="1205957"/>
                  </a:lnTo>
                  <a:lnTo>
                    <a:pt x="1600122" y="1205988"/>
                  </a:lnTo>
                  <a:lnTo>
                    <a:pt x="1610249" y="1206076"/>
                  </a:lnTo>
                  <a:lnTo>
                    <a:pt x="1620377" y="1206229"/>
                  </a:lnTo>
                  <a:lnTo>
                    <a:pt x="1630504" y="1206441"/>
                  </a:lnTo>
                  <a:lnTo>
                    <a:pt x="1640631" y="1206692"/>
                  </a:lnTo>
                  <a:lnTo>
                    <a:pt x="1650759" y="1206959"/>
                  </a:lnTo>
                  <a:lnTo>
                    <a:pt x="1660886" y="1207222"/>
                  </a:lnTo>
                  <a:lnTo>
                    <a:pt x="1671014" y="1207465"/>
                  </a:lnTo>
                  <a:lnTo>
                    <a:pt x="1681141" y="1207678"/>
                  </a:lnTo>
                  <a:lnTo>
                    <a:pt x="1691268" y="1207859"/>
                  </a:lnTo>
                  <a:lnTo>
                    <a:pt x="1701396" y="1208009"/>
                  </a:lnTo>
                  <a:lnTo>
                    <a:pt x="1711523" y="1208129"/>
                  </a:lnTo>
                  <a:lnTo>
                    <a:pt x="1721650" y="1208224"/>
                  </a:lnTo>
                  <a:lnTo>
                    <a:pt x="1731778" y="1208297"/>
                  </a:lnTo>
                  <a:lnTo>
                    <a:pt x="1741905" y="1208348"/>
                  </a:lnTo>
                  <a:lnTo>
                    <a:pt x="1752032" y="1208381"/>
                  </a:lnTo>
                  <a:lnTo>
                    <a:pt x="1762160" y="1208396"/>
                  </a:lnTo>
                  <a:lnTo>
                    <a:pt x="1772287" y="1208398"/>
                  </a:lnTo>
                  <a:lnTo>
                    <a:pt x="1782414" y="1208391"/>
                  </a:lnTo>
                  <a:lnTo>
                    <a:pt x="1792542" y="1208381"/>
                  </a:lnTo>
                  <a:lnTo>
                    <a:pt x="1802669" y="1208370"/>
                  </a:lnTo>
                  <a:lnTo>
                    <a:pt x="1812797" y="1208361"/>
                  </a:lnTo>
                  <a:lnTo>
                    <a:pt x="1822924" y="1208355"/>
                  </a:lnTo>
                  <a:lnTo>
                    <a:pt x="1833051" y="1208350"/>
                  </a:lnTo>
                  <a:lnTo>
                    <a:pt x="1843179" y="1208344"/>
                  </a:lnTo>
                  <a:lnTo>
                    <a:pt x="1853306" y="1208330"/>
                  </a:lnTo>
                  <a:lnTo>
                    <a:pt x="1863433" y="1208298"/>
                  </a:lnTo>
                  <a:lnTo>
                    <a:pt x="1873561" y="1208225"/>
                  </a:lnTo>
                  <a:lnTo>
                    <a:pt x="1883688" y="1208065"/>
                  </a:lnTo>
                  <a:lnTo>
                    <a:pt x="1893815" y="1207737"/>
                  </a:lnTo>
                  <a:lnTo>
                    <a:pt x="1903943" y="1207124"/>
                  </a:lnTo>
                  <a:lnTo>
                    <a:pt x="1914070" y="1206068"/>
                  </a:lnTo>
                  <a:lnTo>
                    <a:pt x="1924197" y="1204381"/>
                  </a:lnTo>
                  <a:lnTo>
                    <a:pt x="1934325" y="1201864"/>
                  </a:lnTo>
                  <a:lnTo>
                    <a:pt x="1944452" y="1198332"/>
                  </a:lnTo>
                  <a:lnTo>
                    <a:pt x="1954580" y="1193638"/>
                  </a:lnTo>
                  <a:lnTo>
                    <a:pt x="1964707" y="1187685"/>
                  </a:lnTo>
                  <a:lnTo>
                    <a:pt x="1974834" y="1180429"/>
                  </a:lnTo>
                  <a:lnTo>
                    <a:pt x="1984962" y="1171897"/>
                  </a:lnTo>
                  <a:lnTo>
                    <a:pt x="1995089" y="1162220"/>
                  </a:lnTo>
                  <a:lnTo>
                    <a:pt x="2005216" y="1151705"/>
                  </a:lnTo>
                  <a:lnTo>
                    <a:pt x="2015344" y="1140927"/>
                  </a:lnTo>
                  <a:lnTo>
                    <a:pt x="2025471" y="1130774"/>
                  </a:lnTo>
                  <a:lnTo>
                    <a:pt x="2035598" y="1122413"/>
                  </a:lnTo>
                  <a:lnTo>
                    <a:pt x="2045726" y="1117106"/>
                  </a:lnTo>
                  <a:lnTo>
                    <a:pt x="2055853" y="1115941"/>
                  </a:lnTo>
                  <a:lnTo>
                    <a:pt x="2065980" y="1119670"/>
                  </a:lnTo>
                  <a:lnTo>
                    <a:pt x="2076108" y="1127672"/>
                  </a:lnTo>
                  <a:lnTo>
                    <a:pt x="2086235" y="1138871"/>
                  </a:lnTo>
                  <a:lnTo>
                    <a:pt x="2096363" y="1151766"/>
                  </a:lnTo>
                  <a:lnTo>
                    <a:pt x="2106490" y="1164802"/>
                  </a:lnTo>
                  <a:lnTo>
                    <a:pt x="2116617" y="1176695"/>
                  </a:lnTo>
                  <a:lnTo>
                    <a:pt x="2126745" y="1186624"/>
                  </a:lnTo>
                  <a:lnTo>
                    <a:pt x="2136872" y="1194269"/>
                  </a:lnTo>
                  <a:lnTo>
                    <a:pt x="2146999" y="1199721"/>
                  </a:lnTo>
                  <a:lnTo>
                    <a:pt x="2157127" y="1203332"/>
                  </a:lnTo>
                  <a:lnTo>
                    <a:pt x="2167254" y="1205554"/>
                  </a:lnTo>
                  <a:lnTo>
                    <a:pt x="2177381" y="1206826"/>
                  </a:lnTo>
                  <a:lnTo>
                    <a:pt x="2187509" y="1207508"/>
                  </a:lnTo>
                  <a:lnTo>
                    <a:pt x="2197636" y="1207853"/>
                  </a:lnTo>
                  <a:lnTo>
                    <a:pt x="2207763" y="1208026"/>
                  </a:lnTo>
                  <a:lnTo>
                    <a:pt x="2217891" y="1208119"/>
                  </a:lnTo>
                  <a:lnTo>
                    <a:pt x="2228018" y="1208178"/>
                  </a:lnTo>
                  <a:lnTo>
                    <a:pt x="2238146" y="1208224"/>
                  </a:lnTo>
                  <a:lnTo>
                    <a:pt x="2248273" y="1208263"/>
                  </a:lnTo>
                  <a:lnTo>
                    <a:pt x="2258400" y="1208297"/>
                  </a:lnTo>
                  <a:lnTo>
                    <a:pt x="2268528" y="1208327"/>
                  </a:lnTo>
                  <a:lnTo>
                    <a:pt x="2278655" y="1208350"/>
                  </a:lnTo>
                  <a:lnTo>
                    <a:pt x="2288782" y="1208364"/>
                  </a:lnTo>
                  <a:lnTo>
                    <a:pt x="2298910" y="1208362"/>
                  </a:lnTo>
                  <a:lnTo>
                    <a:pt x="2309037" y="1208339"/>
                  </a:lnTo>
                  <a:lnTo>
                    <a:pt x="2319164" y="1208293"/>
                  </a:lnTo>
                  <a:lnTo>
                    <a:pt x="2329292" y="1208224"/>
                  </a:lnTo>
                  <a:lnTo>
                    <a:pt x="2339419" y="1208139"/>
                  </a:lnTo>
                  <a:lnTo>
                    <a:pt x="2349546" y="1208047"/>
                  </a:lnTo>
                  <a:lnTo>
                    <a:pt x="2359674" y="1207964"/>
                  </a:lnTo>
                  <a:lnTo>
                    <a:pt x="2369801" y="1207903"/>
                  </a:lnTo>
                  <a:lnTo>
                    <a:pt x="2379929" y="1207876"/>
                  </a:lnTo>
                  <a:lnTo>
                    <a:pt x="2390056" y="1207889"/>
                  </a:lnTo>
                  <a:lnTo>
                    <a:pt x="2400183" y="1207939"/>
                  </a:lnTo>
                  <a:lnTo>
                    <a:pt x="2410311" y="1208019"/>
                  </a:lnTo>
                  <a:lnTo>
                    <a:pt x="2420438" y="1208118"/>
                  </a:lnTo>
                  <a:lnTo>
                    <a:pt x="2430565" y="1208222"/>
                  </a:lnTo>
                  <a:lnTo>
                    <a:pt x="2440693" y="1208320"/>
                  </a:lnTo>
                  <a:lnTo>
                    <a:pt x="2450820" y="1208405"/>
                  </a:lnTo>
                  <a:lnTo>
                    <a:pt x="2460947" y="1208474"/>
                  </a:lnTo>
                  <a:lnTo>
                    <a:pt x="2471075" y="1208526"/>
                  </a:lnTo>
                  <a:lnTo>
                    <a:pt x="2481202" y="1208563"/>
                  </a:lnTo>
                  <a:lnTo>
                    <a:pt x="2491330" y="1208588"/>
                  </a:lnTo>
                  <a:lnTo>
                    <a:pt x="2501457" y="1208603"/>
                  </a:lnTo>
                  <a:lnTo>
                    <a:pt x="2511584" y="1208612"/>
                  </a:lnTo>
                  <a:lnTo>
                    <a:pt x="2521712" y="1208617"/>
                  </a:lnTo>
                  <a:lnTo>
                    <a:pt x="2531839" y="1208620"/>
                  </a:lnTo>
                  <a:lnTo>
                    <a:pt x="2541966" y="1208621"/>
                  </a:lnTo>
                  <a:lnTo>
                    <a:pt x="2552094" y="1208622"/>
                  </a:lnTo>
                  <a:lnTo>
                    <a:pt x="2562221" y="1208622"/>
                  </a:lnTo>
                  <a:lnTo>
                    <a:pt x="2572348" y="1208622"/>
                  </a:lnTo>
                  <a:lnTo>
                    <a:pt x="2582476" y="1208622"/>
                  </a:lnTo>
                  <a:lnTo>
                    <a:pt x="2592603" y="1208622"/>
                  </a:lnTo>
                  <a:lnTo>
                    <a:pt x="2602730" y="1208621"/>
                  </a:lnTo>
                  <a:lnTo>
                    <a:pt x="2612858" y="1208620"/>
                  </a:lnTo>
                  <a:lnTo>
                    <a:pt x="2622985" y="1208618"/>
                  </a:lnTo>
                  <a:lnTo>
                    <a:pt x="2633113" y="1208614"/>
                  </a:lnTo>
                  <a:lnTo>
                    <a:pt x="2643240" y="1208607"/>
                  </a:lnTo>
                  <a:lnTo>
                    <a:pt x="2653367" y="1208596"/>
                  </a:lnTo>
                  <a:lnTo>
                    <a:pt x="2663495" y="1208580"/>
                  </a:lnTo>
                  <a:lnTo>
                    <a:pt x="2673622" y="1208558"/>
                  </a:lnTo>
                  <a:lnTo>
                    <a:pt x="2683749" y="1208531"/>
                  </a:lnTo>
                  <a:lnTo>
                    <a:pt x="2693877" y="1208501"/>
                  </a:lnTo>
                  <a:lnTo>
                    <a:pt x="2704004" y="1208470"/>
                  </a:lnTo>
                  <a:lnTo>
                    <a:pt x="2714131" y="1208444"/>
                  </a:lnTo>
                  <a:lnTo>
                    <a:pt x="2724259" y="1208426"/>
                  </a:lnTo>
                  <a:lnTo>
                    <a:pt x="2734386" y="1208421"/>
                  </a:lnTo>
                  <a:lnTo>
                    <a:pt x="2744513" y="1208428"/>
                  </a:lnTo>
                  <a:lnTo>
                    <a:pt x="2754641" y="1208447"/>
                  </a:lnTo>
                  <a:lnTo>
                    <a:pt x="2764768" y="1208474"/>
                  </a:lnTo>
                  <a:lnTo>
                    <a:pt x="2774896" y="1208506"/>
                  </a:lnTo>
                  <a:lnTo>
                    <a:pt x="2785023" y="1208536"/>
                  </a:lnTo>
                  <a:lnTo>
                    <a:pt x="2795150" y="1208563"/>
                  </a:lnTo>
                  <a:lnTo>
                    <a:pt x="2805278" y="1208583"/>
                  </a:lnTo>
                  <a:lnTo>
                    <a:pt x="2815405" y="1208599"/>
                  </a:lnTo>
                  <a:lnTo>
                    <a:pt x="2825532" y="1208609"/>
                  </a:lnTo>
                  <a:lnTo>
                    <a:pt x="2835660" y="1208615"/>
                  </a:lnTo>
                  <a:lnTo>
                    <a:pt x="2845787" y="1208619"/>
                  </a:lnTo>
                  <a:lnTo>
                    <a:pt x="2855914" y="1208621"/>
                  </a:lnTo>
                  <a:lnTo>
                    <a:pt x="2866042" y="1208621"/>
                  </a:lnTo>
                  <a:lnTo>
                    <a:pt x="2876169" y="1208622"/>
                  </a:lnTo>
                  <a:lnTo>
                    <a:pt x="2886296" y="1208622"/>
                  </a:lnTo>
                  <a:lnTo>
                    <a:pt x="2896424" y="1208622"/>
                  </a:lnTo>
                  <a:lnTo>
                    <a:pt x="2906551" y="1208622"/>
                  </a:lnTo>
                  <a:lnTo>
                    <a:pt x="2916679" y="1208622"/>
                  </a:lnTo>
                  <a:lnTo>
                    <a:pt x="2926806" y="1208622"/>
                  </a:lnTo>
                  <a:lnTo>
                    <a:pt x="2936933" y="1208622"/>
                  </a:lnTo>
                  <a:lnTo>
                    <a:pt x="2947061" y="1208622"/>
                  </a:lnTo>
                  <a:lnTo>
                    <a:pt x="2957188" y="1208622"/>
                  </a:lnTo>
                  <a:lnTo>
                    <a:pt x="2967315" y="1208622"/>
                  </a:lnTo>
                  <a:lnTo>
                    <a:pt x="2977443" y="1208622"/>
                  </a:lnTo>
                  <a:lnTo>
                    <a:pt x="2987570" y="1208622"/>
                  </a:lnTo>
                  <a:lnTo>
                    <a:pt x="2997697" y="1208622"/>
                  </a:lnTo>
                  <a:lnTo>
                    <a:pt x="3007825" y="1208622"/>
                  </a:lnTo>
                  <a:lnTo>
                    <a:pt x="3017952" y="1208622"/>
                  </a:lnTo>
                  <a:lnTo>
                    <a:pt x="3028079" y="1208622"/>
                  </a:lnTo>
                  <a:lnTo>
                    <a:pt x="3038207" y="1208622"/>
                  </a:lnTo>
                  <a:lnTo>
                    <a:pt x="3048334" y="1208622"/>
                  </a:lnTo>
                  <a:lnTo>
                    <a:pt x="3058462" y="1208622"/>
                  </a:lnTo>
                  <a:lnTo>
                    <a:pt x="3068589" y="1208622"/>
                  </a:lnTo>
                  <a:lnTo>
                    <a:pt x="3078716" y="1208622"/>
                  </a:lnTo>
                  <a:lnTo>
                    <a:pt x="3088844" y="1208622"/>
                  </a:lnTo>
                  <a:lnTo>
                    <a:pt x="3098971" y="1208622"/>
                  </a:lnTo>
                  <a:lnTo>
                    <a:pt x="3109098" y="1208622"/>
                  </a:lnTo>
                  <a:lnTo>
                    <a:pt x="3119226" y="1208622"/>
                  </a:lnTo>
                  <a:lnTo>
                    <a:pt x="3129353" y="1208622"/>
                  </a:lnTo>
                  <a:lnTo>
                    <a:pt x="3139480" y="1208622"/>
                  </a:lnTo>
                  <a:lnTo>
                    <a:pt x="3149608" y="1208622"/>
                  </a:lnTo>
                  <a:lnTo>
                    <a:pt x="3159735" y="1208622"/>
                  </a:lnTo>
                  <a:lnTo>
                    <a:pt x="3169862" y="1208622"/>
                  </a:lnTo>
                  <a:lnTo>
                    <a:pt x="3179990" y="1208622"/>
                  </a:lnTo>
                  <a:lnTo>
                    <a:pt x="3190117" y="1208622"/>
                  </a:lnTo>
                  <a:lnTo>
                    <a:pt x="3200245" y="1208622"/>
                  </a:lnTo>
                  <a:lnTo>
                    <a:pt x="3210372" y="1208622"/>
                  </a:lnTo>
                  <a:lnTo>
                    <a:pt x="3220499" y="1208622"/>
                  </a:lnTo>
                  <a:lnTo>
                    <a:pt x="3230627" y="1208622"/>
                  </a:lnTo>
                  <a:lnTo>
                    <a:pt x="3240754" y="1208622"/>
                  </a:lnTo>
                  <a:lnTo>
                    <a:pt x="3250881" y="1208622"/>
                  </a:lnTo>
                  <a:lnTo>
                    <a:pt x="3261009" y="1208622"/>
                  </a:lnTo>
                  <a:lnTo>
                    <a:pt x="3271136" y="1208622"/>
                  </a:lnTo>
                  <a:lnTo>
                    <a:pt x="3281263" y="1208622"/>
                  </a:lnTo>
                  <a:lnTo>
                    <a:pt x="3291391" y="1208622"/>
                  </a:lnTo>
                  <a:lnTo>
                    <a:pt x="3301518" y="1208622"/>
                  </a:lnTo>
                  <a:lnTo>
                    <a:pt x="3311645" y="1208622"/>
                  </a:lnTo>
                  <a:lnTo>
                    <a:pt x="3321773" y="1208622"/>
                  </a:lnTo>
                  <a:lnTo>
                    <a:pt x="3331900" y="1208622"/>
                  </a:lnTo>
                  <a:lnTo>
                    <a:pt x="3342028" y="1208622"/>
                  </a:lnTo>
                  <a:lnTo>
                    <a:pt x="3352155" y="1208622"/>
                  </a:lnTo>
                  <a:lnTo>
                    <a:pt x="3362282" y="1208622"/>
                  </a:lnTo>
                  <a:lnTo>
                    <a:pt x="3372410" y="1208622"/>
                  </a:lnTo>
                  <a:lnTo>
                    <a:pt x="3382537" y="1208622"/>
                  </a:lnTo>
                  <a:lnTo>
                    <a:pt x="3392664" y="1208622"/>
                  </a:lnTo>
                  <a:lnTo>
                    <a:pt x="3402792" y="1208622"/>
                  </a:lnTo>
                  <a:lnTo>
                    <a:pt x="3412919" y="1208622"/>
                  </a:lnTo>
                  <a:lnTo>
                    <a:pt x="3423046" y="1208622"/>
                  </a:lnTo>
                  <a:lnTo>
                    <a:pt x="3433174" y="1208622"/>
                  </a:lnTo>
                  <a:lnTo>
                    <a:pt x="3443301" y="1208622"/>
                  </a:lnTo>
                  <a:lnTo>
                    <a:pt x="3453428" y="1208622"/>
                  </a:lnTo>
                  <a:lnTo>
                    <a:pt x="3463556" y="1208622"/>
                  </a:lnTo>
                  <a:lnTo>
                    <a:pt x="3473683" y="1208622"/>
                  </a:lnTo>
                  <a:lnTo>
                    <a:pt x="3483811" y="1208622"/>
                  </a:lnTo>
                  <a:lnTo>
                    <a:pt x="3493938" y="1208622"/>
                  </a:lnTo>
                  <a:lnTo>
                    <a:pt x="3504065" y="1208622"/>
                  </a:lnTo>
                  <a:lnTo>
                    <a:pt x="3514193" y="1208622"/>
                  </a:lnTo>
                  <a:lnTo>
                    <a:pt x="3524320" y="1208622"/>
                  </a:lnTo>
                  <a:lnTo>
                    <a:pt x="3534447" y="1208622"/>
                  </a:lnTo>
                  <a:lnTo>
                    <a:pt x="3544575" y="1208622"/>
                  </a:lnTo>
                  <a:lnTo>
                    <a:pt x="3554702" y="1208622"/>
                  </a:lnTo>
                  <a:lnTo>
                    <a:pt x="3564829" y="1208622"/>
                  </a:lnTo>
                  <a:lnTo>
                    <a:pt x="3574957" y="1208622"/>
                  </a:lnTo>
                  <a:lnTo>
                    <a:pt x="3585084" y="1208622"/>
                  </a:lnTo>
                  <a:lnTo>
                    <a:pt x="3595211" y="1208622"/>
                  </a:lnTo>
                  <a:lnTo>
                    <a:pt x="3605339" y="1208622"/>
                  </a:lnTo>
                  <a:lnTo>
                    <a:pt x="3615466" y="1208622"/>
                  </a:lnTo>
                  <a:lnTo>
                    <a:pt x="3625594" y="1208622"/>
                  </a:lnTo>
                  <a:lnTo>
                    <a:pt x="3635721" y="1208622"/>
                  </a:lnTo>
                  <a:lnTo>
                    <a:pt x="3645848" y="1208622"/>
                  </a:lnTo>
                  <a:lnTo>
                    <a:pt x="3655976" y="1208622"/>
                  </a:lnTo>
                  <a:lnTo>
                    <a:pt x="3666103" y="1208622"/>
                  </a:lnTo>
                  <a:lnTo>
                    <a:pt x="3676230" y="1208622"/>
                  </a:lnTo>
                  <a:lnTo>
                    <a:pt x="3686358" y="1208622"/>
                  </a:lnTo>
                  <a:lnTo>
                    <a:pt x="3696485" y="1208622"/>
                  </a:lnTo>
                  <a:lnTo>
                    <a:pt x="3706612" y="1208622"/>
                  </a:lnTo>
                  <a:lnTo>
                    <a:pt x="3716740" y="1208622"/>
                  </a:lnTo>
                  <a:lnTo>
                    <a:pt x="3726867" y="1208622"/>
                  </a:lnTo>
                  <a:lnTo>
                    <a:pt x="3736995" y="1208622"/>
                  </a:lnTo>
                  <a:lnTo>
                    <a:pt x="3747122" y="1208622"/>
                  </a:lnTo>
                  <a:lnTo>
                    <a:pt x="3757249" y="1208622"/>
                  </a:lnTo>
                  <a:lnTo>
                    <a:pt x="3767377" y="1208622"/>
                  </a:lnTo>
                  <a:lnTo>
                    <a:pt x="3777504" y="1208621"/>
                  </a:lnTo>
                  <a:lnTo>
                    <a:pt x="3787631" y="1208620"/>
                  </a:lnTo>
                  <a:lnTo>
                    <a:pt x="3797759" y="1208617"/>
                  </a:lnTo>
                  <a:lnTo>
                    <a:pt x="3807886" y="1208612"/>
                  </a:lnTo>
                  <a:lnTo>
                    <a:pt x="3818013" y="1208602"/>
                  </a:lnTo>
                  <a:lnTo>
                    <a:pt x="3828141" y="1208584"/>
                  </a:lnTo>
                  <a:lnTo>
                    <a:pt x="3838268" y="1208554"/>
                  </a:lnTo>
                  <a:lnTo>
                    <a:pt x="3848395" y="1208509"/>
                  </a:lnTo>
                  <a:lnTo>
                    <a:pt x="3858523" y="1208447"/>
                  </a:lnTo>
                  <a:lnTo>
                    <a:pt x="3868650" y="1208369"/>
                  </a:lnTo>
                  <a:lnTo>
                    <a:pt x="3878778" y="1208279"/>
                  </a:lnTo>
                  <a:lnTo>
                    <a:pt x="3888905" y="1208187"/>
                  </a:lnTo>
                  <a:lnTo>
                    <a:pt x="3899032" y="1208106"/>
                  </a:lnTo>
                  <a:lnTo>
                    <a:pt x="3909160" y="1208048"/>
                  </a:lnTo>
                  <a:lnTo>
                    <a:pt x="3919287" y="1208023"/>
                  </a:lnTo>
                  <a:lnTo>
                    <a:pt x="3929414" y="1208036"/>
                  </a:lnTo>
                  <a:lnTo>
                    <a:pt x="3939542" y="1208085"/>
                  </a:lnTo>
                  <a:lnTo>
                    <a:pt x="3949669" y="1208160"/>
                  </a:lnTo>
                  <a:lnTo>
                    <a:pt x="3959796" y="1208250"/>
                  </a:lnTo>
                  <a:lnTo>
                    <a:pt x="3969924" y="1208342"/>
                  </a:lnTo>
                  <a:lnTo>
                    <a:pt x="3980051" y="1208424"/>
                  </a:lnTo>
                  <a:lnTo>
                    <a:pt x="3990178" y="1208492"/>
                  </a:lnTo>
                  <a:lnTo>
                    <a:pt x="4000306" y="1208542"/>
                  </a:lnTo>
                  <a:lnTo>
                    <a:pt x="4010433" y="1208576"/>
                  </a:lnTo>
                  <a:lnTo>
                    <a:pt x="4020561" y="1208595"/>
                  </a:lnTo>
                  <a:lnTo>
                    <a:pt x="4030688" y="1208605"/>
                  </a:lnTo>
                  <a:lnTo>
                    <a:pt x="4040815" y="1208603"/>
                  </a:lnTo>
                  <a:lnTo>
                    <a:pt x="4050943" y="1208586"/>
                  </a:lnTo>
                  <a:lnTo>
                    <a:pt x="4061070" y="1208543"/>
                  </a:lnTo>
                  <a:lnTo>
                    <a:pt x="4071197" y="1208450"/>
                  </a:lnTo>
                  <a:lnTo>
                    <a:pt x="4081325" y="1208269"/>
                  </a:lnTo>
                  <a:lnTo>
                    <a:pt x="4091452" y="1207943"/>
                  </a:lnTo>
                  <a:lnTo>
                    <a:pt x="4101579" y="1207401"/>
                  </a:lnTo>
                  <a:lnTo>
                    <a:pt x="4111707" y="1206565"/>
                  </a:lnTo>
                  <a:lnTo>
                    <a:pt x="4121834" y="1205375"/>
                  </a:lnTo>
                  <a:lnTo>
                    <a:pt x="4131961" y="1203816"/>
                  </a:lnTo>
                  <a:lnTo>
                    <a:pt x="4142089" y="1201946"/>
                  </a:lnTo>
                  <a:lnTo>
                    <a:pt x="4152216" y="1199919"/>
                  </a:lnTo>
                  <a:lnTo>
                    <a:pt x="4162344" y="1197976"/>
                  </a:lnTo>
                  <a:lnTo>
                    <a:pt x="4172471" y="1196404"/>
                  </a:lnTo>
                  <a:lnTo>
                    <a:pt x="4182598" y="1195477"/>
                  </a:lnTo>
                  <a:lnTo>
                    <a:pt x="4192726" y="1195414"/>
                  </a:lnTo>
                  <a:lnTo>
                    <a:pt x="4202853" y="1196203"/>
                  </a:lnTo>
                  <a:lnTo>
                    <a:pt x="4212980" y="1197676"/>
                  </a:lnTo>
                  <a:lnTo>
                    <a:pt x="4223108" y="1199572"/>
                  </a:lnTo>
                  <a:lnTo>
                    <a:pt x="4233235" y="1201601"/>
                  </a:lnTo>
                  <a:lnTo>
                    <a:pt x="4243362" y="1203511"/>
                  </a:lnTo>
                  <a:lnTo>
                    <a:pt x="4253490" y="1205132"/>
                  </a:lnTo>
                  <a:lnTo>
                    <a:pt x="4263617" y="1206388"/>
                  </a:lnTo>
                  <a:lnTo>
                    <a:pt x="4273744" y="1207282"/>
                  </a:lnTo>
                  <a:lnTo>
                    <a:pt x="4283872" y="1207870"/>
                  </a:lnTo>
                  <a:lnTo>
                    <a:pt x="4293999" y="1208227"/>
                  </a:lnTo>
                  <a:lnTo>
                    <a:pt x="4304127" y="1208429"/>
                  </a:lnTo>
                  <a:lnTo>
                    <a:pt x="4314254" y="1208534"/>
                  </a:lnTo>
                  <a:lnTo>
                    <a:pt x="4324381" y="1208584"/>
                  </a:lnTo>
                  <a:lnTo>
                    <a:pt x="4334509" y="1208607"/>
                  </a:lnTo>
                  <a:lnTo>
                    <a:pt x="4344636" y="1208617"/>
                  </a:lnTo>
                  <a:lnTo>
                    <a:pt x="4354763" y="1208620"/>
                  </a:lnTo>
                  <a:lnTo>
                    <a:pt x="4364891" y="1208622"/>
                  </a:lnTo>
                  <a:lnTo>
                    <a:pt x="4375018" y="1208622"/>
                  </a:lnTo>
                  <a:lnTo>
                    <a:pt x="4385145" y="1208622"/>
                  </a:lnTo>
                  <a:lnTo>
                    <a:pt x="4395273" y="1208622"/>
                  </a:lnTo>
                  <a:lnTo>
                    <a:pt x="4405400" y="1208622"/>
                  </a:lnTo>
                  <a:lnTo>
                    <a:pt x="4415527" y="1208622"/>
                  </a:lnTo>
                  <a:lnTo>
                    <a:pt x="4425655" y="1208622"/>
                  </a:lnTo>
                  <a:lnTo>
                    <a:pt x="4435782" y="1208622"/>
                  </a:lnTo>
                  <a:lnTo>
                    <a:pt x="4445910" y="1208622"/>
                  </a:lnTo>
                  <a:lnTo>
                    <a:pt x="4456037" y="1208622"/>
                  </a:lnTo>
                  <a:lnTo>
                    <a:pt x="4466164" y="1208622"/>
                  </a:lnTo>
                  <a:lnTo>
                    <a:pt x="4476292" y="1208622"/>
                  </a:lnTo>
                  <a:lnTo>
                    <a:pt x="4486419" y="1208622"/>
                  </a:lnTo>
                  <a:lnTo>
                    <a:pt x="4496546" y="1208622"/>
                  </a:lnTo>
                  <a:lnTo>
                    <a:pt x="4506674" y="1208622"/>
                  </a:lnTo>
                  <a:lnTo>
                    <a:pt x="4516801" y="1208622"/>
                  </a:lnTo>
                  <a:lnTo>
                    <a:pt x="4526928" y="1208622"/>
                  </a:lnTo>
                  <a:lnTo>
                    <a:pt x="4537056" y="1208622"/>
                  </a:lnTo>
                  <a:lnTo>
                    <a:pt x="4547183" y="1208622"/>
                  </a:lnTo>
                  <a:lnTo>
                    <a:pt x="4557310" y="1208622"/>
                  </a:lnTo>
                  <a:lnTo>
                    <a:pt x="4567438" y="1208622"/>
                  </a:lnTo>
                  <a:lnTo>
                    <a:pt x="4577565" y="1208622"/>
                  </a:lnTo>
                  <a:lnTo>
                    <a:pt x="4587693" y="1208622"/>
                  </a:lnTo>
                  <a:lnTo>
                    <a:pt x="4597820" y="1208622"/>
                  </a:lnTo>
                  <a:lnTo>
                    <a:pt x="4607947" y="1208622"/>
                  </a:lnTo>
                  <a:lnTo>
                    <a:pt x="4618075" y="1208622"/>
                  </a:lnTo>
                  <a:lnTo>
                    <a:pt x="4628202" y="1208622"/>
                  </a:lnTo>
                  <a:lnTo>
                    <a:pt x="4638329" y="1208622"/>
                  </a:lnTo>
                  <a:lnTo>
                    <a:pt x="4648457" y="1208622"/>
                  </a:lnTo>
                  <a:lnTo>
                    <a:pt x="4658584" y="1208622"/>
                  </a:lnTo>
                  <a:lnTo>
                    <a:pt x="4668711" y="1208622"/>
                  </a:lnTo>
                  <a:lnTo>
                    <a:pt x="4678839" y="1208622"/>
                  </a:lnTo>
                  <a:lnTo>
                    <a:pt x="4688966" y="1208622"/>
                  </a:lnTo>
                  <a:lnTo>
                    <a:pt x="4699093" y="1208622"/>
                  </a:lnTo>
                  <a:lnTo>
                    <a:pt x="4709221" y="1208622"/>
                  </a:lnTo>
                  <a:lnTo>
                    <a:pt x="4719348" y="1208622"/>
                  </a:lnTo>
                  <a:lnTo>
                    <a:pt x="4729476" y="1208622"/>
                  </a:lnTo>
                  <a:lnTo>
                    <a:pt x="4739603" y="1208622"/>
                  </a:lnTo>
                  <a:lnTo>
                    <a:pt x="4749730" y="1208622"/>
                  </a:lnTo>
                  <a:lnTo>
                    <a:pt x="4759858" y="1208622"/>
                  </a:lnTo>
                  <a:lnTo>
                    <a:pt x="4769985" y="1208622"/>
                  </a:lnTo>
                  <a:lnTo>
                    <a:pt x="4780112" y="1208622"/>
                  </a:lnTo>
                  <a:lnTo>
                    <a:pt x="4790240" y="1208622"/>
                  </a:lnTo>
                  <a:lnTo>
                    <a:pt x="4800367" y="1208622"/>
                  </a:lnTo>
                  <a:lnTo>
                    <a:pt x="4810494" y="1208622"/>
                  </a:lnTo>
                  <a:lnTo>
                    <a:pt x="4820622" y="1208622"/>
                  </a:lnTo>
                  <a:lnTo>
                    <a:pt x="4830749" y="1208622"/>
                  </a:lnTo>
                  <a:lnTo>
                    <a:pt x="4840877" y="1208622"/>
                  </a:lnTo>
                  <a:lnTo>
                    <a:pt x="4851004" y="1208622"/>
                  </a:lnTo>
                  <a:lnTo>
                    <a:pt x="4861131" y="1208622"/>
                  </a:lnTo>
                  <a:lnTo>
                    <a:pt x="4871259" y="1208622"/>
                  </a:lnTo>
                  <a:lnTo>
                    <a:pt x="4881386" y="1208622"/>
                  </a:lnTo>
                  <a:lnTo>
                    <a:pt x="4891513" y="1208622"/>
                  </a:lnTo>
                  <a:lnTo>
                    <a:pt x="4901641" y="1208622"/>
                  </a:lnTo>
                  <a:lnTo>
                    <a:pt x="4911768" y="1208622"/>
                  </a:lnTo>
                  <a:lnTo>
                    <a:pt x="4921895" y="1208622"/>
                  </a:lnTo>
                  <a:lnTo>
                    <a:pt x="4932023" y="1208622"/>
                  </a:lnTo>
                  <a:lnTo>
                    <a:pt x="4942150" y="1208622"/>
                  </a:lnTo>
                  <a:lnTo>
                    <a:pt x="4952277" y="1208622"/>
                  </a:lnTo>
                  <a:lnTo>
                    <a:pt x="4962405" y="1208622"/>
                  </a:lnTo>
                  <a:lnTo>
                    <a:pt x="4972532" y="1208622"/>
                  </a:lnTo>
                  <a:lnTo>
                    <a:pt x="4982660" y="1208622"/>
                  </a:lnTo>
                  <a:lnTo>
                    <a:pt x="4992787" y="1208622"/>
                  </a:lnTo>
                  <a:lnTo>
                    <a:pt x="5002914" y="1208622"/>
                  </a:lnTo>
                  <a:lnTo>
                    <a:pt x="5013042" y="1208622"/>
                  </a:lnTo>
                  <a:lnTo>
                    <a:pt x="5023169" y="1208622"/>
                  </a:lnTo>
                  <a:lnTo>
                    <a:pt x="5033296" y="1208622"/>
                  </a:lnTo>
                  <a:lnTo>
                    <a:pt x="5043424" y="1208622"/>
                  </a:lnTo>
                  <a:lnTo>
                    <a:pt x="5053551" y="1208622"/>
                  </a:lnTo>
                  <a:lnTo>
                    <a:pt x="5063678" y="1208622"/>
                  </a:lnTo>
                  <a:lnTo>
                    <a:pt x="5073806" y="1208622"/>
                  </a:lnTo>
                  <a:lnTo>
                    <a:pt x="5083933" y="1208622"/>
                  </a:lnTo>
                  <a:lnTo>
                    <a:pt x="5094060" y="1208622"/>
                  </a:lnTo>
                  <a:lnTo>
                    <a:pt x="5104188" y="1208622"/>
                  </a:lnTo>
                  <a:lnTo>
                    <a:pt x="5114315" y="1208622"/>
                  </a:lnTo>
                  <a:lnTo>
                    <a:pt x="5124443" y="1208622"/>
                  </a:lnTo>
                  <a:lnTo>
                    <a:pt x="5134570" y="1208622"/>
                  </a:lnTo>
                  <a:lnTo>
                    <a:pt x="5144697" y="1208622"/>
                  </a:lnTo>
                  <a:lnTo>
                    <a:pt x="5154825" y="1208622"/>
                  </a:lnTo>
                  <a:lnTo>
                    <a:pt x="5164952" y="1208622"/>
                  </a:lnTo>
                  <a:lnTo>
                    <a:pt x="5175079" y="1208622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0"/>
            <p:cNvSpPr/>
            <p:nvPr/>
          </p:nvSpPr>
          <p:spPr>
            <a:xfrm>
              <a:off x="1250201" y="5033308"/>
              <a:ext cx="5175079" cy="353074"/>
            </a:xfrm>
            <a:custGeom>
              <a:avLst/>
              <a:pathLst>
                <a:path w="5175079" h="353074">
                  <a:moveTo>
                    <a:pt x="0" y="320981"/>
                  </a:moveTo>
                  <a:lnTo>
                    <a:pt x="10127" y="316153"/>
                  </a:lnTo>
                  <a:lnTo>
                    <a:pt x="20254" y="310791"/>
                  </a:lnTo>
                  <a:lnTo>
                    <a:pt x="30382" y="304871"/>
                  </a:lnTo>
                  <a:lnTo>
                    <a:pt x="40509" y="298368"/>
                  </a:lnTo>
                  <a:lnTo>
                    <a:pt x="50636" y="291265"/>
                  </a:lnTo>
                  <a:lnTo>
                    <a:pt x="60764" y="283397"/>
                  </a:lnTo>
                  <a:lnTo>
                    <a:pt x="70891" y="274887"/>
                  </a:lnTo>
                  <a:lnTo>
                    <a:pt x="81018" y="265756"/>
                  </a:lnTo>
                  <a:lnTo>
                    <a:pt x="91146" y="256014"/>
                  </a:lnTo>
                  <a:lnTo>
                    <a:pt x="101273" y="245678"/>
                  </a:lnTo>
                  <a:lnTo>
                    <a:pt x="111400" y="234763"/>
                  </a:lnTo>
                  <a:lnTo>
                    <a:pt x="121528" y="223204"/>
                  </a:lnTo>
                  <a:lnTo>
                    <a:pt x="131655" y="211188"/>
                  </a:lnTo>
                  <a:lnTo>
                    <a:pt x="141783" y="198774"/>
                  </a:lnTo>
                  <a:lnTo>
                    <a:pt x="151910" y="186026"/>
                  </a:lnTo>
                  <a:lnTo>
                    <a:pt x="162037" y="173015"/>
                  </a:lnTo>
                  <a:lnTo>
                    <a:pt x="172165" y="159813"/>
                  </a:lnTo>
                  <a:lnTo>
                    <a:pt x="182292" y="146532"/>
                  </a:lnTo>
                  <a:lnTo>
                    <a:pt x="192419" y="133298"/>
                  </a:lnTo>
                  <a:lnTo>
                    <a:pt x="202547" y="120202"/>
                  </a:lnTo>
                  <a:lnTo>
                    <a:pt x="212674" y="107336"/>
                  </a:lnTo>
                  <a:lnTo>
                    <a:pt x="222801" y="94792"/>
                  </a:lnTo>
                  <a:lnTo>
                    <a:pt x="232929" y="82718"/>
                  </a:lnTo>
                  <a:lnTo>
                    <a:pt x="243056" y="71264"/>
                  </a:lnTo>
                  <a:lnTo>
                    <a:pt x="253183" y="60440"/>
                  </a:lnTo>
                  <a:lnTo>
                    <a:pt x="263311" y="50318"/>
                  </a:lnTo>
                  <a:lnTo>
                    <a:pt x="273438" y="40960"/>
                  </a:lnTo>
                  <a:lnTo>
                    <a:pt x="283566" y="32424"/>
                  </a:lnTo>
                  <a:lnTo>
                    <a:pt x="293693" y="24904"/>
                  </a:lnTo>
                  <a:lnTo>
                    <a:pt x="303820" y="18404"/>
                  </a:lnTo>
                  <a:lnTo>
                    <a:pt x="313948" y="12854"/>
                  </a:lnTo>
                  <a:lnTo>
                    <a:pt x="324075" y="8267"/>
                  </a:lnTo>
                  <a:lnTo>
                    <a:pt x="334202" y="4649"/>
                  </a:lnTo>
                  <a:lnTo>
                    <a:pt x="344330" y="2002"/>
                  </a:lnTo>
                  <a:lnTo>
                    <a:pt x="354457" y="508"/>
                  </a:lnTo>
                  <a:lnTo>
                    <a:pt x="364584" y="0"/>
                  </a:lnTo>
                  <a:lnTo>
                    <a:pt x="374712" y="399"/>
                  </a:lnTo>
                  <a:lnTo>
                    <a:pt x="384839" y="1678"/>
                  </a:lnTo>
                  <a:lnTo>
                    <a:pt x="394966" y="3805"/>
                  </a:lnTo>
                  <a:lnTo>
                    <a:pt x="405094" y="6748"/>
                  </a:lnTo>
                  <a:lnTo>
                    <a:pt x="415221" y="10650"/>
                  </a:lnTo>
                  <a:lnTo>
                    <a:pt x="425349" y="15276"/>
                  </a:lnTo>
                  <a:lnTo>
                    <a:pt x="435476" y="20578"/>
                  </a:lnTo>
                  <a:lnTo>
                    <a:pt x="445603" y="26518"/>
                  </a:lnTo>
                  <a:lnTo>
                    <a:pt x="455731" y="33057"/>
                  </a:lnTo>
                  <a:lnTo>
                    <a:pt x="465858" y="40172"/>
                  </a:lnTo>
                  <a:lnTo>
                    <a:pt x="475985" y="47902"/>
                  </a:lnTo>
                  <a:lnTo>
                    <a:pt x="486113" y="56081"/>
                  </a:lnTo>
                  <a:lnTo>
                    <a:pt x="496240" y="64666"/>
                  </a:lnTo>
                  <a:lnTo>
                    <a:pt x="506367" y="73615"/>
                  </a:lnTo>
                  <a:lnTo>
                    <a:pt x="516495" y="82883"/>
                  </a:lnTo>
                  <a:lnTo>
                    <a:pt x="526622" y="92443"/>
                  </a:lnTo>
                  <a:lnTo>
                    <a:pt x="536749" y="102247"/>
                  </a:lnTo>
                  <a:lnTo>
                    <a:pt x="546877" y="112197"/>
                  </a:lnTo>
                  <a:lnTo>
                    <a:pt x="557004" y="122244"/>
                  </a:lnTo>
                  <a:lnTo>
                    <a:pt x="567132" y="132339"/>
                  </a:lnTo>
                  <a:lnTo>
                    <a:pt x="577259" y="142429"/>
                  </a:lnTo>
                  <a:lnTo>
                    <a:pt x="587386" y="152449"/>
                  </a:lnTo>
                  <a:lnTo>
                    <a:pt x="597514" y="162320"/>
                  </a:lnTo>
                  <a:lnTo>
                    <a:pt x="607641" y="172004"/>
                  </a:lnTo>
                  <a:lnTo>
                    <a:pt x="617768" y="181452"/>
                  </a:lnTo>
                  <a:lnTo>
                    <a:pt x="627896" y="190623"/>
                  </a:lnTo>
                  <a:lnTo>
                    <a:pt x="638023" y="199472"/>
                  </a:lnTo>
                  <a:lnTo>
                    <a:pt x="648150" y="207891"/>
                  </a:lnTo>
                  <a:lnTo>
                    <a:pt x="658278" y="215863"/>
                  </a:lnTo>
                  <a:lnTo>
                    <a:pt x="668405" y="223395"/>
                  </a:lnTo>
                  <a:lnTo>
                    <a:pt x="678532" y="230467"/>
                  </a:lnTo>
                  <a:lnTo>
                    <a:pt x="688660" y="237062"/>
                  </a:lnTo>
                  <a:lnTo>
                    <a:pt x="698787" y="243168"/>
                  </a:lnTo>
                  <a:lnTo>
                    <a:pt x="708915" y="248670"/>
                  </a:lnTo>
                  <a:lnTo>
                    <a:pt x="719042" y="253662"/>
                  </a:lnTo>
                  <a:lnTo>
                    <a:pt x="729169" y="258173"/>
                  </a:lnTo>
                  <a:lnTo>
                    <a:pt x="739297" y="262218"/>
                  </a:lnTo>
                  <a:lnTo>
                    <a:pt x="749424" y="265815"/>
                  </a:lnTo>
                  <a:lnTo>
                    <a:pt x="759551" y="268983"/>
                  </a:lnTo>
                  <a:lnTo>
                    <a:pt x="769679" y="271663"/>
                  </a:lnTo>
                  <a:lnTo>
                    <a:pt x="779806" y="273995"/>
                  </a:lnTo>
                  <a:lnTo>
                    <a:pt x="789933" y="276016"/>
                  </a:lnTo>
                  <a:lnTo>
                    <a:pt x="800061" y="277761"/>
                  </a:lnTo>
                  <a:lnTo>
                    <a:pt x="810188" y="279267"/>
                  </a:lnTo>
                  <a:lnTo>
                    <a:pt x="820315" y="280564"/>
                  </a:lnTo>
                  <a:lnTo>
                    <a:pt x="830443" y="281682"/>
                  </a:lnTo>
                  <a:lnTo>
                    <a:pt x="840570" y="282701"/>
                  </a:lnTo>
                  <a:lnTo>
                    <a:pt x="850698" y="283654"/>
                  </a:lnTo>
                  <a:lnTo>
                    <a:pt x="860825" y="284575"/>
                  </a:lnTo>
                  <a:lnTo>
                    <a:pt x="870952" y="285494"/>
                  </a:lnTo>
                  <a:lnTo>
                    <a:pt x="881080" y="286446"/>
                  </a:lnTo>
                  <a:lnTo>
                    <a:pt x="891207" y="287468"/>
                  </a:lnTo>
                  <a:lnTo>
                    <a:pt x="901334" y="288574"/>
                  </a:lnTo>
                  <a:lnTo>
                    <a:pt x="911462" y="289776"/>
                  </a:lnTo>
                  <a:lnTo>
                    <a:pt x="921589" y="291084"/>
                  </a:lnTo>
                  <a:lnTo>
                    <a:pt x="931716" y="292502"/>
                  </a:lnTo>
                  <a:lnTo>
                    <a:pt x="941844" y="294050"/>
                  </a:lnTo>
                  <a:lnTo>
                    <a:pt x="951971" y="295715"/>
                  </a:lnTo>
                  <a:lnTo>
                    <a:pt x="962098" y="297473"/>
                  </a:lnTo>
                  <a:lnTo>
                    <a:pt x="972226" y="299309"/>
                  </a:lnTo>
                  <a:lnTo>
                    <a:pt x="982353" y="301205"/>
                  </a:lnTo>
                  <a:lnTo>
                    <a:pt x="992481" y="303140"/>
                  </a:lnTo>
                  <a:lnTo>
                    <a:pt x="1002608" y="305085"/>
                  </a:lnTo>
                  <a:lnTo>
                    <a:pt x="1012735" y="306997"/>
                  </a:lnTo>
                  <a:lnTo>
                    <a:pt x="1022863" y="308846"/>
                  </a:lnTo>
                  <a:lnTo>
                    <a:pt x="1032990" y="310599"/>
                  </a:lnTo>
                  <a:lnTo>
                    <a:pt x="1043117" y="312225"/>
                  </a:lnTo>
                  <a:lnTo>
                    <a:pt x="1053245" y="313688"/>
                  </a:lnTo>
                  <a:lnTo>
                    <a:pt x="1063372" y="314898"/>
                  </a:lnTo>
                  <a:lnTo>
                    <a:pt x="1073499" y="315852"/>
                  </a:lnTo>
                  <a:lnTo>
                    <a:pt x="1083627" y="316524"/>
                  </a:lnTo>
                  <a:lnTo>
                    <a:pt x="1093754" y="316885"/>
                  </a:lnTo>
                  <a:lnTo>
                    <a:pt x="1103881" y="316907"/>
                  </a:lnTo>
                  <a:lnTo>
                    <a:pt x="1114009" y="316557"/>
                  </a:lnTo>
                  <a:lnTo>
                    <a:pt x="1124136" y="315718"/>
                  </a:lnTo>
                  <a:lnTo>
                    <a:pt x="1134264" y="314462"/>
                  </a:lnTo>
                  <a:lnTo>
                    <a:pt x="1144391" y="312777"/>
                  </a:lnTo>
                  <a:lnTo>
                    <a:pt x="1154518" y="310655"/>
                  </a:lnTo>
                  <a:lnTo>
                    <a:pt x="1164646" y="308092"/>
                  </a:lnTo>
                  <a:lnTo>
                    <a:pt x="1174773" y="305057"/>
                  </a:lnTo>
                  <a:lnTo>
                    <a:pt x="1184900" y="301507"/>
                  </a:lnTo>
                  <a:lnTo>
                    <a:pt x="1195028" y="297544"/>
                  </a:lnTo>
                  <a:lnTo>
                    <a:pt x="1205155" y="293189"/>
                  </a:lnTo>
                  <a:lnTo>
                    <a:pt x="1215282" y="288467"/>
                  </a:lnTo>
                  <a:lnTo>
                    <a:pt x="1225410" y="283410"/>
                  </a:lnTo>
                  <a:lnTo>
                    <a:pt x="1235537" y="278027"/>
                  </a:lnTo>
                  <a:lnTo>
                    <a:pt x="1245665" y="272377"/>
                  </a:lnTo>
                  <a:lnTo>
                    <a:pt x="1255792" y="266554"/>
                  </a:lnTo>
                  <a:lnTo>
                    <a:pt x="1265919" y="260615"/>
                  </a:lnTo>
                  <a:lnTo>
                    <a:pt x="1276047" y="254619"/>
                  </a:lnTo>
                  <a:lnTo>
                    <a:pt x="1286174" y="248626"/>
                  </a:lnTo>
                  <a:lnTo>
                    <a:pt x="1296301" y="242731"/>
                  </a:lnTo>
                  <a:lnTo>
                    <a:pt x="1306429" y="237027"/>
                  </a:lnTo>
                  <a:lnTo>
                    <a:pt x="1316556" y="231572"/>
                  </a:lnTo>
                  <a:lnTo>
                    <a:pt x="1326683" y="226434"/>
                  </a:lnTo>
                  <a:lnTo>
                    <a:pt x="1336811" y="221676"/>
                  </a:lnTo>
                  <a:lnTo>
                    <a:pt x="1346938" y="217360"/>
                  </a:lnTo>
                  <a:lnTo>
                    <a:pt x="1357065" y="213665"/>
                  </a:lnTo>
                  <a:lnTo>
                    <a:pt x="1367193" y="210582"/>
                  </a:lnTo>
                  <a:lnTo>
                    <a:pt x="1377320" y="208126"/>
                  </a:lnTo>
                  <a:lnTo>
                    <a:pt x="1387448" y="206328"/>
                  </a:lnTo>
                  <a:lnTo>
                    <a:pt x="1397575" y="205215"/>
                  </a:lnTo>
                  <a:lnTo>
                    <a:pt x="1407702" y="204808"/>
                  </a:lnTo>
                  <a:lnTo>
                    <a:pt x="1417830" y="205295"/>
                  </a:lnTo>
                  <a:lnTo>
                    <a:pt x="1427957" y="206498"/>
                  </a:lnTo>
                  <a:lnTo>
                    <a:pt x="1438084" y="208392"/>
                  </a:lnTo>
                  <a:lnTo>
                    <a:pt x="1448212" y="210954"/>
                  </a:lnTo>
                  <a:lnTo>
                    <a:pt x="1458339" y="214153"/>
                  </a:lnTo>
                  <a:lnTo>
                    <a:pt x="1468466" y="217971"/>
                  </a:lnTo>
                  <a:lnTo>
                    <a:pt x="1478594" y="222440"/>
                  </a:lnTo>
                  <a:lnTo>
                    <a:pt x="1488721" y="227370"/>
                  </a:lnTo>
                  <a:lnTo>
                    <a:pt x="1498848" y="232700"/>
                  </a:lnTo>
                  <a:lnTo>
                    <a:pt x="1508976" y="238368"/>
                  </a:lnTo>
                  <a:lnTo>
                    <a:pt x="1519103" y="244309"/>
                  </a:lnTo>
                  <a:lnTo>
                    <a:pt x="1529231" y="250465"/>
                  </a:lnTo>
                  <a:lnTo>
                    <a:pt x="1539358" y="256752"/>
                  </a:lnTo>
                  <a:lnTo>
                    <a:pt x="1549485" y="263068"/>
                  </a:lnTo>
                  <a:lnTo>
                    <a:pt x="1559613" y="269353"/>
                  </a:lnTo>
                  <a:lnTo>
                    <a:pt x="1569740" y="275548"/>
                  </a:lnTo>
                  <a:lnTo>
                    <a:pt x="1579867" y="281598"/>
                  </a:lnTo>
                  <a:lnTo>
                    <a:pt x="1589995" y="287416"/>
                  </a:lnTo>
                  <a:lnTo>
                    <a:pt x="1600122" y="292933"/>
                  </a:lnTo>
                  <a:lnTo>
                    <a:pt x="1610249" y="298139"/>
                  </a:lnTo>
                  <a:lnTo>
                    <a:pt x="1620377" y="303000"/>
                  </a:lnTo>
                  <a:lnTo>
                    <a:pt x="1630504" y="307487"/>
                  </a:lnTo>
                  <a:lnTo>
                    <a:pt x="1640631" y="311575"/>
                  </a:lnTo>
                  <a:lnTo>
                    <a:pt x="1650759" y="315163"/>
                  </a:lnTo>
                  <a:lnTo>
                    <a:pt x="1660886" y="318267"/>
                  </a:lnTo>
                  <a:lnTo>
                    <a:pt x="1671014" y="320913"/>
                  </a:lnTo>
                  <a:lnTo>
                    <a:pt x="1681141" y="323091"/>
                  </a:lnTo>
                  <a:lnTo>
                    <a:pt x="1691268" y="324795"/>
                  </a:lnTo>
                  <a:lnTo>
                    <a:pt x="1701396" y="326019"/>
                  </a:lnTo>
                  <a:lnTo>
                    <a:pt x="1711523" y="326651"/>
                  </a:lnTo>
                  <a:lnTo>
                    <a:pt x="1721650" y="326775"/>
                  </a:lnTo>
                  <a:lnTo>
                    <a:pt x="1731778" y="326410"/>
                  </a:lnTo>
                  <a:lnTo>
                    <a:pt x="1741905" y="325553"/>
                  </a:lnTo>
                  <a:lnTo>
                    <a:pt x="1752032" y="324204"/>
                  </a:lnTo>
                  <a:lnTo>
                    <a:pt x="1762160" y="322358"/>
                  </a:lnTo>
                  <a:lnTo>
                    <a:pt x="1772287" y="319892"/>
                  </a:lnTo>
                  <a:lnTo>
                    <a:pt x="1782414" y="316932"/>
                  </a:lnTo>
                  <a:lnTo>
                    <a:pt x="1792542" y="313481"/>
                  </a:lnTo>
                  <a:lnTo>
                    <a:pt x="1802669" y="309540"/>
                  </a:lnTo>
                  <a:lnTo>
                    <a:pt x="1812797" y="305115"/>
                  </a:lnTo>
                  <a:lnTo>
                    <a:pt x="1822924" y="300187"/>
                  </a:lnTo>
                  <a:lnTo>
                    <a:pt x="1833051" y="294698"/>
                  </a:lnTo>
                  <a:lnTo>
                    <a:pt x="1843179" y="288764"/>
                  </a:lnTo>
                  <a:lnTo>
                    <a:pt x="1853306" y="282403"/>
                  </a:lnTo>
                  <a:lnTo>
                    <a:pt x="1863433" y="275639"/>
                  </a:lnTo>
                  <a:lnTo>
                    <a:pt x="1873561" y="268499"/>
                  </a:lnTo>
                  <a:lnTo>
                    <a:pt x="1883688" y="260985"/>
                  </a:lnTo>
                  <a:lnTo>
                    <a:pt x="1893815" y="253139"/>
                  </a:lnTo>
                  <a:lnTo>
                    <a:pt x="1903943" y="245062"/>
                  </a:lnTo>
                  <a:lnTo>
                    <a:pt x="1914070" y="236807"/>
                  </a:lnTo>
                  <a:lnTo>
                    <a:pt x="1924197" y="228429"/>
                  </a:lnTo>
                  <a:lnTo>
                    <a:pt x="1934325" y="219988"/>
                  </a:lnTo>
                  <a:lnTo>
                    <a:pt x="1944452" y="211562"/>
                  </a:lnTo>
                  <a:lnTo>
                    <a:pt x="1954580" y="203253"/>
                  </a:lnTo>
                  <a:lnTo>
                    <a:pt x="1964707" y="195130"/>
                  </a:lnTo>
                  <a:lnTo>
                    <a:pt x="1974834" y="187262"/>
                  </a:lnTo>
                  <a:lnTo>
                    <a:pt x="1984962" y="179718"/>
                  </a:lnTo>
                  <a:lnTo>
                    <a:pt x="1995089" y="172566"/>
                  </a:lnTo>
                  <a:lnTo>
                    <a:pt x="2005216" y="165976"/>
                  </a:lnTo>
                  <a:lnTo>
                    <a:pt x="2015344" y="159972"/>
                  </a:lnTo>
                  <a:lnTo>
                    <a:pt x="2025471" y="154568"/>
                  </a:lnTo>
                  <a:lnTo>
                    <a:pt x="2035598" y="149803"/>
                  </a:lnTo>
                  <a:lnTo>
                    <a:pt x="2045726" y="145708"/>
                  </a:lnTo>
                  <a:lnTo>
                    <a:pt x="2055853" y="142305"/>
                  </a:lnTo>
                  <a:lnTo>
                    <a:pt x="2065980" y="139775"/>
                  </a:lnTo>
                  <a:lnTo>
                    <a:pt x="2076108" y="137956"/>
                  </a:lnTo>
                  <a:lnTo>
                    <a:pt x="2086235" y="136809"/>
                  </a:lnTo>
                  <a:lnTo>
                    <a:pt x="2096363" y="136302"/>
                  </a:lnTo>
                  <a:lnTo>
                    <a:pt x="2106490" y="136394"/>
                  </a:lnTo>
                  <a:lnTo>
                    <a:pt x="2116617" y="137044"/>
                  </a:lnTo>
                  <a:lnTo>
                    <a:pt x="2126745" y="138264"/>
                  </a:lnTo>
                  <a:lnTo>
                    <a:pt x="2136872" y="139849"/>
                  </a:lnTo>
                  <a:lnTo>
                    <a:pt x="2146999" y="141719"/>
                  </a:lnTo>
                  <a:lnTo>
                    <a:pt x="2157127" y="143793"/>
                  </a:lnTo>
                  <a:lnTo>
                    <a:pt x="2167254" y="145990"/>
                  </a:lnTo>
                  <a:lnTo>
                    <a:pt x="2177381" y="148222"/>
                  </a:lnTo>
                  <a:lnTo>
                    <a:pt x="2187509" y="150370"/>
                  </a:lnTo>
                  <a:lnTo>
                    <a:pt x="2197636" y="152359"/>
                  </a:lnTo>
                  <a:lnTo>
                    <a:pt x="2207763" y="154131"/>
                  </a:lnTo>
                  <a:lnTo>
                    <a:pt x="2217891" y="155637"/>
                  </a:lnTo>
                  <a:lnTo>
                    <a:pt x="2228018" y="156836"/>
                  </a:lnTo>
                  <a:lnTo>
                    <a:pt x="2238146" y="157659"/>
                  </a:lnTo>
                  <a:lnTo>
                    <a:pt x="2248273" y="158081"/>
                  </a:lnTo>
                  <a:lnTo>
                    <a:pt x="2258400" y="158165"/>
                  </a:lnTo>
                  <a:lnTo>
                    <a:pt x="2268528" y="157936"/>
                  </a:lnTo>
                  <a:lnTo>
                    <a:pt x="2278655" y="157430"/>
                  </a:lnTo>
                  <a:lnTo>
                    <a:pt x="2288782" y="156694"/>
                  </a:lnTo>
                  <a:lnTo>
                    <a:pt x="2298910" y="155774"/>
                  </a:lnTo>
                  <a:lnTo>
                    <a:pt x="2309037" y="154786"/>
                  </a:lnTo>
                  <a:lnTo>
                    <a:pt x="2319164" y="153825"/>
                  </a:lnTo>
                  <a:lnTo>
                    <a:pt x="2329292" y="152975"/>
                  </a:lnTo>
                  <a:lnTo>
                    <a:pt x="2339419" y="152319"/>
                  </a:lnTo>
                  <a:lnTo>
                    <a:pt x="2349546" y="151939"/>
                  </a:lnTo>
                  <a:lnTo>
                    <a:pt x="2359674" y="152017"/>
                  </a:lnTo>
                  <a:lnTo>
                    <a:pt x="2369801" y="152597"/>
                  </a:lnTo>
                  <a:lnTo>
                    <a:pt x="2379929" y="153719"/>
                  </a:lnTo>
                  <a:lnTo>
                    <a:pt x="2390056" y="155432"/>
                  </a:lnTo>
                  <a:lnTo>
                    <a:pt x="2400183" y="157777"/>
                  </a:lnTo>
                  <a:lnTo>
                    <a:pt x="2410311" y="160786"/>
                  </a:lnTo>
                  <a:lnTo>
                    <a:pt x="2420438" y="164646"/>
                  </a:lnTo>
                  <a:lnTo>
                    <a:pt x="2430565" y="169187"/>
                  </a:lnTo>
                  <a:lnTo>
                    <a:pt x="2440693" y="174380"/>
                  </a:lnTo>
                  <a:lnTo>
                    <a:pt x="2450820" y="180193"/>
                  </a:lnTo>
                  <a:lnTo>
                    <a:pt x="2460947" y="186584"/>
                  </a:lnTo>
                  <a:lnTo>
                    <a:pt x="2471075" y="193521"/>
                  </a:lnTo>
                  <a:lnTo>
                    <a:pt x="2481202" y="200995"/>
                  </a:lnTo>
                  <a:lnTo>
                    <a:pt x="2491330" y="208817"/>
                  </a:lnTo>
                  <a:lnTo>
                    <a:pt x="2501457" y="216911"/>
                  </a:lnTo>
                  <a:lnTo>
                    <a:pt x="2511584" y="225198"/>
                  </a:lnTo>
                  <a:lnTo>
                    <a:pt x="2521712" y="233601"/>
                  </a:lnTo>
                  <a:lnTo>
                    <a:pt x="2531839" y="242036"/>
                  </a:lnTo>
                  <a:lnTo>
                    <a:pt x="2541966" y="250386"/>
                  </a:lnTo>
                  <a:lnTo>
                    <a:pt x="2552094" y="258580"/>
                  </a:lnTo>
                  <a:lnTo>
                    <a:pt x="2562221" y="266555"/>
                  </a:lnTo>
                  <a:lnTo>
                    <a:pt x="2572348" y="274257"/>
                  </a:lnTo>
                  <a:lnTo>
                    <a:pt x="2582476" y="281635"/>
                  </a:lnTo>
                  <a:lnTo>
                    <a:pt x="2592603" y="288591"/>
                  </a:lnTo>
                  <a:lnTo>
                    <a:pt x="2602730" y="295076"/>
                  </a:lnTo>
                  <a:lnTo>
                    <a:pt x="2612858" y="301120"/>
                  </a:lnTo>
                  <a:lnTo>
                    <a:pt x="2622985" y="306708"/>
                  </a:lnTo>
                  <a:lnTo>
                    <a:pt x="2633113" y="311832"/>
                  </a:lnTo>
                  <a:lnTo>
                    <a:pt x="2643240" y="316491"/>
                  </a:lnTo>
                  <a:lnTo>
                    <a:pt x="2653367" y="320607"/>
                  </a:lnTo>
                  <a:lnTo>
                    <a:pt x="2663495" y="324240"/>
                  </a:lnTo>
                  <a:lnTo>
                    <a:pt x="2673622" y="327445"/>
                  </a:lnTo>
                  <a:lnTo>
                    <a:pt x="2683749" y="330243"/>
                  </a:lnTo>
                  <a:lnTo>
                    <a:pt x="2693877" y="332654"/>
                  </a:lnTo>
                  <a:lnTo>
                    <a:pt x="2704004" y="334702"/>
                  </a:lnTo>
                  <a:lnTo>
                    <a:pt x="2714131" y="336346"/>
                  </a:lnTo>
                  <a:lnTo>
                    <a:pt x="2724259" y="337686"/>
                  </a:lnTo>
                  <a:lnTo>
                    <a:pt x="2734386" y="338761"/>
                  </a:lnTo>
                  <a:lnTo>
                    <a:pt x="2744513" y="339596"/>
                  </a:lnTo>
                  <a:lnTo>
                    <a:pt x="2754641" y="340219"/>
                  </a:lnTo>
                  <a:lnTo>
                    <a:pt x="2764768" y="340655"/>
                  </a:lnTo>
                  <a:lnTo>
                    <a:pt x="2774896" y="340898"/>
                  </a:lnTo>
                  <a:lnTo>
                    <a:pt x="2785023" y="341020"/>
                  </a:lnTo>
                  <a:lnTo>
                    <a:pt x="2795150" y="341041"/>
                  </a:lnTo>
                  <a:lnTo>
                    <a:pt x="2805278" y="340982"/>
                  </a:lnTo>
                  <a:lnTo>
                    <a:pt x="2815405" y="340863"/>
                  </a:lnTo>
                  <a:lnTo>
                    <a:pt x="2825532" y="340699"/>
                  </a:lnTo>
                  <a:lnTo>
                    <a:pt x="2835660" y="340512"/>
                  </a:lnTo>
                  <a:lnTo>
                    <a:pt x="2845787" y="340323"/>
                  </a:lnTo>
                  <a:lnTo>
                    <a:pt x="2855914" y="340145"/>
                  </a:lnTo>
                  <a:lnTo>
                    <a:pt x="2866042" y="339988"/>
                  </a:lnTo>
                  <a:lnTo>
                    <a:pt x="2876169" y="339861"/>
                  </a:lnTo>
                  <a:lnTo>
                    <a:pt x="2886296" y="339779"/>
                  </a:lnTo>
                  <a:lnTo>
                    <a:pt x="2896424" y="339753"/>
                  </a:lnTo>
                  <a:lnTo>
                    <a:pt x="2906551" y="339781"/>
                  </a:lnTo>
                  <a:lnTo>
                    <a:pt x="2916679" y="339864"/>
                  </a:lnTo>
                  <a:lnTo>
                    <a:pt x="2926806" y="340006"/>
                  </a:lnTo>
                  <a:lnTo>
                    <a:pt x="2936933" y="340206"/>
                  </a:lnTo>
                  <a:lnTo>
                    <a:pt x="2947061" y="340472"/>
                  </a:lnTo>
                  <a:lnTo>
                    <a:pt x="2957188" y="340798"/>
                  </a:lnTo>
                  <a:lnTo>
                    <a:pt x="2967315" y="341175"/>
                  </a:lnTo>
                  <a:lnTo>
                    <a:pt x="2977443" y="341598"/>
                  </a:lnTo>
                  <a:lnTo>
                    <a:pt x="2987570" y="342062"/>
                  </a:lnTo>
                  <a:lnTo>
                    <a:pt x="2997697" y="342563"/>
                  </a:lnTo>
                  <a:lnTo>
                    <a:pt x="3007825" y="343098"/>
                  </a:lnTo>
                  <a:lnTo>
                    <a:pt x="3017952" y="343656"/>
                  </a:lnTo>
                  <a:lnTo>
                    <a:pt x="3028079" y="344228"/>
                  </a:lnTo>
                  <a:lnTo>
                    <a:pt x="3038207" y="344809"/>
                  </a:lnTo>
                  <a:lnTo>
                    <a:pt x="3048334" y="345393"/>
                  </a:lnTo>
                  <a:lnTo>
                    <a:pt x="3058462" y="345975"/>
                  </a:lnTo>
                  <a:lnTo>
                    <a:pt x="3068589" y="346546"/>
                  </a:lnTo>
                  <a:lnTo>
                    <a:pt x="3078716" y="347102"/>
                  </a:lnTo>
                  <a:lnTo>
                    <a:pt x="3088844" y="347640"/>
                  </a:lnTo>
                  <a:lnTo>
                    <a:pt x="3098971" y="348156"/>
                  </a:lnTo>
                  <a:lnTo>
                    <a:pt x="3109098" y="348647"/>
                  </a:lnTo>
                  <a:lnTo>
                    <a:pt x="3119226" y="349111"/>
                  </a:lnTo>
                  <a:lnTo>
                    <a:pt x="3129353" y="349540"/>
                  </a:lnTo>
                  <a:lnTo>
                    <a:pt x="3139480" y="349939"/>
                  </a:lnTo>
                  <a:lnTo>
                    <a:pt x="3149608" y="350308"/>
                  </a:lnTo>
                  <a:lnTo>
                    <a:pt x="3159735" y="350647"/>
                  </a:lnTo>
                  <a:lnTo>
                    <a:pt x="3169862" y="350956"/>
                  </a:lnTo>
                  <a:lnTo>
                    <a:pt x="3179990" y="351235"/>
                  </a:lnTo>
                  <a:lnTo>
                    <a:pt x="3190117" y="351481"/>
                  </a:lnTo>
                  <a:lnTo>
                    <a:pt x="3200245" y="351702"/>
                  </a:lnTo>
                  <a:lnTo>
                    <a:pt x="3210372" y="351898"/>
                  </a:lnTo>
                  <a:lnTo>
                    <a:pt x="3220499" y="352072"/>
                  </a:lnTo>
                  <a:lnTo>
                    <a:pt x="3230627" y="352225"/>
                  </a:lnTo>
                  <a:lnTo>
                    <a:pt x="3240754" y="352356"/>
                  </a:lnTo>
                  <a:lnTo>
                    <a:pt x="3250881" y="352468"/>
                  </a:lnTo>
                  <a:lnTo>
                    <a:pt x="3261009" y="352565"/>
                  </a:lnTo>
                  <a:lnTo>
                    <a:pt x="3271136" y="352648"/>
                  </a:lnTo>
                  <a:lnTo>
                    <a:pt x="3281263" y="352719"/>
                  </a:lnTo>
                  <a:lnTo>
                    <a:pt x="3291391" y="352778"/>
                  </a:lnTo>
                  <a:lnTo>
                    <a:pt x="3301518" y="352825"/>
                  </a:lnTo>
                  <a:lnTo>
                    <a:pt x="3311645" y="352863"/>
                  </a:lnTo>
                  <a:lnTo>
                    <a:pt x="3321773" y="352893"/>
                  </a:lnTo>
                  <a:lnTo>
                    <a:pt x="3331900" y="352915"/>
                  </a:lnTo>
                  <a:lnTo>
                    <a:pt x="3342028" y="352929"/>
                  </a:lnTo>
                  <a:lnTo>
                    <a:pt x="3352155" y="352937"/>
                  </a:lnTo>
                  <a:lnTo>
                    <a:pt x="3362282" y="352935"/>
                  </a:lnTo>
                  <a:lnTo>
                    <a:pt x="3372410" y="352925"/>
                  </a:lnTo>
                  <a:lnTo>
                    <a:pt x="3382537" y="352906"/>
                  </a:lnTo>
                  <a:lnTo>
                    <a:pt x="3392664" y="352876"/>
                  </a:lnTo>
                  <a:lnTo>
                    <a:pt x="3402792" y="352835"/>
                  </a:lnTo>
                  <a:lnTo>
                    <a:pt x="3412919" y="352781"/>
                  </a:lnTo>
                  <a:lnTo>
                    <a:pt x="3423046" y="352706"/>
                  </a:lnTo>
                  <a:lnTo>
                    <a:pt x="3433174" y="352610"/>
                  </a:lnTo>
                  <a:lnTo>
                    <a:pt x="3443301" y="352490"/>
                  </a:lnTo>
                  <a:lnTo>
                    <a:pt x="3453428" y="352342"/>
                  </a:lnTo>
                  <a:lnTo>
                    <a:pt x="3463556" y="352161"/>
                  </a:lnTo>
                  <a:lnTo>
                    <a:pt x="3473683" y="351939"/>
                  </a:lnTo>
                  <a:lnTo>
                    <a:pt x="3483811" y="351661"/>
                  </a:lnTo>
                  <a:lnTo>
                    <a:pt x="3493938" y="351326"/>
                  </a:lnTo>
                  <a:lnTo>
                    <a:pt x="3504065" y="350927"/>
                  </a:lnTo>
                  <a:lnTo>
                    <a:pt x="3514193" y="350456"/>
                  </a:lnTo>
                  <a:lnTo>
                    <a:pt x="3524320" y="349902"/>
                  </a:lnTo>
                  <a:lnTo>
                    <a:pt x="3534447" y="349248"/>
                  </a:lnTo>
                  <a:lnTo>
                    <a:pt x="3544575" y="348469"/>
                  </a:lnTo>
                  <a:lnTo>
                    <a:pt x="3554702" y="347569"/>
                  </a:lnTo>
                  <a:lnTo>
                    <a:pt x="3564829" y="346538"/>
                  </a:lnTo>
                  <a:lnTo>
                    <a:pt x="3574957" y="345366"/>
                  </a:lnTo>
                  <a:lnTo>
                    <a:pt x="3585084" y="344041"/>
                  </a:lnTo>
                  <a:lnTo>
                    <a:pt x="3595211" y="342531"/>
                  </a:lnTo>
                  <a:lnTo>
                    <a:pt x="3605339" y="340821"/>
                  </a:lnTo>
                  <a:lnTo>
                    <a:pt x="3615466" y="338928"/>
                  </a:lnTo>
                  <a:lnTo>
                    <a:pt x="3625594" y="336845"/>
                  </a:lnTo>
                  <a:lnTo>
                    <a:pt x="3635721" y="334570"/>
                  </a:lnTo>
                  <a:lnTo>
                    <a:pt x="3645848" y="332102"/>
                  </a:lnTo>
                  <a:lnTo>
                    <a:pt x="3655976" y="329408"/>
                  </a:lnTo>
                  <a:lnTo>
                    <a:pt x="3666103" y="326516"/>
                  </a:lnTo>
                  <a:lnTo>
                    <a:pt x="3676230" y="323454"/>
                  </a:lnTo>
                  <a:lnTo>
                    <a:pt x="3686358" y="320234"/>
                  </a:lnTo>
                  <a:lnTo>
                    <a:pt x="3696485" y="316874"/>
                  </a:lnTo>
                  <a:lnTo>
                    <a:pt x="3706612" y="313396"/>
                  </a:lnTo>
                  <a:lnTo>
                    <a:pt x="3716740" y="309812"/>
                  </a:lnTo>
                  <a:lnTo>
                    <a:pt x="3726867" y="306181"/>
                  </a:lnTo>
                  <a:lnTo>
                    <a:pt x="3736995" y="302538"/>
                  </a:lnTo>
                  <a:lnTo>
                    <a:pt x="3747122" y="298921"/>
                  </a:lnTo>
                  <a:lnTo>
                    <a:pt x="3757249" y="295366"/>
                  </a:lnTo>
                  <a:lnTo>
                    <a:pt x="3767377" y="291914"/>
                  </a:lnTo>
                  <a:lnTo>
                    <a:pt x="3777504" y="288659"/>
                  </a:lnTo>
                  <a:lnTo>
                    <a:pt x="3787631" y="285614"/>
                  </a:lnTo>
                  <a:lnTo>
                    <a:pt x="3797759" y="282817"/>
                  </a:lnTo>
                  <a:lnTo>
                    <a:pt x="3807886" y="280306"/>
                  </a:lnTo>
                  <a:lnTo>
                    <a:pt x="3818013" y="278114"/>
                  </a:lnTo>
                  <a:lnTo>
                    <a:pt x="3828141" y="276294"/>
                  </a:lnTo>
                  <a:lnTo>
                    <a:pt x="3838268" y="274942"/>
                  </a:lnTo>
                  <a:lnTo>
                    <a:pt x="3848395" y="274001"/>
                  </a:lnTo>
                  <a:lnTo>
                    <a:pt x="3858523" y="273484"/>
                  </a:lnTo>
                  <a:lnTo>
                    <a:pt x="3868650" y="273397"/>
                  </a:lnTo>
                  <a:lnTo>
                    <a:pt x="3878778" y="273745"/>
                  </a:lnTo>
                  <a:lnTo>
                    <a:pt x="3888905" y="274564"/>
                  </a:lnTo>
                  <a:lnTo>
                    <a:pt x="3899032" y="275862"/>
                  </a:lnTo>
                  <a:lnTo>
                    <a:pt x="3909160" y="277549"/>
                  </a:lnTo>
                  <a:lnTo>
                    <a:pt x="3919287" y="279601"/>
                  </a:lnTo>
                  <a:lnTo>
                    <a:pt x="3929414" y="281989"/>
                  </a:lnTo>
                  <a:lnTo>
                    <a:pt x="3939542" y="284682"/>
                  </a:lnTo>
                  <a:lnTo>
                    <a:pt x="3949669" y="287675"/>
                  </a:lnTo>
                  <a:lnTo>
                    <a:pt x="3959796" y="290901"/>
                  </a:lnTo>
                  <a:lnTo>
                    <a:pt x="3969924" y="294291"/>
                  </a:lnTo>
                  <a:lnTo>
                    <a:pt x="3980051" y="297805"/>
                  </a:lnTo>
                  <a:lnTo>
                    <a:pt x="3990178" y="301403"/>
                  </a:lnTo>
                  <a:lnTo>
                    <a:pt x="4000306" y="305046"/>
                  </a:lnTo>
                  <a:lnTo>
                    <a:pt x="4010433" y="308687"/>
                  </a:lnTo>
                  <a:lnTo>
                    <a:pt x="4020561" y="312278"/>
                  </a:lnTo>
                  <a:lnTo>
                    <a:pt x="4030688" y="315790"/>
                  </a:lnTo>
                  <a:lnTo>
                    <a:pt x="4040815" y="319197"/>
                  </a:lnTo>
                  <a:lnTo>
                    <a:pt x="4050943" y="322475"/>
                  </a:lnTo>
                  <a:lnTo>
                    <a:pt x="4061070" y="325605"/>
                  </a:lnTo>
                  <a:lnTo>
                    <a:pt x="4071197" y="328525"/>
                  </a:lnTo>
                  <a:lnTo>
                    <a:pt x="4081325" y="331258"/>
                  </a:lnTo>
                  <a:lnTo>
                    <a:pt x="4091452" y="333803"/>
                  </a:lnTo>
                  <a:lnTo>
                    <a:pt x="4101579" y="336154"/>
                  </a:lnTo>
                  <a:lnTo>
                    <a:pt x="4111707" y="338313"/>
                  </a:lnTo>
                  <a:lnTo>
                    <a:pt x="4121834" y="340275"/>
                  </a:lnTo>
                  <a:lnTo>
                    <a:pt x="4131961" y="342009"/>
                  </a:lnTo>
                  <a:lnTo>
                    <a:pt x="4142089" y="343566"/>
                  </a:lnTo>
                  <a:lnTo>
                    <a:pt x="4152216" y="344956"/>
                  </a:lnTo>
                  <a:lnTo>
                    <a:pt x="4162344" y="346189"/>
                  </a:lnTo>
                  <a:lnTo>
                    <a:pt x="4172471" y="347274"/>
                  </a:lnTo>
                  <a:lnTo>
                    <a:pt x="4182598" y="348213"/>
                  </a:lnTo>
                  <a:lnTo>
                    <a:pt x="4192726" y="349009"/>
                  </a:lnTo>
                  <a:lnTo>
                    <a:pt x="4202853" y="349697"/>
                  </a:lnTo>
                  <a:lnTo>
                    <a:pt x="4212980" y="350287"/>
                  </a:lnTo>
                  <a:lnTo>
                    <a:pt x="4223108" y="350791"/>
                  </a:lnTo>
                  <a:lnTo>
                    <a:pt x="4233235" y="351218"/>
                  </a:lnTo>
                  <a:lnTo>
                    <a:pt x="4243362" y="351569"/>
                  </a:lnTo>
                  <a:lnTo>
                    <a:pt x="4253490" y="351856"/>
                  </a:lnTo>
                  <a:lnTo>
                    <a:pt x="4263617" y="352096"/>
                  </a:lnTo>
                  <a:lnTo>
                    <a:pt x="4273744" y="352294"/>
                  </a:lnTo>
                  <a:lnTo>
                    <a:pt x="4283872" y="352457"/>
                  </a:lnTo>
                  <a:lnTo>
                    <a:pt x="4293999" y="352590"/>
                  </a:lnTo>
                  <a:lnTo>
                    <a:pt x="4304127" y="352694"/>
                  </a:lnTo>
                  <a:lnTo>
                    <a:pt x="4314254" y="352776"/>
                  </a:lnTo>
                  <a:lnTo>
                    <a:pt x="4324381" y="352843"/>
                  </a:lnTo>
                  <a:lnTo>
                    <a:pt x="4334509" y="352896"/>
                  </a:lnTo>
                  <a:lnTo>
                    <a:pt x="4344636" y="352938"/>
                  </a:lnTo>
                  <a:lnTo>
                    <a:pt x="4354763" y="352971"/>
                  </a:lnTo>
                  <a:lnTo>
                    <a:pt x="4364891" y="352996"/>
                  </a:lnTo>
                  <a:lnTo>
                    <a:pt x="4375018" y="353014"/>
                  </a:lnTo>
                  <a:lnTo>
                    <a:pt x="4385145" y="353029"/>
                  </a:lnTo>
                  <a:lnTo>
                    <a:pt x="4395273" y="353041"/>
                  </a:lnTo>
                  <a:lnTo>
                    <a:pt x="4405400" y="353049"/>
                  </a:lnTo>
                  <a:lnTo>
                    <a:pt x="4415527" y="353056"/>
                  </a:lnTo>
                  <a:lnTo>
                    <a:pt x="4425655" y="353061"/>
                  </a:lnTo>
                  <a:lnTo>
                    <a:pt x="4435782" y="353064"/>
                  </a:lnTo>
                  <a:lnTo>
                    <a:pt x="4445910" y="353067"/>
                  </a:lnTo>
                  <a:lnTo>
                    <a:pt x="4456037" y="353069"/>
                  </a:lnTo>
                  <a:lnTo>
                    <a:pt x="4466164" y="353070"/>
                  </a:lnTo>
                  <a:lnTo>
                    <a:pt x="4476292" y="353071"/>
                  </a:lnTo>
                  <a:lnTo>
                    <a:pt x="4486419" y="353072"/>
                  </a:lnTo>
                  <a:lnTo>
                    <a:pt x="4496546" y="353072"/>
                  </a:lnTo>
                  <a:lnTo>
                    <a:pt x="4506674" y="353073"/>
                  </a:lnTo>
                  <a:lnTo>
                    <a:pt x="4516801" y="353073"/>
                  </a:lnTo>
                  <a:lnTo>
                    <a:pt x="4526928" y="353073"/>
                  </a:lnTo>
                  <a:lnTo>
                    <a:pt x="4537056" y="353073"/>
                  </a:lnTo>
                  <a:lnTo>
                    <a:pt x="4547183" y="353073"/>
                  </a:lnTo>
                  <a:lnTo>
                    <a:pt x="4557310" y="353073"/>
                  </a:lnTo>
                  <a:lnTo>
                    <a:pt x="4567438" y="353074"/>
                  </a:lnTo>
                  <a:lnTo>
                    <a:pt x="4577565" y="353074"/>
                  </a:lnTo>
                  <a:lnTo>
                    <a:pt x="4587693" y="353074"/>
                  </a:lnTo>
                  <a:lnTo>
                    <a:pt x="4597820" y="353074"/>
                  </a:lnTo>
                  <a:lnTo>
                    <a:pt x="4607947" y="353074"/>
                  </a:lnTo>
                  <a:lnTo>
                    <a:pt x="4618075" y="353074"/>
                  </a:lnTo>
                  <a:lnTo>
                    <a:pt x="4628202" y="353074"/>
                  </a:lnTo>
                  <a:lnTo>
                    <a:pt x="4638329" y="353074"/>
                  </a:lnTo>
                  <a:lnTo>
                    <a:pt x="4648457" y="353074"/>
                  </a:lnTo>
                  <a:lnTo>
                    <a:pt x="4658584" y="353074"/>
                  </a:lnTo>
                  <a:lnTo>
                    <a:pt x="4668711" y="353074"/>
                  </a:lnTo>
                  <a:lnTo>
                    <a:pt x="4678839" y="353074"/>
                  </a:lnTo>
                  <a:lnTo>
                    <a:pt x="4688966" y="353074"/>
                  </a:lnTo>
                  <a:lnTo>
                    <a:pt x="4699093" y="353074"/>
                  </a:lnTo>
                  <a:lnTo>
                    <a:pt x="4709221" y="353074"/>
                  </a:lnTo>
                  <a:lnTo>
                    <a:pt x="4719348" y="353074"/>
                  </a:lnTo>
                  <a:lnTo>
                    <a:pt x="4729476" y="353074"/>
                  </a:lnTo>
                  <a:lnTo>
                    <a:pt x="4739603" y="353074"/>
                  </a:lnTo>
                  <a:lnTo>
                    <a:pt x="4749730" y="353074"/>
                  </a:lnTo>
                  <a:lnTo>
                    <a:pt x="4759858" y="353074"/>
                  </a:lnTo>
                  <a:lnTo>
                    <a:pt x="4769985" y="353074"/>
                  </a:lnTo>
                  <a:lnTo>
                    <a:pt x="4780112" y="353074"/>
                  </a:lnTo>
                  <a:lnTo>
                    <a:pt x="4790240" y="353074"/>
                  </a:lnTo>
                  <a:lnTo>
                    <a:pt x="4800367" y="353074"/>
                  </a:lnTo>
                  <a:lnTo>
                    <a:pt x="4810494" y="353074"/>
                  </a:lnTo>
                  <a:lnTo>
                    <a:pt x="4820622" y="353074"/>
                  </a:lnTo>
                  <a:lnTo>
                    <a:pt x="4830749" y="353074"/>
                  </a:lnTo>
                  <a:lnTo>
                    <a:pt x="4840877" y="353074"/>
                  </a:lnTo>
                  <a:lnTo>
                    <a:pt x="4851004" y="353074"/>
                  </a:lnTo>
                  <a:lnTo>
                    <a:pt x="4861131" y="353074"/>
                  </a:lnTo>
                  <a:lnTo>
                    <a:pt x="4871259" y="353074"/>
                  </a:lnTo>
                  <a:lnTo>
                    <a:pt x="4881386" y="353074"/>
                  </a:lnTo>
                  <a:lnTo>
                    <a:pt x="4891513" y="353074"/>
                  </a:lnTo>
                  <a:lnTo>
                    <a:pt x="4901641" y="353074"/>
                  </a:lnTo>
                  <a:lnTo>
                    <a:pt x="4911768" y="353074"/>
                  </a:lnTo>
                  <a:lnTo>
                    <a:pt x="4921895" y="353074"/>
                  </a:lnTo>
                  <a:lnTo>
                    <a:pt x="4932023" y="353074"/>
                  </a:lnTo>
                  <a:lnTo>
                    <a:pt x="4942150" y="353074"/>
                  </a:lnTo>
                  <a:lnTo>
                    <a:pt x="4952277" y="353074"/>
                  </a:lnTo>
                  <a:lnTo>
                    <a:pt x="4962405" y="353074"/>
                  </a:lnTo>
                  <a:lnTo>
                    <a:pt x="4972532" y="353074"/>
                  </a:lnTo>
                  <a:lnTo>
                    <a:pt x="4982660" y="353074"/>
                  </a:lnTo>
                  <a:lnTo>
                    <a:pt x="4992787" y="353074"/>
                  </a:lnTo>
                  <a:lnTo>
                    <a:pt x="5002914" y="353074"/>
                  </a:lnTo>
                  <a:lnTo>
                    <a:pt x="5013042" y="353074"/>
                  </a:lnTo>
                  <a:lnTo>
                    <a:pt x="5023169" y="353074"/>
                  </a:lnTo>
                  <a:lnTo>
                    <a:pt x="5033296" y="353074"/>
                  </a:lnTo>
                  <a:lnTo>
                    <a:pt x="5043424" y="353074"/>
                  </a:lnTo>
                  <a:lnTo>
                    <a:pt x="5053551" y="353074"/>
                  </a:lnTo>
                  <a:lnTo>
                    <a:pt x="5063678" y="353074"/>
                  </a:lnTo>
                  <a:lnTo>
                    <a:pt x="5073806" y="353074"/>
                  </a:lnTo>
                  <a:lnTo>
                    <a:pt x="5083933" y="353074"/>
                  </a:lnTo>
                  <a:lnTo>
                    <a:pt x="5094060" y="353074"/>
                  </a:lnTo>
                  <a:lnTo>
                    <a:pt x="5104188" y="353074"/>
                  </a:lnTo>
                  <a:lnTo>
                    <a:pt x="5114315" y="353074"/>
                  </a:lnTo>
                  <a:lnTo>
                    <a:pt x="5124443" y="353074"/>
                  </a:lnTo>
                  <a:lnTo>
                    <a:pt x="5134570" y="353074"/>
                  </a:lnTo>
                  <a:lnTo>
                    <a:pt x="5144697" y="353074"/>
                  </a:lnTo>
                  <a:lnTo>
                    <a:pt x="5154825" y="353074"/>
                  </a:lnTo>
                  <a:lnTo>
                    <a:pt x="5164952" y="353074"/>
                  </a:lnTo>
                  <a:lnTo>
                    <a:pt x="5175079" y="353074"/>
                  </a:lnTo>
                  <a:lnTo>
                    <a:pt x="5164952" y="353074"/>
                  </a:lnTo>
                  <a:lnTo>
                    <a:pt x="5154825" y="353074"/>
                  </a:lnTo>
                  <a:lnTo>
                    <a:pt x="5144697" y="353074"/>
                  </a:lnTo>
                  <a:lnTo>
                    <a:pt x="5134570" y="353074"/>
                  </a:lnTo>
                  <a:lnTo>
                    <a:pt x="5124443" y="353074"/>
                  </a:lnTo>
                  <a:lnTo>
                    <a:pt x="5114315" y="353074"/>
                  </a:lnTo>
                  <a:lnTo>
                    <a:pt x="5104188" y="353074"/>
                  </a:lnTo>
                  <a:lnTo>
                    <a:pt x="5094060" y="353074"/>
                  </a:lnTo>
                  <a:lnTo>
                    <a:pt x="5083933" y="353074"/>
                  </a:lnTo>
                  <a:lnTo>
                    <a:pt x="5073806" y="353074"/>
                  </a:lnTo>
                  <a:lnTo>
                    <a:pt x="5063678" y="353074"/>
                  </a:lnTo>
                  <a:lnTo>
                    <a:pt x="5053551" y="353074"/>
                  </a:lnTo>
                  <a:lnTo>
                    <a:pt x="5043424" y="353074"/>
                  </a:lnTo>
                  <a:lnTo>
                    <a:pt x="5033296" y="353074"/>
                  </a:lnTo>
                  <a:lnTo>
                    <a:pt x="5023169" y="353074"/>
                  </a:lnTo>
                  <a:lnTo>
                    <a:pt x="5013042" y="353074"/>
                  </a:lnTo>
                  <a:lnTo>
                    <a:pt x="5002914" y="353074"/>
                  </a:lnTo>
                  <a:lnTo>
                    <a:pt x="4992787" y="353074"/>
                  </a:lnTo>
                  <a:lnTo>
                    <a:pt x="4982660" y="353074"/>
                  </a:lnTo>
                  <a:lnTo>
                    <a:pt x="4972532" y="353074"/>
                  </a:lnTo>
                  <a:lnTo>
                    <a:pt x="4962405" y="353074"/>
                  </a:lnTo>
                  <a:lnTo>
                    <a:pt x="4952277" y="353074"/>
                  </a:lnTo>
                  <a:lnTo>
                    <a:pt x="4942150" y="353074"/>
                  </a:lnTo>
                  <a:lnTo>
                    <a:pt x="4932023" y="353074"/>
                  </a:lnTo>
                  <a:lnTo>
                    <a:pt x="4921895" y="353074"/>
                  </a:lnTo>
                  <a:lnTo>
                    <a:pt x="4911768" y="353074"/>
                  </a:lnTo>
                  <a:lnTo>
                    <a:pt x="4901641" y="353074"/>
                  </a:lnTo>
                  <a:lnTo>
                    <a:pt x="4891513" y="353074"/>
                  </a:lnTo>
                  <a:lnTo>
                    <a:pt x="4881386" y="353074"/>
                  </a:lnTo>
                  <a:lnTo>
                    <a:pt x="4871259" y="353074"/>
                  </a:lnTo>
                  <a:lnTo>
                    <a:pt x="4861131" y="353074"/>
                  </a:lnTo>
                  <a:lnTo>
                    <a:pt x="4851004" y="353074"/>
                  </a:lnTo>
                  <a:lnTo>
                    <a:pt x="4840877" y="353074"/>
                  </a:lnTo>
                  <a:lnTo>
                    <a:pt x="4830749" y="353074"/>
                  </a:lnTo>
                  <a:lnTo>
                    <a:pt x="4820622" y="353074"/>
                  </a:lnTo>
                  <a:lnTo>
                    <a:pt x="4810494" y="353074"/>
                  </a:lnTo>
                  <a:lnTo>
                    <a:pt x="4800367" y="353074"/>
                  </a:lnTo>
                  <a:lnTo>
                    <a:pt x="4790240" y="353074"/>
                  </a:lnTo>
                  <a:lnTo>
                    <a:pt x="4780112" y="353074"/>
                  </a:lnTo>
                  <a:lnTo>
                    <a:pt x="4769985" y="353074"/>
                  </a:lnTo>
                  <a:lnTo>
                    <a:pt x="4759858" y="353074"/>
                  </a:lnTo>
                  <a:lnTo>
                    <a:pt x="4749730" y="353074"/>
                  </a:lnTo>
                  <a:lnTo>
                    <a:pt x="4739603" y="353074"/>
                  </a:lnTo>
                  <a:lnTo>
                    <a:pt x="4729476" y="353074"/>
                  </a:lnTo>
                  <a:lnTo>
                    <a:pt x="4719348" y="353074"/>
                  </a:lnTo>
                  <a:lnTo>
                    <a:pt x="4709221" y="353074"/>
                  </a:lnTo>
                  <a:lnTo>
                    <a:pt x="4699093" y="353074"/>
                  </a:lnTo>
                  <a:lnTo>
                    <a:pt x="4688966" y="353074"/>
                  </a:lnTo>
                  <a:lnTo>
                    <a:pt x="4678839" y="353074"/>
                  </a:lnTo>
                  <a:lnTo>
                    <a:pt x="4668711" y="353074"/>
                  </a:lnTo>
                  <a:lnTo>
                    <a:pt x="4658584" y="353074"/>
                  </a:lnTo>
                  <a:lnTo>
                    <a:pt x="4648457" y="353074"/>
                  </a:lnTo>
                  <a:lnTo>
                    <a:pt x="4638329" y="353074"/>
                  </a:lnTo>
                  <a:lnTo>
                    <a:pt x="4628202" y="353074"/>
                  </a:lnTo>
                  <a:lnTo>
                    <a:pt x="4618075" y="353074"/>
                  </a:lnTo>
                  <a:lnTo>
                    <a:pt x="4607947" y="353074"/>
                  </a:lnTo>
                  <a:lnTo>
                    <a:pt x="4597820" y="353074"/>
                  </a:lnTo>
                  <a:lnTo>
                    <a:pt x="4587693" y="353074"/>
                  </a:lnTo>
                  <a:lnTo>
                    <a:pt x="4577565" y="353074"/>
                  </a:lnTo>
                  <a:lnTo>
                    <a:pt x="4567438" y="353074"/>
                  </a:lnTo>
                  <a:lnTo>
                    <a:pt x="4557310" y="353074"/>
                  </a:lnTo>
                  <a:lnTo>
                    <a:pt x="4547183" y="353074"/>
                  </a:lnTo>
                  <a:lnTo>
                    <a:pt x="4537056" y="353074"/>
                  </a:lnTo>
                  <a:lnTo>
                    <a:pt x="4526928" y="353074"/>
                  </a:lnTo>
                  <a:lnTo>
                    <a:pt x="4516801" y="353074"/>
                  </a:lnTo>
                  <a:lnTo>
                    <a:pt x="4506674" y="353074"/>
                  </a:lnTo>
                  <a:lnTo>
                    <a:pt x="4496546" y="353074"/>
                  </a:lnTo>
                  <a:lnTo>
                    <a:pt x="4486419" y="353074"/>
                  </a:lnTo>
                  <a:lnTo>
                    <a:pt x="4476292" y="353074"/>
                  </a:lnTo>
                  <a:lnTo>
                    <a:pt x="4466164" y="353074"/>
                  </a:lnTo>
                  <a:lnTo>
                    <a:pt x="4456037" y="353074"/>
                  </a:lnTo>
                  <a:lnTo>
                    <a:pt x="4445910" y="353074"/>
                  </a:lnTo>
                  <a:lnTo>
                    <a:pt x="4435782" y="353074"/>
                  </a:lnTo>
                  <a:lnTo>
                    <a:pt x="4425655" y="353074"/>
                  </a:lnTo>
                  <a:lnTo>
                    <a:pt x="4415527" y="353074"/>
                  </a:lnTo>
                  <a:lnTo>
                    <a:pt x="4405400" y="353074"/>
                  </a:lnTo>
                  <a:lnTo>
                    <a:pt x="4395273" y="353074"/>
                  </a:lnTo>
                  <a:lnTo>
                    <a:pt x="4385145" y="353074"/>
                  </a:lnTo>
                  <a:lnTo>
                    <a:pt x="4375018" y="353074"/>
                  </a:lnTo>
                  <a:lnTo>
                    <a:pt x="4364891" y="353074"/>
                  </a:lnTo>
                  <a:lnTo>
                    <a:pt x="4354763" y="353074"/>
                  </a:lnTo>
                  <a:lnTo>
                    <a:pt x="4344636" y="353074"/>
                  </a:lnTo>
                  <a:lnTo>
                    <a:pt x="4334509" y="353074"/>
                  </a:lnTo>
                  <a:lnTo>
                    <a:pt x="4324381" y="353074"/>
                  </a:lnTo>
                  <a:lnTo>
                    <a:pt x="4314254" y="353074"/>
                  </a:lnTo>
                  <a:lnTo>
                    <a:pt x="4304127" y="353074"/>
                  </a:lnTo>
                  <a:lnTo>
                    <a:pt x="4293999" y="353074"/>
                  </a:lnTo>
                  <a:lnTo>
                    <a:pt x="4283872" y="353074"/>
                  </a:lnTo>
                  <a:lnTo>
                    <a:pt x="4273744" y="353074"/>
                  </a:lnTo>
                  <a:lnTo>
                    <a:pt x="4263617" y="353074"/>
                  </a:lnTo>
                  <a:lnTo>
                    <a:pt x="4253490" y="353074"/>
                  </a:lnTo>
                  <a:lnTo>
                    <a:pt x="4243362" y="353074"/>
                  </a:lnTo>
                  <a:lnTo>
                    <a:pt x="4233235" y="353074"/>
                  </a:lnTo>
                  <a:lnTo>
                    <a:pt x="4223108" y="353074"/>
                  </a:lnTo>
                  <a:lnTo>
                    <a:pt x="4212980" y="353074"/>
                  </a:lnTo>
                  <a:lnTo>
                    <a:pt x="4202853" y="353074"/>
                  </a:lnTo>
                  <a:lnTo>
                    <a:pt x="4192726" y="353074"/>
                  </a:lnTo>
                  <a:lnTo>
                    <a:pt x="4182598" y="353074"/>
                  </a:lnTo>
                  <a:lnTo>
                    <a:pt x="4172471" y="353074"/>
                  </a:lnTo>
                  <a:lnTo>
                    <a:pt x="4162344" y="353074"/>
                  </a:lnTo>
                  <a:lnTo>
                    <a:pt x="4152216" y="353074"/>
                  </a:lnTo>
                  <a:lnTo>
                    <a:pt x="4142089" y="353074"/>
                  </a:lnTo>
                  <a:lnTo>
                    <a:pt x="4131961" y="353074"/>
                  </a:lnTo>
                  <a:lnTo>
                    <a:pt x="4121834" y="353074"/>
                  </a:lnTo>
                  <a:lnTo>
                    <a:pt x="4111707" y="353074"/>
                  </a:lnTo>
                  <a:lnTo>
                    <a:pt x="4101579" y="353074"/>
                  </a:lnTo>
                  <a:lnTo>
                    <a:pt x="4091452" y="353074"/>
                  </a:lnTo>
                  <a:lnTo>
                    <a:pt x="4081325" y="353074"/>
                  </a:lnTo>
                  <a:lnTo>
                    <a:pt x="4071197" y="353074"/>
                  </a:lnTo>
                  <a:lnTo>
                    <a:pt x="4061070" y="353074"/>
                  </a:lnTo>
                  <a:lnTo>
                    <a:pt x="4050943" y="353074"/>
                  </a:lnTo>
                  <a:lnTo>
                    <a:pt x="4040815" y="353074"/>
                  </a:lnTo>
                  <a:lnTo>
                    <a:pt x="4030688" y="353074"/>
                  </a:lnTo>
                  <a:lnTo>
                    <a:pt x="4020561" y="353074"/>
                  </a:lnTo>
                  <a:lnTo>
                    <a:pt x="4010433" y="353074"/>
                  </a:lnTo>
                  <a:lnTo>
                    <a:pt x="4000306" y="353074"/>
                  </a:lnTo>
                  <a:lnTo>
                    <a:pt x="3990178" y="353074"/>
                  </a:lnTo>
                  <a:lnTo>
                    <a:pt x="3980051" y="353074"/>
                  </a:lnTo>
                  <a:lnTo>
                    <a:pt x="3969924" y="353074"/>
                  </a:lnTo>
                  <a:lnTo>
                    <a:pt x="3959796" y="353074"/>
                  </a:lnTo>
                  <a:lnTo>
                    <a:pt x="3949669" y="353074"/>
                  </a:lnTo>
                  <a:lnTo>
                    <a:pt x="3939542" y="353074"/>
                  </a:lnTo>
                  <a:lnTo>
                    <a:pt x="3929414" y="353074"/>
                  </a:lnTo>
                  <a:lnTo>
                    <a:pt x="3919287" y="353074"/>
                  </a:lnTo>
                  <a:lnTo>
                    <a:pt x="3909160" y="353074"/>
                  </a:lnTo>
                  <a:lnTo>
                    <a:pt x="3899032" y="353074"/>
                  </a:lnTo>
                  <a:lnTo>
                    <a:pt x="3888905" y="353074"/>
                  </a:lnTo>
                  <a:lnTo>
                    <a:pt x="3878778" y="353074"/>
                  </a:lnTo>
                  <a:lnTo>
                    <a:pt x="3868650" y="353074"/>
                  </a:lnTo>
                  <a:lnTo>
                    <a:pt x="3858523" y="353074"/>
                  </a:lnTo>
                  <a:lnTo>
                    <a:pt x="3848395" y="353074"/>
                  </a:lnTo>
                  <a:lnTo>
                    <a:pt x="3838268" y="353074"/>
                  </a:lnTo>
                  <a:lnTo>
                    <a:pt x="3828141" y="353074"/>
                  </a:lnTo>
                  <a:lnTo>
                    <a:pt x="3818013" y="353074"/>
                  </a:lnTo>
                  <a:lnTo>
                    <a:pt x="3807886" y="353074"/>
                  </a:lnTo>
                  <a:lnTo>
                    <a:pt x="3797759" y="353074"/>
                  </a:lnTo>
                  <a:lnTo>
                    <a:pt x="3787631" y="353074"/>
                  </a:lnTo>
                  <a:lnTo>
                    <a:pt x="3777504" y="353074"/>
                  </a:lnTo>
                  <a:lnTo>
                    <a:pt x="3767377" y="353074"/>
                  </a:lnTo>
                  <a:lnTo>
                    <a:pt x="3757249" y="353074"/>
                  </a:lnTo>
                  <a:lnTo>
                    <a:pt x="3747122" y="353074"/>
                  </a:lnTo>
                  <a:lnTo>
                    <a:pt x="3736995" y="353074"/>
                  </a:lnTo>
                  <a:lnTo>
                    <a:pt x="3726867" y="353074"/>
                  </a:lnTo>
                  <a:lnTo>
                    <a:pt x="3716740" y="353074"/>
                  </a:lnTo>
                  <a:lnTo>
                    <a:pt x="3706612" y="353074"/>
                  </a:lnTo>
                  <a:lnTo>
                    <a:pt x="3696485" y="353074"/>
                  </a:lnTo>
                  <a:lnTo>
                    <a:pt x="3686358" y="353074"/>
                  </a:lnTo>
                  <a:lnTo>
                    <a:pt x="3676230" y="353074"/>
                  </a:lnTo>
                  <a:lnTo>
                    <a:pt x="3666103" y="353074"/>
                  </a:lnTo>
                  <a:lnTo>
                    <a:pt x="3655976" y="353074"/>
                  </a:lnTo>
                  <a:lnTo>
                    <a:pt x="3645848" y="353074"/>
                  </a:lnTo>
                  <a:lnTo>
                    <a:pt x="3635721" y="353074"/>
                  </a:lnTo>
                  <a:lnTo>
                    <a:pt x="3625594" y="353074"/>
                  </a:lnTo>
                  <a:lnTo>
                    <a:pt x="3615466" y="353074"/>
                  </a:lnTo>
                  <a:lnTo>
                    <a:pt x="3605339" y="353074"/>
                  </a:lnTo>
                  <a:lnTo>
                    <a:pt x="3595211" y="353074"/>
                  </a:lnTo>
                  <a:lnTo>
                    <a:pt x="3585084" y="353074"/>
                  </a:lnTo>
                  <a:lnTo>
                    <a:pt x="3574957" y="353074"/>
                  </a:lnTo>
                  <a:lnTo>
                    <a:pt x="3564829" y="353074"/>
                  </a:lnTo>
                  <a:lnTo>
                    <a:pt x="3554702" y="353074"/>
                  </a:lnTo>
                  <a:lnTo>
                    <a:pt x="3544575" y="353074"/>
                  </a:lnTo>
                  <a:lnTo>
                    <a:pt x="3534447" y="353074"/>
                  </a:lnTo>
                  <a:lnTo>
                    <a:pt x="3524320" y="353074"/>
                  </a:lnTo>
                  <a:lnTo>
                    <a:pt x="3514193" y="353074"/>
                  </a:lnTo>
                  <a:lnTo>
                    <a:pt x="3504065" y="353074"/>
                  </a:lnTo>
                  <a:lnTo>
                    <a:pt x="3493938" y="353074"/>
                  </a:lnTo>
                  <a:lnTo>
                    <a:pt x="3483811" y="353074"/>
                  </a:lnTo>
                  <a:lnTo>
                    <a:pt x="3473683" y="353074"/>
                  </a:lnTo>
                  <a:lnTo>
                    <a:pt x="3463556" y="353074"/>
                  </a:lnTo>
                  <a:lnTo>
                    <a:pt x="3453428" y="353074"/>
                  </a:lnTo>
                  <a:lnTo>
                    <a:pt x="3443301" y="353074"/>
                  </a:lnTo>
                  <a:lnTo>
                    <a:pt x="3433174" y="353074"/>
                  </a:lnTo>
                  <a:lnTo>
                    <a:pt x="3423046" y="353074"/>
                  </a:lnTo>
                  <a:lnTo>
                    <a:pt x="3412919" y="353074"/>
                  </a:lnTo>
                  <a:lnTo>
                    <a:pt x="3402792" y="353074"/>
                  </a:lnTo>
                  <a:lnTo>
                    <a:pt x="3392664" y="353074"/>
                  </a:lnTo>
                  <a:lnTo>
                    <a:pt x="3382537" y="353074"/>
                  </a:lnTo>
                  <a:lnTo>
                    <a:pt x="3372410" y="353074"/>
                  </a:lnTo>
                  <a:lnTo>
                    <a:pt x="3362282" y="353074"/>
                  </a:lnTo>
                  <a:lnTo>
                    <a:pt x="3352155" y="353074"/>
                  </a:lnTo>
                  <a:lnTo>
                    <a:pt x="3342028" y="353074"/>
                  </a:lnTo>
                  <a:lnTo>
                    <a:pt x="3331900" y="353074"/>
                  </a:lnTo>
                  <a:lnTo>
                    <a:pt x="3321773" y="353074"/>
                  </a:lnTo>
                  <a:lnTo>
                    <a:pt x="3311645" y="353074"/>
                  </a:lnTo>
                  <a:lnTo>
                    <a:pt x="3301518" y="353074"/>
                  </a:lnTo>
                  <a:lnTo>
                    <a:pt x="3291391" y="353074"/>
                  </a:lnTo>
                  <a:lnTo>
                    <a:pt x="3281263" y="353074"/>
                  </a:lnTo>
                  <a:lnTo>
                    <a:pt x="3271136" y="353074"/>
                  </a:lnTo>
                  <a:lnTo>
                    <a:pt x="3261009" y="353074"/>
                  </a:lnTo>
                  <a:lnTo>
                    <a:pt x="3250881" y="353074"/>
                  </a:lnTo>
                  <a:lnTo>
                    <a:pt x="3240754" y="353074"/>
                  </a:lnTo>
                  <a:lnTo>
                    <a:pt x="3230627" y="353074"/>
                  </a:lnTo>
                  <a:lnTo>
                    <a:pt x="3220499" y="353074"/>
                  </a:lnTo>
                  <a:lnTo>
                    <a:pt x="3210372" y="353074"/>
                  </a:lnTo>
                  <a:lnTo>
                    <a:pt x="3200245" y="353074"/>
                  </a:lnTo>
                  <a:lnTo>
                    <a:pt x="3190117" y="353074"/>
                  </a:lnTo>
                  <a:lnTo>
                    <a:pt x="3179990" y="353074"/>
                  </a:lnTo>
                  <a:lnTo>
                    <a:pt x="3169862" y="353074"/>
                  </a:lnTo>
                  <a:lnTo>
                    <a:pt x="3159735" y="353074"/>
                  </a:lnTo>
                  <a:lnTo>
                    <a:pt x="3149608" y="353074"/>
                  </a:lnTo>
                  <a:lnTo>
                    <a:pt x="3139480" y="353074"/>
                  </a:lnTo>
                  <a:lnTo>
                    <a:pt x="3129353" y="353074"/>
                  </a:lnTo>
                  <a:lnTo>
                    <a:pt x="3119226" y="353074"/>
                  </a:lnTo>
                  <a:lnTo>
                    <a:pt x="3109098" y="353074"/>
                  </a:lnTo>
                  <a:lnTo>
                    <a:pt x="3098971" y="353074"/>
                  </a:lnTo>
                  <a:lnTo>
                    <a:pt x="3088844" y="353074"/>
                  </a:lnTo>
                  <a:lnTo>
                    <a:pt x="3078716" y="353074"/>
                  </a:lnTo>
                  <a:lnTo>
                    <a:pt x="3068589" y="353074"/>
                  </a:lnTo>
                  <a:lnTo>
                    <a:pt x="3058462" y="353074"/>
                  </a:lnTo>
                  <a:lnTo>
                    <a:pt x="3048334" y="353074"/>
                  </a:lnTo>
                  <a:lnTo>
                    <a:pt x="3038207" y="353074"/>
                  </a:lnTo>
                  <a:lnTo>
                    <a:pt x="3028079" y="353074"/>
                  </a:lnTo>
                  <a:lnTo>
                    <a:pt x="3017952" y="353074"/>
                  </a:lnTo>
                  <a:lnTo>
                    <a:pt x="3007825" y="353074"/>
                  </a:lnTo>
                  <a:lnTo>
                    <a:pt x="2997697" y="353074"/>
                  </a:lnTo>
                  <a:lnTo>
                    <a:pt x="2987570" y="353074"/>
                  </a:lnTo>
                  <a:lnTo>
                    <a:pt x="2977443" y="353074"/>
                  </a:lnTo>
                  <a:lnTo>
                    <a:pt x="2967315" y="353074"/>
                  </a:lnTo>
                  <a:lnTo>
                    <a:pt x="2957188" y="353074"/>
                  </a:lnTo>
                  <a:lnTo>
                    <a:pt x="2947061" y="353074"/>
                  </a:lnTo>
                  <a:lnTo>
                    <a:pt x="2936933" y="353074"/>
                  </a:lnTo>
                  <a:lnTo>
                    <a:pt x="2926806" y="353074"/>
                  </a:lnTo>
                  <a:lnTo>
                    <a:pt x="2916679" y="353074"/>
                  </a:lnTo>
                  <a:lnTo>
                    <a:pt x="2906551" y="353074"/>
                  </a:lnTo>
                  <a:lnTo>
                    <a:pt x="2896424" y="353074"/>
                  </a:lnTo>
                  <a:lnTo>
                    <a:pt x="2886296" y="353074"/>
                  </a:lnTo>
                  <a:lnTo>
                    <a:pt x="2876169" y="353074"/>
                  </a:lnTo>
                  <a:lnTo>
                    <a:pt x="2866042" y="353074"/>
                  </a:lnTo>
                  <a:lnTo>
                    <a:pt x="2855914" y="353074"/>
                  </a:lnTo>
                  <a:lnTo>
                    <a:pt x="2845787" y="353074"/>
                  </a:lnTo>
                  <a:lnTo>
                    <a:pt x="2835660" y="353074"/>
                  </a:lnTo>
                  <a:lnTo>
                    <a:pt x="2825532" y="353074"/>
                  </a:lnTo>
                  <a:lnTo>
                    <a:pt x="2815405" y="353074"/>
                  </a:lnTo>
                  <a:lnTo>
                    <a:pt x="2805278" y="353074"/>
                  </a:lnTo>
                  <a:lnTo>
                    <a:pt x="2795150" y="353074"/>
                  </a:lnTo>
                  <a:lnTo>
                    <a:pt x="2785023" y="353074"/>
                  </a:lnTo>
                  <a:lnTo>
                    <a:pt x="2774896" y="353074"/>
                  </a:lnTo>
                  <a:lnTo>
                    <a:pt x="2764768" y="353074"/>
                  </a:lnTo>
                  <a:lnTo>
                    <a:pt x="2754641" y="353074"/>
                  </a:lnTo>
                  <a:lnTo>
                    <a:pt x="2744513" y="353074"/>
                  </a:lnTo>
                  <a:lnTo>
                    <a:pt x="2734386" y="353074"/>
                  </a:lnTo>
                  <a:lnTo>
                    <a:pt x="2724259" y="353074"/>
                  </a:lnTo>
                  <a:lnTo>
                    <a:pt x="2714131" y="353074"/>
                  </a:lnTo>
                  <a:lnTo>
                    <a:pt x="2704004" y="353074"/>
                  </a:lnTo>
                  <a:lnTo>
                    <a:pt x="2693877" y="353074"/>
                  </a:lnTo>
                  <a:lnTo>
                    <a:pt x="2683749" y="353074"/>
                  </a:lnTo>
                  <a:lnTo>
                    <a:pt x="2673622" y="353074"/>
                  </a:lnTo>
                  <a:lnTo>
                    <a:pt x="2663495" y="353074"/>
                  </a:lnTo>
                  <a:lnTo>
                    <a:pt x="2653367" y="353074"/>
                  </a:lnTo>
                  <a:lnTo>
                    <a:pt x="2643240" y="353074"/>
                  </a:lnTo>
                  <a:lnTo>
                    <a:pt x="2633113" y="353074"/>
                  </a:lnTo>
                  <a:lnTo>
                    <a:pt x="2622985" y="353074"/>
                  </a:lnTo>
                  <a:lnTo>
                    <a:pt x="2612858" y="353074"/>
                  </a:lnTo>
                  <a:lnTo>
                    <a:pt x="2602730" y="353074"/>
                  </a:lnTo>
                  <a:lnTo>
                    <a:pt x="2592603" y="353074"/>
                  </a:lnTo>
                  <a:lnTo>
                    <a:pt x="2582476" y="353074"/>
                  </a:lnTo>
                  <a:lnTo>
                    <a:pt x="2572348" y="353074"/>
                  </a:lnTo>
                  <a:lnTo>
                    <a:pt x="2562221" y="353074"/>
                  </a:lnTo>
                  <a:lnTo>
                    <a:pt x="2552094" y="353074"/>
                  </a:lnTo>
                  <a:lnTo>
                    <a:pt x="2541966" y="353074"/>
                  </a:lnTo>
                  <a:lnTo>
                    <a:pt x="2531839" y="353074"/>
                  </a:lnTo>
                  <a:lnTo>
                    <a:pt x="2521712" y="353074"/>
                  </a:lnTo>
                  <a:lnTo>
                    <a:pt x="2511584" y="353074"/>
                  </a:lnTo>
                  <a:lnTo>
                    <a:pt x="2501457" y="353074"/>
                  </a:lnTo>
                  <a:lnTo>
                    <a:pt x="2491330" y="353074"/>
                  </a:lnTo>
                  <a:lnTo>
                    <a:pt x="2481202" y="353074"/>
                  </a:lnTo>
                  <a:lnTo>
                    <a:pt x="2471075" y="353074"/>
                  </a:lnTo>
                  <a:lnTo>
                    <a:pt x="2460947" y="353074"/>
                  </a:lnTo>
                  <a:lnTo>
                    <a:pt x="2450820" y="353074"/>
                  </a:lnTo>
                  <a:lnTo>
                    <a:pt x="2440693" y="353074"/>
                  </a:lnTo>
                  <a:lnTo>
                    <a:pt x="2430565" y="353074"/>
                  </a:lnTo>
                  <a:lnTo>
                    <a:pt x="2420438" y="353074"/>
                  </a:lnTo>
                  <a:lnTo>
                    <a:pt x="2410311" y="353074"/>
                  </a:lnTo>
                  <a:lnTo>
                    <a:pt x="2400183" y="353074"/>
                  </a:lnTo>
                  <a:lnTo>
                    <a:pt x="2390056" y="353074"/>
                  </a:lnTo>
                  <a:lnTo>
                    <a:pt x="2379929" y="353074"/>
                  </a:lnTo>
                  <a:lnTo>
                    <a:pt x="2369801" y="353074"/>
                  </a:lnTo>
                  <a:lnTo>
                    <a:pt x="2359674" y="353074"/>
                  </a:lnTo>
                  <a:lnTo>
                    <a:pt x="2349546" y="353074"/>
                  </a:lnTo>
                  <a:lnTo>
                    <a:pt x="2339419" y="353074"/>
                  </a:lnTo>
                  <a:lnTo>
                    <a:pt x="2329292" y="353074"/>
                  </a:lnTo>
                  <a:lnTo>
                    <a:pt x="2319164" y="353074"/>
                  </a:lnTo>
                  <a:lnTo>
                    <a:pt x="2309037" y="353074"/>
                  </a:lnTo>
                  <a:lnTo>
                    <a:pt x="2298910" y="353074"/>
                  </a:lnTo>
                  <a:lnTo>
                    <a:pt x="2288782" y="353074"/>
                  </a:lnTo>
                  <a:lnTo>
                    <a:pt x="2278655" y="353074"/>
                  </a:lnTo>
                  <a:lnTo>
                    <a:pt x="2268528" y="353074"/>
                  </a:lnTo>
                  <a:lnTo>
                    <a:pt x="2258400" y="353074"/>
                  </a:lnTo>
                  <a:lnTo>
                    <a:pt x="2248273" y="353074"/>
                  </a:lnTo>
                  <a:lnTo>
                    <a:pt x="2238146" y="353074"/>
                  </a:lnTo>
                  <a:lnTo>
                    <a:pt x="2228018" y="353074"/>
                  </a:lnTo>
                  <a:lnTo>
                    <a:pt x="2217891" y="353074"/>
                  </a:lnTo>
                  <a:lnTo>
                    <a:pt x="2207763" y="353074"/>
                  </a:lnTo>
                  <a:lnTo>
                    <a:pt x="2197636" y="353074"/>
                  </a:lnTo>
                  <a:lnTo>
                    <a:pt x="2187509" y="353074"/>
                  </a:lnTo>
                  <a:lnTo>
                    <a:pt x="2177381" y="353074"/>
                  </a:lnTo>
                  <a:lnTo>
                    <a:pt x="2167254" y="353074"/>
                  </a:lnTo>
                  <a:lnTo>
                    <a:pt x="2157127" y="353074"/>
                  </a:lnTo>
                  <a:lnTo>
                    <a:pt x="2146999" y="353074"/>
                  </a:lnTo>
                  <a:lnTo>
                    <a:pt x="2136872" y="353074"/>
                  </a:lnTo>
                  <a:lnTo>
                    <a:pt x="2126745" y="353074"/>
                  </a:lnTo>
                  <a:lnTo>
                    <a:pt x="2116617" y="353074"/>
                  </a:lnTo>
                  <a:lnTo>
                    <a:pt x="2106490" y="353074"/>
                  </a:lnTo>
                  <a:lnTo>
                    <a:pt x="2096363" y="353074"/>
                  </a:lnTo>
                  <a:lnTo>
                    <a:pt x="2086235" y="353074"/>
                  </a:lnTo>
                  <a:lnTo>
                    <a:pt x="2076108" y="353074"/>
                  </a:lnTo>
                  <a:lnTo>
                    <a:pt x="2065980" y="353074"/>
                  </a:lnTo>
                  <a:lnTo>
                    <a:pt x="2055853" y="353074"/>
                  </a:lnTo>
                  <a:lnTo>
                    <a:pt x="2045726" y="353074"/>
                  </a:lnTo>
                  <a:lnTo>
                    <a:pt x="2035598" y="353074"/>
                  </a:lnTo>
                  <a:lnTo>
                    <a:pt x="2025471" y="353074"/>
                  </a:lnTo>
                  <a:lnTo>
                    <a:pt x="2015344" y="353074"/>
                  </a:lnTo>
                  <a:lnTo>
                    <a:pt x="2005216" y="353074"/>
                  </a:lnTo>
                  <a:lnTo>
                    <a:pt x="1995089" y="353074"/>
                  </a:lnTo>
                  <a:lnTo>
                    <a:pt x="1984962" y="353074"/>
                  </a:lnTo>
                  <a:lnTo>
                    <a:pt x="1974834" y="353074"/>
                  </a:lnTo>
                  <a:lnTo>
                    <a:pt x="1964707" y="353074"/>
                  </a:lnTo>
                  <a:lnTo>
                    <a:pt x="1954580" y="353074"/>
                  </a:lnTo>
                  <a:lnTo>
                    <a:pt x="1944452" y="353074"/>
                  </a:lnTo>
                  <a:lnTo>
                    <a:pt x="1934325" y="353074"/>
                  </a:lnTo>
                  <a:lnTo>
                    <a:pt x="1924197" y="353074"/>
                  </a:lnTo>
                  <a:lnTo>
                    <a:pt x="1914070" y="353074"/>
                  </a:lnTo>
                  <a:lnTo>
                    <a:pt x="1903943" y="353074"/>
                  </a:lnTo>
                  <a:lnTo>
                    <a:pt x="1893815" y="353074"/>
                  </a:lnTo>
                  <a:lnTo>
                    <a:pt x="1883688" y="353074"/>
                  </a:lnTo>
                  <a:lnTo>
                    <a:pt x="1873561" y="353074"/>
                  </a:lnTo>
                  <a:lnTo>
                    <a:pt x="1863433" y="353074"/>
                  </a:lnTo>
                  <a:lnTo>
                    <a:pt x="1853306" y="353074"/>
                  </a:lnTo>
                  <a:lnTo>
                    <a:pt x="1843179" y="353074"/>
                  </a:lnTo>
                  <a:lnTo>
                    <a:pt x="1833051" y="353074"/>
                  </a:lnTo>
                  <a:lnTo>
                    <a:pt x="1822924" y="353074"/>
                  </a:lnTo>
                  <a:lnTo>
                    <a:pt x="1812797" y="353074"/>
                  </a:lnTo>
                  <a:lnTo>
                    <a:pt x="1802669" y="353074"/>
                  </a:lnTo>
                  <a:lnTo>
                    <a:pt x="1792542" y="353074"/>
                  </a:lnTo>
                  <a:lnTo>
                    <a:pt x="1782414" y="353074"/>
                  </a:lnTo>
                  <a:lnTo>
                    <a:pt x="1772287" y="353074"/>
                  </a:lnTo>
                  <a:lnTo>
                    <a:pt x="1762160" y="353074"/>
                  </a:lnTo>
                  <a:lnTo>
                    <a:pt x="1752032" y="353074"/>
                  </a:lnTo>
                  <a:lnTo>
                    <a:pt x="1741905" y="353074"/>
                  </a:lnTo>
                  <a:lnTo>
                    <a:pt x="1731778" y="353074"/>
                  </a:lnTo>
                  <a:lnTo>
                    <a:pt x="1721650" y="353074"/>
                  </a:lnTo>
                  <a:lnTo>
                    <a:pt x="1711523" y="353074"/>
                  </a:lnTo>
                  <a:lnTo>
                    <a:pt x="1701396" y="353074"/>
                  </a:lnTo>
                  <a:lnTo>
                    <a:pt x="1691268" y="353074"/>
                  </a:lnTo>
                  <a:lnTo>
                    <a:pt x="1681141" y="353074"/>
                  </a:lnTo>
                  <a:lnTo>
                    <a:pt x="1671014" y="353074"/>
                  </a:lnTo>
                  <a:lnTo>
                    <a:pt x="1660886" y="353074"/>
                  </a:lnTo>
                  <a:lnTo>
                    <a:pt x="1650759" y="353074"/>
                  </a:lnTo>
                  <a:lnTo>
                    <a:pt x="1640631" y="353074"/>
                  </a:lnTo>
                  <a:lnTo>
                    <a:pt x="1630504" y="353074"/>
                  </a:lnTo>
                  <a:lnTo>
                    <a:pt x="1620377" y="353074"/>
                  </a:lnTo>
                  <a:lnTo>
                    <a:pt x="1610249" y="353074"/>
                  </a:lnTo>
                  <a:lnTo>
                    <a:pt x="1600122" y="353074"/>
                  </a:lnTo>
                  <a:lnTo>
                    <a:pt x="1589995" y="353074"/>
                  </a:lnTo>
                  <a:lnTo>
                    <a:pt x="1579867" y="353074"/>
                  </a:lnTo>
                  <a:lnTo>
                    <a:pt x="1569740" y="353074"/>
                  </a:lnTo>
                  <a:lnTo>
                    <a:pt x="1559613" y="353074"/>
                  </a:lnTo>
                  <a:lnTo>
                    <a:pt x="1549485" y="353074"/>
                  </a:lnTo>
                  <a:lnTo>
                    <a:pt x="1539358" y="353074"/>
                  </a:lnTo>
                  <a:lnTo>
                    <a:pt x="1529231" y="353074"/>
                  </a:lnTo>
                  <a:lnTo>
                    <a:pt x="1519103" y="353074"/>
                  </a:lnTo>
                  <a:lnTo>
                    <a:pt x="1508976" y="353074"/>
                  </a:lnTo>
                  <a:lnTo>
                    <a:pt x="1498848" y="353074"/>
                  </a:lnTo>
                  <a:lnTo>
                    <a:pt x="1488721" y="353074"/>
                  </a:lnTo>
                  <a:lnTo>
                    <a:pt x="1478594" y="353074"/>
                  </a:lnTo>
                  <a:lnTo>
                    <a:pt x="1468466" y="353074"/>
                  </a:lnTo>
                  <a:lnTo>
                    <a:pt x="1458339" y="353074"/>
                  </a:lnTo>
                  <a:lnTo>
                    <a:pt x="1448212" y="353074"/>
                  </a:lnTo>
                  <a:lnTo>
                    <a:pt x="1438084" y="353074"/>
                  </a:lnTo>
                  <a:lnTo>
                    <a:pt x="1427957" y="353074"/>
                  </a:lnTo>
                  <a:lnTo>
                    <a:pt x="1417830" y="353074"/>
                  </a:lnTo>
                  <a:lnTo>
                    <a:pt x="1407702" y="353074"/>
                  </a:lnTo>
                  <a:lnTo>
                    <a:pt x="1397575" y="353074"/>
                  </a:lnTo>
                  <a:lnTo>
                    <a:pt x="1387448" y="353074"/>
                  </a:lnTo>
                  <a:lnTo>
                    <a:pt x="1377320" y="353074"/>
                  </a:lnTo>
                  <a:lnTo>
                    <a:pt x="1367193" y="353074"/>
                  </a:lnTo>
                  <a:lnTo>
                    <a:pt x="1357065" y="353074"/>
                  </a:lnTo>
                  <a:lnTo>
                    <a:pt x="1346938" y="353074"/>
                  </a:lnTo>
                  <a:lnTo>
                    <a:pt x="1336811" y="353074"/>
                  </a:lnTo>
                  <a:lnTo>
                    <a:pt x="1326683" y="353074"/>
                  </a:lnTo>
                  <a:lnTo>
                    <a:pt x="1316556" y="353074"/>
                  </a:lnTo>
                  <a:lnTo>
                    <a:pt x="1306429" y="353074"/>
                  </a:lnTo>
                  <a:lnTo>
                    <a:pt x="1296301" y="353074"/>
                  </a:lnTo>
                  <a:lnTo>
                    <a:pt x="1286174" y="353074"/>
                  </a:lnTo>
                  <a:lnTo>
                    <a:pt x="1276047" y="353074"/>
                  </a:lnTo>
                  <a:lnTo>
                    <a:pt x="1265919" y="353074"/>
                  </a:lnTo>
                  <a:lnTo>
                    <a:pt x="1255792" y="353074"/>
                  </a:lnTo>
                  <a:lnTo>
                    <a:pt x="1245665" y="353074"/>
                  </a:lnTo>
                  <a:lnTo>
                    <a:pt x="1235537" y="353074"/>
                  </a:lnTo>
                  <a:lnTo>
                    <a:pt x="1225410" y="353074"/>
                  </a:lnTo>
                  <a:lnTo>
                    <a:pt x="1215282" y="353074"/>
                  </a:lnTo>
                  <a:lnTo>
                    <a:pt x="1205155" y="353074"/>
                  </a:lnTo>
                  <a:lnTo>
                    <a:pt x="1195028" y="353074"/>
                  </a:lnTo>
                  <a:lnTo>
                    <a:pt x="1184900" y="353074"/>
                  </a:lnTo>
                  <a:lnTo>
                    <a:pt x="1174773" y="353074"/>
                  </a:lnTo>
                  <a:lnTo>
                    <a:pt x="1164646" y="353074"/>
                  </a:lnTo>
                  <a:lnTo>
                    <a:pt x="1154518" y="353074"/>
                  </a:lnTo>
                  <a:lnTo>
                    <a:pt x="1144391" y="353074"/>
                  </a:lnTo>
                  <a:lnTo>
                    <a:pt x="1134264" y="353074"/>
                  </a:lnTo>
                  <a:lnTo>
                    <a:pt x="1124136" y="353074"/>
                  </a:lnTo>
                  <a:lnTo>
                    <a:pt x="1114009" y="353074"/>
                  </a:lnTo>
                  <a:lnTo>
                    <a:pt x="1103881" y="353074"/>
                  </a:lnTo>
                  <a:lnTo>
                    <a:pt x="1093754" y="353074"/>
                  </a:lnTo>
                  <a:lnTo>
                    <a:pt x="1083627" y="353074"/>
                  </a:lnTo>
                  <a:lnTo>
                    <a:pt x="1073499" y="353074"/>
                  </a:lnTo>
                  <a:lnTo>
                    <a:pt x="1063372" y="353074"/>
                  </a:lnTo>
                  <a:lnTo>
                    <a:pt x="1053245" y="353074"/>
                  </a:lnTo>
                  <a:lnTo>
                    <a:pt x="1043117" y="353074"/>
                  </a:lnTo>
                  <a:lnTo>
                    <a:pt x="1032990" y="353074"/>
                  </a:lnTo>
                  <a:lnTo>
                    <a:pt x="1022863" y="353074"/>
                  </a:lnTo>
                  <a:lnTo>
                    <a:pt x="1012735" y="353074"/>
                  </a:lnTo>
                  <a:lnTo>
                    <a:pt x="1002608" y="353074"/>
                  </a:lnTo>
                  <a:lnTo>
                    <a:pt x="992481" y="353074"/>
                  </a:lnTo>
                  <a:lnTo>
                    <a:pt x="982353" y="353074"/>
                  </a:lnTo>
                  <a:lnTo>
                    <a:pt x="972226" y="353074"/>
                  </a:lnTo>
                  <a:lnTo>
                    <a:pt x="962098" y="353074"/>
                  </a:lnTo>
                  <a:lnTo>
                    <a:pt x="951971" y="353074"/>
                  </a:lnTo>
                  <a:lnTo>
                    <a:pt x="941844" y="353074"/>
                  </a:lnTo>
                  <a:lnTo>
                    <a:pt x="931716" y="353074"/>
                  </a:lnTo>
                  <a:lnTo>
                    <a:pt x="921589" y="353074"/>
                  </a:lnTo>
                  <a:lnTo>
                    <a:pt x="911462" y="353074"/>
                  </a:lnTo>
                  <a:lnTo>
                    <a:pt x="901334" y="353074"/>
                  </a:lnTo>
                  <a:lnTo>
                    <a:pt x="891207" y="353074"/>
                  </a:lnTo>
                  <a:lnTo>
                    <a:pt x="881080" y="353074"/>
                  </a:lnTo>
                  <a:lnTo>
                    <a:pt x="870952" y="353074"/>
                  </a:lnTo>
                  <a:lnTo>
                    <a:pt x="860825" y="353074"/>
                  </a:lnTo>
                  <a:lnTo>
                    <a:pt x="850698" y="353074"/>
                  </a:lnTo>
                  <a:lnTo>
                    <a:pt x="840570" y="353074"/>
                  </a:lnTo>
                  <a:lnTo>
                    <a:pt x="830443" y="353074"/>
                  </a:lnTo>
                  <a:lnTo>
                    <a:pt x="820315" y="353074"/>
                  </a:lnTo>
                  <a:lnTo>
                    <a:pt x="810188" y="353074"/>
                  </a:lnTo>
                  <a:lnTo>
                    <a:pt x="800061" y="353074"/>
                  </a:lnTo>
                  <a:lnTo>
                    <a:pt x="789933" y="353074"/>
                  </a:lnTo>
                  <a:lnTo>
                    <a:pt x="779806" y="353074"/>
                  </a:lnTo>
                  <a:lnTo>
                    <a:pt x="769679" y="353074"/>
                  </a:lnTo>
                  <a:lnTo>
                    <a:pt x="759551" y="353074"/>
                  </a:lnTo>
                  <a:lnTo>
                    <a:pt x="749424" y="353074"/>
                  </a:lnTo>
                  <a:lnTo>
                    <a:pt x="739297" y="353074"/>
                  </a:lnTo>
                  <a:lnTo>
                    <a:pt x="729169" y="353074"/>
                  </a:lnTo>
                  <a:lnTo>
                    <a:pt x="719042" y="353074"/>
                  </a:lnTo>
                  <a:lnTo>
                    <a:pt x="708915" y="353074"/>
                  </a:lnTo>
                  <a:lnTo>
                    <a:pt x="698787" y="353074"/>
                  </a:lnTo>
                  <a:lnTo>
                    <a:pt x="688660" y="353074"/>
                  </a:lnTo>
                  <a:lnTo>
                    <a:pt x="678532" y="353074"/>
                  </a:lnTo>
                  <a:lnTo>
                    <a:pt x="668405" y="353074"/>
                  </a:lnTo>
                  <a:lnTo>
                    <a:pt x="658278" y="353074"/>
                  </a:lnTo>
                  <a:lnTo>
                    <a:pt x="648150" y="353074"/>
                  </a:lnTo>
                  <a:lnTo>
                    <a:pt x="638023" y="353074"/>
                  </a:lnTo>
                  <a:lnTo>
                    <a:pt x="627896" y="353074"/>
                  </a:lnTo>
                  <a:lnTo>
                    <a:pt x="617768" y="353074"/>
                  </a:lnTo>
                  <a:lnTo>
                    <a:pt x="607641" y="353074"/>
                  </a:lnTo>
                  <a:lnTo>
                    <a:pt x="597514" y="353074"/>
                  </a:lnTo>
                  <a:lnTo>
                    <a:pt x="587386" y="353074"/>
                  </a:lnTo>
                  <a:lnTo>
                    <a:pt x="577259" y="353074"/>
                  </a:lnTo>
                  <a:lnTo>
                    <a:pt x="567132" y="353074"/>
                  </a:lnTo>
                  <a:lnTo>
                    <a:pt x="557004" y="353074"/>
                  </a:lnTo>
                  <a:lnTo>
                    <a:pt x="546877" y="353074"/>
                  </a:lnTo>
                  <a:lnTo>
                    <a:pt x="536749" y="353074"/>
                  </a:lnTo>
                  <a:lnTo>
                    <a:pt x="526622" y="353074"/>
                  </a:lnTo>
                  <a:lnTo>
                    <a:pt x="516495" y="353074"/>
                  </a:lnTo>
                  <a:lnTo>
                    <a:pt x="506367" y="353074"/>
                  </a:lnTo>
                  <a:lnTo>
                    <a:pt x="496240" y="353074"/>
                  </a:lnTo>
                  <a:lnTo>
                    <a:pt x="486113" y="353074"/>
                  </a:lnTo>
                  <a:lnTo>
                    <a:pt x="475985" y="353074"/>
                  </a:lnTo>
                  <a:lnTo>
                    <a:pt x="465858" y="353074"/>
                  </a:lnTo>
                  <a:lnTo>
                    <a:pt x="455731" y="353074"/>
                  </a:lnTo>
                  <a:lnTo>
                    <a:pt x="445603" y="353074"/>
                  </a:lnTo>
                  <a:lnTo>
                    <a:pt x="435476" y="353074"/>
                  </a:lnTo>
                  <a:lnTo>
                    <a:pt x="425349" y="353074"/>
                  </a:lnTo>
                  <a:lnTo>
                    <a:pt x="415221" y="353074"/>
                  </a:lnTo>
                  <a:lnTo>
                    <a:pt x="405094" y="353074"/>
                  </a:lnTo>
                  <a:lnTo>
                    <a:pt x="394966" y="353074"/>
                  </a:lnTo>
                  <a:lnTo>
                    <a:pt x="384839" y="353074"/>
                  </a:lnTo>
                  <a:lnTo>
                    <a:pt x="374712" y="353074"/>
                  </a:lnTo>
                  <a:lnTo>
                    <a:pt x="364584" y="353074"/>
                  </a:lnTo>
                  <a:lnTo>
                    <a:pt x="354457" y="353074"/>
                  </a:lnTo>
                  <a:lnTo>
                    <a:pt x="344330" y="353074"/>
                  </a:lnTo>
                  <a:lnTo>
                    <a:pt x="334202" y="353074"/>
                  </a:lnTo>
                  <a:lnTo>
                    <a:pt x="324075" y="353074"/>
                  </a:lnTo>
                  <a:lnTo>
                    <a:pt x="313948" y="353074"/>
                  </a:lnTo>
                  <a:lnTo>
                    <a:pt x="303820" y="353074"/>
                  </a:lnTo>
                  <a:lnTo>
                    <a:pt x="293693" y="353074"/>
                  </a:lnTo>
                  <a:lnTo>
                    <a:pt x="283566" y="353074"/>
                  </a:lnTo>
                  <a:lnTo>
                    <a:pt x="273438" y="353074"/>
                  </a:lnTo>
                  <a:lnTo>
                    <a:pt x="263311" y="353074"/>
                  </a:lnTo>
                  <a:lnTo>
                    <a:pt x="253183" y="353074"/>
                  </a:lnTo>
                  <a:lnTo>
                    <a:pt x="243056" y="353074"/>
                  </a:lnTo>
                  <a:lnTo>
                    <a:pt x="232929" y="353074"/>
                  </a:lnTo>
                  <a:lnTo>
                    <a:pt x="222801" y="353074"/>
                  </a:lnTo>
                  <a:lnTo>
                    <a:pt x="212674" y="353074"/>
                  </a:lnTo>
                  <a:lnTo>
                    <a:pt x="202547" y="353074"/>
                  </a:lnTo>
                  <a:lnTo>
                    <a:pt x="192419" y="353074"/>
                  </a:lnTo>
                  <a:lnTo>
                    <a:pt x="182292" y="353074"/>
                  </a:lnTo>
                  <a:lnTo>
                    <a:pt x="172165" y="353074"/>
                  </a:lnTo>
                  <a:lnTo>
                    <a:pt x="162037" y="353074"/>
                  </a:lnTo>
                  <a:lnTo>
                    <a:pt x="151910" y="353074"/>
                  </a:lnTo>
                  <a:lnTo>
                    <a:pt x="141783" y="353074"/>
                  </a:lnTo>
                  <a:lnTo>
                    <a:pt x="131655" y="353074"/>
                  </a:lnTo>
                  <a:lnTo>
                    <a:pt x="121528" y="353074"/>
                  </a:lnTo>
                  <a:lnTo>
                    <a:pt x="111400" y="353074"/>
                  </a:lnTo>
                  <a:lnTo>
                    <a:pt x="101273" y="353074"/>
                  </a:lnTo>
                  <a:lnTo>
                    <a:pt x="91146" y="353074"/>
                  </a:lnTo>
                  <a:lnTo>
                    <a:pt x="81018" y="353074"/>
                  </a:lnTo>
                  <a:lnTo>
                    <a:pt x="70891" y="353074"/>
                  </a:lnTo>
                  <a:lnTo>
                    <a:pt x="60764" y="353074"/>
                  </a:lnTo>
                  <a:lnTo>
                    <a:pt x="50636" y="353074"/>
                  </a:lnTo>
                  <a:lnTo>
                    <a:pt x="40509" y="353074"/>
                  </a:lnTo>
                  <a:lnTo>
                    <a:pt x="30382" y="353074"/>
                  </a:lnTo>
                  <a:lnTo>
                    <a:pt x="20254" y="353074"/>
                  </a:lnTo>
                  <a:lnTo>
                    <a:pt x="10127" y="353074"/>
                  </a:lnTo>
                  <a:lnTo>
                    <a:pt x="0" y="353074"/>
                  </a:lnTo>
                  <a:close/>
                </a:path>
              </a:pathLst>
            </a:custGeom>
            <a:solidFill>
              <a:srgbClr val="E69F00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1"/>
            <p:cNvSpPr/>
            <p:nvPr/>
          </p:nvSpPr>
          <p:spPr>
            <a:xfrm>
              <a:off x="1250201" y="5033308"/>
              <a:ext cx="5175079" cy="353074"/>
            </a:xfrm>
            <a:custGeom>
              <a:avLst/>
              <a:pathLst>
                <a:path w="5175079" h="353074">
                  <a:moveTo>
                    <a:pt x="0" y="320981"/>
                  </a:moveTo>
                  <a:lnTo>
                    <a:pt x="10127" y="316153"/>
                  </a:lnTo>
                  <a:lnTo>
                    <a:pt x="20254" y="310791"/>
                  </a:lnTo>
                  <a:lnTo>
                    <a:pt x="30382" y="304871"/>
                  </a:lnTo>
                  <a:lnTo>
                    <a:pt x="40509" y="298368"/>
                  </a:lnTo>
                  <a:lnTo>
                    <a:pt x="50636" y="291265"/>
                  </a:lnTo>
                  <a:lnTo>
                    <a:pt x="60764" y="283397"/>
                  </a:lnTo>
                  <a:lnTo>
                    <a:pt x="70891" y="274887"/>
                  </a:lnTo>
                  <a:lnTo>
                    <a:pt x="81018" y="265756"/>
                  </a:lnTo>
                  <a:lnTo>
                    <a:pt x="91146" y="256014"/>
                  </a:lnTo>
                  <a:lnTo>
                    <a:pt x="101273" y="245678"/>
                  </a:lnTo>
                  <a:lnTo>
                    <a:pt x="111400" y="234763"/>
                  </a:lnTo>
                  <a:lnTo>
                    <a:pt x="121528" y="223204"/>
                  </a:lnTo>
                  <a:lnTo>
                    <a:pt x="131655" y="211188"/>
                  </a:lnTo>
                  <a:lnTo>
                    <a:pt x="141783" y="198774"/>
                  </a:lnTo>
                  <a:lnTo>
                    <a:pt x="151910" y="186026"/>
                  </a:lnTo>
                  <a:lnTo>
                    <a:pt x="162037" y="173015"/>
                  </a:lnTo>
                  <a:lnTo>
                    <a:pt x="172165" y="159813"/>
                  </a:lnTo>
                  <a:lnTo>
                    <a:pt x="182292" y="146532"/>
                  </a:lnTo>
                  <a:lnTo>
                    <a:pt x="192419" y="133298"/>
                  </a:lnTo>
                  <a:lnTo>
                    <a:pt x="202547" y="120202"/>
                  </a:lnTo>
                  <a:lnTo>
                    <a:pt x="212674" y="107336"/>
                  </a:lnTo>
                  <a:lnTo>
                    <a:pt x="222801" y="94792"/>
                  </a:lnTo>
                  <a:lnTo>
                    <a:pt x="232929" y="82718"/>
                  </a:lnTo>
                  <a:lnTo>
                    <a:pt x="243056" y="71264"/>
                  </a:lnTo>
                  <a:lnTo>
                    <a:pt x="253183" y="60440"/>
                  </a:lnTo>
                  <a:lnTo>
                    <a:pt x="263311" y="50318"/>
                  </a:lnTo>
                  <a:lnTo>
                    <a:pt x="273438" y="40960"/>
                  </a:lnTo>
                  <a:lnTo>
                    <a:pt x="283566" y="32424"/>
                  </a:lnTo>
                  <a:lnTo>
                    <a:pt x="293693" y="24904"/>
                  </a:lnTo>
                  <a:lnTo>
                    <a:pt x="303820" y="18404"/>
                  </a:lnTo>
                  <a:lnTo>
                    <a:pt x="313948" y="12854"/>
                  </a:lnTo>
                  <a:lnTo>
                    <a:pt x="324075" y="8267"/>
                  </a:lnTo>
                  <a:lnTo>
                    <a:pt x="334202" y="4649"/>
                  </a:lnTo>
                  <a:lnTo>
                    <a:pt x="344330" y="2002"/>
                  </a:lnTo>
                  <a:lnTo>
                    <a:pt x="354457" y="508"/>
                  </a:lnTo>
                  <a:lnTo>
                    <a:pt x="364584" y="0"/>
                  </a:lnTo>
                  <a:lnTo>
                    <a:pt x="374712" y="399"/>
                  </a:lnTo>
                  <a:lnTo>
                    <a:pt x="384839" y="1678"/>
                  </a:lnTo>
                  <a:lnTo>
                    <a:pt x="394966" y="3805"/>
                  </a:lnTo>
                  <a:lnTo>
                    <a:pt x="405094" y="6748"/>
                  </a:lnTo>
                  <a:lnTo>
                    <a:pt x="415221" y="10650"/>
                  </a:lnTo>
                  <a:lnTo>
                    <a:pt x="425349" y="15276"/>
                  </a:lnTo>
                  <a:lnTo>
                    <a:pt x="435476" y="20578"/>
                  </a:lnTo>
                  <a:lnTo>
                    <a:pt x="445603" y="26518"/>
                  </a:lnTo>
                  <a:lnTo>
                    <a:pt x="455731" y="33057"/>
                  </a:lnTo>
                  <a:lnTo>
                    <a:pt x="465858" y="40172"/>
                  </a:lnTo>
                  <a:lnTo>
                    <a:pt x="475985" y="47902"/>
                  </a:lnTo>
                  <a:lnTo>
                    <a:pt x="486113" y="56081"/>
                  </a:lnTo>
                  <a:lnTo>
                    <a:pt x="496240" y="64666"/>
                  </a:lnTo>
                  <a:lnTo>
                    <a:pt x="506367" y="73615"/>
                  </a:lnTo>
                  <a:lnTo>
                    <a:pt x="516495" y="82883"/>
                  </a:lnTo>
                  <a:lnTo>
                    <a:pt x="526622" y="92443"/>
                  </a:lnTo>
                  <a:lnTo>
                    <a:pt x="536749" y="102247"/>
                  </a:lnTo>
                  <a:lnTo>
                    <a:pt x="546877" y="112197"/>
                  </a:lnTo>
                  <a:lnTo>
                    <a:pt x="557004" y="122244"/>
                  </a:lnTo>
                  <a:lnTo>
                    <a:pt x="567132" y="132339"/>
                  </a:lnTo>
                  <a:lnTo>
                    <a:pt x="577259" y="142429"/>
                  </a:lnTo>
                  <a:lnTo>
                    <a:pt x="587386" y="152449"/>
                  </a:lnTo>
                  <a:lnTo>
                    <a:pt x="597514" y="162320"/>
                  </a:lnTo>
                  <a:lnTo>
                    <a:pt x="607641" y="172004"/>
                  </a:lnTo>
                  <a:lnTo>
                    <a:pt x="617768" y="181452"/>
                  </a:lnTo>
                  <a:lnTo>
                    <a:pt x="627896" y="190623"/>
                  </a:lnTo>
                  <a:lnTo>
                    <a:pt x="638023" y="199472"/>
                  </a:lnTo>
                  <a:lnTo>
                    <a:pt x="648150" y="207891"/>
                  </a:lnTo>
                  <a:lnTo>
                    <a:pt x="658278" y="215863"/>
                  </a:lnTo>
                  <a:lnTo>
                    <a:pt x="668405" y="223395"/>
                  </a:lnTo>
                  <a:lnTo>
                    <a:pt x="678532" y="230467"/>
                  </a:lnTo>
                  <a:lnTo>
                    <a:pt x="688660" y="237062"/>
                  </a:lnTo>
                  <a:lnTo>
                    <a:pt x="698787" y="243168"/>
                  </a:lnTo>
                  <a:lnTo>
                    <a:pt x="708915" y="248670"/>
                  </a:lnTo>
                  <a:lnTo>
                    <a:pt x="719042" y="253662"/>
                  </a:lnTo>
                  <a:lnTo>
                    <a:pt x="729169" y="258173"/>
                  </a:lnTo>
                  <a:lnTo>
                    <a:pt x="739297" y="262218"/>
                  </a:lnTo>
                  <a:lnTo>
                    <a:pt x="749424" y="265815"/>
                  </a:lnTo>
                  <a:lnTo>
                    <a:pt x="759551" y="268983"/>
                  </a:lnTo>
                  <a:lnTo>
                    <a:pt x="769679" y="271663"/>
                  </a:lnTo>
                  <a:lnTo>
                    <a:pt x="779806" y="273995"/>
                  </a:lnTo>
                  <a:lnTo>
                    <a:pt x="789933" y="276016"/>
                  </a:lnTo>
                  <a:lnTo>
                    <a:pt x="800061" y="277761"/>
                  </a:lnTo>
                  <a:lnTo>
                    <a:pt x="810188" y="279267"/>
                  </a:lnTo>
                  <a:lnTo>
                    <a:pt x="820315" y="280564"/>
                  </a:lnTo>
                  <a:lnTo>
                    <a:pt x="830443" y="281682"/>
                  </a:lnTo>
                  <a:lnTo>
                    <a:pt x="840570" y="282701"/>
                  </a:lnTo>
                  <a:lnTo>
                    <a:pt x="850698" y="283654"/>
                  </a:lnTo>
                  <a:lnTo>
                    <a:pt x="860825" y="284575"/>
                  </a:lnTo>
                  <a:lnTo>
                    <a:pt x="870952" y="285494"/>
                  </a:lnTo>
                  <a:lnTo>
                    <a:pt x="881080" y="286446"/>
                  </a:lnTo>
                  <a:lnTo>
                    <a:pt x="891207" y="287468"/>
                  </a:lnTo>
                  <a:lnTo>
                    <a:pt x="901334" y="288574"/>
                  </a:lnTo>
                  <a:lnTo>
                    <a:pt x="911462" y="289776"/>
                  </a:lnTo>
                  <a:lnTo>
                    <a:pt x="921589" y="291084"/>
                  </a:lnTo>
                  <a:lnTo>
                    <a:pt x="931716" y="292502"/>
                  </a:lnTo>
                  <a:lnTo>
                    <a:pt x="941844" y="294050"/>
                  </a:lnTo>
                  <a:lnTo>
                    <a:pt x="951971" y="295715"/>
                  </a:lnTo>
                  <a:lnTo>
                    <a:pt x="962098" y="297473"/>
                  </a:lnTo>
                  <a:lnTo>
                    <a:pt x="972226" y="299309"/>
                  </a:lnTo>
                  <a:lnTo>
                    <a:pt x="982353" y="301205"/>
                  </a:lnTo>
                  <a:lnTo>
                    <a:pt x="992481" y="303140"/>
                  </a:lnTo>
                  <a:lnTo>
                    <a:pt x="1002608" y="305085"/>
                  </a:lnTo>
                  <a:lnTo>
                    <a:pt x="1012735" y="306997"/>
                  </a:lnTo>
                  <a:lnTo>
                    <a:pt x="1022863" y="308846"/>
                  </a:lnTo>
                  <a:lnTo>
                    <a:pt x="1032990" y="310599"/>
                  </a:lnTo>
                  <a:lnTo>
                    <a:pt x="1043117" y="312225"/>
                  </a:lnTo>
                  <a:lnTo>
                    <a:pt x="1053245" y="313688"/>
                  </a:lnTo>
                  <a:lnTo>
                    <a:pt x="1063372" y="314898"/>
                  </a:lnTo>
                  <a:lnTo>
                    <a:pt x="1073499" y="315852"/>
                  </a:lnTo>
                  <a:lnTo>
                    <a:pt x="1083627" y="316524"/>
                  </a:lnTo>
                  <a:lnTo>
                    <a:pt x="1093754" y="316885"/>
                  </a:lnTo>
                  <a:lnTo>
                    <a:pt x="1103881" y="316907"/>
                  </a:lnTo>
                  <a:lnTo>
                    <a:pt x="1114009" y="316557"/>
                  </a:lnTo>
                  <a:lnTo>
                    <a:pt x="1124136" y="315718"/>
                  </a:lnTo>
                  <a:lnTo>
                    <a:pt x="1134264" y="314462"/>
                  </a:lnTo>
                  <a:lnTo>
                    <a:pt x="1144391" y="312777"/>
                  </a:lnTo>
                  <a:lnTo>
                    <a:pt x="1154518" y="310655"/>
                  </a:lnTo>
                  <a:lnTo>
                    <a:pt x="1164646" y="308092"/>
                  </a:lnTo>
                  <a:lnTo>
                    <a:pt x="1174773" y="305057"/>
                  </a:lnTo>
                  <a:lnTo>
                    <a:pt x="1184900" y="301507"/>
                  </a:lnTo>
                  <a:lnTo>
                    <a:pt x="1195028" y="297544"/>
                  </a:lnTo>
                  <a:lnTo>
                    <a:pt x="1205155" y="293189"/>
                  </a:lnTo>
                  <a:lnTo>
                    <a:pt x="1215282" y="288467"/>
                  </a:lnTo>
                  <a:lnTo>
                    <a:pt x="1225410" y="283410"/>
                  </a:lnTo>
                  <a:lnTo>
                    <a:pt x="1235537" y="278027"/>
                  </a:lnTo>
                  <a:lnTo>
                    <a:pt x="1245665" y="272377"/>
                  </a:lnTo>
                  <a:lnTo>
                    <a:pt x="1255792" y="266554"/>
                  </a:lnTo>
                  <a:lnTo>
                    <a:pt x="1265919" y="260615"/>
                  </a:lnTo>
                  <a:lnTo>
                    <a:pt x="1276047" y="254619"/>
                  </a:lnTo>
                  <a:lnTo>
                    <a:pt x="1286174" y="248626"/>
                  </a:lnTo>
                  <a:lnTo>
                    <a:pt x="1296301" y="242731"/>
                  </a:lnTo>
                  <a:lnTo>
                    <a:pt x="1306429" y="237027"/>
                  </a:lnTo>
                  <a:lnTo>
                    <a:pt x="1316556" y="231572"/>
                  </a:lnTo>
                  <a:lnTo>
                    <a:pt x="1326683" y="226434"/>
                  </a:lnTo>
                  <a:lnTo>
                    <a:pt x="1336811" y="221676"/>
                  </a:lnTo>
                  <a:lnTo>
                    <a:pt x="1346938" y="217360"/>
                  </a:lnTo>
                  <a:lnTo>
                    <a:pt x="1357065" y="213665"/>
                  </a:lnTo>
                  <a:lnTo>
                    <a:pt x="1367193" y="210582"/>
                  </a:lnTo>
                  <a:lnTo>
                    <a:pt x="1377320" y="208126"/>
                  </a:lnTo>
                  <a:lnTo>
                    <a:pt x="1387448" y="206328"/>
                  </a:lnTo>
                  <a:lnTo>
                    <a:pt x="1397575" y="205215"/>
                  </a:lnTo>
                  <a:lnTo>
                    <a:pt x="1407702" y="204808"/>
                  </a:lnTo>
                  <a:lnTo>
                    <a:pt x="1417830" y="205295"/>
                  </a:lnTo>
                  <a:lnTo>
                    <a:pt x="1427957" y="206498"/>
                  </a:lnTo>
                  <a:lnTo>
                    <a:pt x="1438084" y="208392"/>
                  </a:lnTo>
                  <a:lnTo>
                    <a:pt x="1448212" y="210954"/>
                  </a:lnTo>
                  <a:lnTo>
                    <a:pt x="1458339" y="214153"/>
                  </a:lnTo>
                  <a:lnTo>
                    <a:pt x="1468466" y="217971"/>
                  </a:lnTo>
                  <a:lnTo>
                    <a:pt x="1478594" y="222440"/>
                  </a:lnTo>
                  <a:lnTo>
                    <a:pt x="1488721" y="227370"/>
                  </a:lnTo>
                  <a:lnTo>
                    <a:pt x="1498848" y="232700"/>
                  </a:lnTo>
                  <a:lnTo>
                    <a:pt x="1508976" y="238368"/>
                  </a:lnTo>
                  <a:lnTo>
                    <a:pt x="1519103" y="244309"/>
                  </a:lnTo>
                  <a:lnTo>
                    <a:pt x="1529231" y="250465"/>
                  </a:lnTo>
                  <a:lnTo>
                    <a:pt x="1539358" y="256752"/>
                  </a:lnTo>
                  <a:lnTo>
                    <a:pt x="1549485" y="263068"/>
                  </a:lnTo>
                  <a:lnTo>
                    <a:pt x="1559613" y="269353"/>
                  </a:lnTo>
                  <a:lnTo>
                    <a:pt x="1569740" y="275548"/>
                  </a:lnTo>
                  <a:lnTo>
                    <a:pt x="1579867" y="281598"/>
                  </a:lnTo>
                  <a:lnTo>
                    <a:pt x="1589995" y="287416"/>
                  </a:lnTo>
                  <a:lnTo>
                    <a:pt x="1600122" y="292933"/>
                  </a:lnTo>
                  <a:lnTo>
                    <a:pt x="1610249" y="298139"/>
                  </a:lnTo>
                  <a:lnTo>
                    <a:pt x="1620377" y="303000"/>
                  </a:lnTo>
                  <a:lnTo>
                    <a:pt x="1630504" y="307487"/>
                  </a:lnTo>
                  <a:lnTo>
                    <a:pt x="1640631" y="311575"/>
                  </a:lnTo>
                  <a:lnTo>
                    <a:pt x="1650759" y="315163"/>
                  </a:lnTo>
                  <a:lnTo>
                    <a:pt x="1660886" y="318267"/>
                  </a:lnTo>
                  <a:lnTo>
                    <a:pt x="1671014" y="320913"/>
                  </a:lnTo>
                  <a:lnTo>
                    <a:pt x="1681141" y="323091"/>
                  </a:lnTo>
                  <a:lnTo>
                    <a:pt x="1691268" y="324795"/>
                  </a:lnTo>
                  <a:lnTo>
                    <a:pt x="1701396" y="326019"/>
                  </a:lnTo>
                  <a:lnTo>
                    <a:pt x="1711523" y="326651"/>
                  </a:lnTo>
                  <a:lnTo>
                    <a:pt x="1721650" y="326775"/>
                  </a:lnTo>
                  <a:lnTo>
                    <a:pt x="1731778" y="326410"/>
                  </a:lnTo>
                  <a:lnTo>
                    <a:pt x="1741905" y="325553"/>
                  </a:lnTo>
                  <a:lnTo>
                    <a:pt x="1752032" y="324204"/>
                  </a:lnTo>
                  <a:lnTo>
                    <a:pt x="1762160" y="322358"/>
                  </a:lnTo>
                  <a:lnTo>
                    <a:pt x="1772287" y="319892"/>
                  </a:lnTo>
                  <a:lnTo>
                    <a:pt x="1782414" y="316932"/>
                  </a:lnTo>
                  <a:lnTo>
                    <a:pt x="1792542" y="313481"/>
                  </a:lnTo>
                  <a:lnTo>
                    <a:pt x="1802669" y="309540"/>
                  </a:lnTo>
                  <a:lnTo>
                    <a:pt x="1812797" y="305115"/>
                  </a:lnTo>
                  <a:lnTo>
                    <a:pt x="1822924" y="300187"/>
                  </a:lnTo>
                  <a:lnTo>
                    <a:pt x="1833051" y="294698"/>
                  </a:lnTo>
                  <a:lnTo>
                    <a:pt x="1843179" y="288764"/>
                  </a:lnTo>
                  <a:lnTo>
                    <a:pt x="1853306" y="282403"/>
                  </a:lnTo>
                  <a:lnTo>
                    <a:pt x="1863433" y="275639"/>
                  </a:lnTo>
                  <a:lnTo>
                    <a:pt x="1873561" y="268499"/>
                  </a:lnTo>
                  <a:lnTo>
                    <a:pt x="1883688" y="260985"/>
                  </a:lnTo>
                  <a:lnTo>
                    <a:pt x="1893815" y="253139"/>
                  </a:lnTo>
                  <a:lnTo>
                    <a:pt x="1903943" y="245062"/>
                  </a:lnTo>
                  <a:lnTo>
                    <a:pt x="1914070" y="236807"/>
                  </a:lnTo>
                  <a:lnTo>
                    <a:pt x="1924197" y="228429"/>
                  </a:lnTo>
                  <a:lnTo>
                    <a:pt x="1934325" y="219988"/>
                  </a:lnTo>
                  <a:lnTo>
                    <a:pt x="1944452" y="211562"/>
                  </a:lnTo>
                  <a:lnTo>
                    <a:pt x="1954580" y="203253"/>
                  </a:lnTo>
                  <a:lnTo>
                    <a:pt x="1964707" y="195130"/>
                  </a:lnTo>
                  <a:lnTo>
                    <a:pt x="1974834" y="187262"/>
                  </a:lnTo>
                  <a:lnTo>
                    <a:pt x="1984962" y="179718"/>
                  </a:lnTo>
                  <a:lnTo>
                    <a:pt x="1995089" y="172566"/>
                  </a:lnTo>
                  <a:lnTo>
                    <a:pt x="2005216" y="165976"/>
                  </a:lnTo>
                  <a:lnTo>
                    <a:pt x="2015344" y="159972"/>
                  </a:lnTo>
                  <a:lnTo>
                    <a:pt x="2025471" y="154568"/>
                  </a:lnTo>
                  <a:lnTo>
                    <a:pt x="2035598" y="149803"/>
                  </a:lnTo>
                  <a:lnTo>
                    <a:pt x="2045726" y="145708"/>
                  </a:lnTo>
                  <a:lnTo>
                    <a:pt x="2055853" y="142305"/>
                  </a:lnTo>
                  <a:lnTo>
                    <a:pt x="2065980" y="139775"/>
                  </a:lnTo>
                  <a:lnTo>
                    <a:pt x="2076108" y="137956"/>
                  </a:lnTo>
                  <a:lnTo>
                    <a:pt x="2086235" y="136809"/>
                  </a:lnTo>
                  <a:lnTo>
                    <a:pt x="2096363" y="136302"/>
                  </a:lnTo>
                  <a:lnTo>
                    <a:pt x="2106490" y="136394"/>
                  </a:lnTo>
                  <a:lnTo>
                    <a:pt x="2116617" y="137044"/>
                  </a:lnTo>
                  <a:lnTo>
                    <a:pt x="2126745" y="138264"/>
                  </a:lnTo>
                  <a:lnTo>
                    <a:pt x="2136872" y="139849"/>
                  </a:lnTo>
                  <a:lnTo>
                    <a:pt x="2146999" y="141719"/>
                  </a:lnTo>
                  <a:lnTo>
                    <a:pt x="2157127" y="143793"/>
                  </a:lnTo>
                  <a:lnTo>
                    <a:pt x="2167254" y="145990"/>
                  </a:lnTo>
                  <a:lnTo>
                    <a:pt x="2177381" y="148222"/>
                  </a:lnTo>
                  <a:lnTo>
                    <a:pt x="2187509" y="150370"/>
                  </a:lnTo>
                  <a:lnTo>
                    <a:pt x="2197636" y="152359"/>
                  </a:lnTo>
                  <a:lnTo>
                    <a:pt x="2207763" y="154131"/>
                  </a:lnTo>
                  <a:lnTo>
                    <a:pt x="2217891" y="155637"/>
                  </a:lnTo>
                  <a:lnTo>
                    <a:pt x="2228018" y="156836"/>
                  </a:lnTo>
                  <a:lnTo>
                    <a:pt x="2238146" y="157659"/>
                  </a:lnTo>
                  <a:lnTo>
                    <a:pt x="2248273" y="158081"/>
                  </a:lnTo>
                  <a:lnTo>
                    <a:pt x="2258400" y="158165"/>
                  </a:lnTo>
                  <a:lnTo>
                    <a:pt x="2268528" y="157936"/>
                  </a:lnTo>
                  <a:lnTo>
                    <a:pt x="2278655" y="157430"/>
                  </a:lnTo>
                  <a:lnTo>
                    <a:pt x="2288782" y="156694"/>
                  </a:lnTo>
                  <a:lnTo>
                    <a:pt x="2298910" y="155774"/>
                  </a:lnTo>
                  <a:lnTo>
                    <a:pt x="2309037" y="154786"/>
                  </a:lnTo>
                  <a:lnTo>
                    <a:pt x="2319164" y="153825"/>
                  </a:lnTo>
                  <a:lnTo>
                    <a:pt x="2329292" y="152975"/>
                  </a:lnTo>
                  <a:lnTo>
                    <a:pt x="2339419" y="152319"/>
                  </a:lnTo>
                  <a:lnTo>
                    <a:pt x="2349546" y="151939"/>
                  </a:lnTo>
                  <a:lnTo>
                    <a:pt x="2359674" y="152017"/>
                  </a:lnTo>
                  <a:lnTo>
                    <a:pt x="2369801" y="152597"/>
                  </a:lnTo>
                  <a:lnTo>
                    <a:pt x="2379929" y="153719"/>
                  </a:lnTo>
                  <a:lnTo>
                    <a:pt x="2390056" y="155432"/>
                  </a:lnTo>
                  <a:lnTo>
                    <a:pt x="2400183" y="157777"/>
                  </a:lnTo>
                  <a:lnTo>
                    <a:pt x="2410311" y="160786"/>
                  </a:lnTo>
                  <a:lnTo>
                    <a:pt x="2420438" y="164646"/>
                  </a:lnTo>
                  <a:lnTo>
                    <a:pt x="2430565" y="169187"/>
                  </a:lnTo>
                  <a:lnTo>
                    <a:pt x="2440693" y="174380"/>
                  </a:lnTo>
                  <a:lnTo>
                    <a:pt x="2450820" y="180193"/>
                  </a:lnTo>
                  <a:lnTo>
                    <a:pt x="2460947" y="186584"/>
                  </a:lnTo>
                  <a:lnTo>
                    <a:pt x="2471075" y="193521"/>
                  </a:lnTo>
                  <a:lnTo>
                    <a:pt x="2481202" y="200995"/>
                  </a:lnTo>
                  <a:lnTo>
                    <a:pt x="2491330" y="208817"/>
                  </a:lnTo>
                  <a:lnTo>
                    <a:pt x="2501457" y="216911"/>
                  </a:lnTo>
                  <a:lnTo>
                    <a:pt x="2511584" y="225198"/>
                  </a:lnTo>
                  <a:lnTo>
                    <a:pt x="2521712" y="233601"/>
                  </a:lnTo>
                  <a:lnTo>
                    <a:pt x="2531839" y="242036"/>
                  </a:lnTo>
                  <a:lnTo>
                    <a:pt x="2541966" y="250386"/>
                  </a:lnTo>
                  <a:lnTo>
                    <a:pt x="2552094" y="258580"/>
                  </a:lnTo>
                  <a:lnTo>
                    <a:pt x="2562221" y="266555"/>
                  </a:lnTo>
                  <a:lnTo>
                    <a:pt x="2572348" y="274257"/>
                  </a:lnTo>
                  <a:lnTo>
                    <a:pt x="2582476" y="281635"/>
                  </a:lnTo>
                  <a:lnTo>
                    <a:pt x="2592603" y="288591"/>
                  </a:lnTo>
                  <a:lnTo>
                    <a:pt x="2602730" y="295076"/>
                  </a:lnTo>
                  <a:lnTo>
                    <a:pt x="2612858" y="301120"/>
                  </a:lnTo>
                  <a:lnTo>
                    <a:pt x="2622985" y="306708"/>
                  </a:lnTo>
                  <a:lnTo>
                    <a:pt x="2633113" y="311832"/>
                  </a:lnTo>
                  <a:lnTo>
                    <a:pt x="2643240" y="316491"/>
                  </a:lnTo>
                  <a:lnTo>
                    <a:pt x="2653367" y="320607"/>
                  </a:lnTo>
                  <a:lnTo>
                    <a:pt x="2663495" y="324240"/>
                  </a:lnTo>
                  <a:lnTo>
                    <a:pt x="2673622" y="327445"/>
                  </a:lnTo>
                  <a:lnTo>
                    <a:pt x="2683749" y="330243"/>
                  </a:lnTo>
                  <a:lnTo>
                    <a:pt x="2693877" y="332654"/>
                  </a:lnTo>
                  <a:lnTo>
                    <a:pt x="2704004" y="334702"/>
                  </a:lnTo>
                  <a:lnTo>
                    <a:pt x="2714131" y="336346"/>
                  </a:lnTo>
                  <a:lnTo>
                    <a:pt x="2724259" y="337686"/>
                  </a:lnTo>
                  <a:lnTo>
                    <a:pt x="2734386" y="338761"/>
                  </a:lnTo>
                  <a:lnTo>
                    <a:pt x="2744513" y="339596"/>
                  </a:lnTo>
                  <a:lnTo>
                    <a:pt x="2754641" y="340219"/>
                  </a:lnTo>
                  <a:lnTo>
                    <a:pt x="2764768" y="340655"/>
                  </a:lnTo>
                  <a:lnTo>
                    <a:pt x="2774896" y="340898"/>
                  </a:lnTo>
                  <a:lnTo>
                    <a:pt x="2785023" y="341020"/>
                  </a:lnTo>
                  <a:lnTo>
                    <a:pt x="2795150" y="341041"/>
                  </a:lnTo>
                  <a:lnTo>
                    <a:pt x="2805278" y="340982"/>
                  </a:lnTo>
                  <a:lnTo>
                    <a:pt x="2815405" y="340863"/>
                  </a:lnTo>
                  <a:lnTo>
                    <a:pt x="2825532" y="340699"/>
                  </a:lnTo>
                  <a:lnTo>
                    <a:pt x="2835660" y="340512"/>
                  </a:lnTo>
                  <a:lnTo>
                    <a:pt x="2845787" y="340323"/>
                  </a:lnTo>
                  <a:lnTo>
                    <a:pt x="2855914" y="340145"/>
                  </a:lnTo>
                  <a:lnTo>
                    <a:pt x="2866042" y="339988"/>
                  </a:lnTo>
                  <a:lnTo>
                    <a:pt x="2876169" y="339861"/>
                  </a:lnTo>
                  <a:lnTo>
                    <a:pt x="2886296" y="339779"/>
                  </a:lnTo>
                  <a:lnTo>
                    <a:pt x="2896424" y="339753"/>
                  </a:lnTo>
                  <a:lnTo>
                    <a:pt x="2906551" y="339781"/>
                  </a:lnTo>
                  <a:lnTo>
                    <a:pt x="2916679" y="339864"/>
                  </a:lnTo>
                  <a:lnTo>
                    <a:pt x="2926806" y="340006"/>
                  </a:lnTo>
                  <a:lnTo>
                    <a:pt x="2936933" y="340206"/>
                  </a:lnTo>
                  <a:lnTo>
                    <a:pt x="2947061" y="340472"/>
                  </a:lnTo>
                  <a:lnTo>
                    <a:pt x="2957188" y="340798"/>
                  </a:lnTo>
                  <a:lnTo>
                    <a:pt x="2967315" y="341175"/>
                  </a:lnTo>
                  <a:lnTo>
                    <a:pt x="2977443" y="341598"/>
                  </a:lnTo>
                  <a:lnTo>
                    <a:pt x="2987570" y="342062"/>
                  </a:lnTo>
                  <a:lnTo>
                    <a:pt x="2997697" y="342563"/>
                  </a:lnTo>
                  <a:lnTo>
                    <a:pt x="3007825" y="343098"/>
                  </a:lnTo>
                  <a:lnTo>
                    <a:pt x="3017952" y="343656"/>
                  </a:lnTo>
                  <a:lnTo>
                    <a:pt x="3028079" y="344228"/>
                  </a:lnTo>
                  <a:lnTo>
                    <a:pt x="3038207" y="344809"/>
                  </a:lnTo>
                  <a:lnTo>
                    <a:pt x="3048334" y="345393"/>
                  </a:lnTo>
                  <a:lnTo>
                    <a:pt x="3058462" y="345975"/>
                  </a:lnTo>
                  <a:lnTo>
                    <a:pt x="3068589" y="346546"/>
                  </a:lnTo>
                  <a:lnTo>
                    <a:pt x="3078716" y="347102"/>
                  </a:lnTo>
                  <a:lnTo>
                    <a:pt x="3088844" y="347640"/>
                  </a:lnTo>
                  <a:lnTo>
                    <a:pt x="3098971" y="348156"/>
                  </a:lnTo>
                  <a:lnTo>
                    <a:pt x="3109098" y="348647"/>
                  </a:lnTo>
                  <a:lnTo>
                    <a:pt x="3119226" y="349111"/>
                  </a:lnTo>
                  <a:lnTo>
                    <a:pt x="3129353" y="349540"/>
                  </a:lnTo>
                  <a:lnTo>
                    <a:pt x="3139480" y="349939"/>
                  </a:lnTo>
                  <a:lnTo>
                    <a:pt x="3149608" y="350308"/>
                  </a:lnTo>
                  <a:lnTo>
                    <a:pt x="3159735" y="350647"/>
                  </a:lnTo>
                  <a:lnTo>
                    <a:pt x="3169862" y="350956"/>
                  </a:lnTo>
                  <a:lnTo>
                    <a:pt x="3179990" y="351235"/>
                  </a:lnTo>
                  <a:lnTo>
                    <a:pt x="3190117" y="351481"/>
                  </a:lnTo>
                  <a:lnTo>
                    <a:pt x="3200245" y="351702"/>
                  </a:lnTo>
                  <a:lnTo>
                    <a:pt x="3210372" y="351898"/>
                  </a:lnTo>
                  <a:lnTo>
                    <a:pt x="3220499" y="352072"/>
                  </a:lnTo>
                  <a:lnTo>
                    <a:pt x="3230627" y="352225"/>
                  </a:lnTo>
                  <a:lnTo>
                    <a:pt x="3240754" y="352356"/>
                  </a:lnTo>
                  <a:lnTo>
                    <a:pt x="3250881" y="352468"/>
                  </a:lnTo>
                  <a:lnTo>
                    <a:pt x="3261009" y="352565"/>
                  </a:lnTo>
                  <a:lnTo>
                    <a:pt x="3271136" y="352648"/>
                  </a:lnTo>
                  <a:lnTo>
                    <a:pt x="3281263" y="352719"/>
                  </a:lnTo>
                  <a:lnTo>
                    <a:pt x="3291391" y="352778"/>
                  </a:lnTo>
                  <a:lnTo>
                    <a:pt x="3301518" y="352825"/>
                  </a:lnTo>
                  <a:lnTo>
                    <a:pt x="3311645" y="352863"/>
                  </a:lnTo>
                  <a:lnTo>
                    <a:pt x="3321773" y="352893"/>
                  </a:lnTo>
                  <a:lnTo>
                    <a:pt x="3331900" y="352915"/>
                  </a:lnTo>
                  <a:lnTo>
                    <a:pt x="3342028" y="352929"/>
                  </a:lnTo>
                  <a:lnTo>
                    <a:pt x="3352155" y="352937"/>
                  </a:lnTo>
                  <a:lnTo>
                    <a:pt x="3362282" y="352935"/>
                  </a:lnTo>
                  <a:lnTo>
                    <a:pt x="3372410" y="352925"/>
                  </a:lnTo>
                  <a:lnTo>
                    <a:pt x="3382537" y="352906"/>
                  </a:lnTo>
                  <a:lnTo>
                    <a:pt x="3392664" y="352876"/>
                  </a:lnTo>
                  <a:lnTo>
                    <a:pt x="3402792" y="352835"/>
                  </a:lnTo>
                  <a:lnTo>
                    <a:pt x="3412919" y="352781"/>
                  </a:lnTo>
                  <a:lnTo>
                    <a:pt x="3423046" y="352706"/>
                  </a:lnTo>
                  <a:lnTo>
                    <a:pt x="3433174" y="352610"/>
                  </a:lnTo>
                  <a:lnTo>
                    <a:pt x="3443301" y="352490"/>
                  </a:lnTo>
                  <a:lnTo>
                    <a:pt x="3453428" y="352342"/>
                  </a:lnTo>
                  <a:lnTo>
                    <a:pt x="3463556" y="352161"/>
                  </a:lnTo>
                  <a:lnTo>
                    <a:pt x="3473683" y="351939"/>
                  </a:lnTo>
                  <a:lnTo>
                    <a:pt x="3483811" y="351661"/>
                  </a:lnTo>
                  <a:lnTo>
                    <a:pt x="3493938" y="351326"/>
                  </a:lnTo>
                  <a:lnTo>
                    <a:pt x="3504065" y="350927"/>
                  </a:lnTo>
                  <a:lnTo>
                    <a:pt x="3514193" y="350456"/>
                  </a:lnTo>
                  <a:lnTo>
                    <a:pt x="3524320" y="349902"/>
                  </a:lnTo>
                  <a:lnTo>
                    <a:pt x="3534447" y="349248"/>
                  </a:lnTo>
                  <a:lnTo>
                    <a:pt x="3544575" y="348469"/>
                  </a:lnTo>
                  <a:lnTo>
                    <a:pt x="3554702" y="347569"/>
                  </a:lnTo>
                  <a:lnTo>
                    <a:pt x="3564829" y="346538"/>
                  </a:lnTo>
                  <a:lnTo>
                    <a:pt x="3574957" y="345366"/>
                  </a:lnTo>
                  <a:lnTo>
                    <a:pt x="3585084" y="344041"/>
                  </a:lnTo>
                  <a:lnTo>
                    <a:pt x="3595211" y="342531"/>
                  </a:lnTo>
                  <a:lnTo>
                    <a:pt x="3605339" y="340821"/>
                  </a:lnTo>
                  <a:lnTo>
                    <a:pt x="3615466" y="338928"/>
                  </a:lnTo>
                  <a:lnTo>
                    <a:pt x="3625594" y="336845"/>
                  </a:lnTo>
                  <a:lnTo>
                    <a:pt x="3635721" y="334570"/>
                  </a:lnTo>
                  <a:lnTo>
                    <a:pt x="3645848" y="332102"/>
                  </a:lnTo>
                  <a:lnTo>
                    <a:pt x="3655976" y="329408"/>
                  </a:lnTo>
                  <a:lnTo>
                    <a:pt x="3666103" y="326516"/>
                  </a:lnTo>
                  <a:lnTo>
                    <a:pt x="3676230" y="323454"/>
                  </a:lnTo>
                  <a:lnTo>
                    <a:pt x="3686358" y="320234"/>
                  </a:lnTo>
                  <a:lnTo>
                    <a:pt x="3696485" y="316874"/>
                  </a:lnTo>
                  <a:lnTo>
                    <a:pt x="3706612" y="313396"/>
                  </a:lnTo>
                  <a:lnTo>
                    <a:pt x="3716740" y="309812"/>
                  </a:lnTo>
                  <a:lnTo>
                    <a:pt x="3726867" y="306181"/>
                  </a:lnTo>
                  <a:lnTo>
                    <a:pt x="3736995" y="302538"/>
                  </a:lnTo>
                  <a:lnTo>
                    <a:pt x="3747122" y="298921"/>
                  </a:lnTo>
                  <a:lnTo>
                    <a:pt x="3757249" y="295366"/>
                  </a:lnTo>
                  <a:lnTo>
                    <a:pt x="3767377" y="291914"/>
                  </a:lnTo>
                  <a:lnTo>
                    <a:pt x="3777504" y="288659"/>
                  </a:lnTo>
                  <a:lnTo>
                    <a:pt x="3787631" y="285614"/>
                  </a:lnTo>
                  <a:lnTo>
                    <a:pt x="3797759" y="282817"/>
                  </a:lnTo>
                  <a:lnTo>
                    <a:pt x="3807886" y="280306"/>
                  </a:lnTo>
                  <a:lnTo>
                    <a:pt x="3818013" y="278114"/>
                  </a:lnTo>
                  <a:lnTo>
                    <a:pt x="3828141" y="276294"/>
                  </a:lnTo>
                  <a:lnTo>
                    <a:pt x="3838268" y="274942"/>
                  </a:lnTo>
                  <a:lnTo>
                    <a:pt x="3848395" y="274001"/>
                  </a:lnTo>
                  <a:lnTo>
                    <a:pt x="3858523" y="273484"/>
                  </a:lnTo>
                  <a:lnTo>
                    <a:pt x="3868650" y="273397"/>
                  </a:lnTo>
                  <a:lnTo>
                    <a:pt x="3878778" y="273745"/>
                  </a:lnTo>
                  <a:lnTo>
                    <a:pt x="3888905" y="274564"/>
                  </a:lnTo>
                  <a:lnTo>
                    <a:pt x="3899032" y="275862"/>
                  </a:lnTo>
                  <a:lnTo>
                    <a:pt x="3909160" y="277549"/>
                  </a:lnTo>
                  <a:lnTo>
                    <a:pt x="3919287" y="279601"/>
                  </a:lnTo>
                  <a:lnTo>
                    <a:pt x="3929414" y="281989"/>
                  </a:lnTo>
                  <a:lnTo>
                    <a:pt x="3939542" y="284682"/>
                  </a:lnTo>
                  <a:lnTo>
                    <a:pt x="3949669" y="287675"/>
                  </a:lnTo>
                  <a:lnTo>
                    <a:pt x="3959796" y="290901"/>
                  </a:lnTo>
                  <a:lnTo>
                    <a:pt x="3969924" y="294291"/>
                  </a:lnTo>
                  <a:lnTo>
                    <a:pt x="3980051" y="297805"/>
                  </a:lnTo>
                  <a:lnTo>
                    <a:pt x="3990178" y="301403"/>
                  </a:lnTo>
                  <a:lnTo>
                    <a:pt x="4000306" y="305046"/>
                  </a:lnTo>
                  <a:lnTo>
                    <a:pt x="4010433" y="308687"/>
                  </a:lnTo>
                  <a:lnTo>
                    <a:pt x="4020561" y="312278"/>
                  </a:lnTo>
                  <a:lnTo>
                    <a:pt x="4030688" y="315790"/>
                  </a:lnTo>
                  <a:lnTo>
                    <a:pt x="4040815" y="319197"/>
                  </a:lnTo>
                  <a:lnTo>
                    <a:pt x="4050943" y="322475"/>
                  </a:lnTo>
                  <a:lnTo>
                    <a:pt x="4061070" y="325605"/>
                  </a:lnTo>
                  <a:lnTo>
                    <a:pt x="4071197" y="328525"/>
                  </a:lnTo>
                  <a:lnTo>
                    <a:pt x="4081325" y="331258"/>
                  </a:lnTo>
                  <a:lnTo>
                    <a:pt x="4091452" y="333803"/>
                  </a:lnTo>
                  <a:lnTo>
                    <a:pt x="4101579" y="336154"/>
                  </a:lnTo>
                  <a:lnTo>
                    <a:pt x="4111707" y="338313"/>
                  </a:lnTo>
                  <a:lnTo>
                    <a:pt x="4121834" y="340275"/>
                  </a:lnTo>
                  <a:lnTo>
                    <a:pt x="4131961" y="342009"/>
                  </a:lnTo>
                  <a:lnTo>
                    <a:pt x="4142089" y="343566"/>
                  </a:lnTo>
                  <a:lnTo>
                    <a:pt x="4152216" y="344956"/>
                  </a:lnTo>
                  <a:lnTo>
                    <a:pt x="4162344" y="346189"/>
                  </a:lnTo>
                  <a:lnTo>
                    <a:pt x="4172471" y="347274"/>
                  </a:lnTo>
                  <a:lnTo>
                    <a:pt x="4182598" y="348213"/>
                  </a:lnTo>
                  <a:lnTo>
                    <a:pt x="4192726" y="349009"/>
                  </a:lnTo>
                  <a:lnTo>
                    <a:pt x="4202853" y="349697"/>
                  </a:lnTo>
                  <a:lnTo>
                    <a:pt x="4212980" y="350287"/>
                  </a:lnTo>
                  <a:lnTo>
                    <a:pt x="4223108" y="350791"/>
                  </a:lnTo>
                  <a:lnTo>
                    <a:pt x="4233235" y="351218"/>
                  </a:lnTo>
                  <a:lnTo>
                    <a:pt x="4243362" y="351569"/>
                  </a:lnTo>
                  <a:lnTo>
                    <a:pt x="4253490" y="351856"/>
                  </a:lnTo>
                  <a:lnTo>
                    <a:pt x="4263617" y="352096"/>
                  </a:lnTo>
                  <a:lnTo>
                    <a:pt x="4273744" y="352294"/>
                  </a:lnTo>
                  <a:lnTo>
                    <a:pt x="4283872" y="352457"/>
                  </a:lnTo>
                  <a:lnTo>
                    <a:pt x="4293999" y="352590"/>
                  </a:lnTo>
                  <a:lnTo>
                    <a:pt x="4304127" y="352694"/>
                  </a:lnTo>
                  <a:lnTo>
                    <a:pt x="4314254" y="352776"/>
                  </a:lnTo>
                  <a:lnTo>
                    <a:pt x="4324381" y="352843"/>
                  </a:lnTo>
                  <a:lnTo>
                    <a:pt x="4334509" y="352896"/>
                  </a:lnTo>
                  <a:lnTo>
                    <a:pt x="4344636" y="352938"/>
                  </a:lnTo>
                  <a:lnTo>
                    <a:pt x="4354763" y="352971"/>
                  </a:lnTo>
                  <a:lnTo>
                    <a:pt x="4364891" y="352996"/>
                  </a:lnTo>
                  <a:lnTo>
                    <a:pt x="4375018" y="353014"/>
                  </a:lnTo>
                  <a:lnTo>
                    <a:pt x="4385145" y="353029"/>
                  </a:lnTo>
                  <a:lnTo>
                    <a:pt x="4395273" y="353041"/>
                  </a:lnTo>
                  <a:lnTo>
                    <a:pt x="4405400" y="353049"/>
                  </a:lnTo>
                  <a:lnTo>
                    <a:pt x="4415527" y="353056"/>
                  </a:lnTo>
                  <a:lnTo>
                    <a:pt x="4425655" y="353061"/>
                  </a:lnTo>
                  <a:lnTo>
                    <a:pt x="4435782" y="353064"/>
                  </a:lnTo>
                  <a:lnTo>
                    <a:pt x="4445910" y="353067"/>
                  </a:lnTo>
                  <a:lnTo>
                    <a:pt x="4456037" y="353069"/>
                  </a:lnTo>
                  <a:lnTo>
                    <a:pt x="4466164" y="353070"/>
                  </a:lnTo>
                  <a:lnTo>
                    <a:pt x="4476292" y="353071"/>
                  </a:lnTo>
                  <a:lnTo>
                    <a:pt x="4486419" y="353072"/>
                  </a:lnTo>
                  <a:lnTo>
                    <a:pt x="4496546" y="353072"/>
                  </a:lnTo>
                  <a:lnTo>
                    <a:pt x="4506674" y="353073"/>
                  </a:lnTo>
                  <a:lnTo>
                    <a:pt x="4516801" y="353073"/>
                  </a:lnTo>
                  <a:lnTo>
                    <a:pt x="4526928" y="353073"/>
                  </a:lnTo>
                  <a:lnTo>
                    <a:pt x="4537056" y="353073"/>
                  </a:lnTo>
                  <a:lnTo>
                    <a:pt x="4547183" y="353073"/>
                  </a:lnTo>
                  <a:lnTo>
                    <a:pt x="4557310" y="353073"/>
                  </a:lnTo>
                  <a:lnTo>
                    <a:pt x="4567438" y="353074"/>
                  </a:lnTo>
                  <a:lnTo>
                    <a:pt x="4577565" y="353074"/>
                  </a:lnTo>
                  <a:lnTo>
                    <a:pt x="4587693" y="353074"/>
                  </a:lnTo>
                  <a:lnTo>
                    <a:pt x="4597820" y="353074"/>
                  </a:lnTo>
                  <a:lnTo>
                    <a:pt x="4607947" y="353074"/>
                  </a:lnTo>
                  <a:lnTo>
                    <a:pt x="4618075" y="353074"/>
                  </a:lnTo>
                  <a:lnTo>
                    <a:pt x="4628202" y="353074"/>
                  </a:lnTo>
                  <a:lnTo>
                    <a:pt x="4638329" y="353074"/>
                  </a:lnTo>
                  <a:lnTo>
                    <a:pt x="4648457" y="353074"/>
                  </a:lnTo>
                  <a:lnTo>
                    <a:pt x="4658584" y="353074"/>
                  </a:lnTo>
                  <a:lnTo>
                    <a:pt x="4668711" y="353074"/>
                  </a:lnTo>
                  <a:lnTo>
                    <a:pt x="4678839" y="353074"/>
                  </a:lnTo>
                  <a:lnTo>
                    <a:pt x="4688966" y="353074"/>
                  </a:lnTo>
                  <a:lnTo>
                    <a:pt x="4699093" y="353074"/>
                  </a:lnTo>
                  <a:lnTo>
                    <a:pt x="4709221" y="353074"/>
                  </a:lnTo>
                  <a:lnTo>
                    <a:pt x="4719348" y="353074"/>
                  </a:lnTo>
                  <a:lnTo>
                    <a:pt x="4729476" y="353074"/>
                  </a:lnTo>
                  <a:lnTo>
                    <a:pt x="4739603" y="353074"/>
                  </a:lnTo>
                  <a:lnTo>
                    <a:pt x="4749730" y="353074"/>
                  </a:lnTo>
                  <a:lnTo>
                    <a:pt x="4759858" y="353074"/>
                  </a:lnTo>
                  <a:lnTo>
                    <a:pt x="4769985" y="353074"/>
                  </a:lnTo>
                  <a:lnTo>
                    <a:pt x="4780112" y="353074"/>
                  </a:lnTo>
                  <a:lnTo>
                    <a:pt x="4790240" y="353074"/>
                  </a:lnTo>
                  <a:lnTo>
                    <a:pt x="4800367" y="353074"/>
                  </a:lnTo>
                  <a:lnTo>
                    <a:pt x="4810494" y="353074"/>
                  </a:lnTo>
                  <a:lnTo>
                    <a:pt x="4820622" y="353074"/>
                  </a:lnTo>
                  <a:lnTo>
                    <a:pt x="4830749" y="353074"/>
                  </a:lnTo>
                  <a:lnTo>
                    <a:pt x="4840877" y="353074"/>
                  </a:lnTo>
                  <a:lnTo>
                    <a:pt x="4851004" y="353074"/>
                  </a:lnTo>
                  <a:lnTo>
                    <a:pt x="4861131" y="353074"/>
                  </a:lnTo>
                  <a:lnTo>
                    <a:pt x="4871259" y="353074"/>
                  </a:lnTo>
                  <a:lnTo>
                    <a:pt x="4881386" y="353074"/>
                  </a:lnTo>
                  <a:lnTo>
                    <a:pt x="4891513" y="353074"/>
                  </a:lnTo>
                  <a:lnTo>
                    <a:pt x="4901641" y="353074"/>
                  </a:lnTo>
                  <a:lnTo>
                    <a:pt x="4911768" y="353074"/>
                  </a:lnTo>
                  <a:lnTo>
                    <a:pt x="4921895" y="353074"/>
                  </a:lnTo>
                  <a:lnTo>
                    <a:pt x="4932023" y="353074"/>
                  </a:lnTo>
                  <a:lnTo>
                    <a:pt x="4942150" y="353074"/>
                  </a:lnTo>
                  <a:lnTo>
                    <a:pt x="4952277" y="353074"/>
                  </a:lnTo>
                  <a:lnTo>
                    <a:pt x="4962405" y="353074"/>
                  </a:lnTo>
                  <a:lnTo>
                    <a:pt x="4972532" y="353074"/>
                  </a:lnTo>
                  <a:lnTo>
                    <a:pt x="4982660" y="353074"/>
                  </a:lnTo>
                  <a:lnTo>
                    <a:pt x="4992787" y="353074"/>
                  </a:lnTo>
                  <a:lnTo>
                    <a:pt x="5002914" y="353074"/>
                  </a:lnTo>
                  <a:lnTo>
                    <a:pt x="5013042" y="353074"/>
                  </a:lnTo>
                  <a:lnTo>
                    <a:pt x="5023169" y="353074"/>
                  </a:lnTo>
                  <a:lnTo>
                    <a:pt x="5033296" y="353074"/>
                  </a:lnTo>
                  <a:lnTo>
                    <a:pt x="5043424" y="353074"/>
                  </a:lnTo>
                  <a:lnTo>
                    <a:pt x="5053551" y="353074"/>
                  </a:lnTo>
                  <a:lnTo>
                    <a:pt x="5063678" y="353074"/>
                  </a:lnTo>
                  <a:lnTo>
                    <a:pt x="5073806" y="353074"/>
                  </a:lnTo>
                  <a:lnTo>
                    <a:pt x="5083933" y="353074"/>
                  </a:lnTo>
                  <a:lnTo>
                    <a:pt x="5094060" y="353074"/>
                  </a:lnTo>
                  <a:lnTo>
                    <a:pt x="5104188" y="353074"/>
                  </a:lnTo>
                  <a:lnTo>
                    <a:pt x="5114315" y="353074"/>
                  </a:lnTo>
                  <a:lnTo>
                    <a:pt x="5124443" y="353074"/>
                  </a:lnTo>
                  <a:lnTo>
                    <a:pt x="5134570" y="353074"/>
                  </a:lnTo>
                  <a:lnTo>
                    <a:pt x="5144697" y="353074"/>
                  </a:lnTo>
                  <a:lnTo>
                    <a:pt x="5154825" y="353074"/>
                  </a:lnTo>
                  <a:lnTo>
                    <a:pt x="5164952" y="353074"/>
                  </a:lnTo>
                  <a:lnTo>
                    <a:pt x="5175079" y="353074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g22"/>
            <p:cNvSpPr/>
            <p:nvPr/>
          </p:nvSpPr>
          <p:spPr>
            <a:xfrm>
              <a:off x="1250201" y="4797191"/>
              <a:ext cx="5175079" cy="589191"/>
            </a:xfrm>
            <a:custGeom>
              <a:avLst/>
              <a:pathLst>
                <a:path w="5175079" h="589191">
                  <a:moveTo>
                    <a:pt x="0" y="575119"/>
                  </a:moveTo>
                  <a:lnTo>
                    <a:pt x="10127" y="574306"/>
                  </a:lnTo>
                  <a:lnTo>
                    <a:pt x="20254" y="573501"/>
                  </a:lnTo>
                  <a:lnTo>
                    <a:pt x="30382" y="572706"/>
                  </a:lnTo>
                  <a:lnTo>
                    <a:pt x="40509" y="571922"/>
                  </a:lnTo>
                  <a:lnTo>
                    <a:pt x="50636" y="571149"/>
                  </a:lnTo>
                  <a:lnTo>
                    <a:pt x="60764" y="570386"/>
                  </a:lnTo>
                  <a:lnTo>
                    <a:pt x="70891" y="569629"/>
                  </a:lnTo>
                  <a:lnTo>
                    <a:pt x="81018" y="568872"/>
                  </a:lnTo>
                  <a:lnTo>
                    <a:pt x="91146" y="568113"/>
                  </a:lnTo>
                  <a:lnTo>
                    <a:pt x="101273" y="567344"/>
                  </a:lnTo>
                  <a:lnTo>
                    <a:pt x="111400" y="566557"/>
                  </a:lnTo>
                  <a:lnTo>
                    <a:pt x="121528" y="565737"/>
                  </a:lnTo>
                  <a:lnTo>
                    <a:pt x="131655" y="564876"/>
                  </a:lnTo>
                  <a:lnTo>
                    <a:pt x="141783" y="563960"/>
                  </a:lnTo>
                  <a:lnTo>
                    <a:pt x="151910" y="562977"/>
                  </a:lnTo>
                  <a:lnTo>
                    <a:pt x="162037" y="561911"/>
                  </a:lnTo>
                  <a:lnTo>
                    <a:pt x="172165" y="560743"/>
                  </a:lnTo>
                  <a:lnTo>
                    <a:pt x="182292" y="559424"/>
                  </a:lnTo>
                  <a:lnTo>
                    <a:pt x="192419" y="557944"/>
                  </a:lnTo>
                  <a:lnTo>
                    <a:pt x="202547" y="556280"/>
                  </a:lnTo>
                  <a:lnTo>
                    <a:pt x="212674" y="554402"/>
                  </a:lnTo>
                  <a:lnTo>
                    <a:pt x="222801" y="552278"/>
                  </a:lnTo>
                  <a:lnTo>
                    <a:pt x="232929" y="549873"/>
                  </a:lnTo>
                  <a:lnTo>
                    <a:pt x="243056" y="547114"/>
                  </a:lnTo>
                  <a:lnTo>
                    <a:pt x="253183" y="543930"/>
                  </a:lnTo>
                  <a:lnTo>
                    <a:pt x="263311" y="540318"/>
                  </a:lnTo>
                  <a:lnTo>
                    <a:pt x="273438" y="536232"/>
                  </a:lnTo>
                  <a:lnTo>
                    <a:pt x="283566" y="531627"/>
                  </a:lnTo>
                  <a:lnTo>
                    <a:pt x="293693" y="526455"/>
                  </a:lnTo>
                  <a:lnTo>
                    <a:pt x="303820" y="520671"/>
                  </a:lnTo>
                  <a:lnTo>
                    <a:pt x="313948" y="514074"/>
                  </a:lnTo>
                  <a:lnTo>
                    <a:pt x="324075" y="506760"/>
                  </a:lnTo>
                  <a:lnTo>
                    <a:pt x="334202" y="498704"/>
                  </a:lnTo>
                  <a:lnTo>
                    <a:pt x="344330" y="489886"/>
                  </a:lnTo>
                  <a:lnTo>
                    <a:pt x="354457" y="480296"/>
                  </a:lnTo>
                  <a:lnTo>
                    <a:pt x="364584" y="469935"/>
                  </a:lnTo>
                  <a:lnTo>
                    <a:pt x="374712" y="458730"/>
                  </a:lnTo>
                  <a:lnTo>
                    <a:pt x="384839" y="446749"/>
                  </a:lnTo>
                  <a:lnTo>
                    <a:pt x="394966" y="434131"/>
                  </a:lnTo>
                  <a:lnTo>
                    <a:pt x="405094" y="420958"/>
                  </a:lnTo>
                  <a:lnTo>
                    <a:pt x="415221" y="407329"/>
                  </a:lnTo>
                  <a:lnTo>
                    <a:pt x="425349" y="393360"/>
                  </a:lnTo>
                  <a:lnTo>
                    <a:pt x="435476" y="379184"/>
                  </a:lnTo>
                  <a:lnTo>
                    <a:pt x="445603" y="365005"/>
                  </a:lnTo>
                  <a:lnTo>
                    <a:pt x="455731" y="351044"/>
                  </a:lnTo>
                  <a:lnTo>
                    <a:pt x="465858" y="337488"/>
                  </a:lnTo>
                  <a:lnTo>
                    <a:pt x="475985" y="324530"/>
                  </a:lnTo>
                  <a:lnTo>
                    <a:pt x="486113" y="312362"/>
                  </a:lnTo>
                  <a:lnTo>
                    <a:pt x="496240" y="301178"/>
                  </a:lnTo>
                  <a:lnTo>
                    <a:pt x="506367" y="291377"/>
                  </a:lnTo>
                  <a:lnTo>
                    <a:pt x="516495" y="283111"/>
                  </a:lnTo>
                  <a:lnTo>
                    <a:pt x="526622" y="276429"/>
                  </a:lnTo>
                  <a:lnTo>
                    <a:pt x="536749" y="271451"/>
                  </a:lnTo>
                  <a:lnTo>
                    <a:pt x="546877" y="268273"/>
                  </a:lnTo>
                  <a:lnTo>
                    <a:pt x="557004" y="266963"/>
                  </a:lnTo>
                  <a:lnTo>
                    <a:pt x="567132" y="267651"/>
                  </a:lnTo>
                  <a:lnTo>
                    <a:pt x="577259" y="270576"/>
                  </a:lnTo>
                  <a:lnTo>
                    <a:pt x="587386" y="275339"/>
                  </a:lnTo>
                  <a:lnTo>
                    <a:pt x="597514" y="281854"/>
                  </a:lnTo>
                  <a:lnTo>
                    <a:pt x="607641" y="290008"/>
                  </a:lnTo>
                  <a:lnTo>
                    <a:pt x="617768" y="299663"/>
                  </a:lnTo>
                  <a:lnTo>
                    <a:pt x="627896" y="310662"/>
                  </a:lnTo>
                  <a:lnTo>
                    <a:pt x="638023" y="322979"/>
                  </a:lnTo>
                  <a:lnTo>
                    <a:pt x="648150" y="336213"/>
                  </a:lnTo>
                  <a:lnTo>
                    <a:pt x="658278" y="350104"/>
                  </a:lnTo>
                  <a:lnTo>
                    <a:pt x="668405" y="364451"/>
                  </a:lnTo>
                  <a:lnTo>
                    <a:pt x="678532" y="379058"/>
                  </a:lnTo>
                  <a:lnTo>
                    <a:pt x="688660" y="393736"/>
                  </a:lnTo>
                  <a:lnTo>
                    <a:pt x="698787" y="408285"/>
                  </a:lnTo>
                  <a:lnTo>
                    <a:pt x="708915" y="422462"/>
                  </a:lnTo>
                  <a:lnTo>
                    <a:pt x="719042" y="436158"/>
                  </a:lnTo>
                  <a:lnTo>
                    <a:pt x="729169" y="449264"/>
                  </a:lnTo>
                  <a:lnTo>
                    <a:pt x="739297" y="461687"/>
                  </a:lnTo>
                  <a:lnTo>
                    <a:pt x="749424" y="473351"/>
                  </a:lnTo>
                  <a:lnTo>
                    <a:pt x="759551" y="484199"/>
                  </a:lnTo>
                  <a:lnTo>
                    <a:pt x="769679" y="494009"/>
                  </a:lnTo>
                  <a:lnTo>
                    <a:pt x="779806" y="502900"/>
                  </a:lnTo>
                  <a:lnTo>
                    <a:pt x="789933" y="510886"/>
                  </a:lnTo>
                  <a:lnTo>
                    <a:pt x="800061" y="517960"/>
                  </a:lnTo>
                  <a:lnTo>
                    <a:pt x="810188" y="524121"/>
                  </a:lnTo>
                  <a:lnTo>
                    <a:pt x="820315" y="529366"/>
                  </a:lnTo>
                  <a:lnTo>
                    <a:pt x="830443" y="533599"/>
                  </a:lnTo>
                  <a:lnTo>
                    <a:pt x="840570" y="536780"/>
                  </a:lnTo>
                  <a:lnTo>
                    <a:pt x="850698" y="539001"/>
                  </a:lnTo>
                  <a:lnTo>
                    <a:pt x="860825" y="540229"/>
                  </a:lnTo>
                  <a:lnTo>
                    <a:pt x="870952" y="540422"/>
                  </a:lnTo>
                  <a:lnTo>
                    <a:pt x="881080" y="539526"/>
                  </a:lnTo>
                  <a:lnTo>
                    <a:pt x="891207" y="537478"/>
                  </a:lnTo>
                  <a:lnTo>
                    <a:pt x="901334" y="533898"/>
                  </a:lnTo>
                  <a:lnTo>
                    <a:pt x="911462" y="528953"/>
                  </a:lnTo>
                  <a:lnTo>
                    <a:pt x="921589" y="522549"/>
                  </a:lnTo>
                  <a:lnTo>
                    <a:pt x="931716" y="514590"/>
                  </a:lnTo>
                  <a:lnTo>
                    <a:pt x="941844" y="504981"/>
                  </a:lnTo>
                  <a:lnTo>
                    <a:pt x="951971" y="493631"/>
                  </a:lnTo>
                  <a:lnTo>
                    <a:pt x="962098" y="480218"/>
                  </a:lnTo>
                  <a:lnTo>
                    <a:pt x="972226" y="464703"/>
                  </a:lnTo>
                  <a:lnTo>
                    <a:pt x="982353" y="447244"/>
                  </a:lnTo>
                  <a:lnTo>
                    <a:pt x="992481" y="427842"/>
                  </a:lnTo>
                  <a:lnTo>
                    <a:pt x="1002608" y="406528"/>
                  </a:lnTo>
                  <a:lnTo>
                    <a:pt x="1012735" y="383369"/>
                  </a:lnTo>
                  <a:lnTo>
                    <a:pt x="1022863" y="358428"/>
                  </a:lnTo>
                  <a:lnTo>
                    <a:pt x="1032990" y="331656"/>
                  </a:lnTo>
                  <a:lnTo>
                    <a:pt x="1043117" y="303635"/>
                  </a:lnTo>
                  <a:lnTo>
                    <a:pt x="1053245" y="274643"/>
                  </a:lnTo>
                  <a:lnTo>
                    <a:pt x="1063372" y="244997"/>
                  </a:lnTo>
                  <a:lnTo>
                    <a:pt x="1073499" y="215049"/>
                  </a:lnTo>
                  <a:lnTo>
                    <a:pt x="1083627" y="185186"/>
                  </a:lnTo>
                  <a:lnTo>
                    <a:pt x="1093754" y="155995"/>
                  </a:lnTo>
                  <a:lnTo>
                    <a:pt x="1103881" y="128043"/>
                  </a:lnTo>
                  <a:lnTo>
                    <a:pt x="1114009" y="101733"/>
                  </a:lnTo>
                  <a:lnTo>
                    <a:pt x="1124136" y="77502"/>
                  </a:lnTo>
                  <a:lnTo>
                    <a:pt x="1134264" y="55771"/>
                  </a:lnTo>
                  <a:lnTo>
                    <a:pt x="1144391" y="36931"/>
                  </a:lnTo>
                  <a:lnTo>
                    <a:pt x="1154518" y="21533"/>
                  </a:lnTo>
                  <a:lnTo>
                    <a:pt x="1164646" y="10410"/>
                  </a:lnTo>
                  <a:lnTo>
                    <a:pt x="1174773" y="3190"/>
                  </a:lnTo>
                  <a:lnTo>
                    <a:pt x="1184900" y="0"/>
                  </a:lnTo>
                  <a:lnTo>
                    <a:pt x="1195028" y="897"/>
                  </a:lnTo>
                  <a:lnTo>
                    <a:pt x="1205155" y="5872"/>
                  </a:lnTo>
                  <a:lnTo>
                    <a:pt x="1215282" y="14850"/>
                  </a:lnTo>
                  <a:lnTo>
                    <a:pt x="1225410" y="28300"/>
                  </a:lnTo>
                  <a:lnTo>
                    <a:pt x="1235537" y="45391"/>
                  </a:lnTo>
                  <a:lnTo>
                    <a:pt x="1245665" y="65617"/>
                  </a:lnTo>
                  <a:lnTo>
                    <a:pt x="1255792" y="88612"/>
                  </a:lnTo>
                  <a:lnTo>
                    <a:pt x="1265919" y="113976"/>
                  </a:lnTo>
                  <a:lnTo>
                    <a:pt x="1276047" y="141289"/>
                  </a:lnTo>
                  <a:lnTo>
                    <a:pt x="1286174" y="170181"/>
                  </a:lnTo>
                  <a:lnTo>
                    <a:pt x="1296301" y="200100"/>
                  </a:lnTo>
                  <a:lnTo>
                    <a:pt x="1306429" y="230408"/>
                  </a:lnTo>
                  <a:lnTo>
                    <a:pt x="1316556" y="260705"/>
                  </a:lnTo>
                  <a:lnTo>
                    <a:pt x="1326683" y="290621"/>
                  </a:lnTo>
                  <a:lnTo>
                    <a:pt x="1336811" y="319821"/>
                  </a:lnTo>
                  <a:lnTo>
                    <a:pt x="1346938" y="348005"/>
                  </a:lnTo>
                  <a:lnTo>
                    <a:pt x="1357065" y="374593"/>
                  </a:lnTo>
                  <a:lnTo>
                    <a:pt x="1367193" y="399586"/>
                  </a:lnTo>
                  <a:lnTo>
                    <a:pt x="1377320" y="422887"/>
                  </a:lnTo>
                  <a:lnTo>
                    <a:pt x="1387448" y="444411"/>
                  </a:lnTo>
                  <a:lnTo>
                    <a:pt x="1397575" y="464112"/>
                  </a:lnTo>
                  <a:lnTo>
                    <a:pt x="1407702" y="481976"/>
                  </a:lnTo>
                  <a:lnTo>
                    <a:pt x="1417830" y="497840"/>
                  </a:lnTo>
                  <a:lnTo>
                    <a:pt x="1427957" y="511756"/>
                  </a:lnTo>
                  <a:lnTo>
                    <a:pt x="1438084" y="524034"/>
                  </a:lnTo>
                  <a:lnTo>
                    <a:pt x="1448212" y="534774"/>
                  </a:lnTo>
                  <a:lnTo>
                    <a:pt x="1458339" y="544086"/>
                  </a:lnTo>
                  <a:lnTo>
                    <a:pt x="1468466" y="552086"/>
                  </a:lnTo>
                  <a:lnTo>
                    <a:pt x="1478594" y="558892"/>
                  </a:lnTo>
                  <a:lnTo>
                    <a:pt x="1488721" y="564433"/>
                  </a:lnTo>
                  <a:lnTo>
                    <a:pt x="1498848" y="569088"/>
                  </a:lnTo>
                  <a:lnTo>
                    <a:pt x="1508976" y="572965"/>
                  </a:lnTo>
                  <a:lnTo>
                    <a:pt x="1519103" y="576163"/>
                  </a:lnTo>
                  <a:lnTo>
                    <a:pt x="1529231" y="578778"/>
                  </a:lnTo>
                  <a:lnTo>
                    <a:pt x="1539358" y="580896"/>
                  </a:lnTo>
                  <a:lnTo>
                    <a:pt x="1549485" y="582551"/>
                  </a:lnTo>
                  <a:lnTo>
                    <a:pt x="1559613" y="583851"/>
                  </a:lnTo>
                  <a:lnTo>
                    <a:pt x="1569740" y="584887"/>
                  </a:lnTo>
                  <a:lnTo>
                    <a:pt x="1579867" y="585705"/>
                  </a:lnTo>
                  <a:lnTo>
                    <a:pt x="1589995" y="586345"/>
                  </a:lnTo>
                  <a:lnTo>
                    <a:pt x="1600122" y="586842"/>
                  </a:lnTo>
                  <a:lnTo>
                    <a:pt x="1610249" y="587221"/>
                  </a:lnTo>
                  <a:lnTo>
                    <a:pt x="1620377" y="587498"/>
                  </a:lnTo>
                  <a:lnTo>
                    <a:pt x="1630504" y="587710"/>
                  </a:lnTo>
                  <a:lnTo>
                    <a:pt x="1640631" y="587870"/>
                  </a:lnTo>
                  <a:lnTo>
                    <a:pt x="1650759" y="587986"/>
                  </a:lnTo>
                  <a:lnTo>
                    <a:pt x="1660886" y="588067"/>
                  </a:lnTo>
                  <a:lnTo>
                    <a:pt x="1671014" y="588117"/>
                  </a:lnTo>
                  <a:lnTo>
                    <a:pt x="1681141" y="588135"/>
                  </a:lnTo>
                  <a:lnTo>
                    <a:pt x="1691268" y="588126"/>
                  </a:lnTo>
                  <a:lnTo>
                    <a:pt x="1701396" y="588090"/>
                  </a:lnTo>
                  <a:lnTo>
                    <a:pt x="1711523" y="588024"/>
                  </a:lnTo>
                  <a:lnTo>
                    <a:pt x="1721650" y="587926"/>
                  </a:lnTo>
                  <a:lnTo>
                    <a:pt x="1731778" y="587791"/>
                  </a:lnTo>
                  <a:lnTo>
                    <a:pt x="1741905" y="587613"/>
                  </a:lnTo>
                  <a:lnTo>
                    <a:pt x="1752032" y="587376"/>
                  </a:lnTo>
                  <a:lnTo>
                    <a:pt x="1762160" y="587082"/>
                  </a:lnTo>
                  <a:lnTo>
                    <a:pt x="1772287" y="586721"/>
                  </a:lnTo>
                  <a:lnTo>
                    <a:pt x="1782414" y="586285"/>
                  </a:lnTo>
                  <a:lnTo>
                    <a:pt x="1792542" y="585764"/>
                  </a:lnTo>
                  <a:lnTo>
                    <a:pt x="1802669" y="585150"/>
                  </a:lnTo>
                  <a:lnTo>
                    <a:pt x="1812797" y="584411"/>
                  </a:lnTo>
                  <a:lnTo>
                    <a:pt x="1822924" y="583547"/>
                  </a:lnTo>
                  <a:lnTo>
                    <a:pt x="1833051" y="582552"/>
                  </a:lnTo>
                  <a:lnTo>
                    <a:pt x="1843179" y="581418"/>
                  </a:lnTo>
                  <a:lnTo>
                    <a:pt x="1853306" y="580135"/>
                  </a:lnTo>
                  <a:lnTo>
                    <a:pt x="1863433" y="578694"/>
                  </a:lnTo>
                  <a:lnTo>
                    <a:pt x="1873561" y="577075"/>
                  </a:lnTo>
                  <a:lnTo>
                    <a:pt x="1883688" y="575259"/>
                  </a:lnTo>
                  <a:lnTo>
                    <a:pt x="1893815" y="573269"/>
                  </a:lnTo>
                  <a:lnTo>
                    <a:pt x="1903943" y="571104"/>
                  </a:lnTo>
                  <a:lnTo>
                    <a:pt x="1914070" y="568768"/>
                  </a:lnTo>
                  <a:lnTo>
                    <a:pt x="1924197" y="566264"/>
                  </a:lnTo>
                  <a:lnTo>
                    <a:pt x="1934325" y="563602"/>
                  </a:lnTo>
                  <a:lnTo>
                    <a:pt x="1944452" y="560765"/>
                  </a:lnTo>
                  <a:lnTo>
                    <a:pt x="1954580" y="557803"/>
                  </a:lnTo>
                  <a:lnTo>
                    <a:pt x="1964707" y="554736"/>
                  </a:lnTo>
                  <a:lnTo>
                    <a:pt x="1974834" y="551588"/>
                  </a:lnTo>
                  <a:lnTo>
                    <a:pt x="1984962" y="548384"/>
                  </a:lnTo>
                  <a:lnTo>
                    <a:pt x="1995089" y="545149"/>
                  </a:lnTo>
                  <a:lnTo>
                    <a:pt x="2005216" y="541919"/>
                  </a:lnTo>
                  <a:lnTo>
                    <a:pt x="2015344" y="538738"/>
                  </a:lnTo>
                  <a:lnTo>
                    <a:pt x="2025471" y="535637"/>
                  </a:lnTo>
                  <a:lnTo>
                    <a:pt x="2035598" y="532650"/>
                  </a:lnTo>
                  <a:lnTo>
                    <a:pt x="2045726" y="529809"/>
                  </a:lnTo>
                  <a:lnTo>
                    <a:pt x="2055853" y="527145"/>
                  </a:lnTo>
                  <a:lnTo>
                    <a:pt x="2065980" y="524690"/>
                  </a:lnTo>
                  <a:lnTo>
                    <a:pt x="2076108" y="522531"/>
                  </a:lnTo>
                  <a:lnTo>
                    <a:pt x="2086235" y="520647"/>
                  </a:lnTo>
                  <a:lnTo>
                    <a:pt x="2096363" y="519058"/>
                  </a:lnTo>
                  <a:lnTo>
                    <a:pt x="2106490" y="517781"/>
                  </a:lnTo>
                  <a:lnTo>
                    <a:pt x="2116617" y="516830"/>
                  </a:lnTo>
                  <a:lnTo>
                    <a:pt x="2126745" y="516217"/>
                  </a:lnTo>
                  <a:lnTo>
                    <a:pt x="2136872" y="515994"/>
                  </a:lnTo>
                  <a:lnTo>
                    <a:pt x="2146999" y="516147"/>
                  </a:lnTo>
                  <a:lnTo>
                    <a:pt x="2157127" y="516640"/>
                  </a:lnTo>
                  <a:lnTo>
                    <a:pt x="2167254" y="517464"/>
                  </a:lnTo>
                  <a:lnTo>
                    <a:pt x="2177381" y="518609"/>
                  </a:lnTo>
                  <a:lnTo>
                    <a:pt x="2187509" y="520058"/>
                  </a:lnTo>
                  <a:lnTo>
                    <a:pt x="2197636" y="521803"/>
                  </a:lnTo>
                  <a:lnTo>
                    <a:pt x="2207763" y="523856"/>
                  </a:lnTo>
                  <a:lnTo>
                    <a:pt x="2217891" y="526137"/>
                  </a:lnTo>
                  <a:lnTo>
                    <a:pt x="2228018" y="528620"/>
                  </a:lnTo>
                  <a:lnTo>
                    <a:pt x="2238146" y="531276"/>
                  </a:lnTo>
                  <a:lnTo>
                    <a:pt x="2248273" y="534077"/>
                  </a:lnTo>
                  <a:lnTo>
                    <a:pt x="2258400" y="536994"/>
                  </a:lnTo>
                  <a:lnTo>
                    <a:pt x="2268528" y="540006"/>
                  </a:lnTo>
                  <a:lnTo>
                    <a:pt x="2278655" y="543066"/>
                  </a:lnTo>
                  <a:lnTo>
                    <a:pt x="2288782" y="546140"/>
                  </a:lnTo>
                  <a:lnTo>
                    <a:pt x="2298910" y="549205"/>
                  </a:lnTo>
                  <a:lnTo>
                    <a:pt x="2309037" y="552235"/>
                  </a:lnTo>
                  <a:lnTo>
                    <a:pt x="2319164" y="555208"/>
                  </a:lnTo>
                  <a:lnTo>
                    <a:pt x="2329292" y="558098"/>
                  </a:lnTo>
                  <a:lnTo>
                    <a:pt x="2339419" y="560870"/>
                  </a:lnTo>
                  <a:lnTo>
                    <a:pt x="2349546" y="563523"/>
                  </a:lnTo>
                  <a:lnTo>
                    <a:pt x="2359674" y="566047"/>
                  </a:lnTo>
                  <a:lnTo>
                    <a:pt x="2369801" y="568432"/>
                  </a:lnTo>
                  <a:lnTo>
                    <a:pt x="2379929" y="570671"/>
                  </a:lnTo>
                  <a:lnTo>
                    <a:pt x="2390056" y="572759"/>
                  </a:lnTo>
                  <a:lnTo>
                    <a:pt x="2400183" y="574665"/>
                  </a:lnTo>
                  <a:lnTo>
                    <a:pt x="2410311" y="576413"/>
                  </a:lnTo>
                  <a:lnTo>
                    <a:pt x="2420438" y="578010"/>
                  </a:lnTo>
                  <a:lnTo>
                    <a:pt x="2430565" y="579460"/>
                  </a:lnTo>
                  <a:lnTo>
                    <a:pt x="2440693" y="580769"/>
                  </a:lnTo>
                  <a:lnTo>
                    <a:pt x="2450820" y="581942"/>
                  </a:lnTo>
                  <a:lnTo>
                    <a:pt x="2460947" y="582977"/>
                  </a:lnTo>
                  <a:lnTo>
                    <a:pt x="2471075" y="583877"/>
                  </a:lnTo>
                  <a:lnTo>
                    <a:pt x="2481202" y="584670"/>
                  </a:lnTo>
                  <a:lnTo>
                    <a:pt x="2491330" y="585362"/>
                  </a:lnTo>
                  <a:lnTo>
                    <a:pt x="2501457" y="585964"/>
                  </a:lnTo>
                  <a:lnTo>
                    <a:pt x="2511584" y="586482"/>
                  </a:lnTo>
                  <a:lnTo>
                    <a:pt x="2521712" y="586925"/>
                  </a:lnTo>
                  <a:lnTo>
                    <a:pt x="2531839" y="587290"/>
                  </a:lnTo>
                  <a:lnTo>
                    <a:pt x="2541966" y="587598"/>
                  </a:lnTo>
                  <a:lnTo>
                    <a:pt x="2552094" y="587857"/>
                  </a:lnTo>
                  <a:lnTo>
                    <a:pt x="2562221" y="588073"/>
                  </a:lnTo>
                  <a:lnTo>
                    <a:pt x="2572348" y="588251"/>
                  </a:lnTo>
                  <a:lnTo>
                    <a:pt x="2582476" y="588398"/>
                  </a:lnTo>
                  <a:lnTo>
                    <a:pt x="2592603" y="588515"/>
                  </a:lnTo>
                  <a:lnTo>
                    <a:pt x="2602730" y="588608"/>
                  </a:lnTo>
                  <a:lnTo>
                    <a:pt x="2612858" y="588684"/>
                  </a:lnTo>
                  <a:lnTo>
                    <a:pt x="2622985" y="588745"/>
                  </a:lnTo>
                  <a:lnTo>
                    <a:pt x="2633113" y="588793"/>
                  </a:lnTo>
                  <a:lnTo>
                    <a:pt x="2643240" y="588832"/>
                  </a:lnTo>
                  <a:lnTo>
                    <a:pt x="2653367" y="588863"/>
                  </a:lnTo>
                  <a:lnTo>
                    <a:pt x="2663495" y="588886"/>
                  </a:lnTo>
                  <a:lnTo>
                    <a:pt x="2673622" y="588905"/>
                  </a:lnTo>
                  <a:lnTo>
                    <a:pt x="2683749" y="588921"/>
                  </a:lnTo>
                  <a:lnTo>
                    <a:pt x="2693877" y="588934"/>
                  </a:lnTo>
                  <a:lnTo>
                    <a:pt x="2704004" y="588945"/>
                  </a:lnTo>
                  <a:lnTo>
                    <a:pt x="2714131" y="588954"/>
                  </a:lnTo>
                  <a:lnTo>
                    <a:pt x="2724259" y="588962"/>
                  </a:lnTo>
                  <a:lnTo>
                    <a:pt x="2734386" y="588969"/>
                  </a:lnTo>
                  <a:lnTo>
                    <a:pt x="2744513" y="588976"/>
                  </a:lnTo>
                  <a:lnTo>
                    <a:pt x="2754641" y="588982"/>
                  </a:lnTo>
                  <a:lnTo>
                    <a:pt x="2764768" y="588987"/>
                  </a:lnTo>
                  <a:lnTo>
                    <a:pt x="2774896" y="588992"/>
                  </a:lnTo>
                  <a:lnTo>
                    <a:pt x="2785023" y="588996"/>
                  </a:lnTo>
                  <a:lnTo>
                    <a:pt x="2795150" y="589000"/>
                  </a:lnTo>
                  <a:lnTo>
                    <a:pt x="2805278" y="589003"/>
                  </a:lnTo>
                  <a:lnTo>
                    <a:pt x="2815405" y="589006"/>
                  </a:lnTo>
                  <a:lnTo>
                    <a:pt x="2825532" y="589008"/>
                  </a:lnTo>
                  <a:lnTo>
                    <a:pt x="2835660" y="589010"/>
                  </a:lnTo>
                  <a:lnTo>
                    <a:pt x="2845787" y="589012"/>
                  </a:lnTo>
                  <a:lnTo>
                    <a:pt x="2855914" y="589013"/>
                  </a:lnTo>
                  <a:lnTo>
                    <a:pt x="2866042" y="589013"/>
                  </a:lnTo>
                  <a:lnTo>
                    <a:pt x="2876169" y="589014"/>
                  </a:lnTo>
                  <a:lnTo>
                    <a:pt x="2886296" y="589014"/>
                  </a:lnTo>
                  <a:lnTo>
                    <a:pt x="2896424" y="589013"/>
                  </a:lnTo>
                  <a:lnTo>
                    <a:pt x="2906551" y="589013"/>
                  </a:lnTo>
                  <a:lnTo>
                    <a:pt x="2916679" y="589013"/>
                  </a:lnTo>
                  <a:lnTo>
                    <a:pt x="2926806" y="589012"/>
                  </a:lnTo>
                  <a:lnTo>
                    <a:pt x="2936933" y="589012"/>
                  </a:lnTo>
                  <a:lnTo>
                    <a:pt x="2947061" y="589011"/>
                  </a:lnTo>
                  <a:lnTo>
                    <a:pt x="2957188" y="589010"/>
                  </a:lnTo>
                  <a:lnTo>
                    <a:pt x="2967315" y="589009"/>
                  </a:lnTo>
                  <a:lnTo>
                    <a:pt x="2977443" y="589007"/>
                  </a:lnTo>
                  <a:lnTo>
                    <a:pt x="2987570" y="589005"/>
                  </a:lnTo>
                  <a:lnTo>
                    <a:pt x="2997697" y="589002"/>
                  </a:lnTo>
                  <a:lnTo>
                    <a:pt x="3007825" y="588997"/>
                  </a:lnTo>
                  <a:lnTo>
                    <a:pt x="3017952" y="588991"/>
                  </a:lnTo>
                  <a:lnTo>
                    <a:pt x="3028079" y="588983"/>
                  </a:lnTo>
                  <a:lnTo>
                    <a:pt x="3038207" y="588972"/>
                  </a:lnTo>
                  <a:lnTo>
                    <a:pt x="3048334" y="588958"/>
                  </a:lnTo>
                  <a:lnTo>
                    <a:pt x="3058462" y="588939"/>
                  </a:lnTo>
                  <a:lnTo>
                    <a:pt x="3068589" y="588915"/>
                  </a:lnTo>
                  <a:lnTo>
                    <a:pt x="3078716" y="588885"/>
                  </a:lnTo>
                  <a:lnTo>
                    <a:pt x="3088844" y="588849"/>
                  </a:lnTo>
                  <a:lnTo>
                    <a:pt x="3098971" y="588806"/>
                  </a:lnTo>
                  <a:lnTo>
                    <a:pt x="3109098" y="588755"/>
                  </a:lnTo>
                  <a:lnTo>
                    <a:pt x="3119226" y="588692"/>
                  </a:lnTo>
                  <a:lnTo>
                    <a:pt x="3129353" y="588620"/>
                  </a:lnTo>
                  <a:lnTo>
                    <a:pt x="3139480" y="588538"/>
                  </a:lnTo>
                  <a:lnTo>
                    <a:pt x="3149608" y="588444"/>
                  </a:lnTo>
                  <a:lnTo>
                    <a:pt x="3159735" y="588340"/>
                  </a:lnTo>
                  <a:lnTo>
                    <a:pt x="3169862" y="588224"/>
                  </a:lnTo>
                  <a:lnTo>
                    <a:pt x="3179990" y="588095"/>
                  </a:lnTo>
                  <a:lnTo>
                    <a:pt x="3190117" y="587954"/>
                  </a:lnTo>
                  <a:lnTo>
                    <a:pt x="3200245" y="587804"/>
                  </a:lnTo>
                  <a:lnTo>
                    <a:pt x="3210372" y="587644"/>
                  </a:lnTo>
                  <a:lnTo>
                    <a:pt x="3220499" y="587476"/>
                  </a:lnTo>
                  <a:lnTo>
                    <a:pt x="3230627" y="587302"/>
                  </a:lnTo>
                  <a:lnTo>
                    <a:pt x="3240754" y="587124"/>
                  </a:lnTo>
                  <a:lnTo>
                    <a:pt x="3250881" y="586943"/>
                  </a:lnTo>
                  <a:lnTo>
                    <a:pt x="3261009" y="586763"/>
                  </a:lnTo>
                  <a:lnTo>
                    <a:pt x="3271136" y="586587"/>
                  </a:lnTo>
                  <a:lnTo>
                    <a:pt x="3281263" y="586418"/>
                  </a:lnTo>
                  <a:lnTo>
                    <a:pt x="3291391" y="586257"/>
                  </a:lnTo>
                  <a:lnTo>
                    <a:pt x="3301518" y="586107"/>
                  </a:lnTo>
                  <a:lnTo>
                    <a:pt x="3311645" y="585974"/>
                  </a:lnTo>
                  <a:lnTo>
                    <a:pt x="3321773" y="585859"/>
                  </a:lnTo>
                  <a:lnTo>
                    <a:pt x="3331900" y="585763"/>
                  </a:lnTo>
                  <a:lnTo>
                    <a:pt x="3342028" y="585687"/>
                  </a:lnTo>
                  <a:lnTo>
                    <a:pt x="3352155" y="585631"/>
                  </a:lnTo>
                  <a:lnTo>
                    <a:pt x="3362282" y="585597"/>
                  </a:lnTo>
                  <a:lnTo>
                    <a:pt x="3372410" y="585584"/>
                  </a:lnTo>
                  <a:lnTo>
                    <a:pt x="3382537" y="585592"/>
                  </a:lnTo>
                  <a:lnTo>
                    <a:pt x="3392664" y="585616"/>
                  </a:lnTo>
                  <a:lnTo>
                    <a:pt x="3402792" y="585651"/>
                  </a:lnTo>
                  <a:lnTo>
                    <a:pt x="3412919" y="585693"/>
                  </a:lnTo>
                  <a:lnTo>
                    <a:pt x="3423046" y="585735"/>
                  </a:lnTo>
                  <a:lnTo>
                    <a:pt x="3433174" y="585770"/>
                  </a:lnTo>
                  <a:lnTo>
                    <a:pt x="3443301" y="585785"/>
                  </a:lnTo>
                  <a:lnTo>
                    <a:pt x="3453428" y="585765"/>
                  </a:lnTo>
                  <a:lnTo>
                    <a:pt x="3463556" y="585699"/>
                  </a:lnTo>
                  <a:lnTo>
                    <a:pt x="3473683" y="585570"/>
                  </a:lnTo>
                  <a:lnTo>
                    <a:pt x="3483811" y="585361"/>
                  </a:lnTo>
                  <a:lnTo>
                    <a:pt x="3493938" y="585051"/>
                  </a:lnTo>
                  <a:lnTo>
                    <a:pt x="3504065" y="584605"/>
                  </a:lnTo>
                  <a:lnTo>
                    <a:pt x="3514193" y="583973"/>
                  </a:lnTo>
                  <a:lnTo>
                    <a:pt x="3524320" y="583141"/>
                  </a:lnTo>
                  <a:lnTo>
                    <a:pt x="3534447" y="582074"/>
                  </a:lnTo>
                  <a:lnTo>
                    <a:pt x="3544575" y="580733"/>
                  </a:lnTo>
                  <a:lnTo>
                    <a:pt x="3554702" y="579076"/>
                  </a:lnTo>
                  <a:lnTo>
                    <a:pt x="3564829" y="577058"/>
                  </a:lnTo>
                  <a:lnTo>
                    <a:pt x="3574957" y="574538"/>
                  </a:lnTo>
                  <a:lnTo>
                    <a:pt x="3585084" y="571517"/>
                  </a:lnTo>
                  <a:lnTo>
                    <a:pt x="3595211" y="567957"/>
                  </a:lnTo>
                  <a:lnTo>
                    <a:pt x="3605339" y="563807"/>
                  </a:lnTo>
                  <a:lnTo>
                    <a:pt x="3615466" y="559017"/>
                  </a:lnTo>
                  <a:lnTo>
                    <a:pt x="3625594" y="553542"/>
                  </a:lnTo>
                  <a:lnTo>
                    <a:pt x="3635721" y="547267"/>
                  </a:lnTo>
                  <a:lnTo>
                    <a:pt x="3645848" y="540119"/>
                  </a:lnTo>
                  <a:lnTo>
                    <a:pt x="3655976" y="532178"/>
                  </a:lnTo>
                  <a:lnTo>
                    <a:pt x="3666103" y="523440"/>
                  </a:lnTo>
                  <a:lnTo>
                    <a:pt x="3676230" y="513914"/>
                  </a:lnTo>
                  <a:lnTo>
                    <a:pt x="3686358" y="503625"/>
                  </a:lnTo>
                  <a:lnTo>
                    <a:pt x="3696485" y="492611"/>
                  </a:lnTo>
                  <a:lnTo>
                    <a:pt x="3706612" y="480816"/>
                  </a:lnTo>
                  <a:lnTo>
                    <a:pt x="3716740" y="468494"/>
                  </a:lnTo>
                  <a:lnTo>
                    <a:pt x="3726867" y="455762"/>
                  </a:lnTo>
                  <a:lnTo>
                    <a:pt x="3736995" y="442754"/>
                  </a:lnTo>
                  <a:lnTo>
                    <a:pt x="3747122" y="429618"/>
                  </a:lnTo>
                  <a:lnTo>
                    <a:pt x="3757249" y="416516"/>
                  </a:lnTo>
                  <a:lnTo>
                    <a:pt x="3767377" y="403680"/>
                  </a:lnTo>
                  <a:lnTo>
                    <a:pt x="3777504" y="391374"/>
                  </a:lnTo>
                  <a:lnTo>
                    <a:pt x="3787631" y="379763"/>
                  </a:lnTo>
                  <a:lnTo>
                    <a:pt x="3797759" y="369037"/>
                  </a:lnTo>
                  <a:lnTo>
                    <a:pt x="3807886" y="359375"/>
                  </a:lnTo>
                  <a:lnTo>
                    <a:pt x="3818013" y="350947"/>
                  </a:lnTo>
                  <a:lnTo>
                    <a:pt x="3828141" y="343945"/>
                  </a:lnTo>
                  <a:lnTo>
                    <a:pt x="3838268" y="338819"/>
                  </a:lnTo>
                  <a:lnTo>
                    <a:pt x="3848395" y="335375"/>
                  </a:lnTo>
                  <a:lnTo>
                    <a:pt x="3858523" y="333669"/>
                  </a:lnTo>
                  <a:lnTo>
                    <a:pt x="3868650" y="333732"/>
                  </a:lnTo>
                  <a:lnTo>
                    <a:pt x="3878778" y="335563"/>
                  </a:lnTo>
                  <a:lnTo>
                    <a:pt x="3888905" y="339132"/>
                  </a:lnTo>
                  <a:lnTo>
                    <a:pt x="3899032" y="344607"/>
                  </a:lnTo>
                  <a:lnTo>
                    <a:pt x="3909160" y="351729"/>
                  </a:lnTo>
                  <a:lnTo>
                    <a:pt x="3919287" y="360229"/>
                  </a:lnTo>
                  <a:lnTo>
                    <a:pt x="3929414" y="369951"/>
                  </a:lnTo>
                  <a:lnTo>
                    <a:pt x="3939542" y="380724"/>
                  </a:lnTo>
                  <a:lnTo>
                    <a:pt x="3949669" y="392366"/>
                  </a:lnTo>
                  <a:lnTo>
                    <a:pt x="3959796" y="404706"/>
                  </a:lnTo>
                  <a:lnTo>
                    <a:pt x="3969924" y="417538"/>
                  </a:lnTo>
                  <a:lnTo>
                    <a:pt x="3980051" y="430557"/>
                  </a:lnTo>
                  <a:lnTo>
                    <a:pt x="3990178" y="443585"/>
                  </a:lnTo>
                  <a:lnTo>
                    <a:pt x="4000306" y="456457"/>
                  </a:lnTo>
                  <a:lnTo>
                    <a:pt x="4010433" y="469023"/>
                  </a:lnTo>
                  <a:lnTo>
                    <a:pt x="4020561" y="481146"/>
                  </a:lnTo>
                  <a:lnTo>
                    <a:pt x="4030688" y="492588"/>
                  </a:lnTo>
                  <a:lnTo>
                    <a:pt x="4040815" y="503301"/>
                  </a:lnTo>
                  <a:lnTo>
                    <a:pt x="4050943" y="513253"/>
                  </a:lnTo>
                  <a:lnTo>
                    <a:pt x="4061070" y="522405"/>
                  </a:lnTo>
                  <a:lnTo>
                    <a:pt x="4071197" y="530728"/>
                  </a:lnTo>
                  <a:lnTo>
                    <a:pt x="4081325" y="538213"/>
                  </a:lnTo>
                  <a:lnTo>
                    <a:pt x="4091452" y="544805"/>
                  </a:lnTo>
                  <a:lnTo>
                    <a:pt x="4101579" y="550472"/>
                  </a:lnTo>
                  <a:lnTo>
                    <a:pt x="4111707" y="555377"/>
                  </a:lnTo>
                  <a:lnTo>
                    <a:pt x="4121834" y="559566"/>
                  </a:lnTo>
                  <a:lnTo>
                    <a:pt x="4131961" y="563089"/>
                  </a:lnTo>
                  <a:lnTo>
                    <a:pt x="4142089" y="566000"/>
                  </a:lnTo>
                  <a:lnTo>
                    <a:pt x="4152216" y="568356"/>
                  </a:lnTo>
                  <a:lnTo>
                    <a:pt x="4162344" y="570134"/>
                  </a:lnTo>
                  <a:lnTo>
                    <a:pt x="4172471" y="571496"/>
                  </a:lnTo>
                  <a:lnTo>
                    <a:pt x="4182598" y="572511"/>
                  </a:lnTo>
                  <a:lnTo>
                    <a:pt x="4192726" y="573232"/>
                  </a:lnTo>
                  <a:lnTo>
                    <a:pt x="4202853" y="573711"/>
                  </a:lnTo>
                  <a:lnTo>
                    <a:pt x="4212980" y="573997"/>
                  </a:lnTo>
                  <a:lnTo>
                    <a:pt x="4223108" y="574127"/>
                  </a:lnTo>
                  <a:lnTo>
                    <a:pt x="4233235" y="574153"/>
                  </a:lnTo>
                  <a:lnTo>
                    <a:pt x="4243362" y="574128"/>
                  </a:lnTo>
                  <a:lnTo>
                    <a:pt x="4253490" y="574081"/>
                  </a:lnTo>
                  <a:lnTo>
                    <a:pt x="4263617" y="574037"/>
                  </a:lnTo>
                  <a:lnTo>
                    <a:pt x="4273744" y="574019"/>
                  </a:lnTo>
                  <a:lnTo>
                    <a:pt x="4283872" y="574045"/>
                  </a:lnTo>
                  <a:lnTo>
                    <a:pt x="4293999" y="574145"/>
                  </a:lnTo>
                  <a:lnTo>
                    <a:pt x="4304127" y="574318"/>
                  </a:lnTo>
                  <a:lnTo>
                    <a:pt x="4314254" y="574567"/>
                  </a:lnTo>
                  <a:lnTo>
                    <a:pt x="4324381" y="574895"/>
                  </a:lnTo>
                  <a:lnTo>
                    <a:pt x="4334509" y="575299"/>
                  </a:lnTo>
                  <a:lnTo>
                    <a:pt x="4344636" y="575778"/>
                  </a:lnTo>
                  <a:lnTo>
                    <a:pt x="4354763" y="576334"/>
                  </a:lnTo>
                  <a:lnTo>
                    <a:pt x="4364891" y="576953"/>
                  </a:lnTo>
                  <a:lnTo>
                    <a:pt x="4375018" y="577620"/>
                  </a:lnTo>
                  <a:lnTo>
                    <a:pt x="4385145" y="578326"/>
                  </a:lnTo>
                  <a:lnTo>
                    <a:pt x="4395273" y="579059"/>
                  </a:lnTo>
                  <a:lnTo>
                    <a:pt x="4405400" y="579811"/>
                  </a:lnTo>
                  <a:lnTo>
                    <a:pt x="4415527" y="580570"/>
                  </a:lnTo>
                  <a:lnTo>
                    <a:pt x="4425655" y="581323"/>
                  </a:lnTo>
                  <a:lnTo>
                    <a:pt x="4435782" y="582060"/>
                  </a:lnTo>
                  <a:lnTo>
                    <a:pt x="4445910" y="582774"/>
                  </a:lnTo>
                  <a:lnTo>
                    <a:pt x="4456037" y="583460"/>
                  </a:lnTo>
                  <a:lnTo>
                    <a:pt x="4466164" y="584110"/>
                  </a:lnTo>
                  <a:lnTo>
                    <a:pt x="4476292" y="584721"/>
                  </a:lnTo>
                  <a:lnTo>
                    <a:pt x="4486419" y="585283"/>
                  </a:lnTo>
                  <a:lnTo>
                    <a:pt x="4496546" y="585796"/>
                  </a:lnTo>
                  <a:lnTo>
                    <a:pt x="4506674" y="586264"/>
                  </a:lnTo>
                  <a:lnTo>
                    <a:pt x="4516801" y="586687"/>
                  </a:lnTo>
                  <a:lnTo>
                    <a:pt x="4526928" y="587065"/>
                  </a:lnTo>
                  <a:lnTo>
                    <a:pt x="4537056" y="587401"/>
                  </a:lnTo>
                  <a:lnTo>
                    <a:pt x="4547183" y="587695"/>
                  </a:lnTo>
                  <a:lnTo>
                    <a:pt x="4557310" y="587944"/>
                  </a:lnTo>
                  <a:lnTo>
                    <a:pt x="4567438" y="588161"/>
                  </a:lnTo>
                  <a:lnTo>
                    <a:pt x="4577565" y="588346"/>
                  </a:lnTo>
                  <a:lnTo>
                    <a:pt x="4587693" y="588504"/>
                  </a:lnTo>
                  <a:lnTo>
                    <a:pt x="4597820" y="588637"/>
                  </a:lnTo>
                  <a:lnTo>
                    <a:pt x="4607947" y="588747"/>
                  </a:lnTo>
                  <a:lnTo>
                    <a:pt x="4618075" y="588836"/>
                  </a:lnTo>
                  <a:lnTo>
                    <a:pt x="4628202" y="588908"/>
                  </a:lnTo>
                  <a:lnTo>
                    <a:pt x="4638329" y="588967"/>
                  </a:lnTo>
                  <a:lnTo>
                    <a:pt x="4648457" y="589013"/>
                  </a:lnTo>
                  <a:lnTo>
                    <a:pt x="4658584" y="589050"/>
                  </a:lnTo>
                  <a:lnTo>
                    <a:pt x="4668711" y="589078"/>
                  </a:lnTo>
                  <a:lnTo>
                    <a:pt x="4678839" y="589098"/>
                  </a:lnTo>
                  <a:lnTo>
                    <a:pt x="4688966" y="589111"/>
                  </a:lnTo>
                  <a:lnTo>
                    <a:pt x="4699093" y="589118"/>
                  </a:lnTo>
                  <a:lnTo>
                    <a:pt x="4709221" y="589120"/>
                  </a:lnTo>
                  <a:lnTo>
                    <a:pt x="4719348" y="589117"/>
                  </a:lnTo>
                  <a:lnTo>
                    <a:pt x="4729476" y="589108"/>
                  </a:lnTo>
                  <a:lnTo>
                    <a:pt x="4739603" y="589094"/>
                  </a:lnTo>
                  <a:lnTo>
                    <a:pt x="4749730" y="589073"/>
                  </a:lnTo>
                  <a:lnTo>
                    <a:pt x="4759858" y="589045"/>
                  </a:lnTo>
                  <a:lnTo>
                    <a:pt x="4769985" y="589009"/>
                  </a:lnTo>
                  <a:lnTo>
                    <a:pt x="4780112" y="588965"/>
                  </a:lnTo>
                  <a:lnTo>
                    <a:pt x="4790240" y="588910"/>
                  </a:lnTo>
                  <a:lnTo>
                    <a:pt x="4800367" y="588843"/>
                  </a:lnTo>
                  <a:lnTo>
                    <a:pt x="4810494" y="588762"/>
                  </a:lnTo>
                  <a:lnTo>
                    <a:pt x="4820622" y="588664"/>
                  </a:lnTo>
                  <a:lnTo>
                    <a:pt x="4830749" y="588548"/>
                  </a:lnTo>
                  <a:lnTo>
                    <a:pt x="4840877" y="588413"/>
                  </a:lnTo>
                  <a:lnTo>
                    <a:pt x="4851004" y="588257"/>
                  </a:lnTo>
                  <a:lnTo>
                    <a:pt x="4861131" y="588077"/>
                  </a:lnTo>
                  <a:lnTo>
                    <a:pt x="4871259" y="587873"/>
                  </a:lnTo>
                  <a:lnTo>
                    <a:pt x="4881386" y="587636"/>
                  </a:lnTo>
                  <a:lnTo>
                    <a:pt x="4891513" y="587370"/>
                  </a:lnTo>
                  <a:lnTo>
                    <a:pt x="4901641" y="587076"/>
                  </a:lnTo>
                  <a:lnTo>
                    <a:pt x="4911768" y="586751"/>
                  </a:lnTo>
                  <a:lnTo>
                    <a:pt x="4921895" y="586397"/>
                  </a:lnTo>
                  <a:lnTo>
                    <a:pt x="4932023" y="586015"/>
                  </a:lnTo>
                  <a:lnTo>
                    <a:pt x="4942150" y="585601"/>
                  </a:lnTo>
                  <a:lnTo>
                    <a:pt x="4952277" y="585160"/>
                  </a:lnTo>
                  <a:lnTo>
                    <a:pt x="4962405" y="584697"/>
                  </a:lnTo>
                  <a:lnTo>
                    <a:pt x="4972532" y="584217"/>
                  </a:lnTo>
                  <a:lnTo>
                    <a:pt x="4982660" y="583723"/>
                  </a:lnTo>
                  <a:lnTo>
                    <a:pt x="4992787" y="583220"/>
                  </a:lnTo>
                  <a:lnTo>
                    <a:pt x="5002914" y="582715"/>
                  </a:lnTo>
                  <a:lnTo>
                    <a:pt x="5013042" y="582216"/>
                  </a:lnTo>
                  <a:lnTo>
                    <a:pt x="5023169" y="581730"/>
                  </a:lnTo>
                  <a:lnTo>
                    <a:pt x="5033296" y="581265"/>
                  </a:lnTo>
                  <a:lnTo>
                    <a:pt x="5043424" y="580827"/>
                  </a:lnTo>
                  <a:lnTo>
                    <a:pt x="5053551" y="580424"/>
                  </a:lnTo>
                  <a:lnTo>
                    <a:pt x="5063678" y="580060"/>
                  </a:lnTo>
                  <a:lnTo>
                    <a:pt x="5073806" y="579752"/>
                  </a:lnTo>
                  <a:lnTo>
                    <a:pt x="5083933" y="579503"/>
                  </a:lnTo>
                  <a:lnTo>
                    <a:pt x="5094060" y="579312"/>
                  </a:lnTo>
                  <a:lnTo>
                    <a:pt x="5104188" y="579184"/>
                  </a:lnTo>
                  <a:lnTo>
                    <a:pt x="5114315" y="579120"/>
                  </a:lnTo>
                  <a:lnTo>
                    <a:pt x="5124443" y="579122"/>
                  </a:lnTo>
                  <a:lnTo>
                    <a:pt x="5134570" y="579194"/>
                  </a:lnTo>
                  <a:lnTo>
                    <a:pt x="5144697" y="579341"/>
                  </a:lnTo>
                  <a:lnTo>
                    <a:pt x="5154825" y="579549"/>
                  </a:lnTo>
                  <a:lnTo>
                    <a:pt x="5164952" y="579814"/>
                  </a:lnTo>
                  <a:lnTo>
                    <a:pt x="5175079" y="580132"/>
                  </a:lnTo>
                  <a:lnTo>
                    <a:pt x="5175079" y="589191"/>
                  </a:lnTo>
                  <a:lnTo>
                    <a:pt x="5164952" y="589191"/>
                  </a:lnTo>
                  <a:lnTo>
                    <a:pt x="5154825" y="589191"/>
                  </a:lnTo>
                  <a:lnTo>
                    <a:pt x="5144697" y="589191"/>
                  </a:lnTo>
                  <a:lnTo>
                    <a:pt x="5134570" y="589191"/>
                  </a:lnTo>
                  <a:lnTo>
                    <a:pt x="5124443" y="589191"/>
                  </a:lnTo>
                  <a:lnTo>
                    <a:pt x="5114315" y="589191"/>
                  </a:lnTo>
                  <a:lnTo>
                    <a:pt x="5104188" y="589191"/>
                  </a:lnTo>
                  <a:lnTo>
                    <a:pt x="5094060" y="589191"/>
                  </a:lnTo>
                  <a:lnTo>
                    <a:pt x="5083933" y="589191"/>
                  </a:lnTo>
                  <a:lnTo>
                    <a:pt x="5073806" y="589191"/>
                  </a:lnTo>
                  <a:lnTo>
                    <a:pt x="5063678" y="589191"/>
                  </a:lnTo>
                  <a:lnTo>
                    <a:pt x="5053551" y="589191"/>
                  </a:lnTo>
                  <a:lnTo>
                    <a:pt x="5043424" y="589191"/>
                  </a:lnTo>
                  <a:lnTo>
                    <a:pt x="5033296" y="589191"/>
                  </a:lnTo>
                  <a:lnTo>
                    <a:pt x="5023169" y="589191"/>
                  </a:lnTo>
                  <a:lnTo>
                    <a:pt x="5013042" y="589191"/>
                  </a:lnTo>
                  <a:lnTo>
                    <a:pt x="5002914" y="589191"/>
                  </a:lnTo>
                  <a:lnTo>
                    <a:pt x="4992787" y="589191"/>
                  </a:lnTo>
                  <a:lnTo>
                    <a:pt x="4982660" y="589191"/>
                  </a:lnTo>
                  <a:lnTo>
                    <a:pt x="4972532" y="589191"/>
                  </a:lnTo>
                  <a:lnTo>
                    <a:pt x="4962405" y="589191"/>
                  </a:lnTo>
                  <a:lnTo>
                    <a:pt x="4952277" y="589191"/>
                  </a:lnTo>
                  <a:lnTo>
                    <a:pt x="4942150" y="589191"/>
                  </a:lnTo>
                  <a:lnTo>
                    <a:pt x="4932023" y="589191"/>
                  </a:lnTo>
                  <a:lnTo>
                    <a:pt x="4921895" y="589191"/>
                  </a:lnTo>
                  <a:lnTo>
                    <a:pt x="4911768" y="589191"/>
                  </a:lnTo>
                  <a:lnTo>
                    <a:pt x="4901641" y="589191"/>
                  </a:lnTo>
                  <a:lnTo>
                    <a:pt x="4891513" y="589191"/>
                  </a:lnTo>
                  <a:lnTo>
                    <a:pt x="4881386" y="589191"/>
                  </a:lnTo>
                  <a:lnTo>
                    <a:pt x="4871259" y="589191"/>
                  </a:lnTo>
                  <a:lnTo>
                    <a:pt x="4861131" y="589191"/>
                  </a:lnTo>
                  <a:lnTo>
                    <a:pt x="4851004" y="589191"/>
                  </a:lnTo>
                  <a:lnTo>
                    <a:pt x="4840877" y="589191"/>
                  </a:lnTo>
                  <a:lnTo>
                    <a:pt x="4830749" y="589191"/>
                  </a:lnTo>
                  <a:lnTo>
                    <a:pt x="4820622" y="589191"/>
                  </a:lnTo>
                  <a:lnTo>
                    <a:pt x="4810494" y="589191"/>
                  </a:lnTo>
                  <a:lnTo>
                    <a:pt x="4800367" y="589191"/>
                  </a:lnTo>
                  <a:lnTo>
                    <a:pt x="4790240" y="589191"/>
                  </a:lnTo>
                  <a:lnTo>
                    <a:pt x="4780112" y="589191"/>
                  </a:lnTo>
                  <a:lnTo>
                    <a:pt x="4769985" y="589191"/>
                  </a:lnTo>
                  <a:lnTo>
                    <a:pt x="4759858" y="589191"/>
                  </a:lnTo>
                  <a:lnTo>
                    <a:pt x="4749730" y="589191"/>
                  </a:lnTo>
                  <a:lnTo>
                    <a:pt x="4739603" y="589191"/>
                  </a:lnTo>
                  <a:lnTo>
                    <a:pt x="4729476" y="589191"/>
                  </a:lnTo>
                  <a:lnTo>
                    <a:pt x="4719348" y="589191"/>
                  </a:lnTo>
                  <a:lnTo>
                    <a:pt x="4709221" y="589191"/>
                  </a:lnTo>
                  <a:lnTo>
                    <a:pt x="4699093" y="589191"/>
                  </a:lnTo>
                  <a:lnTo>
                    <a:pt x="4688966" y="589191"/>
                  </a:lnTo>
                  <a:lnTo>
                    <a:pt x="4678839" y="589191"/>
                  </a:lnTo>
                  <a:lnTo>
                    <a:pt x="4668711" y="589191"/>
                  </a:lnTo>
                  <a:lnTo>
                    <a:pt x="4658584" y="589191"/>
                  </a:lnTo>
                  <a:lnTo>
                    <a:pt x="4648457" y="589191"/>
                  </a:lnTo>
                  <a:lnTo>
                    <a:pt x="4638329" y="589191"/>
                  </a:lnTo>
                  <a:lnTo>
                    <a:pt x="4628202" y="589191"/>
                  </a:lnTo>
                  <a:lnTo>
                    <a:pt x="4618075" y="589191"/>
                  </a:lnTo>
                  <a:lnTo>
                    <a:pt x="4607947" y="589191"/>
                  </a:lnTo>
                  <a:lnTo>
                    <a:pt x="4597820" y="589191"/>
                  </a:lnTo>
                  <a:lnTo>
                    <a:pt x="4587693" y="589191"/>
                  </a:lnTo>
                  <a:lnTo>
                    <a:pt x="4577565" y="589191"/>
                  </a:lnTo>
                  <a:lnTo>
                    <a:pt x="4567438" y="589191"/>
                  </a:lnTo>
                  <a:lnTo>
                    <a:pt x="4557310" y="589191"/>
                  </a:lnTo>
                  <a:lnTo>
                    <a:pt x="4547183" y="589191"/>
                  </a:lnTo>
                  <a:lnTo>
                    <a:pt x="4537056" y="589191"/>
                  </a:lnTo>
                  <a:lnTo>
                    <a:pt x="4526928" y="589191"/>
                  </a:lnTo>
                  <a:lnTo>
                    <a:pt x="4516801" y="589191"/>
                  </a:lnTo>
                  <a:lnTo>
                    <a:pt x="4506674" y="589191"/>
                  </a:lnTo>
                  <a:lnTo>
                    <a:pt x="4496546" y="589191"/>
                  </a:lnTo>
                  <a:lnTo>
                    <a:pt x="4486419" y="589191"/>
                  </a:lnTo>
                  <a:lnTo>
                    <a:pt x="4476292" y="589191"/>
                  </a:lnTo>
                  <a:lnTo>
                    <a:pt x="4466164" y="589191"/>
                  </a:lnTo>
                  <a:lnTo>
                    <a:pt x="4456037" y="589191"/>
                  </a:lnTo>
                  <a:lnTo>
                    <a:pt x="4445910" y="589191"/>
                  </a:lnTo>
                  <a:lnTo>
                    <a:pt x="4435782" y="589191"/>
                  </a:lnTo>
                  <a:lnTo>
                    <a:pt x="4425655" y="589191"/>
                  </a:lnTo>
                  <a:lnTo>
                    <a:pt x="4415527" y="589191"/>
                  </a:lnTo>
                  <a:lnTo>
                    <a:pt x="4405400" y="589191"/>
                  </a:lnTo>
                  <a:lnTo>
                    <a:pt x="4395273" y="589191"/>
                  </a:lnTo>
                  <a:lnTo>
                    <a:pt x="4385145" y="589191"/>
                  </a:lnTo>
                  <a:lnTo>
                    <a:pt x="4375018" y="589191"/>
                  </a:lnTo>
                  <a:lnTo>
                    <a:pt x="4364891" y="589191"/>
                  </a:lnTo>
                  <a:lnTo>
                    <a:pt x="4354763" y="589191"/>
                  </a:lnTo>
                  <a:lnTo>
                    <a:pt x="4344636" y="589191"/>
                  </a:lnTo>
                  <a:lnTo>
                    <a:pt x="4334509" y="589191"/>
                  </a:lnTo>
                  <a:lnTo>
                    <a:pt x="4324381" y="589191"/>
                  </a:lnTo>
                  <a:lnTo>
                    <a:pt x="4314254" y="589191"/>
                  </a:lnTo>
                  <a:lnTo>
                    <a:pt x="4304127" y="589191"/>
                  </a:lnTo>
                  <a:lnTo>
                    <a:pt x="4293999" y="589191"/>
                  </a:lnTo>
                  <a:lnTo>
                    <a:pt x="4283872" y="589191"/>
                  </a:lnTo>
                  <a:lnTo>
                    <a:pt x="4273744" y="589191"/>
                  </a:lnTo>
                  <a:lnTo>
                    <a:pt x="4263617" y="589191"/>
                  </a:lnTo>
                  <a:lnTo>
                    <a:pt x="4253490" y="589191"/>
                  </a:lnTo>
                  <a:lnTo>
                    <a:pt x="4243362" y="589191"/>
                  </a:lnTo>
                  <a:lnTo>
                    <a:pt x="4233235" y="589191"/>
                  </a:lnTo>
                  <a:lnTo>
                    <a:pt x="4223108" y="589191"/>
                  </a:lnTo>
                  <a:lnTo>
                    <a:pt x="4212980" y="589191"/>
                  </a:lnTo>
                  <a:lnTo>
                    <a:pt x="4202853" y="589191"/>
                  </a:lnTo>
                  <a:lnTo>
                    <a:pt x="4192726" y="589191"/>
                  </a:lnTo>
                  <a:lnTo>
                    <a:pt x="4182598" y="589191"/>
                  </a:lnTo>
                  <a:lnTo>
                    <a:pt x="4172471" y="589191"/>
                  </a:lnTo>
                  <a:lnTo>
                    <a:pt x="4162344" y="589191"/>
                  </a:lnTo>
                  <a:lnTo>
                    <a:pt x="4152216" y="589191"/>
                  </a:lnTo>
                  <a:lnTo>
                    <a:pt x="4142089" y="589191"/>
                  </a:lnTo>
                  <a:lnTo>
                    <a:pt x="4131961" y="589191"/>
                  </a:lnTo>
                  <a:lnTo>
                    <a:pt x="4121834" y="589191"/>
                  </a:lnTo>
                  <a:lnTo>
                    <a:pt x="4111707" y="589191"/>
                  </a:lnTo>
                  <a:lnTo>
                    <a:pt x="4101579" y="589191"/>
                  </a:lnTo>
                  <a:lnTo>
                    <a:pt x="4091452" y="589191"/>
                  </a:lnTo>
                  <a:lnTo>
                    <a:pt x="4081325" y="589191"/>
                  </a:lnTo>
                  <a:lnTo>
                    <a:pt x="4071197" y="589191"/>
                  </a:lnTo>
                  <a:lnTo>
                    <a:pt x="4061070" y="589191"/>
                  </a:lnTo>
                  <a:lnTo>
                    <a:pt x="4050943" y="589191"/>
                  </a:lnTo>
                  <a:lnTo>
                    <a:pt x="4040815" y="589191"/>
                  </a:lnTo>
                  <a:lnTo>
                    <a:pt x="4030688" y="589191"/>
                  </a:lnTo>
                  <a:lnTo>
                    <a:pt x="4020561" y="589191"/>
                  </a:lnTo>
                  <a:lnTo>
                    <a:pt x="4010433" y="589191"/>
                  </a:lnTo>
                  <a:lnTo>
                    <a:pt x="4000306" y="589191"/>
                  </a:lnTo>
                  <a:lnTo>
                    <a:pt x="3990178" y="589191"/>
                  </a:lnTo>
                  <a:lnTo>
                    <a:pt x="3980051" y="589191"/>
                  </a:lnTo>
                  <a:lnTo>
                    <a:pt x="3969924" y="589191"/>
                  </a:lnTo>
                  <a:lnTo>
                    <a:pt x="3959796" y="589191"/>
                  </a:lnTo>
                  <a:lnTo>
                    <a:pt x="3949669" y="589191"/>
                  </a:lnTo>
                  <a:lnTo>
                    <a:pt x="3939542" y="589191"/>
                  </a:lnTo>
                  <a:lnTo>
                    <a:pt x="3929414" y="589191"/>
                  </a:lnTo>
                  <a:lnTo>
                    <a:pt x="3919287" y="589191"/>
                  </a:lnTo>
                  <a:lnTo>
                    <a:pt x="3909160" y="589191"/>
                  </a:lnTo>
                  <a:lnTo>
                    <a:pt x="3899032" y="589191"/>
                  </a:lnTo>
                  <a:lnTo>
                    <a:pt x="3888905" y="589191"/>
                  </a:lnTo>
                  <a:lnTo>
                    <a:pt x="3878778" y="589191"/>
                  </a:lnTo>
                  <a:lnTo>
                    <a:pt x="3868650" y="589191"/>
                  </a:lnTo>
                  <a:lnTo>
                    <a:pt x="3858523" y="589191"/>
                  </a:lnTo>
                  <a:lnTo>
                    <a:pt x="3848395" y="589191"/>
                  </a:lnTo>
                  <a:lnTo>
                    <a:pt x="3838268" y="589191"/>
                  </a:lnTo>
                  <a:lnTo>
                    <a:pt x="3828141" y="589191"/>
                  </a:lnTo>
                  <a:lnTo>
                    <a:pt x="3818013" y="589191"/>
                  </a:lnTo>
                  <a:lnTo>
                    <a:pt x="3807886" y="589191"/>
                  </a:lnTo>
                  <a:lnTo>
                    <a:pt x="3797759" y="589191"/>
                  </a:lnTo>
                  <a:lnTo>
                    <a:pt x="3787631" y="589191"/>
                  </a:lnTo>
                  <a:lnTo>
                    <a:pt x="3777504" y="589191"/>
                  </a:lnTo>
                  <a:lnTo>
                    <a:pt x="3767377" y="589191"/>
                  </a:lnTo>
                  <a:lnTo>
                    <a:pt x="3757249" y="589191"/>
                  </a:lnTo>
                  <a:lnTo>
                    <a:pt x="3747122" y="589191"/>
                  </a:lnTo>
                  <a:lnTo>
                    <a:pt x="3736995" y="589191"/>
                  </a:lnTo>
                  <a:lnTo>
                    <a:pt x="3726867" y="589191"/>
                  </a:lnTo>
                  <a:lnTo>
                    <a:pt x="3716740" y="589191"/>
                  </a:lnTo>
                  <a:lnTo>
                    <a:pt x="3706612" y="589191"/>
                  </a:lnTo>
                  <a:lnTo>
                    <a:pt x="3696485" y="589191"/>
                  </a:lnTo>
                  <a:lnTo>
                    <a:pt x="3686358" y="589191"/>
                  </a:lnTo>
                  <a:lnTo>
                    <a:pt x="3676230" y="589191"/>
                  </a:lnTo>
                  <a:lnTo>
                    <a:pt x="3666103" y="589191"/>
                  </a:lnTo>
                  <a:lnTo>
                    <a:pt x="3655976" y="589191"/>
                  </a:lnTo>
                  <a:lnTo>
                    <a:pt x="3645848" y="589191"/>
                  </a:lnTo>
                  <a:lnTo>
                    <a:pt x="3635721" y="589191"/>
                  </a:lnTo>
                  <a:lnTo>
                    <a:pt x="3625594" y="589191"/>
                  </a:lnTo>
                  <a:lnTo>
                    <a:pt x="3615466" y="589191"/>
                  </a:lnTo>
                  <a:lnTo>
                    <a:pt x="3605339" y="589191"/>
                  </a:lnTo>
                  <a:lnTo>
                    <a:pt x="3595211" y="589191"/>
                  </a:lnTo>
                  <a:lnTo>
                    <a:pt x="3585084" y="589191"/>
                  </a:lnTo>
                  <a:lnTo>
                    <a:pt x="3574957" y="589191"/>
                  </a:lnTo>
                  <a:lnTo>
                    <a:pt x="3564829" y="589191"/>
                  </a:lnTo>
                  <a:lnTo>
                    <a:pt x="3554702" y="589191"/>
                  </a:lnTo>
                  <a:lnTo>
                    <a:pt x="3544575" y="589191"/>
                  </a:lnTo>
                  <a:lnTo>
                    <a:pt x="3534447" y="589191"/>
                  </a:lnTo>
                  <a:lnTo>
                    <a:pt x="3524320" y="589191"/>
                  </a:lnTo>
                  <a:lnTo>
                    <a:pt x="3514193" y="589191"/>
                  </a:lnTo>
                  <a:lnTo>
                    <a:pt x="3504065" y="589191"/>
                  </a:lnTo>
                  <a:lnTo>
                    <a:pt x="3493938" y="589191"/>
                  </a:lnTo>
                  <a:lnTo>
                    <a:pt x="3483811" y="589191"/>
                  </a:lnTo>
                  <a:lnTo>
                    <a:pt x="3473683" y="589191"/>
                  </a:lnTo>
                  <a:lnTo>
                    <a:pt x="3463556" y="589191"/>
                  </a:lnTo>
                  <a:lnTo>
                    <a:pt x="3453428" y="589191"/>
                  </a:lnTo>
                  <a:lnTo>
                    <a:pt x="3443301" y="589191"/>
                  </a:lnTo>
                  <a:lnTo>
                    <a:pt x="3433174" y="589191"/>
                  </a:lnTo>
                  <a:lnTo>
                    <a:pt x="3423046" y="589191"/>
                  </a:lnTo>
                  <a:lnTo>
                    <a:pt x="3412919" y="589191"/>
                  </a:lnTo>
                  <a:lnTo>
                    <a:pt x="3402792" y="589191"/>
                  </a:lnTo>
                  <a:lnTo>
                    <a:pt x="3392664" y="589191"/>
                  </a:lnTo>
                  <a:lnTo>
                    <a:pt x="3382537" y="589191"/>
                  </a:lnTo>
                  <a:lnTo>
                    <a:pt x="3372410" y="589191"/>
                  </a:lnTo>
                  <a:lnTo>
                    <a:pt x="3362282" y="589191"/>
                  </a:lnTo>
                  <a:lnTo>
                    <a:pt x="3352155" y="589191"/>
                  </a:lnTo>
                  <a:lnTo>
                    <a:pt x="3342028" y="589191"/>
                  </a:lnTo>
                  <a:lnTo>
                    <a:pt x="3331900" y="589191"/>
                  </a:lnTo>
                  <a:lnTo>
                    <a:pt x="3321773" y="589191"/>
                  </a:lnTo>
                  <a:lnTo>
                    <a:pt x="3311645" y="589191"/>
                  </a:lnTo>
                  <a:lnTo>
                    <a:pt x="3301518" y="589191"/>
                  </a:lnTo>
                  <a:lnTo>
                    <a:pt x="3291391" y="589191"/>
                  </a:lnTo>
                  <a:lnTo>
                    <a:pt x="3281263" y="589191"/>
                  </a:lnTo>
                  <a:lnTo>
                    <a:pt x="3271136" y="589191"/>
                  </a:lnTo>
                  <a:lnTo>
                    <a:pt x="3261009" y="589191"/>
                  </a:lnTo>
                  <a:lnTo>
                    <a:pt x="3250881" y="589191"/>
                  </a:lnTo>
                  <a:lnTo>
                    <a:pt x="3240754" y="589191"/>
                  </a:lnTo>
                  <a:lnTo>
                    <a:pt x="3230627" y="589191"/>
                  </a:lnTo>
                  <a:lnTo>
                    <a:pt x="3220499" y="589191"/>
                  </a:lnTo>
                  <a:lnTo>
                    <a:pt x="3210372" y="589191"/>
                  </a:lnTo>
                  <a:lnTo>
                    <a:pt x="3200245" y="589191"/>
                  </a:lnTo>
                  <a:lnTo>
                    <a:pt x="3190117" y="589191"/>
                  </a:lnTo>
                  <a:lnTo>
                    <a:pt x="3179990" y="589191"/>
                  </a:lnTo>
                  <a:lnTo>
                    <a:pt x="3169862" y="589191"/>
                  </a:lnTo>
                  <a:lnTo>
                    <a:pt x="3159735" y="589191"/>
                  </a:lnTo>
                  <a:lnTo>
                    <a:pt x="3149608" y="589191"/>
                  </a:lnTo>
                  <a:lnTo>
                    <a:pt x="3139480" y="589191"/>
                  </a:lnTo>
                  <a:lnTo>
                    <a:pt x="3129353" y="589191"/>
                  </a:lnTo>
                  <a:lnTo>
                    <a:pt x="3119226" y="589191"/>
                  </a:lnTo>
                  <a:lnTo>
                    <a:pt x="3109098" y="589191"/>
                  </a:lnTo>
                  <a:lnTo>
                    <a:pt x="3098971" y="589191"/>
                  </a:lnTo>
                  <a:lnTo>
                    <a:pt x="3088844" y="589191"/>
                  </a:lnTo>
                  <a:lnTo>
                    <a:pt x="3078716" y="589191"/>
                  </a:lnTo>
                  <a:lnTo>
                    <a:pt x="3068589" y="589191"/>
                  </a:lnTo>
                  <a:lnTo>
                    <a:pt x="3058462" y="589191"/>
                  </a:lnTo>
                  <a:lnTo>
                    <a:pt x="3048334" y="589191"/>
                  </a:lnTo>
                  <a:lnTo>
                    <a:pt x="3038207" y="589191"/>
                  </a:lnTo>
                  <a:lnTo>
                    <a:pt x="3028079" y="589191"/>
                  </a:lnTo>
                  <a:lnTo>
                    <a:pt x="3017952" y="589191"/>
                  </a:lnTo>
                  <a:lnTo>
                    <a:pt x="3007825" y="589191"/>
                  </a:lnTo>
                  <a:lnTo>
                    <a:pt x="2997697" y="589191"/>
                  </a:lnTo>
                  <a:lnTo>
                    <a:pt x="2987570" y="589191"/>
                  </a:lnTo>
                  <a:lnTo>
                    <a:pt x="2977443" y="589191"/>
                  </a:lnTo>
                  <a:lnTo>
                    <a:pt x="2967315" y="589191"/>
                  </a:lnTo>
                  <a:lnTo>
                    <a:pt x="2957188" y="589191"/>
                  </a:lnTo>
                  <a:lnTo>
                    <a:pt x="2947061" y="589191"/>
                  </a:lnTo>
                  <a:lnTo>
                    <a:pt x="2936933" y="589191"/>
                  </a:lnTo>
                  <a:lnTo>
                    <a:pt x="2926806" y="589191"/>
                  </a:lnTo>
                  <a:lnTo>
                    <a:pt x="2916679" y="589191"/>
                  </a:lnTo>
                  <a:lnTo>
                    <a:pt x="2906551" y="589191"/>
                  </a:lnTo>
                  <a:lnTo>
                    <a:pt x="2896424" y="589191"/>
                  </a:lnTo>
                  <a:lnTo>
                    <a:pt x="2886296" y="589191"/>
                  </a:lnTo>
                  <a:lnTo>
                    <a:pt x="2876169" y="589191"/>
                  </a:lnTo>
                  <a:lnTo>
                    <a:pt x="2866042" y="589191"/>
                  </a:lnTo>
                  <a:lnTo>
                    <a:pt x="2855914" y="589191"/>
                  </a:lnTo>
                  <a:lnTo>
                    <a:pt x="2845787" y="589191"/>
                  </a:lnTo>
                  <a:lnTo>
                    <a:pt x="2835660" y="589191"/>
                  </a:lnTo>
                  <a:lnTo>
                    <a:pt x="2825532" y="589191"/>
                  </a:lnTo>
                  <a:lnTo>
                    <a:pt x="2815405" y="589191"/>
                  </a:lnTo>
                  <a:lnTo>
                    <a:pt x="2805278" y="589191"/>
                  </a:lnTo>
                  <a:lnTo>
                    <a:pt x="2795150" y="589191"/>
                  </a:lnTo>
                  <a:lnTo>
                    <a:pt x="2785023" y="589191"/>
                  </a:lnTo>
                  <a:lnTo>
                    <a:pt x="2774896" y="589191"/>
                  </a:lnTo>
                  <a:lnTo>
                    <a:pt x="2764768" y="589191"/>
                  </a:lnTo>
                  <a:lnTo>
                    <a:pt x="2754641" y="589191"/>
                  </a:lnTo>
                  <a:lnTo>
                    <a:pt x="2744513" y="589191"/>
                  </a:lnTo>
                  <a:lnTo>
                    <a:pt x="2734386" y="589191"/>
                  </a:lnTo>
                  <a:lnTo>
                    <a:pt x="2724259" y="589191"/>
                  </a:lnTo>
                  <a:lnTo>
                    <a:pt x="2714131" y="589191"/>
                  </a:lnTo>
                  <a:lnTo>
                    <a:pt x="2704004" y="589191"/>
                  </a:lnTo>
                  <a:lnTo>
                    <a:pt x="2693877" y="589191"/>
                  </a:lnTo>
                  <a:lnTo>
                    <a:pt x="2683749" y="589191"/>
                  </a:lnTo>
                  <a:lnTo>
                    <a:pt x="2673622" y="589191"/>
                  </a:lnTo>
                  <a:lnTo>
                    <a:pt x="2663495" y="589191"/>
                  </a:lnTo>
                  <a:lnTo>
                    <a:pt x="2653367" y="589191"/>
                  </a:lnTo>
                  <a:lnTo>
                    <a:pt x="2643240" y="589191"/>
                  </a:lnTo>
                  <a:lnTo>
                    <a:pt x="2633113" y="589191"/>
                  </a:lnTo>
                  <a:lnTo>
                    <a:pt x="2622985" y="589191"/>
                  </a:lnTo>
                  <a:lnTo>
                    <a:pt x="2612858" y="589191"/>
                  </a:lnTo>
                  <a:lnTo>
                    <a:pt x="2602730" y="589191"/>
                  </a:lnTo>
                  <a:lnTo>
                    <a:pt x="2592603" y="589191"/>
                  </a:lnTo>
                  <a:lnTo>
                    <a:pt x="2582476" y="589191"/>
                  </a:lnTo>
                  <a:lnTo>
                    <a:pt x="2572348" y="589191"/>
                  </a:lnTo>
                  <a:lnTo>
                    <a:pt x="2562221" y="589191"/>
                  </a:lnTo>
                  <a:lnTo>
                    <a:pt x="2552094" y="589191"/>
                  </a:lnTo>
                  <a:lnTo>
                    <a:pt x="2541966" y="589191"/>
                  </a:lnTo>
                  <a:lnTo>
                    <a:pt x="2531839" y="589191"/>
                  </a:lnTo>
                  <a:lnTo>
                    <a:pt x="2521712" y="589191"/>
                  </a:lnTo>
                  <a:lnTo>
                    <a:pt x="2511584" y="589191"/>
                  </a:lnTo>
                  <a:lnTo>
                    <a:pt x="2501457" y="589191"/>
                  </a:lnTo>
                  <a:lnTo>
                    <a:pt x="2491330" y="589191"/>
                  </a:lnTo>
                  <a:lnTo>
                    <a:pt x="2481202" y="589191"/>
                  </a:lnTo>
                  <a:lnTo>
                    <a:pt x="2471075" y="589191"/>
                  </a:lnTo>
                  <a:lnTo>
                    <a:pt x="2460947" y="589191"/>
                  </a:lnTo>
                  <a:lnTo>
                    <a:pt x="2450820" y="589191"/>
                  </a:lnTo>
                  <a:lnTo>
                    <a:pt x="2440693" y="589191"/>
                  </a:lnTo>
                  <a:lnTo>
                    <a:pt x="2430565" y="589191"/>
                  </a:lnTo>
                  <a:lnTo>
                    <a:pt x="2420438" y="589191"/>
                  </a:lnTo>
                  <a:lnTo>
                    <a:pt x="2410311" y="589191"/>
                  </a:lnTo>
                  <a:lnTo>
                    <a:pt x="2400183" y="589191"/>
                  </a:lnTo>
                  <a:lnTo>
                    <a:pt x="2390056" y="589191"/>
                  </a:lnTo>
                  <a:lnTo>
                    <a:pt x="2379929" y="589191"/>
                  </a:lnTo>
                  <a:lnTo>
                    <a:pt x="2369801" y="589191"/>
                  </a:lnTo>
                  <a:lnTo>
                    <a:pt x="2359674" y="589191"/>
                  </a:lnTo>
                  <a:lnTo>
                    <a:pt x="2349546" y="589191"/>
                  </a:lnTo>
                  <a:lnTo>
                    <a:pt x="2339419" y="589191"/>
                  </a:lnTo>
                  <a:lnTo>
                    <a:pt x="2329292" y="589191"/>
                  </a:lnTo>
                  <a:lnTo>
                    <a:pt x="2319164" y="589191"/>
                  </a:lnTo>
                  <a:lnTo>
                    <a:pt x="2309037" y="589191"/>
                  </a:lnTo>
                  <a:lnTo>
                    <a:pt x="2298910" y="589191"/>
                  </a:lnTo>
                  <a:lnTo>
                    <a:pt x="2288782" y="589191"/>
                  </a:lnTo>
                  <a:lnTo>
                    <a:pt x="2278655" y="589191"/>
                  </a:lnTo>
                  <a:lnTo>
                    <a:pt x="2268528" y="589191"/>
                  </a:lnTo>
                  <a:lnTo>
                    <a:pt x="2258400" y="589191"/>
                  </a:lnTo>
                  <a:lnTo>
                    <a:pt x="2248273" y="589191"/>
                  </a:lnTo>
                  <a:lnTo>
                    <a:pt x="2238146" y="589191"/>
                  </a:lnTo>
                  <a:lnTo>
                    <a:pt x="2228018" y="589191"/>
                  </a:lnTo>
                  <a:lnTo>
                    <a:pt x="2217891" y="589191"/>
                  </a:lnTo>
                  <a:lnTo>
                    <a:pt x="2207763" y="589191"/>
                  </a:lnTo>
                  <a:lnTo>
                    <a:pt x="2197636" y="589191"/>
                  </a:lnTo>
                  <a:lnTo>
                    <a:pt x="2187509" y="589191"/>
                  </a:lnTo>
                  <a:lnTo>
                    <a:pt x="2177381" y="589191"/>
                  </a:lnTo>
                  <a:lnTo>
                    <a:pt x="2167254" y="589191"/>
                  </a:lnTo>
                  <a:lnTo>
                    <a:pt x="2157127" y="589191"/>
                  </a:lnTo>
                  <a:lnTo>
                    <a:pt x="2146999" y="589191"/>
                  </a:lnTo>
                  <a:lnTo>
                    <a:pt x="2136872" y="589191"/>
                  </a:lnTo>
                  <a:lnTo>
                    <a:pt x="2126745" y="589191"/>
                  </a:lnTo>
                  <a:lnTo>
                    <a:pt x="2116617" y="589191"/>
                  </a:lnTo>
                  <a:lnTo>
                    <a:pt x="2106490" y="589191"/>
                  </a:lnTo>
                  <a:lnTo>
                    <a:pt x="2096363" y="589191"/>
                  </a:lnTo>
                  <a:lnTo>
                    <a:pt x="2086235" y="589191"/>
                  </a:lnTo>
                  <a:lnTo>
                    <a:pt x="2076108" y="589191"/>
                  </a:lnTo>
                  <a:lnTo>
                    <a:pt x="2065980" y="589191"/>
                  </a:lnTo>
                  <a:lnTo>
                    <a:pt x="2055853" y="589191"/>
                  </a:lnTo>
                  <a:lnTo>
                    <a:pt x="2045726" y="589191"/>
                  </a:lnTo>
                  <a:lnTo>
                    <a:pt x="2035598" y="589191"/>
                  </a:lnTo>
                  <a:lnTo>
                    <a:pt x="2025471" y="589191"/>
                  </a:lnTo>
                  <a:lnTo>
                    <a:pt x="2015344" y="589191"/>
                  </a:lnTo>
                  <a:lnTo>
                    <a:pt x="2005216" y="589191"/>
                  </a:lnTo>
                  <a:lnTo>
                    <a:pt x="1995089" y="589191"/>
                  </a:lnTo>
                  <a:lnTo>
                    <a:pt x="1984962" y="589191"/>
                  </a:lnTo>
                  <a:lnTo>
                    <a:pt x="1974834" y="589191"/>
                  </a:lnTo>
                  <a:lnTo>
                    <a:pt x="1964707" y="589191"/>
                  </a:lnTo>
                  <a:lnTo>
                    <a:pt x="1954580" y="589191"/>
                  </a:lnTo>
                  <a:lnTo>
                    <a:pt x="1944452" y="589191"/>
                  </a:lnTo>
                  <a:lnTo>
                    <a:pt x="1934325" y="589191"/>
                  </a:lnTo>
                  <a:lnTo>
                    <a:pt x="1924197" y="589191"/>
                  </a:lnTo>
                  <a:lnTo>
                    <a:pt x="1914070" y="589191"/>
                  </a:lnTo>
                  <a:lnTo>
                    <a:pt x="1903943" y="589191"/>
                  </a:lnTo>
                  <a:lnTo>
                    <a:pt x="1893815" y="589191"/>
                  </a:lnTo>
                  <a:lnTo>
                    <a:pt x="1883688" y="589191"/>
                  </a:lnTo>
                  <a:lnTo>
                    <a:pt x="1873561" y="589191"/>
                  </a:lnTo>
                  <a:lnTo>
                    <a:pt x="1863433" y="589191"/>
                  </a:lnTo>
                  <a:lnTo>
                    <a:pt x="1853306" y="589191"/>
                  </a:lnTo>
                  <a:lnTo>
                    <a:pt x="1843179" y="589191"/>
                  </a:lnTo>
                  <a:lnTo>
                    <a:pt x="1833051" y="589191"/>
                  </a:lnTo>
                  <a:lnTo>
                    <a:pt x="1822924" y="589191"/>
                  </a:lnTo>
                  <a:lnTo>
                    <a:pt x="1812797" y="589191"/>
                  </a:lnTo>
                  <a:lnTo>
                    <a:pt x="1802669" y="589191"/>
                  </a:lnTo>
                  <a:lnTo>
                    <a:pt x="1792542" y="589191"/>
                  </a:lnTo>
                  <a:lnTo>
                    <a:pt x="1782414" y="589191"/>
                  </a:lnTo>
                  <a:lnTo>
                    <a:pt x="1772287" y="589191"/>
                  </a:lnTo>
                  <a:lnTo>
                    <a:pt x="1762160" y="589191"/>
                  </a:lnTo>
                  <a:lnTo>
                    <a:pt x="1752032" y="589191"/>
                  </a:lnTo>
                  <a:lnTo>
                    <a:pt x="1741905" y="589191"/>
                  </a:lnTo>
                  <a:lnTo>
                    <a:pt x="1731778" y="589191"/>
                  </a:lnTo>
                  <a:lnTo>
                    <a:pt x="1721650" y="589191"/>
                  </a:lnTo>
                  <a:lnTo>
                    <a:pt x="1711523" y="589191"/>
                  </a:lnTo>
                  <a:lnTo>
                    <a:pt x="1701396" y="589191"/>
                  </a:lnTo>
                  <a:lnTo>
                    <a:pt x="1691268" y="589191"/>
                  </a:lnTo>
                  <a:lnTo>
                    <a:pt x="1681141" y="589191"/>
                  </a:lnTo>
                  <a:lnTo>
                    <a:pt x="1671014" y="589191"/>
                  </a:lnTo>
                  <a:lnTo>
                    <a:pt x="1660886" y="589191"/>
                  </a:lnTo>
                  <a:lnTo>
                    <a:pt x="1650759" y="589191"/>
                  </a:lnTo>
                  <a:lnTo>
                    <a:pt x="1640631" y="589191"/>
                  </a:lnTo>
                  <a:lnTo>
                    <a:pt x="1630504" y="589191"/>
                  </a:lnTo>
                  <a:lnTo>
                    <a:pt x="1620377" y="589191"/>
                  </a:lnTo>
                  <a:lnTo>
                    <a:pt x="1610249" y="589191"/>
                  </a:lnTo>
                  <a:lnTo>
                    <a:pt x="1600122" y="589191"/>
                  </a:lnTo>
                  <a:lnTo>
                    <a:pt x="1589995" y="589191"/>
                  </a:lnTo>
                  <a:lnTo>
                    <a:pt x="1579867" y="589191"/>
                  </a:lnTo>
                  <a:lnTo>
                    <a:pt x="1569740" y="589191"/>
                  </a:lnTo>
                  <a:lnTo>
                    <a:pt x="1559613" y="589191"/>
                  </a:lnTo>
                  <a:lnTo>
                    <a:pt x="1549485" y="589191"/>
                  </a:lnTo>
                  <a:lnTo>
                    <a:pt x="1539358" y="589191"/>
                  </a:lnTo>
                  <a:lnTo>
                    <a:pt x="1529231" y="589191"/>
                  </a:lnTo>
                  <a:lnTo>
                    <a:pt x="1519103" y="589191"/>
                  </a:lnTo>
                  <a:lnTo>
                    <a:pt x="1508976" y="589191"/>
                  </a:lnTo>
                  <a:lnTo>
                    <a:pt x="1498848" y="589191"/>
                  </a:lnTo>
                  <a:lnTo>
                    <a:pt x="1488721" y="589191"/>
                  </a:lnTo>
                  <a:lnTo>
                    <a:pt x="1478594" y="589191"/>
                  </a:lnTo>
                  <a:lnTo>
                    <a:pt x="1468466" y="589191"/>
                  </a:lnTo>
                  <a:lnTo>
                    <a:pt x="1458339" y="589191"/>
                  </a:lnTo>
                  <a:lnTo>
                    <a:pt x="1448212" y="589191"/>
                  </a:lnTo>
                  <a:lnTo>
                    <a:pt x="1438084" y="589191"/>
                  </a:lnTo>
                  <a:lnTo>
                    <a:pt x="1427957" y="589191"/>
                  </a:lnTo>
                  <a:lnTo>
                    <a:pt x="1417830" y="589191"/>
                  </a:lnTo>
                  <a:lnTo>
                    <a:pt x="1407702" y="589191"/>
                  </a:lnTo>
                  <a:lnTo>
                    <a:pt x="1397575" y="589191"/>
                  </a:lnTo>
                  <a:lnTo>
                    <a:pt x="1387448" y="589191"/>
                  </a:lnTo>
                  <a:lnTo>
                    <a:pt x="1377320" y="589191"/>
                  </a:lnTo>
                  <a:lnTo>
                    <a:pt x="1367193" y="589191"/>
                  </a:lnTo>
                  <a:lnTo>
                    <a:pt x="1357065" y="589191"/>
                  </a:lnTo>
                  <a:lnTo>
                    <a:pt x="1346938" y="589191"/>
                  </a:lnTo>
                  <a:lnTo>
                    <a:pt x="1336811" y="589191"/>
                  </a:lnTo>
                  <a:lnTo>
                    <a:pt x="1326683" y="589191"/>
                  </a:lnTo>
                  <a:lnTo>
                    <a:pt x="1316556" y="589191"/>
                  </a:lnTo>
                  <a:lnTo>
                    <a:pt x="1306429" y="589191"/>
                  </a:lnTo>
                  <a:lnTo>
                    <a:pt x="1296301" y="589191"/>
                  </a:lnTo>
                  <a:lnTo>
                    <a:pt x="1286174" y="589191"/>
                  </a:lnTo>
                  <a:lnTo>
                    <a:pt x="1276047" y="589191"/>
                  </a:lnTo>
                  <a:lnTo>
                    <a:pt x="1265919" y="589191"/>
                  </a:lnTo>
                  <a:lnTo>
                    <a:pt x="1255792" y="589191"/>
                  </a:lnTo>
                  <a:lnTo>
                    <a:pt x="1245665" y="589191"/>
                  </a:lnTo>
                  <a:lnTo>
                    <a:pt x="1235537" y="589191"/>
                  </a:lnTo>
                  <a:lnTo>
                    <a:pt x="1225410" y="589191"/>
                  </a:lnTo>
                  <a:lnTo>
                    <a:pt x="1215282" y="589191"/>
                  </a:lnTo>
                  <a:lnTo>
                    <a:pt x="1205155" y="589191"/>
                  </a:lnTo>
                  <a:lnTo>
                    <a:pt x="1195028" y="589191"/>
                  </a:lnTo>
                  <a:lnTo>
                    <a:pt x="1184900" y="589191"/>
                  </a:lnTo>
                  <a:lnTo>
                    <a:pt x="1174773" y="589191"/>
                  </a:lnTo>
                  <a:lnTo>
                    <a:pt x="1164646" y="589191"/>
                  </a:lnTo>
                  <a:lnTo>
                    <a:pt x="1154518" y="589191"/>
                  </a:lnTo>
                  <a:lnTo>
                    <a:pt x="1144391" y="589191"/>
                  </a:lnTo>
                  <a:lnTo>
                    <a:pt x="1134264" y="589191"/>
                  </a:lnTo>
                  <a:lnTo>
                    <a:pt x="1124136" y="589191"/>
                  </a:lnTo>
                  <a:lnTo>
                    <a:pt x="1114009" y="589191"/>
                  </a:lnTo>
                  <a:lnTo>
                    <a:pt x="1103881" y="589191"/>
                  </a:lnTo>
                  <a:lnTo>
                    <a:pt x="1093754" y="589191"/>
                  </a:lnTo>
                  <a:lnTo>
                    <a:pt x="1083627" y="589191"/>
                  </a:lnTo>
                  <a:lnTo>
                    <a:pt x="1073499" y="589191"/>
                  </a:lnTo>
                  <a:lnTo>
                    <a:pt x="1063372" y="589191"/>
                  </a:lnTo>
                  <a:lnTo>
                    <a:pt x="1053245" y="589191"/>
                  </a:lnTo>
                  <a:lnTo>
                    <a:pt x="1043117" y="589191"/>
                  </a:lnTo>
                  <a:lnTo>
                    <a:pt x="1032990" y="589191"/>
                  </a:lnTo>
                  <a:lnTo>
                    <a:pt x="1022863" y="589191"/>
                  </a:lnTo>
                  <a:lnTo>
                    <a:pt x="1012735" y="589191"/>
                  </a:lnTo>
                  <a:lnTo>
                    <a:pt x="1002608" y="589191"/>
                  </a:lnTo>
                  <a:lnTo>
                    <a:pt x="992481" y="589191"/>
                  </a:lnTo>
                  <a:lnTo>
                    <a:pt x="982353" y="589191"/>
                  </a:lnTo>
                  <a:lnTo>
                    <a:pt x="972226" y="589191"/>
                  </a:lnTo>
                  <a:lnTo>
                    <a:pt x="962098" y="589191"/>
                  </a:lnTo>
                  <a:lnTo>
                    <a:pt x="951971" y="589191"/>
                  </a:lnTo>
                  <a:lnTo>
                    <a:pt x="941844" y="589191"/>
                  </a:lnTo>
                  <a:lnTo>
                    <a:pt x="931716" y="589191"/>
                  </a:lnTo>
                  <a:lnTo>
                    <a:pt x="921589" y="589191"/>
                  </a:lnTo>
                  <a:lnTo>
                    <a:pt x="911462" y="589191"/>
                  </a:lnTo>
                  <a:lnTo>
                    <a:pt x="901334" y="589191"/>
                  </a:lnTo>
                  <a:lnTo>
                    <a:pt x="891207" y="589191"/>
                  </a:lnTo>
                  <a:lnTo>
                    <a:pt x="881080" y="589191"/>
                  </a:lnTo>
                  <a:lnTo>
                    <a:pt x="870952" y="589191"/>
                  </a:lnTo>
                  <a:lnTo>
                    <a:pt x="860825" y="589191"/>
                  </a:lnTo>
                  <a:lnTo>
                    <a:pt x="850698" y="589191"/>
                  </a:lnTo>
                  <a:lnTo>
                    <a:pt x="840570" y="589191"/>
                  </a:lnTo>
                  <a:lnTo>
                    <a:pt x="830443" y="589191"/>
                  </a:lnTo>
                  <a:lnTo>
                    <a:pt x="820315" y="589191"/>
                  </a:lnTo>
                  <a:lnTo>
                    <a:pt x="810188" y="589191"/>
                  </a:lnTo>
                  <a:lnTo>
                    <a:pt x="800061" y="589191"/>
                  </a:lnTo>
                  <a:lnTo>
                    <a:pt x="789933" y="589191"/>
                  </a:lnTo>
                  <a:lnTo>
                    <a:pt x="779806" y="589191"/>
                  </a:lnTo>
                  <a:lnTo>
                    <a:pt x="769679" y="589191"/>
                  </a:lnTo>
                  <a:lnTo>
                    <a:pt x="759551" y="589191"/>
                  </a:lnTo>
                  <a:lnTo>
                    <a:pt x="749424" y="589191"/>
                  </a:lnTo>
                  <a:lnTo>
                    <a:pt x="739297" y="589191"/>
                  </a:lnTo>
                  <a:lnTo>
                    <a:pt x="729169" y="589191"/>
                  </a:lnTo>
                  <a:lnTo>
                    <a:pt x="719042" y="589191"/>
                  </a:lnTo>
                  <a:lnTo>
                    <a:pt x="708915" y="589191"/>
                  </a:lnTo>
                  <a:lnTo>
                    <a:pt x="698787" y="589191"/>
                  </a:lnTo>
                  <a:lnTo>
                    <a:pt x="688660" y="589191"/>
                  </a:lnTo>
                  <a:lnTo>
                    <a:pt x="678532" y="589191"/>
                  </a:lnTo>
                  <a:lnTo>
                    <a:pt x="668405" y="589191"/>
                  </a:lnTo>
                  <a:lnTo>
                    <a:pt x="658278" y="589191"/>
                  </a:lnTo>
                  <a:lnTo>
                    <a:pt x="648150" y="589191"/>
                  </a:lnTo>
                  <a:lnTo>
                    <a:pt x="638023" y="589191"/>
                  </a:lnTo>
                  <a:lnTo>
                    <a:pt x="627896" y="589191"/>
                  </a:lnTo>
                  <a:lnTo>
                    <a:pt x="617768" y="589191"/>
                  </a:lnTo>
                  <a:lnTo>
                    <a:pt x="607641" y="589191"/>
                  </a:lnTo>
                  <a:lnTo>
                    <a:pt x="597514" y="589191"/>
                  </a:lnTo>
                  <a:lnTo>
                    <a:pt x="587386" y="589191"/>
                  </a:lnTo>
                  <a:lnTo>
                    <a:pt x="577259" y="589191"/>
                  </a:lnTo>
                  <a:lnTo>
                    <a:pt x="567132" y="589191"/>
                  </a:lnTo>
                  <a:lnTo>
                    <a:pt x="557004" y="589191"/>
                  </a:lnTo>
                  <a:lnTo>
                    <a:pt x="546877" y="589191"/>
                  </a:lnTo>
                  <a:lnTo>
                    <a:pt x="536749" y="589191"/>
                  </a:lnTo>
                  <a:lnTo>
                    <a:pt x="526622" y="589191"/>
                  </a:lnTo>
                  <a:lnTo>
                    <a:pt x="516495" y="589191"/>
                  </a:lnTo>
                  <a:lnTo>
                    <a:pt x="506367" y="589191"/>
                  </a:lnTo>
                  <a:lnTo>
                    <a:pt x="496240" y="589191"/>
                  </a:lnTo>
                  <a:lnTo>
                    <a:pt x="486113" y="589191"/>
                  </a:lnTo>
                  <a:lnTo>
                    <a:pt x="475985" y="589191"/>
                  </a:lnTo>
                  <a:lnTo>
                    <a:pt x="465858" y="589191"/>
                  </a:lnTo>
                  <a:lnTo>
                    <a:pt x="455731" y="589191"/>
                  </a:lnTo>
                  <a:lnTo>
                    <a:pt x="445603" y="589191"/>
                  </a:lnTo>
                  <a:lnTo>
                    <a:pt x="435476" y="589191"/>
                  </a:lnTo>
                  <a:lnTo>
                    <a:pt x="425349" y="589191"/>
                  </a:lnTo>
                  <a:lnTo>
                    <a:pt x="415221" y="589191"/>
                  </a:lnTo>
                  <a:lnTo>
                    <a:pt x="405094" y="589191"/>
                  </a:lnTo>
                  <a:lnTo>
                    <a:pt x="394966" y="589191"/>
                  </a:lnTo>
                  <a:lnTo>
                    <a:pt x="384839" y="589191"/>
                  </a:lnTo>
                  <a:lnTo>
                    <a:pt x="374712" y="589191"/>
                  </a:lnTo>
                  <a:lnTo>
                    <a:pt x="364584" y="589191"/>
                  </a:lnTo>
                  <a:lnTo>
                    <a:pt x="354457" y="589191"/>
                  </a:lnTo>
                  <a:lnTo>
                    <a:pt x="344330" y="589191"/>
                  </a:lnTo>
                  <a:lnTo>
                    <a:pt x="334202" y="589191"/>
                  </a:lnTo>
                  <a:lnTo>
                    <a:pt x="324075" y="589191"/>
                  </a:lnTo>
                  <a:lnTo>
                    <a:pt x="313948" y="589191"/>
                  </a:lnTo>
                  <a:lnTo>
                    <a:pt x="303820" y="589191"/>
                  </a:lnTo>
                  <a:lnTo>
                    <a:pt x="293693" y="589191"/>
                  </a:lnTo>
                  <a:lnTo>
                    <a:pt x="283566" y="589191"/>
                  </a:lnTo>
                  <a:lnTo>
                    <a:pt x="273438" y="589191"/>
                  </a:lnTo>
                  <a:lnTo>
                    <a:pt x="263311" y="589191"/>
                  </a:lnTo>
                  <a:lnTo>
                    <a:pt x="253183" y="589191"/>
                  </a:lnTo>
                  <a:lnTo>
                    <a:pt x="243056" y="589191"/>
                  </a:lnTo>
                  <a:lnTo>
                    <a:pt x="232929" y="589191"/>
                  </a:lnTo>
                  <a:lnTo>
                    <a:pt x="222801" y="589191"/>
                  </a:lnTo>
                  <a:lnTo>
                    <a:pt x="212674" y="589191"/>
                  </a:lnTo>
                  <a:lnTo>
                    <a:pt x="202547" y="589191"/>
                  </a:lnTo>
                  <a:lnTo>
                    <a:pt x="192419" y="589191"/>
                  </a:lnTo>
                  <a:lnTo>
                    <a:pt x="182292" y="589191"/>
                  </a:lnTo>
                  <a:lnTo>
                    <a:pt x="172165" y="589191"/>
                  </a:lnTo>
                  <a:lnTo>
                    <a:pt x="162037" y="589191"/>
                  </a:lnTo>
                  <a:lnTo>
                    <a:pt x="151910" y="589191"/>
                  </a:lnTo>
                  <a:lnTo>
                    <a:pt x="141783" y="589191"/>
                  </a:lnTo>
                  <a:lnTo>
                    <a:pt x="131655" y="589191"/>
                  </a:lnTo>
                  <a:lnTo>
                    <a:pt x="121528" y="589191"/>
                  </a:lnTo>
                  <a:lnTo>
                    <a:pt x="111400" y="589191"/>
                  </a:lnTo>
                  <a:lnTo>
                    <a:pt x="101273" y="589191"/>
                  </a:lnTo>
                  <a:lnTo>
                    <a:pt x="91146" y="589191"/>
                  </a:lnTo>
                  <a:lnTo>
                    <a:pt x="81018" y="589191"/>
                  </a:lnTo>
                  <a:lnTo>
                    <a:pt x="70891" y="589191"/>
                  </a:lnTo>
                  <a:lnTo>
                    <a:pt x="60764" y="589191"/>
                  </a:lnTo>
                  <a:lnTo>
                    <a:pt x="50636" y="589191"/>
                  </a:lnTo>
                  <a:lnTo>
                    <a:pt x="40509" y="589191"/>
                  </a:lnTo>
                  <a:lnTo>
                    <a:pt x="30382" y="589191"/>
                  </a:lnTo>
                  <a:lnTo>
                    <a:pt x="20254" y="589191"/>
                  </a:lnTo>
                  <a:lnTo>
                    <a:pt x="10127" y="589191"/>
                  </a:lnTo>
                  <a:lnTo>
                    <a:pt x="0" y="589191"/>
                  </a:lnTo>
                  <a:close/>
                </a:path>
              </a:pathLst>
            </a:custGeom>
            <a:solidFill>
              <a:srgbClr val="D55E00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4" name="pl23"/>
            <p:cNvSpPr/>
            <p:nvPr/>
          </p:nvSpPr>
          <p:spPr>
            <a:xfrm>
              <a:off x="1250201" y="4797191"/>
              <a:ext cx="5175079" cy="589120"/>
            </a:xfrm>
            <a:custGeom>
              <a:avLst/>
              <a:pathLst>
                <a:path w="5175079" h="589120">
                  <a:moveTo>
                    <a:pt x="0" y="575119"/>
                  </a:moveTo>
                  <a:lnTo>
                    <a:pt x="10127" y="574306"/>
                  </a:lnTo>
                  <a:lnTo>
                    <a:pt x="20254" y="573501"/>
                  </a:lnTo>
                  <a:lnTo>
                    <a:pt x="30382" y="572706"/>
                  </a:lnTo>
                  <a:lnTo>
                    <a:pt x="40509" y="571922"/>
                  </a:lnTo>
                  <a:lnTo>
                    <a:pt x="50636" y="571149"/>
                  </a:lnTo>
                  <a:lnTo>
                    <a:pt x="60764" y="570386"/>
                  </a:lnTo>
                  <a:lnTo>
                    <a:pt x="70891" y="569629"/>
                  </a:lnTo>
                  <a:lnTo>
                    <a:pt x="81018" y="568872"/>
                  </a:lnTo>
                  <a:lnTo>
                    <a:pt x="91146" y="568113"/>
                  </a:lnTo>
                  <a:lnTo>
                    <a:pt x="101273" y="567344"/>
                  </a:lnTo>
                  <a:lnTo>
                    <a:pt x="111400" y="566557"/>
                  </a:lnTo>
                  <a:lnTo>
                    <a:pt x="121528" y="565737"/>
                  </a:lnTo>
                  <a:lnTo>
                    <a:pt x="131655" y="564876"/>
                  </a:lnTo>
                  <a:lnTo>
                    <a:pt x="141783" y="563960"/>
                  </a:lnTo>
                  <a:lnTo>
                    <a:pt x="151910" y="562977"/>
                  </a:lnTo>
                  <a:lnTo>
                    <a:pt x="162037" y="561911"/>
                  </a:lnTo>
                  <a:lnTo>
                    <a:pt x="172165" y="560743"/>
                  </a:lnTo>
                  <a:lnTo>
                    <a:pt x="182292" y="559424"/>
                  </a:lnTo>
                  <a:lnTo>
                    <a:pt x="192419" y="557944"/>
                  </a:lnTo>
                  <a:lnTo>
                    <a:pt x="202547" y="556280"/>
                  </a:lnTo>
                  <a:lnTo>
                    <a:pt x="212674" y="554402"/>
                  </a:lnTo>
                  <a:lnTo>
                    <a:pt x="222801" y="552278"/>
                  </a:lnTo>
                  <a:lnTo>
                    <a:pt x="232929" y="549873"/>
                  </a:lnTo>
                  <a:lnTo>
                    <a:pt x="243056" y="547114"/>
                  </a:lnTo>
                  <a:lnTo>
                    <a:pt x="253183" y="543930"/>
                  </a:lnTo>
                  <a:lnTo>
                    <a:pt x="263311" y="540318"/>
                  </a:lnTo>
                  <a:lnTo>
                    <a:pt x="273438" y="536232"/>
                  </a:lnTo>
                  <a:lnTo>
                    <a:pt x="283566" y="531627"/>
                  </a:lnTo>
                  <a:lnTo>
                    <a:pt x="293693" y="526455"/>
                  </a:lnTo>
                  <a:lnTo>
                    <a:pt x="303820" y="520671"/>
                  </a:lnTo>
                  <a:lnTo>
                    <a:pt x="313948" y="514074"/>
                  </a:lnTo>
                  <a:lnTo>
                    <a:pt x="324075" y="506760"/>
                  </a:lnTo>
                  <a:lnTo>
                    <a:pt x="334202" y="498704"/>
                  </a:lnTo>
                  <a:lnTo>
                    <a:pt x="344330" y="489886"/>
                  </a:lnTo>
                  <a:lnTo>
                    <a:pt x="354457" y="480296"/>
                  </a:lnTo>
                  <a:lnTo>
                    <a:pt x="364584" y="469935"/>
                  </a:lnTo>
                  <a:lnTo>
                    <a:pt x="374712" y="458730"/>
                  </a:lnTo>
                  <a:lnTo>
                    <a:pt x="384839" y="446749"/>
                  </a:lnTo>
                  <a:lnTo>
                    <a:pt x="394966" y="434131"/>
                  </a:lnTo>
                  <a:lnTo>
                    <a:pt x="405094" y="420958"/>
                  </a:lnTo>
                  <a:lnTo>
                    <a:pt x="415221" y="407329"/>
                  </a:lnTo>
                  <a:lnTo>
                    <a:pt x="425349" y="393360"/>
                  </a:lnTo>
                  <a:lnTo>
                    <a:pt x="435476" y="379184"/>
                  </a:lnTo>
                  <a:lnTo>
                    <a:pt x="445603" y="365005"/>
                  </a:lnTo>
                  <a:lnTo>
                    <a:pt x="455731" y="351044"/>
                  </a:lnTo>
                  <a:lnTo>
                    <a:pt x="465858" y="337488"/>
                  </a:lnTo>
                  <a:lnTo>
                    <a:pt x="475985" y="324530"/>
                  </a:lnTo>
                  <a:lnTo>
                    <a:pt x="486113" y="312362"/>
                  </a:lnTo>
                  <a:lnTo>
                    <a:pt x="496240" y="301178"/>
                  </a:lnTo>
                  <a:lnTo>
                    <a:pt x="506367" y="291377"/>
                  </a:lnTo>
                  <a:lnTo>
                    <a:pt x="516495" y="283111"/>
                  </a:lnTo>
                  <a:lnTo>
                    <a:pt x="526622" y="276429"/>
                  </a:lnTo>
                  <a:lnTo>
                    <a:pt x="536749" y="271451"/>
                  </a:lnTo>
                  <a:lnTo>
                    <a:pt x="546877" y="268273"/>
                  </a:lnTo>
                  <a:lnTo>
                    <a:pt x="557004" y="266963"/>
                  </a:lnTo>
                  <a:lnTo>
                    <a:pt x="567132" y="267651"/>
                  </a:lnTo>
                  <a:lnTo>
                    <a:pt x="577259" y="270576"/>
                  </a:lnTo>
                  <a:lnTo>
                    <a:pt x="587386" y="275339"/>
                  </a:lnTo>
                  <a:lnTo>
                    <a:pt x="597514" y="281854"/>
                  </a:lnTo>
                  <a:lnTo>
                    <a:pt x="607641" y="290008"/>
                  </a:lnTo>
                  <a:lnTo>
                    <a:pt x="617768" y="299663"/>
                  </a:lnTo>
                  <a:lnTo>
                    <a:pt x="627896" y="310662"/>
                  </a:lnTo>
                  <a:lnTo>
                    <a:pt x="638023" y="322979"/>
                  </a:lnTo>
                  <a:lnTo>
                    <a:pt x="648150" y="336213"/>
                  </a:lnTo>
                  <a:lnTo>
                    <a:pt x="658278" y="350104"/>
                  </a:lnTo>
                  <a:lnTo>
                    <a:pt x="668405" y="364451"/>
                  </a:lnTo>
                  <a:lnTo>
                    <a:pt x="678532" y="379058"/>
                  </a:lnTo>
                  <a:lnTo>
                    <a:pt x="688660" y="393736"/>
                  </a:lnTo>
                  <a:lnTo>
                    <a:pt x="698787" y="408285"/>
                  </a:lnTo>
                  <a:lnTo>
                    <a:pt x="708915" y="422462"/>
                  </a:lnTo>
                  <a:lnTo>
                    <a:pt x="719042" y="436158"/>
                  </a:lnTo>
                  <a:lnTo>
                    <a:pt x="729169" y="449264"/>
                  </a:lnTo>
                  <a:lnTo>
                    <a:pt x="739297" y="461687"/>
                  </a:lnTo>
                  <a:lnTo>
                    <a:pt x="749424" y="473351"/>
                  </a:lnTo>
                  <a:lnTo>
                    <a:pt x="759551" y="484199"/>
                  </a:lnTo>
                  <a:lnTo>
                    <a:pt x="769679" y="494009"/>
                  </a:lnTo>
                  <a:lnTo>
                    <a:pt x="779806" y="502900"/>
                  </a:lnTo>
                  <a:lnTo>
                    <a:pt x="789933" y="510886"/>
                  </a:lnTo>
                  <a:lnTo>
                    <a:pt x="800061" y="517960"/>
                  </a:lnTo>
                  <a:lnTo>
                    <a:pt x="810188" y="524121"/>
                  </a:lnTo>
                  <a:lnTo>
                    <a:pt x="820315" y="529366"/>
                  </a:lnTo>
                  <a:lnTo>
                    <a:pt x="830443" y="533599"/>
                  </a:lnTo>
                  <a:lnTo>
                    <a:pt x="840570" y="536780"/>
                  </a:lnTo>
                  <a:lnTo>
                    <a:pt x="850698" y="539001"/>
                  </a:lnTo>
                  <a:lnTo>
                    <a:pt x="860825" y="540229"/>
                  </a:lnTo>
                  <a:lnTo>
                    <a:pt x="870952" y="540422"/>
                  </a:lnTo>
                  <a:lnTo>
                    <a:pt x="881080" y="539526"/>
                  </a:lnTo>
                  <a:lnTo>
                    <a:pt x="891207" y="537478"/>
                  </a:lnTo>
                  <a:lnTo>
                    <a:pt x="901334" y="533898"/>
                  </a:lnTo>
                  <a:lnTo>
                    <a:pt x="911462" y="528953"/>
                  </a:lnTo>
                  <a:lnTo>
                    <a:pt x="921589" y="522549"/>
                  </a:lnTo>
                  <a:lnTo>
                    <a:pt x="931716" y="514590"/>
                  </a:lnTo>
                  <a:lnTo>
                    <a:pt x="941844" y="504981"/>
                  </a:lnTo>
                  <a:lnTo>
                    <a:pt x="951971" y="493631"/>
                  </a:lnTo>
                  <a:lnTo>
                    <a:pt x="962098" y="480218"/>
                  </a:lnTo>
                  <a:lnTo>
                    <a:pt x="972226" y="464703"/>
                  </a:lnTo>
                  <a:lnTo>
                    <a:pt x="982353" y="447244"/>
                  </a:lnTo>
                  <a:lnTo>
                    <a:pt x="992481" y="427842"/>
                  </a:lnTo>
                  <a:lnTo>
                    <a:pt x="1002608" y="406528"/>
                  </a:lnTo>
                  <a:lnTo>
                    <a:pt x="1012735" y="383369"/>
                  </a:lnTo>
                  <a:lnTo>
                    <a:pt x="1022863" y="358428"/>
                  </a:lnTo>
                  <a:lnTo>
                    <a:pt x="1032990" y="331656"/>
                  </a:lnTo>
                  <a:lnTo>
                    <a:pt x="1043117" y="303635"/>
                  </a:lnTo>
                  <a:lnTo>
                    <a:pt x="1053245" y="274643"/>
                  </a:lnTo>
                  <a:lnTo>
                    <a:pt x="1063372" y="244997"/>
                  </a:lnTo>
                  <a:lnTo>
                    <a:pt x="1073499" y="215049"/>
                  </a:lnTo>
                  <a:lnTo>
                    <a:pt x="1083627" y="185186"/>
                  </a:lnTo>
                  <a:lnTo>
                    <a:pt x="1093754" y="155995"/>
                  </a:lnTo>
                  <a:lnTo>
                    <a:pt x="1103881" y="128043"/>
                  </a:lnTo>
                  <a:lnTo>
                    <a:pt x="1114009" y="101733"/>
                  </a:lnTo>
                  <a:lnTo>
                    <a:pt x="1124136" y="77502"/>
                  </a:lnTo>
                  <a:lnTo>
                    <a:pt x="1134264" y="55771"/>
                  </a:lnTo>
                  <a:lnTo>
                    <a:pt x="1144391" y="36931"/>
                  </a:lnTo>
                  <a:lnTo>
                    <a:pt x="1154518" y="21533"/>
                  </a:lnTo>
                  <a:lnTo>
                    <a:pt x="1164646" y="10410"/>
                  </a:lnTo>
                  <a:lnTo>
                    <a:pt x="1174773" y="3190"/>
                  </a:lnTo>
                  <a:lnTo>
                    <a:pt x="1184900" y="0"/>
                  </a:lnTo>
                  <a:lnTo>
                    <a:pt x="1195028" y="897"/>
                  </a:lnTo>
                  <a:lnTo>
                    <a:pt x="1205155" y="5872"/>
                  </a:lnTo>
                  <a:lnTo>
                    <a:pt x="1215282" y="14850"/>
                  </a:lnTo>
                  <a:lnTo>
                    <a:pt x="1225410" y="28300"/>
                  </a:lnTo>
                  <a:lnTo>
                    <a:pt x="1235537" y="45391"/>
                  </a:lnTo>
                  <a:lnTo>
                    <a:pt x="1245665" y="65617"/>
                  </a:lnTo>
                  <a:lnTo>
                    <a:pt x="1255792" y="88612"/>
                  </a:lnTo>
                  <a:lnTo>
                    <a:pt x="1265919" y="113976"/>
                  </a:lnTo>
                  <a:lnTo>
                    <a:pt x="1276047" y="141289"/>
                  </a:lnTo>
                  <a:lnTo>
                    <a:pt x="1286174" y="170181"/>
                  </a:lnTo>
                  <a:lnTo>
                    <a:pt x="1296301" y="200100"/>
                  </a:lnTo>
                  <a:lnTo>
                    <a:pt x="1306429" y="230408"/>
                  </a:lnTo>
                  <a:lnTo>
                    <a:pt x="1316556" y="260705"/>
                  </a:lnTo>
                  <a:lnTo>
                    <a:pt x="1326683" y="290621"/>
                  </a:lnTo>
                  <a:lnTo>
                    <a:pt x="1336811" y="319821"/>
                  </a:lnTo>
                  <a:lnTo>
                    <a:pt x="1346938" y="348005"/>
                  </a:lnTo>
                  <a:lnTo>
                    <a:pt x="1357065" y="374593"/>
                  </a:lnTo>
                  <a:lnTo>
                    <a:pt x="1367193" y="399586"/>
                  </a:lnTo>
                  <a:lnTo>
                    <a:pt x="1377320" y="422887"/>
                  </a:lnTo>
                  <a:lnTo>
                    <a:pt x="1387448" y="444411"/>
                  </a:lnTo>
                  <a:lnTo>
                    <a:pt x="1397575" y="464112"/>
                  </a:lnTo>
                  <a:lnTo>
                    <a:pt x="1407702" y="481976"/>
                  </a:lnTo>
                  <a:lnTo>
                    <a:pt x="1417830" y="497840"/>
                  </a:lnTo>
                  <a:lnTo>
                    <a:pt x="1427957" y="511756"/>
                  </a:lnTo>
                  <a:lnTo>
                    <a:pt x="1438084" y="524034"/>
                  </a:lnTo>
                  <a:lnTo>
                    <a:pt x="1448212" y="534774"/>
                  </a:lnTo>
                  <a:lnTo>
                    <a:pt x="1458339" y="544086"/>
                  </a:lnTo>
                  <a:lnTo>
                    <a:pt x="1468466" y="552086"/>
                  </a:lnTo>
                  <a:lnTo>
                    <a:pt x="1478594" y="558892"/>
                  </a:lnTo>
                  <a:lnTo>
                    <a:pt x="1488721" y="564433"/>
                  </a:lnTo>
                  <a:lnTo>
                    <a:pt x="1498848" y="569088"/>
                  </a:lnTo>
                  <a:lnTo>
                    <a:pt x="1508976" y="572965"/>
                  </a:lnTo>
                  <a:lnTo>
                    <a:pt x="1519103" y="576163"/>
                  </a:lnTo>
                  <a:lnTo>
                    <a:pt x="1529231" y="578778"/>
                  </a:lnTo>
                  <a:lnTo>
                    <a:pt x="1539358" y="580896"/>
                  </a:lnTo>
                  <a:lnTo>
                    <a:pt x="1549485" y="582551"/>
                  </a:lnTo>
                  <a:lnTo>
                    <a:pt x="1559613" y="583851"/>
                  </a:lnTo>
                  <a:lnTo>
                    <a:pt x="1569740" y="584887"/>
                  </a:lnTo>
                  <a:lnTo>
                    <a:pt x="1579867" y="585705"/>
                  </a:lnTo>
                  <a:lnTo>
                    <a:pt x="1589995" y="586345"/>
                  </a:lnTo>
                  <a:lnTo>
                    <a:pt x="1600122" y="586842"/>
                  </a:lnTo>
                  <a:lnTo>
                    <a:pt x="1610249" y="587221"/>
                  </a:lnTo>
                  <a:lnTo>
                    <a:pt x="1620377" y="587498"/>
                  </a:lnTo>
                  <a:lnTo>
                    <a:pt x="1630504" y="587710"/>
                  </a:lnTo>
                  <a:lnTo>
                    <a:pt x="1640631" y="587870"/>
                  </a:lnTo>
                  <a:lnTo>
                    <a:pt x="1650759" y="587986"/>
                  </a:lnTo>
                  <a:lnTo>
                    <a:pt x="1660886" y="588067"/>
                  </a:lnTo>
                  <a:lnTo>
                    <a:pt x="1671014" y="588117"/>
                  </a:lnTo>
                  <a:lnTo>
                    <a:pt x="1681141" y="588135"/>
                  </a:lnTo>
                  <a:lnTo>
                    <a:pt x="1691268" y="588126"/>
                  </a:lnTo>
                  <a:lnTo>
                    <a:pt x="1701396" y="588090"/>
                  </a:lnTo>
                  <a:lnTo>
                    <a:pt x="1711523" y="588024"/>
                  </a:lnTo>
                  <a:lnTo>
                    <a:pt x="1721650" y="587926"/>
                  </a:lnTo>
                  <a:lnTo>
                    <a:pt x="1731778" y="587791"/>
                  </a:lnTo>
                  <a:lnTo>
                    <a:pt x="1741905" y="587613"/>
                  </a:lnTo>
                  <a:lnTo>
                    <a:pt x="1752032" y="587376"/>
                  </a:lnTo>
                  <a:lnTo>
                    <a:pt x="1762160" y="587082"/>
                  </a:lnTo>
                  <a:lnTo>
                    <a:pt x="1772287" y="586721"/>
                  </a:lnTo>
                  <a:lnTo>
                    <a:pt x="1782414" y="586285"/>
                  </a:lnTo>
                  <a:lnTo>
                    <a:pt x="1792542" y="585764"/>
                  </a:lnTo>
                  <a:lnTo>
                    <a:pt x="1802669" y="585150"/>
                  </a:lnTo>
                  <a:lnTo>
                    <a:pt x="1812797" y="584411"/>
                  </a:lnTo>
                  <a:lnTo>
                    <a:pt x="1822924" y="583547"/>
                  </a:lnTo>
                  <a:lnTo>
                    <a:pt x="1833051" y="582552"/>
                  </a:lnTo>
                  <a:lnTo>
                    <a:pt x="1843179" y="581418"/>
                  </a:lnTo>
                  <a:lnTo>
                    <a:pt x="1853306" y="580135"/>
                  </a:lnTo>
                  <a:lnTo>
                    <a:pt x="1863433" y="578694"/>
                  </a:lnTo>
                  <a:lnTo>
                    <a:pt x="1873561" y="577075"/>
                  </a:lnTo>
                  <a:lnTo>
                    <a:pt x="1883688" y="575259"/>
                  </a:lnTo>
                  <a:lnTo>
                    <a:pt x="1893815" y="573269"/>
                  </a:lnTo>
                  <a:lnTo>
                    <a:pt x="1903943" y="571104"/>
                  </a:lnTo>
                  <a:lnTo>
                    <a:pt x="1914070" y="568768"/>
                  </a:lnTo>
                  <a:lnTo>
                    <a:pt x="1924197" y="566264"/>
                  </a:lnTo>
                  <a:lnTo>
                    <a:pt x="1934325" y="563602"/>
                  </a:lnTo>
                  <a:lnTo>
                    <a:pt x="1944452" y="560765"/>
                  </a:lnTo>
                  <a:lnTo>
                    <a:pt x="1954580" y="557803"/>
                  </a:lnTo>
                  <a:lnTo>
                    <a:pt x="1964707" y="554736"/>
                  </a:lnTo>
                  <a:lnTo>
                    <a:pt x="1974834" y="551588"/>
                  </a:lnTo>
                  <a:lnTo>
                    <a:pt x="1984962" y="548384"/>
                  </a:lnTo>
                  <a:lnTo>
                    <a:pt x="1995089" y="545149"/>
                  </a:lnTo>
                  <a:lnTo>
                    <a:pt x="2005216" y="541919"/>
                  </a:lnTo>
                  <a:lnTo>
                    <a:pt x="2015344" y="538738"/>
                  </a:lnTo>
                  <a:lnTo>
                    <a:pt x="2025471" y="535637"/>
                  </a:lnTo>
                  <a:lnTo>
                    <a:pt x="2035598" y="532650"/>
                  </a:lnTo>
                  <a:lnTo>
                    <a:pt x="2045726" y="529809"/>
                  </a:lnTo>
                  <a:lnTo>
                    <a:pt x="2055853" y="527145"/>
                  </a:lnTo>
                  <a:lnTo>
                    <a:pt x="2065980" y="524690"/>
                  </a:lnTo>
                  <a:lnTo>
                    <a:pt x="2076108" y="522531"/>
                  </a:lnTo>
                  <a:lnTo>
                    <a:pt x="2086235" y="520647"/>
                  </a:lnTo>
                  <a:lnTo>
                    <a:pt x="2096363" y="519058"/>
                  </a:lnTo>
                  <a:lnTo>
                    <a:pt x="2106490" y="517781"/>
                  </a:lnTo>
                  <a:lnTo>
                    <a:pt x="2116617" y="516830"/>
                  </a:lnTo>
                  <a:lnTo>
                    <a:pt x="2126745" y="516217"/>
                  </a:lnTo>
                  <a:lnTo>
                    <a:pt x="2136872" y="515994"/>
                  </a:lnTo>
                  <a:lnTo>
                    <a:pt x="2146999" y="516147"/>
                  </a:lnTo>
                  <a:lnTo>
                    <a:pt x="2157127" y="516640"/>
                  </a:lnTo>
                  <a:lnTo>
                    <a:pt x="2167254" y="517464"/>
                  </a:lnTo>
                  <a:lnTo>
                    <a:pt x="2177381" y="518609"/>
                  </a:lnTo>
                  <a:lnTo>
                    <a:pt x="2187509" y="520058"/>
                  </a:lnTo>
                  <a:lnTo>
                    <a:pt x="2197636" y="521803"/>
                  </a:lnTo>
                  <a:lnTo>
                    <a:pt x="2207763" y="523856"/>
                  </a:lnTo>
                  <a:lnTo>
                    <a:pt x="2217891" y="526137"/>
                  </a:lnTo>
                  <a:lnTo>
                    <a:pt x="2228018" y="528620"/>
                  </a:lnTo>
                  <a:lnTo>
                    <a:pt x="2238146" y="531276"/>
                  </a:lnTo>
                  <a:lnTo>
                    <a:pt x="2248273" y="534077"/>
                  </a:lnTo>
                  <a:lnTo>
                    <a:pt x="2258400" y="536994"/>
                  </a:lnTo>
                  <a:lnTo>
                    <a:pt x="2268528" y="540006"/>
                  </a:lnTo>
                  <a:lnTo>
                    <a:pt x="2278655" y="543066"/>
                  </a:lnTo>
                  <a:lnTo>
                    <a:pt x="2288782" y="546140"/>
                  </a:lnTo>
                  <a:lnTo>
                    <a:pt x="2298910" y="549205"/>
                  </a:lnTo>
                  <a:lnTo>
                    <a:pt x="2309037" y="552235"/>
                  </a:lnTo>
                  <a:lnTo>
                    <a:pt x="2319164" y="555208"/>
                  </a:lnTo>
                  <a:lnTo>
                    <a:pt x="2329292" y="558098"/>
                  </a:lnTo>
                  <a:lnTo>
                    <a:pt x="2339419" y="560870"/>
                  </a:lnTo>
                  <a:lnTo>
                    <a:pt x="2349546" y="563523"/>
                  </a:lnTo>
                  <a:lnTo>
                    <a:pt x="2359674" y="566047"/>
                  </a:lnTo>
                  <a:lnTo>
                    <a:pt x="2369801" y="568432"/>
                  </a:lnTo>
                  <a:lnTo>
                    <a:pt x="2379929" y="570671"/>
                  </a:lnTo>
                  <a:lnTo>
                    <a:pt x="2390056" y="572759"/>
                  </a:lnTo>
                  <a:lnTo>
                    <a:pt x="2400183" y="574665"/>
                  </a:lnTo>
                  <a:lnTo>
                    <a:pt x="2410311" y="576413"/>
                  </a:lnTo>
                  <a:lnTo>
                    <a:pt x="2420438" y="578010"/>
                  </a:lnTo>
                  <a:lnTo>
                    <a:pt x="2430565" y="579460"/>
                  </a:lnTo>
                  <a:lnTo>
                    <a:pt x="2440693" y="580769"/>
                  </a:lnTo>
                  <a:lnTo>
                    <a:pt x="2450820" y="581942"/>
                  </a:lnTo>
                  <a:lnTo>
                    <a:pt x="2460947" y="582977"/>
                  </a:lnTo>
                  <a:lnTo>
                    <a:pt x="2471075" y="583877"/>
                  </a:lnTo>
                  <a:lnTo>
                    <a:pt x="2481202" y="584670"/>
                  </a:lnTo>
                  <a:lnTo>
                    <a:pt x="2491330" y="585362"/>
                  </a:lnTo>
                  <a:lnTo>
                    <a:pt x="2501457" y="585964"/>
                  </a:lnTo>
                  <a:lnTo>
                    <a:pt x="2511584" y="586482"/>
                  </a:lnTo>
                  <a:lnTo>
                    <a:pt x="2521712" y="586925"/>
                  </a:lnTo>
                  <a:lnTo>
                    <a:pt x="2531839" y="587290"/>
                  </a:lnTo>
                  <a:lnTo>
                    <a:pt x="2541966" y="587598"/>
                  </a:lnTo>
                  <a:lnTo>
                    <a:pt x="2552094" y="587857"/>
                  </a:lnTo>
                  <a:lnTo>
                    <a:pt x="2562221" y="588073"/>
                  </a:lnTo>
                  <a:lnTo>
                    <a:pt x="2572348" y="588251"/>
                  </a:lnTo>
                  <a:lnTo>
                    <a:pt x="2582476" y="588398"/>
                  </a:lnTo>
                  <a:lnTo>
                    <a:pt x="2592603" y="588515"/>
                  </a:lnTo>
                  <a:lnTo>
                    <a:pt x="2602730" y="588608"/>
                  </a:lnTo>
                  <a:lnTo>
                    <a:pt x="2612858" y="588684"/>
                  </a:lnTo>
                  <a:lnTo>
                    <a:pt x="2622985" y="588745"/>
                  </a:lnTo>
                  <a:lnTo>
                    <a:pt x="2633113" y="588793"/>
                  </a:lnTo>
                  <a:lnTo>
                    <a:pt x="2643240" y="588832"/>
                  </a:lnTo>
                  <a:lnTo>
                    <a:pt x="2653367" y="588863"/>
                  </a:lnTo>
                  <a:lnTo>
                    <a:pt x="2663495" y="588886"/>
                  </a:lnTo>
                  <a:lnTo>
                    <a:pt x="2673622" y="588905"/>
                  </a:lnTo>
                  <a:lnTo>
                    <a:pt x="2683749" y="588921"/>
                  </a:lnTo>
                  <a:lnTo>
                    <a:pt x="2693877" y="588934"/>
                  </a:lnTo>
                  <a:lnTo>
                    <a:pt x="2704004" y="588945"/>
                  </a:lnTo>
                  <a:lnTo>
                    <a:pt x="2714131" y="588954"/>
                  </a:lnTo>
                  <a:lnTo>
                    <a:pt x="2724259" y="588962"/>
                  </a:lnTo>
                  <a:lnTo>
                    <a:pt x="2734386" y="588969"/>
                  </a:lnTo>
                  <a:lnTo>
                    <a:pt x="2744513" y="588976"/>
                  </a:lnTo>
                  <a:lnTo>
                    <a:pt x="2754641" y="588982"/>
                  </a:lnTo>
                  <a:lnTo>
                    <a:pt x="2764768" y="588987"/>
                  </a:lnTo>
                  <a:lnTo>
                    <a:pt x="2774896" y="588992"/>
                  </a:lnTo>
                  <a:lnTo>
                    <a:pt x="2785023" y="588996"/>
                  </a:lnTo>
                  <a:lnTo>
                    <a:pt x="2795150" y="589000"/>
                  </a:lnTo>
                  <a:lnTo>
                    <a:pt x="2805278" y="589003"/>
                  </a:lnTo>
                  <a:lnTo>
                    <a:pt x="2815405" y="589006"/>
                  </a:lnTo>
                  <a:lnTo>
                    <a:pt x="2825532" y="589008"/>
                  </a:lnTo>
                  <a:lnTo>
                    <a:pt x="2835660" y="589010"/>
                  </a:lnTo>
                  <a:lnTo>
                    <a:pt x="2845787" y="589012"/>
                  </a:lnTo>
                  <a:lnTo>
                    <a:pt x="2855914" y="589013"/>
                  </a:lnTo>
                  <a:lnTo>
                    <a:pt x="2866042" y="589013"/>
                  </a:lnTo>
                  <a:lnTo>
                    <a:pt x="2876169" y="589014"/>
                  </a:lnTo>
                  <a:lnTo>
                    <a:pt x="2886296" y="589014"/>
                  </a:lnTo>
                  <a:lnTo>
                    <a:pt x="2896424" y="589013"/>
                  </a:lnTo>
                  <a:lnTo>
                    <a:pt x="2906551" y="589013"/>
                  </a:lnTo>
                  <a:lnTo>
                    <a:pt x="2916679" y="589013"/>
                  </a:lnTo>
                  <a:lnTo>
                    <a:pt x="2926806" y="589012"/>
                  </a:lnTo>
                  <a:lnTo>
                    <a:pt x="2936933" y="589012"/>
                  </a:lnTo>
                  <a:lnTo>
                    <a:pt x="2947061" y="589011"/>
                  </a:lnTo>
                  <a:lnTo>
                    <a:pt x="2957188" y="589010"/>
                  </a:lnTo>
                  <a:lnTo>
                    <a:pt x="2967315" y="589009"/>
                  </a:lnTo>
                  <a:lnTo>
                    <a:pt x="2977443" y="589007"/>
                  </a:lnTo>
                  <a:lnTo>
                    <a:pt x="2987570" y="589005"/>
                  </a:lnTo>
                  <a:lnTo>
                    <a:pt x="2997697" y="589002"/>
                  </a:lnTo>
                  <a:lnTo>
                    <a:pt x="3007825" y="588997"/>
                  </a:lnTo>
                  <a:lnTo>
                    <a:pt x="3017952" y="588991"/>
                  </a:lnTo>
                  <a:lnTo>
                    <a:pt x="3028079" y="588983"/>
                  </a:lnTo>
                  <a:lnTo>
                    <a:pt x="3038207" y="588972"/>
                  </a:lnTo>
                  <a:lnTo>
                    <a:pt x="3048334" y="588958"/>
                  </a:lnTo>
                  <a:lnTo>
                    <a:pt x="3058462" y="588939"/>
                  </a:lnTo>
                  <a:lnTo>
                    <a:pt x="3068589" y="588915"/>
                  </a:lnTo>
                  <a:lnTo>
                    <a:pt x="3078716" y="588885"/>
                  </a:lnTo>
                  <a:lnTo>
                    <a:pt x="3088844" y="588849"/>
                  </a:lnTo>
                  <a:lnTo>
                    <a:pt x="3098971" y="588806"/>
                  </a:lnTo>
                  <a:lnTo>
                    <a:pt x="3109098" y="588755"/>
                  </a:lnTo>
                  <a:lnTo>
                    <a:pt x="3119226" y="588692"/>
                  </a:lnTo>
                  <a:lnTo>
                    <a:pt x="3129353" y="588620"/>
                  </a:lnTo>
                  <a:lnTo>
                    <a:pt x="3139480" y="588538"/>
                  </a:lnTo>
                  <a:lnTo>
                    <a:pt x="3149608" y="588444"/>
                  </a:lnTo>
                  <a:lnTo>
                    <a:pt x="3159735" y="588340"/>
                  </a:lnTo>
                  <a:lnTo>
                    <a:pt x="3169862" y="588224"/>
                  </a:lnTo>
                  <a:lnTo>
                    <a:pt x="3179990" y="588095"/>
                  </a:lnTo>
                  <a:lnTo>
                    <a:pt x="3190117" y="587954"/>
                  </a:lnTo>
                  <a:lnTo>
                    <a:pt x="3200245" y="587804"/>
                  </a:lnTo>
                  <a:lnTo>
                    <a:pt x="3210372" y="587644"/>
                  </a:lnTo>
                  <a:lnTo>
                    <a:pt x="3220499" y="587476"/>
                  </a:lnTo>
                  <a:lnTo>
                    <a:pt x="3230627" y="587302"/>
                  </a:lnTo>
                  <a:lnTo>
                    <a:pt x="3240754" y="587124"/>
                  </a:lnTo>
                  <a:lnTo>
                    <a:pt x="3250881" y="586943"/>
                  </a:lnTo>
                  <a:lnTo>
                    <a:pt x="3261009" y="586763"/>
                  </a:lnTo>
                  <a:lnTo>
                    <a:pt x="3271136" y="586587"/>
                  </a:lnTo>
                  <a:lnTo>
                    <a:pt x="3281263" y="586418"/>
                  </a:lnTo>
                  <a:lnTo>
                    <a:pt x="3291391" y="586257"/>
                  </a:lnTo>
                  <a:lnTo>
                    <a:pt x="3301518" y="586107"/>
                  </a:lnTo>
                  <a:lnTo>
                    <a:pt x="3311645" y="585974"/>
                  </a:lnTo>
                  <a:lnTo>
                    <a:pt x="3321773" y="585859"/>
                  </a:lnTo>
                  <a:lnTo>
                    <a:pt x="3331900" y="585763"/>
                  </a:lnTo>
                  <a:lnTo>
                    <a:pt x="3342028" y="585687"/>
                  </a:lnTo>
                  <a:lnTo>
                    <a:pt x="3352155" y="585631"/>
                  </a:lnTo>
                  <a:lnTo>
                    <a:pt x="3362282" y="585597"/>
                  </a:lnTo>
                  <a:lnTo>
                    <a:pt x="3372410" y="585584"/>
                  </a:lnTo>
                  <a:lnTo>
                    <a:pt x="3382537" y="585592"/>
                  </a:lnTo>
                  <a:lnTo>
                    <a:pt x="3392664" y="585616"/>
                  </a:lnTo>
                  <a:lnTo>
                    <a:pt x="3402792" y="585651"/>
                  </a:lnTo>
                  <a:lnTo>
                    <a:pt x="3412919" y="585693"/>
                  </a:lnTo>
                  <a:lnTo>
                    <a:pt x="3423046" y="585735"/>
                  </a:lnTo>
                  <a:lnTo>
                    <a:pt x="3433174" y="585770"/>
                  </a:lnTo>
                  <a:lnTo>
                    <a:pt x="3443301" y="585785"/>
                  </a:lnTo>
                  <a:lnTo>
                    <a:pt x="3453428" y="585765"/>
                  </a:lnTo>
                  <a:lnTo>
                    <a:pt x="3463556" y="585699"/>
                  </a:lnTo>
                  <a:lnTo>
                    <a:pt x="3473683" y="585570"/>
                  </a:lnTo>
                  <a:lnTo>
                    <a:pt x="3483811" y="585361"/>
                  </a:lnTo>
                  <a:lnTo>
                    <a:pt x="3493938" y="585051"/>
                  </a:lnTo>
                  <a:lnTo>
                    <a:pt x="3504065" y="584605"/>
                  </a:lnTo>
                  <a:lnTo>
                    <a:pt x="3514193" y="583973"/>
                  </a:lnTo>
                  <a:lnTo>
                    <a:pt x="3524320" y="583141"/>
                  </a:lnTo>
                  <a:lnTo>
                    <a:pt x="3534447" y="582074"/>
                  </a:lnTo>
                  <a:lnTo>
                    <a:pt x="3544575" y="580733"/>
                  </a:lnTo>
                  <a:lnTo>
                    <a:pt x="3554702" y="579076"/>
                  </a:lnTo>
                  <a:lnTo>
                    <a:pt x="3564829" y="577058"/>
                  </a:lnTo>
                  <a:lnTo>
                    <a:pt x="3574957" y="574538"/>
                  </a:lnTo>
                  <a:lnTo>
                    <a:pt x="3585084" y="571517"/>
                  </a:lnTo>
                  <a:lnTo>
                    <a:pt x="3595211" y="567957"/>
                  </a:lnTo>
                  <a:lnTo>
                    <a:pt x="3605339" y="563807"/>
                  </a:lnTo>
                  <a:lnTo>
                    <a:pt x="3615466" y="559017"/>
                  </a:lnTo>
                  <a:lnTo>
                    <a:pt x="3625594" y="553542"/>
                  </a:lnTo>
                  <a:lnTo>
                    <a:pt x="3635721" y="547267"/>
                  </a:lnTo>
                  <a:lnTo>
                    <a:pt x="3645848" y="540119"/>
                  </a:lnTo>
                  <a:lnTo>
                    <a:pt x="3655976" y="532178"/>
                  </a:lnTo>
                  <a:lnTo>
                    <a:pt x="3666103" y="523440"/>
                  </a:lnTo>
                  <a:lnTo>
                    <a:pt x="3676230" y="513914"/>
                  </a:lnTo>
                  <a:lnTo>
                    <a:pt x="3686358" y="503625"/>
                  </a:lnTo>
                  <a:lnTo>
                    <a:pt x="3696485" y="492611"/>
                  </a:lnTo>
                  <a:lnTo>
                    <a:pt x="3706612" y="480816"/>
                  </a:lnTo>
                  <a:lnTo>
                    <a:pt x="3716740" y="468494"/>
                  </a:lnTo>
                  <a:lnTo>
                    <a:pt x="3726867" y="455762"/>
                  </a:lnTo>
                  <a:lnTo>
                    <a:pt x="3736995" y="442754"/>
                  </a:lnTo>
                  <a:lnTo>
                    <a:pt x="3747122" y="429618"/>
                  </a:lnTo>
                  <a:lnTo>
                    <a:pt x="3757249" y="416516"/>
                  </a:lnTo>
                  <a:lnTo>
                    <a:pt x="3767377" y="403680"/>
                  </a:lnTo>
                  <a:lnTo>
                    <a:pt x="3777504" y="391374"/>
                  </a:lnTo>
                  <a:lnTo>
                    <a:pt x="3787631" y="379763"/>
                  </a:lnTo>
                  <a:lnTo>
                    <a:pt x="3797759" y="369037"/>
                  </a:lnTo>
                  <a:lnTo>
                    <a:pt x="3807886" y="359375"/>
                  </a:lnTo>
                  <a:lnTo>
                    <a:pt x="3818013" y="350947"/>
                  </a:lnTo>
                  <a:lnTo>
                    <a:pt x="3828141" y="343945"/>
                  </a:lnTo>
                  <a:lnTo>
                    <a:pt x="3838268" y="338819"/>
                  </a:lnTo>
                  <a:lnTo>
                    <a:pt x="3848395" y="335375"/>
                  </a:lnTo>
                  <a:lnTo>
                    <a:pt x="3858523" y="333669"/>
                  </a:lnTo>
                  <a:lnTo>
                    <a:pt x="3868650" y="333732"/>
                  </a:lnTo>
                  <a:lnTo>
                    <a:pt x="3878778" y="335563"/>
                  </a:lnTo>
                  <a:lnTo>
                    <a:pt x="3888905" y="339132"/>
                  </a:lnTo>
                  <a:lnTo>
                    <a:pt x="3899032" y="344607"/>
                  </a:lnTo>
                  <a:lnTo>
                    <a:pt x="3909160" y="351729"/>
                  </a:lnTo>
                  <a:lnTo>
                    <a:pt x="3919287" y="360229"/>
                  </a:lnTo>
                  <a:lnTo>
                    <a:pt x="3929414" y="369951"/>
                  </a:lnTo>
                  <a:lnTo>
                    <a:pt x="3939542" y="380724"/>
                  </a:lnTo>
                  <a:lnTo>
                    <a:pt x="3949669" y="392366"/>
                  </a:lnTo>
                  <a:lnTo>
                    <a:pt x="3959796" y="404706"/>
                  </a:lnTo>
                  <a:lnTo>
                    <a:pt x="3969924" y="417538"/>
                  </a:lnTo>
                  <a:lnTo>
                    <a:pt x="3980051" y="430557"/>
                  </a:lnTo>
                  <a:lnTo>
                    <a:pt x="3990178" y="443585"/>
                  </a:lnTo>
                  <a:lnTo>
                    <a:pt x="4000306" y="456457"/>
                  </a:lnTo>
                  <a:lnTo>
                    <a:pt x="4010433" y="469023"/>
                  </a:lnTo>
                  <a:lnTo>
                    <a:pt x="4020561" y="481146"/>
                  </a:lnTo>
                  <a:lnTo>
                    <a:pt x="4030688" y="492588"/>
                  </a:lnTo>
                  <a:lnTo>
                    <a:pt x="4040815" y="503301"/>
                  </a:lnTo>
                  <a:lnTo>
                    <a:pt x="4050943" y="513253"/>
                  </a:lnTo>
                  <a:lnTo>
                    <a:pt x="4061070" y="522405"/>
                  </a:lnTo>
                  <a:lnTo>
                    <a:pt x="4071197" y="530728"/>
                  </a:lnTo>
                  <a:lnTo>
                    <a:pt x="4081325" y="538213"/>
                  </a:lnTo>
                  <a:lnTo>
                    <a:pt x="4091452" y="544805"/>
                  </a:lnTo>
                  <a:lnTo>
                    <a:pt x="4101579" y="550472"/>
                  </a:lnTo>
                  <a:lnTo>
                    <a:pt x="4111707" y="555377"/>
                  </a:lnTo>
                  <a:lnTo>
                    <a:pt x="4121834" y="559566"/>
                  </a:lnTo>
                  <a:lnTo>
                    <a:pt x="4131961" y="563089"/>
                  </a:lnTo>
                  <a:lnTo>
                    <a:pt x="4142089" y="566000"/>
                  </a:lnTo>
                  <a:lnTo>
                    <a:pt x="4152216" y="568356"/>
                  </a:lnTo>
                  <a:lnTo>
                    <a:pt x="4162344" y="570134"/>
                  </a:lnTo>
                  <a:lnTo>
                    <a:pt x="4172471" y="571496"/>
                  </a:lnTo>
                  <a:lnTo>
                    <a:pt x="4182598" y="572511"/>
                  </a:lnTo>
                  <a:lnTo>
                    <a:pt x="4192726" y="573232"/>
                  </a:lnTo>
                  <a:lnTo>
                    <a:pt x="4202853" y="573711"/>
                  </a:lnTo>
                  <a:lnTo>
                    <a:pt x="4212980" y="573997"/>
                  </a:lnTo>
                  <a:lnTo>
                    <a:pt x="4223108" y="574127"/>
                  </a:lnTo>
                  <a:lnTo>
                    <a:pt x="4233235" y="574153"/>
                  </a:lnTo>
                  <a:lnTo>
                    <a:pt x="4243362" y="574128"/>
                  </a:lnTo>
                  <a:lnTo>
                    <a:pt x="4253490" y="574081"/>
                  </a:lnTo>
                  <a:lnTo>
                    <a:pt x="4263617" y="574037"/>
                  </a:lnTo>
                  <a:lnTo>
                    <a:pt x="4273744" y="574019"/>
                  </a:lnTo>
                  <a:lnTo>
                    <a:pt x="4283872" y="574045"/>
                  </a:lnTo>
                  <a:lnTo>
                    <a:pt x="4293999" y="574145"/>
                  </a:lnTo>
                  <a:lnTo>
                    <a:pt x="4304127" y="574318"/>
                  </a:lnTo>
                  <a:lnTo>
                    <a:pt x="4314254" y="574567"/>
                  </a:lnTo>
                  <a:lnTo>
                    <a:pt x="4324381" y="574895"/>
                  </a:lnTo>
                  <a:lnTo>
                    <a:pt x="4334509" y="575299"/>
                  </a:lnTo>
                  <a:lnTo>
                    <a:pt x="4344636" y="575778"/>
                  </a:lnTo>
                  <a:lnTo>
                    <a:pt x="4354763" y="576334"/>
                  </a:lnTo>
                  <a:lnTo>
                    <a:pt x="4364891" y="576953"/>
                  </a:lnTo>
                  <a:lnTo>
                    <a:pt x="4375018" y="577620"/>
                  </a:lnTo>
                  <a:lnTo>
                    <a:pt x="4385145" y="578326"/>
                  </a:lnTo>
                  <a:lnTo>
                    <a:pt x="4395273" y="579059"/>
                  </a:lnTo>
                  <a:lnTo>
                    <a:pt x="4405400" y="579811"/>
                  </a:lnTo>
                  <a:lnTo>
                    <a:pt x="4415527" y="580570"/>
                  </a:lnTo>
                  <a:lnTo>
                    <a:pt x="4425655" y="581323"/>
                  </a:lnTo>
                  <a:lnTo>
                    <a:pt x="4435782" y="582060"/>
                  </a:lnTo>
                  <a:lnTo>
                    <a:pt x="4445910" y="582774"/>
                  </a:lnTo>
                  <a:lnTo>
                    <a:pt x="4456037" y="583460"/>
                  </a:lnTo>
                  <a:lnTo>
                    <a:pt x="4466164" y="584110"/>
                  </a:lnTo>
                  <a:lnTo>
                    <a:pt x="4476292" y="584721"/>
                  </a:lnTo>
                  <a:lnTo>
                    <a:pt x="4486419" y="585283"/>
                  </a:lnTo>
                  <a:lnTo>
                    <a:pt x="4496546" y="585796"/>
                  </a:lnTo>
                  <a:lnTo>
                    <a:pt x="4506674" y="586264"/>
                  </a:lnTo>
                  <a:lnTo>
                    <a:pt x="4516801" y="586687"/>
                  </a:lnTo>
                  <a:lnTo>
                    <a:pt x="4526928" y="587065"/>
                  </a:lnTo>
                  <a:lnTo>
                    <a:pt x="4537056" y="587401"/>
                  </a:lnTo>
                  <a:lnTo>
                    <a:pt x="4547183" y="587695"/>
                  </a:lnTo>
                  <a:lnTo>
                    <a:pt x="4557310" y="587944"/>
                  </a:lnTo>
                  <a:lnTo>
                    <a:pt x="4567438" y="588161"/>
                  </a:lnTo>
                  <a:lnTo>
                    <a:pt x="4577565" y="588346"/>
                  </a:lnTo>
                  <a:lnTo>
                    <a:pt x="4587693" y="588504"/>
                  </a:lnTo>
                  <a:lnTo>
                    <a:pt x="4597820" y="588637"/>
                  </a:lnTo>
                  <a:lnTo>
                    <a:pt x="4607947" y="588747"/>
                  </a:lnTo>
                  <a:lnTo>
                    <a:pt x="4618075" y="588836"/>
                  </a:lnTo>
                  <a:lnTo>
                    <a:pt x="4628202" y="588908"/>
                  </a:lnTo>
                  <a:lnTo>
                    <a:pt x="4638329" y="588967"/>
                  </a:lnTo>
                  <a:lnTo>
                    <a:pt x="4648457" y="589013"/>
                  </a:lnTo>
                  <a:lnTo>
                    <a:pt x="4658584" y="589050"/>
                  </a:lnTo>
                  <a:lnTo>
                    <a:pt x="4668711" y="589078"/>
                  </a:lnTo>
                  <a:lnTo>
                    <a:pt x="4678839" y="589098"/>
                  </a:lnTo>
                  <a:lnTo>
                    <a:pt x="4688966" y="589111"/>
                  </a:lnTo>
                  <a:lnTo>
                    <a:pt x="4699093" y="589118"/>
                  </a:lnTo>
                  <a:lnTo>
                    <a:pt x="4709221" y="589120"/>
                  </a:lnTo>
                  <a:lnTo>
                    <a:pt x="4719348" y="589117"/>
                  </a:lnTo>
                  <a:lnTo>
                    <a:pt x="4729476" y="589108"/>
                  </a:lnTo>
                  <a:lnTo>
                    <a:pt x="4739603" y="589094"/>
                  </a:lnTo>
                  <a:lnTo>
                    <a:pt x="4749730" y="589073"/>
                  </a:lnTo>
                  <a:lnTo>
                    <a:pt x="4759858" y="589045"/>
                  </a:lnTo>
                  <a:lnTo>
                    <a:pt x="4769985" y="589009"/>
                  </a:lnTo>
                  <a:lnTo>
                    <a:pt x="4780112" y="588965"/>
                  </a:lnTo>
                  <a:lnTo>
                    <a:pt x="4790240" y="588910"/>
                  </a:lnTo>
                  <a:lnTo>
                    <a:pt x="4800367" y="588843"/>
                  </a:lnTo>
                  <a:lnTo>
                    <a:pt x="4810494" y="588762"/>
                  </a:lnTo>
                  <a:lnTo>
                    <a:pt x="4820622" y="588664"/>
                  </a:lnTo>
                  <a:lnTo>
                    <a:pt x="4830749" y="588548"/>
                  </a:lnTo>
                  <a:lnTo>
                    <a:pt x="4840877" y="588413"/>
                  </a:lnTo>
                  <a:lnTo>
                    <a:pt x="4851004" y="588257"/>
                  </a:lnTo>
                  <a:lnTo>
                    <a:pt x="4861131" y="588077"/>
                  </a:lnTo>
                  <a:lnTo>
                    <a:pt x="4871259" y="587873"/>
                  </a:lnTo>
                  <a:lnTo>
                    <a:pt x="4881386" y="587636"/>
                  </a:lnTo>
                  <a:lnTo>
                    <a:pt x="4891513" y="587370"/>
                  </a:lnTo>
                  <a:lnTo>
                    <a:pt x="4901641" y="587076"/>
                  </a:lnTo>
                  <a:lnTo>
                    <a:pt x="4911768" y="586751"/>
                  </a:lnTo>
                  <a:lnTo>
                    <a:pt x="4921895" y="586397"/>
                  </a:lnTo>
                  <a:lnTo>
                    <a:pt x="4932023" y="586015"/>
                  </a:lnTo>
                  <a:lnTo>
                    <a:pt x="4942150" y="585601"/>
                  </a:lnTo>
                  <a:lnTo>
                    <a:pt x="4952277" y="585160"/>
                  </a:lnTo>
                  <a:lnTo>
                    <a:pt x="4962405" y="584697"/>
                  </a:lnTo>
                  <a:lnTo>
                    <a:pt x="4972532" y="584217"/>
                  </a:lnTo>
                  <a:lnTo>
                    <a:pt x="4982660" y="583723"/>
                  </a:lnTo>
                  <a:lnTo>
                    <a:pt x="4992787" y="583220"/>
                  </a:lnTo>
                  <a:lnTo>
                    <a:pt x="5002914" y="582715"/>
                  </a:lnTo>
                  <a:lnTo>
                    <a:pt x="5013042" y="582216"/>
                  </a:lnTo>
                  <a:lnTo>
                    <a:pt x="5023169" y="581730"/>
                  </a:lnTo>
                  <a:lnTo>
                    <a:pt x="5033296" y="581265"/>
                  </a:lnTo>
                  <a:lnTo>
                    <a:pt x="5043424" y="580827"/>
                  </a:lnTo>
                  <a:lnTo>
                    <a:pt x="5053551" y="580424"/>
                  </a:lnTo>
                  <a:lnTo>
                    <a:pt x="5063678" y="580060"/>
                  </a:lnTo>
                  <a:lnTo>
                    <a:pt x="5073806" y="579752"/>
                  </a:lnTo>
                  <a:lnTo>
                    <a:pt x="5083933" y="579503"/>
                  </a:lnTo>
                  <a:lnTo>
                    <a:pt x="5094060" y="579312"/>
                  </a:lnTo>
                  <a:lnTo>
                    <a:pt x="5104188" y="579184"/>
                  </a:lnTo>
                  <a:lnTo>
                    <a:pt x="5114315" y="579120"/>
                  </a:lnTo>
                  <a:lnTo>
                    <a:pt x="5124443" y="579122"/>
                  </a:lnTo>
                  <a:lnTo>
                    <a:pt x="5134570" y="579194"/>
                  </a:lnTo>
                  <a:lnTo>
                    <a:pt x="5144697" y="579341"/>
                  </a:lnTo>
                  <a:lnTo>
                    <a:pt x="5154825" y="579549"/>
                  </a:lnTo>
                  <a:lnTo>
                    <a:pt x="5164952" y="579814"/>
                  </a:lnTo>
                  <a:lnTo>
                    <a:pt x="5175079" y="580132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g24"/>
            <p:cNvSpPr/>
            <p:nvPr/>
          </p:nvSpPr>
          <p:spPr>
            <a:xfrm>
              <a:off x="1250201" y="2332731"/>
              <a:ext cx="5175079" cy="3053650"/>
            </a:xfrm>
            <a:custGeom>
              <a:avLst/>
              <a:pathLst>
                <a:path w="5175079" h="3053650">
                  <a:moveTo>
                    <a:pt x="0" y="3053650"/>
                  </a:moveTo>
                  <a:lnTo>
                    <a:pt x="10127" y="3053650"/>
                  </a:lnTo>
                  <a:lnTo>
                    <a:pt x="20254" y="3053650"/>
                  </a:lnTo>
                  <a:lnTo>
                    <a:pt x="30382" y="3053650"/>
                  </a:lnTo>
                  <a:lnTo>
                    <a:pt x="40509" y="3053650"/>
                  </a:lnTo>
                  <a:lnTo>
                    <a:pt x="50636" y="3053650"/>
                  </a:lnTo>
                  <a:lnTo>
                    <a:pt x="60764" y="3053650"/>
                  </a:lnTo>
                  <a:lnTo>
                    <a:pt x="70891" y="3053650"/>
                  </a:lnTo>
                  <a:lnTo>
                    <a:pt x="81018" y="3053650"/>
                  </a:lnTo>
                  <a:lnTo>
                    <a:pt x="91146" y="3053650"/>
                  </a:lnTo>
                  <a:lnTo>
                    <a:pt x="101273" y="3053649"/>
                  </a:lnTo>
                  <a:lnTo>
                    <a:pt x="111400" y="3053642"/>
                  </a:lnTo>
                  <a:lnTo>
                    <a:pt x="121528" y="3053611"/>
                  </a:lnTo>
                  <a:lnTo>
                    <a:pt x="131655" y="3053488"/>
                  </a:lnTo>
                  <a:lnTo>
                    <a:pt x="141783" y="3053026"/>
                  </a:lnTo>
                  <a:lnTo>
                    <a:pt x="151910" y="3051436"/>
                  </a:lnTo>
                  <a:lnTo>
                    <a:pt x="162037" y="3046153"/>
                  </a:lnTo>
                  <a:lnTo>
                    <a:pt x="172165" y="3030428"/>
                  </a:lnTo>
                  <a:lnTo>
                    <a:pt x="182292" y="2989953"/>
                  </a:lnTo>
                  <a:lnTo>
                    <a:pt x="192419" y="2899448"/>
                  </a:lnTo>
                  <a:lnTo>
                    <a:pt x="202547" y="2724627"/>
                  </a:lnTo>
                  <a:lnTo>
                    <a:pt x="212674" y="2434847"/>
                  </a:lnTo>
                  <a:lnTo>
                    <a:pt x="222801" y="2026793"/>
                  </a:lnTo>
                  <a:lnTo>
                    <a:pt x="232929" y="1547677"/>
                  </a:lnTo>
                  <a:lnTo>
                    <a:pt x="243056" y="1097711"/>
                  </a:lnTo>
                  <a:lnTo>
                    <a:pt x="253183" y="798974"/>
                  </a:lnTo>
                  <a:lnTo>
                    <a:pt x="263311" y="741613"/>
                  </a:lnTo>
                  <a:lnTo>
                    <a:pt x="273438" y="939624"/>
                  </a:lnTo>
                  <a:lnTo>
                    <a:pt x="283566" y="1325576"/>
                  </a:lnTo>
                  <a:lnTo>
                    <a:pt x="293693" y="1786734"/>
                  </a:lnTo>
                  <a:lnTo>
                    <a:pt x="303820" y="2216958"/>
                  </a:lnTo>
                  <a:lnTo>
                    <a:pt x="313948" y="2552796"/>
                  </a:lnTo>
                  <a:lnTo>
                    <a:pt x="324075" y="2779453"/>
                  </a:lnTo>
                  <a:lnTo>
                    <a:pt x="334202" y="2914447"/>
                  </a:lnTo>
                  <a:lnTo>
                    <a:pt x="344330" y="2986263"/>
                  </a:lnTo>
                  <a:lnTo>
                    <a:pt x="354457" y="3020190"/>
                  </a:lnTo>
                  <a:lnTo>
                    <a:pt x="364584" y="3033544"/>
                  </a:lnTo>
                  <a:lnTo>
                    <a:pt x="374712" y="3036650"/>
                  </a:lnTo>
                  <a:lnTo>
                    <a:pt x="384839" y="3035430"/>
                  </a:lnTo>
                  <a:lnTo>
                    <a:pt x="394966" y="3033397"/>
                  </a:lnTo>
                  <a:lnTo>
                    <a:pt x="405094" y="3032664"/>
                  </a:lnTo>
                  <a:lnTo>
                    <a:pt x="415221" y="3034042"/>
                  </a:lnTo>
                  <a:lnTo>
                    <a:pt x="425349" y="3037218"/>
                  </a:lnTo>
                  <a:lnTo>
                    <a:pt x="435476" y="3041299"/>
                  </a:lnTo>
                  <a:lnTo>
                    <a:pt x="445603" y="3045280"/>
                  </a:lnTo>
                  <a:lnTo>
                    <a:pt x="455731" y="3048381"/>
                  </a:lnTo>
                  <a:lnTo>
                    <a:pt x="465858" y="3050002"/>
                  </a:lnTo>
                  <a:lnTo>
                    <a:pt x="475985" y="3049173"/>
                  </a:lnTo>
                  <a:lnTo>
                    <a:pt x="486113" y="3043301"/>
                  </a:lnTo>
                  <a:lnTo>
                    <a:pt x="496240" y="3025870"/>
                  </a:lnTo>
                  <a:lnTo>
                    <a:pt x="506367" y="2982960"/>
                  </a:lnTo>
                  <a:lnTo>
                    <a:pt x="516495" y="2889573"/>
                  </a:lnTo>
                  <a:lnTo>
                    <a:pt x="526622" y="2709139"/>
                  </a:lnTo>
                  <a:lnTo>
                    <a:pt x="536749" y="2401734"/>
                  </a:lnTo>
                  <a:lnTo>
                    <a:pt x="546877" y="1944976"/>
                  </a:lnTo>
                  <a:lnTo>
                    <a:pt x="557004" y="1363031"/>
                  </a:lnTo>
                  <a:lnTo>
                    <a:pt x="567132" y="746715"/>
                  </a:lnTo>
                  <a:lnTo>
                    <a:pt x="577259" y="242265"/>
                  </a:lnTo>
                  <a:lnTo>
                    <a:pt x="587386" y="0"/>
                  </a:lnTo>
                  <a:lnTo>
                    <a:pt x="597514" y="103725"/>
                  </a:lnTo>
                  <a:lnTo>
                    <a:pt x="607641" y="524585"/>
                  </a:lnTo>
                  <a:lnTo>
                    <a:pt x="617768" y="1133371"/>
                  </a:lnTo>
                  <a:lnTo>
                    <a:pt x="627896" y="1764792"/>
                  </a:lnTo>
                  <a:lnTo>
                    <a:pt x="638023" y="2290186"/>
                  </a:lnTo>
                  <a:lnTo>
                    <a:pt x="648150" y="2650903"/>
                  </a:lnTo>
                  <a:lnTo>
                    <a:pt x="658278" y="2862919"/>
                  </a:lnTo>
                  <a:lnTo>
                    <a:pt x="668405" y="2972742"/>
                  </a:lnTo>
                  <a:lnTo>
                    <a:pt x="678532" y="3022895"/>
                  </a:lnTo>
                  <a:lnTo>
                    <a:pt x="688660" y="3043180"/>
                  </a:lnTo>
                  <a:lnTo>
                    <a:pt x="698787" y="3050462"/>
                  </a:lnTo>
                  <a:lnTo>
                    <a:pt x="708915" y="3052784"/>
                  </a:lnTo>
                  <a:lnTo>
                    <a:pt x="719042" y="3053440"/>
                  </a:lnTo>
                  <a:lnTo>
                    <a:pt x="729169" y="3053605"/>
                  </a:lnTo>
                  <a:lnTo>
                    <a:pt x="739297" y="3053642"/>
                  </a:lnTo>
                  <a:lnTo>
                    <a:pt x="749424" y="3053649"/>
                  </a:lnTo>
                  <a:lnTo>
                    <a:pt x="759551" y="3053650"/>
                  </a:lnTo>
                  <a:lnTo>
                    <a:pt x="769679" y="3053650"/>
                  </a:lnTo>
                  <a:lnTo>
                    <a:pt x="779806" y="3053650"/>
                  </a:lnTo>
                  <a:lnTo>
                    <a:pt x="789933" y="3053650"/>
                  </a:lnTo>
                  <a:lnTo>
                    <a:pt x="800061" y="3053649"/>
                  </a:lnTo>
                  <a:lnTo>
                    <a:pt x="810188" y="3053646"/>
                  </a:lnTo>
                  <a:lnTo>
                    <a:pt x="820315" y="3053638"/>
                  </a:lnTo>
                  <a:lnTo>
                    <a:pt x="830443" y="3053613"/>
                  </a:lnTo>
                  <a:lnTo>
                    <a:pt x="840570" y="3053553"/>
                  </a:lnTo>
                  <a:lnTo>
                    <a:pt x="850698" y="3053424"/>
                  </a:lnTo>
                  <a:lnTo>
                    <a:pt x="860825" y="3053179"/>
                  </a:lnTo>
                  <a:lnTo>
                    <a:pt x="870952" y="3052776"/>
                  </a:lnTo>
                  <a:lnTo>
                    <a:pt x="881080" y="3052199"/>
                  </a:lnTo>
                  <a:lnTo>
                    <a:pt x="891207" y="3051500"/>
                  </a:lnTo>
                  <a:lnTo>
                    <a:pt x="901334" y="3050821"/>
                  </a:lnTo>
                  <a:lnTo>
                    <a:pt x="911462" y="3050341"/>
                  </a:lnTo>
                  <a:lnTo>
                    <a:pt x="921589" y="3050201"/>
                  </a:lnTo>
                  <a:lnTo>
                    <a:pt x="931716" y="3050440"/>
                  </a:lnTo>
                  <a:lnTo>
                    <a:pt x="941844" y="3050977"/>
                  </a:lnTo>
                  <a:lnTo>
                    <a:pt x="951971" y="3051656"/>
                  </a:lnTo>
                  <a:lnTo>
                    <a:pt x="962098" y="3052318"/>
                  </a:lnTo>
                  <a:lnTo>
                    <a:pt x="972226" y="3052854"/>
                  </a:lnTo>
                  <a:lnTo>
                    <a:pt x="982353" y="3053225"/>
                  </a:lnTo>
                  <a:lnTo>
                    <a:pt x="992481" y="3053447"/>
                  </a:lnTo>
                  <a:lnTo>
                    <a:pt x="1002608" y="3053564"/>
                  </a:lnTo>
                  <a:lnTo>
                    <a:pt x="1012735" y="3053618"/>
                  </a:lnTo>
                  <a:lnTo>
                    <a:pt x="1022863" y="3053640"/>
                  </a:lnTo>
                  <a:lnTo>
                    <a:pt x="1032990" y="3053647"/>
                  </a:lnTo>
                  <a:lnTo>
                    <a:pt x="1043117" y="3053650"/>
                  </a:lnTo>
                  <a:lnTo>
                    <a:pt x="1053245" y="3053650"/>
                  </a:lnTo>
                  <a:lnTo>
                    <a:pt x="1063372" y="3053650"/>
                  </a:lnTo>
                  <a:lnTo>
                    <a:pt x="1073499" y="3053650"/>
                  </a:lnTo>
                  <a:lnTo>
                    <a:pt x="1083627" y="3053650"/>
                  </a:lnTo>
                  <a:lnTo>
                    <a:pt x="1093754" y="3053650"/>
                  </a:lnTo>
                  <a:lnTo>
                    <a:pt x="1103881" y="3053650"/>
                  </a:lnTo>
                  <a:lnTo>
                    <a:pt x="1114009" y="3053650"/>
                  </a:lnTo>
                  <a:lnTo>
                    <a:pt x="1124136" y="3053650"/>
                  </a:lnTo>
                  <a:lnTo>
                    <a:pt x="1134264" y="3053650"/>
                  </a:lnTo>
                  <a:lnTo>
                    <a:pt x="1144391" y="3053650"/>
                  </a:lnTo>
                  <a:lnTo>
                    <a:pt x="1154518" y="3053650"/>
                  </a:lnTo>
                  <a:lnTo>
                    <a:pt x="1164646" y="3053650"/>
                  </a:lnTo>
                  <a:lnTo>
                    <a:pt x="1174773" y="3053650"/>
                  </a:lnTo>
                  <a:lnTo>
                    <a:pt x="1184900" y="3053650"/>
                  </a:lnTo>
                  <a:lnTo>
                    <a:pt x="1195028" y="3053650"/>
                  </a:lnTo>
                  <a:lnTo>
                    <a:pt x="1205155" y="3053650"/>
                  </a:lnTo>
                  <a:lnTo>
                    <a:pt x="1215282" y="3053650"/>
                  </a:lnTo>
                  <a:lnTo>
                    <a:pt x="1225410" y="3053650"/>
                  </a:lnTo>
                  <a:lnTo>
                    <a:pt x="1235537" y="3053650"/>
                  </a:lnTo>
                  <a:lnTo>
                    <a:pt x="1245665" y="3053650"/>
                  </a:lnTo>
                  <a:lnTo>
                    <a:pt x="1255792" y="3053650"/>
                  </a:lnTo>
                  <a:lnTo>
                    <a:pt x="1265919" y="3053650"/>
                  </a:lnTo>
                  <a:lnTo>
                    <a:pt x="1276047" y="3053650"/>
                  </a:lnTo>
                  <a:lnTo>
                    <a:pt x="1286174" y="3053650"/>
                  </a:lnTo>
                  <a:lnTo>
                    <a:pt x="1296301" y="3053650"/>
                  </a:lnTo>
                  <a:lnTo>
                    <a:pt x="1306429" y="3053650"/>
                  </a:lnTo>
                  <a:lnTo>
                    <a:pt x="1316556" y="3053650"/>
                  </a:lnTo>
                  <a:lnTo>
                    <a:pt x="1326683" y="3053650"/>
                  </a:lnTo>
                  <a:lnTo>
                    <a:pt x="1336811" y="3053650"/>
                  </a:lnTo>
                  <a:lnTo>
                    <a:pt x="1346938" y="3053650"/>
                  </a:lnTo>
                  <a:lnTo>
                    <a:pt x="1357065" y="3053650"/>
                  </a:lnTo>
                  <a:lnTo>
                    <a:pt x="1367193" y="3053650"/>
                  </a:lnTo>
                  <a:lnTo>
                    <a:pt x="1377320" y="3053650"/>
                  </a:lnTo>
                  <a:lnTo>
                    <a:pt x="1387448" y="3053650"/>
                  </a:lnTo>
                  <a:lnTo>
                    <a:pt x="1397575" y="3053650"/>
                  </a:lnTo>
                  <a:lnTo>
                    <a:pt x="1407702" y="3053650"/>
                  </a:lnTo>
                  <a:lnTo>
                    <a:pt x="1417830" y="3053650"/>
                  </a:lnTo>
                  <a:lnTo>
                    <a:pt x="1427957" y="3053650"/>
                  </a:lnTo>
                  <a:lnTo>
                    <a:pt x="1438084" y="3053650"/>
                  </a:lnTo>
                  <a:lnTo>
                    <a:pt x="1448212" y="3053650"/>
                  </a:lnTo>
                  <a:lnTo>
                    <a:pt x="1458339" y="3053650"/>
                  </a:lnTo>
                  <a:lnTo>
                    <a:pt x="1468466" y="3053650"/>
                  </a:lnTo>
                  <a:lnTo>
                    <a:pt x="1478594" y="3053650"/>
                  </a:lnTo>
                  <a:lnTo>
                    <a:pt x="1488721" y="3053650"/>
                  </a:lnTo>
                  <a:lnTo>
                    <a:pt x="1498848" y="3053650"/>
                  </a:lnTo>
                  <a:lnTo>
                    <a:pt x="1508976" y="3053650"/>
                  </a:lnTo>
                  <a:lnTo>
                    <a:pt x="1519103" y="3053650"/>
                  </a:lnTo>
                  <a:lnTo>
                    <a:pt x="1529231" y="3053650"/>
                  </a:lnTo>
                  <a:lnTo>
                    <a:pt x="1539358" y="3053650"/>
                  </a:lnTo>
                  <a:lnTo>
                    <a:pt x="1549485" y="3053650"/>
                  </a:lnTo>
                  <a:lnTo>
                    <a:pt x="1559613" y="3053650"/>
                  </a:lnTo>
                  <a:lnTo>
                    <a:pt x="1569740" y="3053650"/>
                  </a:lnTo>
                  <a:lnTo>
                    <a:pt x="1579867" y="3053650"/>
                  </a:lnTo>
                  <a:lnTo>
                    <a:pt x="1589995" y="3053650"/>
                  </a:lnTo>
                  <a:lnTo>
                    <a:pt x="1600122" y="3053650"/>
                  </a:lnTo>
                  <a:lnTo>
                    <a:pt x="1610249" y="3053650"/>
                  </a:lnTo>
                  <a:lnTo>
                    <a:pt x="1620377" y="3053650"/>
                  </a:lnTo>
                  <a:lnTo>
                    <a:pt x="1630504" y="3053650"/>
                  </a:lnTo>
                  <a:lnTo>
                    <a:pt x="1640631" y="3053650"/>
                  </a:lnTo>
                  <a:lnTo>
                    <a:pt x="1650759" y="3053650"/>
                  </a:lnTo>
                  <a:lnTo>
                    <a:pt x="1660886" y="3053650"/>
                  </a:lnTo>
                  <a:lnTo>
                    <a:pt x="1671014" y="3053650"/>
                  </a:lnTo>
                  <a:lnTo>
                    <a:pt x="1681141" y="3053650"/>
                  </a:lnTo>
                  <a:lnTo>
                    <a:pt x="1691268" y="3053650"/>
                  </a:lnTo>
                  <a:lnTo>
                    <a:pt x="1701396" y="3053650"/>
                  </a:lnTo>
                  <a:lnTo>
                    <a:pt x="1711523" y="3053650"/>
                  </a:lnTo>
                  <a:lnTo>
                    <a:pt x="1721650" y="3053650"/>
                  </a:lnTo>
                  <a:lnTo>
                    <a:pt x="1731778" y="3053650"/>
                  </a:lnTo>
                  <a:lnTo>
                    <a:pt x="1741905" y="3053650"/>
                  </a:lnTo>
                  <a:lnTo>
                    <a:pt x="1752032" y="3053650"/>
                  </a:lnTo>
                  <a:lnTo>
                    <a:pt x="1762160" y="3053650"/>
                  </a:lnTo>
                  <a:lnTo>
                    <a:pt x="1772287" y="3053650"/>
                  </a:lnTo>
                  <a:lnTo>
                    <a:pt x="1782414" y="3053650"/>
                  </a:lnTo>
                  <a:lnTo>
                    <a:pt x="1792542" y="3053650"/>
                  </a:lnTo>
                  <a:lnTo>
                    <a:pt x="1802669" y="3053650"/>
                  </a:lnTo>
                  <a:lnTo>
                    <a:pt x="1812797" y="3053650"/>
                  </a:lnTo>
                  <a:lnTo>
                    <a:pt x="1822924" y="3053650"/>
                  </a:lnTo>
                  <a:lnTo>
                    <a:pt x="1833051" y="3053650"/>
                  </a:lnTo>
                  <a:lnTo>
                    <a:pt x="1843179" y="3053650"/>
                  </a:lnTo>
                  <a:lnTo>
                    <a:pt x="1853306" y="3053650"/>
                  </a:lnTo>
                  <a:lnTo>
                    <a:pt x="1863433" y="3053650"/>
                  </a:lnTo>
                  <a:lnTo>
                    <a:pt x="1873561" y="3053648"/>
                  </a:lnTo>
                  <a:lnTo>
                    <a:pt x="1883688" y="3053640"/>
                  </a:lnTo>
                  <a:lnTo>
                    <a:pt x="1893815" y="3053611"/>
                  </a:lnTo>
                  <a:lnTo>
                    <a:pt x="1903943" y="3053517"/>
                  </a:lnTo>
                  <a:lnTo>
                    <a:pt x="1914070" y="3053250"/>
                  </a:lnTo>
                  <a:lnTo>
                    <a:pt x="1924197" y="3052599"/>
                  </a:lnTo>
                  <a:lnTo>
                    <a:pt x="1934325" y="3051225"/>
                  </a:lnTo>
                  <a:lnTo>
                    <a:pt x="1944452" y="3048723"/>
                  </a:lnTo>
                  <a:lnTo>
                    <a:pt x="1954580" y="3044822"/>
                  </a:lnTo>
                  <a:lnTo>
                    <a:pt x="1964707" y="3039678"/>
                  </a:lnTo>
                  <a:lnTo>
                    <a:pt x="1974834" y="3034084"/>
                  </a:lnTo>
                  <a:lnTo>
                    <a:pt x="1984962" y="3029383"/>
                  </a:lnTo>
                  <a:lnTo>
                    <a:pt x="1995089" y="3026981"/>
                  </a:lnTo>
                  <a:lnTo>
                    <a:pt x="2005216" y="3027682"/>
                  </a:lnTo>
                  <a:lnTo>
                    <a:pt x="2015344" y="3031265"/>
                  </a:lnTo>
                  <a:lnTo>
                    <a:pt x="2025471" y="3036591"/>
                  </a:lnTo>
                  <a:lnTo>
                    <a:pt x="2035598" y="3042177"/>
                  </a:lnTo>
                  <a:lnTo>
                    <a:pt x="2045726" y="3046855"/>
                  </a:lnTo>
                  <a:lnTo>
                    <a:pt x="2055853" y="3050113"/>
                  </a:lnTo>
                  <a:lnTo>
                    <a:pt x="2065980" y="3052035"/>
                  </a:lnTo>
                  <a:lnTo>
                    <a:pt x="2076108" y="3053005"/>
                  </a:lnTo>
                  <a:lnTo>
                    <a:pt x="2086235" y="3053425"/>
                  </a:lnTo>
                  <a:lnTo>
                    <a:pt x="2096363" y="3053582"/>
                  </a:lnTo>
                  <a:lnTo>
                    <a:pt x="2106490" y="3053631"/>
                  </a:lnTo>
                  <a:lnTo>
                    <a:pt x="2116617" y="3053645"/>
                  </a:lnTo>
                  <a:lnTo>
                    <a:pt x="2126745" y="3053649"/>
                  </a:lnTo>
                  <a:lnTo>
                    <a:pt x="2136872" y="3053650"/>
                  </a:lnTo>
                  <a:lnTo>
                    <a:pt x="2146999" y="3053650"/>
                  </a:lnTo>
                  <a:lnTo>
                    <a:pt x="2157127" y="3053650"/>
                  </a:lnTo>
                  <a:lnTo>
                    <a:pt x="2167254" y="3053650"/>
                  </a:lnTo>
                  <a:lnTo>
                    <a:pt x="2177381" y="3053650"/>
                  </a:lnTo>
                  <a:lnTo>
                    <a:pt x="2187509" y="3053650"/>
                  </a:lnTo>
                  <a:lnTo>
                    <a:pt x="2197636" y="3053650"/>
                  </a:lnTo>
                  <a:lnTo>
                    <a:pt x="2207763" y="3053650"/>
                  </a:lnTo>
                  <a:lnTo>
                    <a:pt x="2217891" y="3053650"/>
                  </a:lnTo>
                  <a:lnTo>
                    <a:pt x="2228018" y="3053650"/>
                  </a:lnTo>
                  <a:lnTo>
                    <a:pt x="2238146" y="3053650"/>
                  </a:lnTo>
                  <a:lnTo>
                    <a:pt x="2248273" y="3053650"/>
                  </a:lnTo>
                  <a:lnTo>
                    <a:pt x="2258400" y="3053650"/>
                  </a:lnTo>
                  <a:lnTo>
                    <a:pt x="2268528" y="3053650"/>
                  </a:lnTo>
                  <a:lnTo>
                    <a:pt x="2278655" y="3053650"/>
                  </a:lnTo>
                  <a:lnTo>
                    <a:pt x="2288782" y="3053650"/>
                  </a:lnTo>
                  <a:lnTo>
                    <a:pt x="2298910" y="3053650"/>
                  </a:lnTo>
                  <a:lnTo>
                    <a:pt x="2309037" y="3053650"/>
                  </a:lnTo>
                  <a:lnTo>
                    <a:pt x="2319164" y="3053650"/>
                  </a:lnTo>
                  <a:lnTo>
                    <a:pt x="2329292" y="3053650"/>
                  </a:lnTo>
                  <a:lnTo>
                    <a:pt x="2339419" y="3053650"/>
                  </a:lnTo>
                  <a:lnTo>
                    <a:pt x="2349546" y="3053650"/>
                  </a:lnTo>
                  <a:lnTo>
                    <a:pt x="2359674" y="3053650"/>
                  </a:lnTo>
                  <a:lnTo>
                    <a:pt x="2369801" y="3053650"/>
                  </a:lnTo>
                  <a:lnTo>
                    <a:pt x="2379929" y="3053650"/>
                  </a:lnTo>
                  <a:lnTo>
                    <a:pt x="2390056" y="3053650"/>
                  </a:lnTo>
                  <a:lnTo>
                    <a:pt x="2400183" y="3053650"/>
                  </a:lnTo>
                  <a:lnTo>
                    <a:pt x="2410311" y="3053650"/>
                  </a:lnTo>
                  <a:lnTo>
                    <a:pt x="2420438" y="3053650"/>
                  </a:lnTo>
                  <a:lnTo>
                    <a:pt x="2430565" y="3053650"/>
                  </a:lnTo>
                  <a:lnTo>
                    <a:pt x="2440693" y="3053650"/>
                  </a:lnTo>
                  <a:lnTo>
                    <a:pt x="2450820" y="3053650"/>
                  </a:lnTo>
                  <a:lnTo>
                    <a:pt x="2460947" y="3053650"/>
                  </a:lnTo>
                  <a:lnTo>
                    <a:pt x="2471075" y="3053650"/>
                  </a:lnTo>
                  <a:lnTo>
                    <a:pt x="2481202" y="3053650"/>
                  </a:lnTo>
                  <a:lnTo>
                    <a:pt x="2491330" y="3053650"/>
                  </a:lnTo>
                  <a:lnTo>
                    <a:pt x="2501457" y="3053650"/>
                  </a:lnTo>
                  <a:lnTo>
                    <a:pt x="2511584" y="3053650"/>
                  </a:lnTo>
                  <a:lnTo>
                    <a:pt x="2521712" y="3053650"/>
                  </a:lnTo>
                  <a:lnTo>
                    <a:pt x="2531839" y="3053650"/>
                  </a:lnTo>
                  <a:lnTo>
                    <a:pt x="2541966" y="3053650"/>
                  </a:lnTo>
                  <a:lnTo>
                    <a:pt x="2552094" y="3053650"/>
                  </a:lnTo>
                  <a:lnTo>
                    <a:pt x="2562221" y="3053650"/>
                  </a:lnTo>
                  <a:lnTo>
                    <a:pt x="2572348" y="3053650"/>
                  </a:lnTo>
                  <a:lnTo>
                    <a:pt x="2582476" y="3053650"/>
                  </a:lnTo>
                  <a:lnTo>
                    <a:pt x="2592603" y="3053650"/>
                  </a:lnTo>
                  <a:lnTo>
                    <a:pt x="2602730" y="3053650"/>
                  </a:lnTo>
                  <a:lnTo>
                    <a:pt x="2612858" y="3053650"/>
                  </a:lnTo>
                  <a:lnTo>
                    <a:pt x="2622985" y="3053650"/>
                  </a:lnTo>
                  <a:lnTo>
                    <a:pt x="2633113" y="3053650"/>
                  </a:lnTo>
                  <a:lnTo>
                    <a:pt x="2643240" y="3053650"/>
                  </a:lnTo>
                  <a:lnTo>
                    <a:pt x="2653367" y="3053650"/>
                  </a:lnTo>
                  <a:lnTo>
                    <a:pt x="2663495" y="3053650"/>
                  </a:lnTo>
                  <a:lnTo>
                    <a:pt x="2673622" y="3053650"/>
                  </a:lnTo>
                  <a:lnTo>
                    <a:pt x="2683749" y="3053650"/>
                  </a:lnTo>
                  <a:lnTo>
                    <a:pt x="2693877" y="3053650"/>
                  </a:lnTo>
                  <a:lnTo>
                    <a:pt x="2704004" y="3053650"/>
                  </a:lnTo>
                  <a:lnTo>
                    <a:pt x="2714131" y="3053650"/>
                  </a:lnTo>
                  <a:lnTo>
                    <a:pt x="2724259" y="3053650"/>
                  </a:lnTo>
                  <a:lnTo>
                    <a:pt x="2734386" y="3053650"/>
                  </a:lnTo>
                  <a:lnTo>
                    <a:pt x="2744513" y="3053650"/>
                  </a:lnTo>
                  <a:lnTo>
                    <a:pt x="2754641" y="3053650"/>
                  </a:lnTo>
                  <a:lnTo>
                    <a:pt x="2764768" y="3053650"/>
                  </a:lnTo>
                  <a:lnTo>
                    <a:pt x="2774896" y="3053650"/>
                  </a:lnTo>
                  <a:lnTo>
                    <a:pt x="2785023" y="3053650"/>
                  </a:lnTo>
                  <a:lnTo>
                    <a:pt x="2795150" y="3053650"/>
                  </a:lnTo>
                  <a:lnTo>
                    <a:pt x="2805278" y="3053650"/>
                  </a:lnTo>
                  <a:lnTo>
                    <a:pt x="2815405" y="3053650"/>
                  </a:lnTo>
                  <a:lnTo>
                    <a:pt x="2825532" y="3053650"/>
                  </a:lnTo>
                  <a:lnTo>
                    <a:pt x="2835660" y="3053650"/>
                  </a:lnTo>
                  <a:lnTo>
                    <a:pt x="2845787" y="3053650"/>
                  </a:lnTo>
                  <a:lnTo>
                    <a:pt x="2855914" y="3053650"/>
                  </a:lnTo>
                  <a:lnTo>
                    <a:pt x="2866042" y="3053650"/>
                  </a:lnTo>
                  <a:lnTo>
                    <a:pt x="2876169" y="3053650"/>
                  </a:lnTo>
                  <a:lnTo>
                    <a:pt x="2886296" y="3053650"/>
                  </a:lnTo>
                  <a:lnTo>
                    <a:pt x="2896424" y="3053650"/>
                  </a:lnTo>
                  <a:lnTo>
                    <a:pt x="2906551" y="3053650"/>
                  </a:lnTo>
                  <a:lnTo>
                    <a:pt x="2916679" y="3053650"/>
                  </a:lnTo>
                  <a:lnTo>
                    <a:pt x="2926806" y="3053650"/>
                  </a:lnTo>
                  <a:lnTo>
                    <a:pt x="2936933" y="3053650"/>
                  </a:lnTo>
                  <a:lnTo>
                    <a:pt x="2947061" y="3053650"/>
                  </a:lnTo>
                  <a:lnTo>
                    <a:pt x="2957188" y="3053650"/>
                  </a:lnTo>
                  <a:lnTo>
                    <a:pt x="2967315" y="3053650"/>
                  </a:lnTo>
                  <a:lnTo>
                    <a:pt x="2977443" y="3053650"/>
                  </a:lnTo>
                  <a:lnTo>
                    <a:pt x="2987570" y="3053650"/>
                  </a:lnTo>
                  <a:lnTo>
                    <a:pt x="2997697" y="3053650"/>
                  </a:lnTo>
                  <a:lnTo>
                    <a:pt x="3007825" y="3053650"/>
                  </a:lnTo>
                  <a:lnTo>
                    <a:pt x="3017952" y="3053650"/>
                  </a:lnTo>
                  <a:lnTo>
                    <a:pt x="3028079" y="3053650"/>
                  </a:lnTo>
                  <a:lnTo>
                    <a:pt x="3038207" y="3053650"/>
                  </a:lnTo>
                  <a:lnTo>
                    <a:pt x="3048334" y="3053650"/>
                  </a:lnTo>
                  <a:lnTo>
                    <a:pt x="3058462" y="3053650"/>
                  </a:lnTo>
                  <a:lnTo>
                    <a:pt x="3068589" y="3053650"/>
                  </a:lnTo>
                  <a:lnTo>
                    <a:pt x="3078716" y="3053650"/>
                  </a:lnTo>
                  <a:lnTo>
                    <a:pt x="3088844" y="3053650"/>
                  </a:lnTo>
                  <a:lnTo>
                    <a:pt x="3098971" y="3053650"/>
                  </a:lnTo>
                  <a:lnTo>
                    <a:pt x="3109098" y="3053650"/>
                  </a:lnTo>
                  <a:lnTo>
                    <a:pt x="3119226" y="3053650"/>
                  </a:lnTo>
                  <a:lnTo>
                    <a:pt x="3129353" y="3053650"/>
                  </a:lnTo>
                  <a:lnTo>
                    <a:pt x="3139480" y="3053650"/>
                  </a:lnTo>
                  <a:lnTo>
                    <a:pt x="3149608" y="3053650"/>
                  </a:lnTo>
                  <a:lnTo>
                    <a:pt x="3159735" y="3053650"/>
                  </a:lnTo>
                  <a:lnTo>
                    <a:pt x="3169862" y="3053650"/>
                  </a:lnTo>
                  <a:lnTo>
                    <a:pt x="3179990" y="3053650"/>
                  </a:lnTo>
                  <a:lnTo>
                    <a:pt x="3190117" y="3053650"/>
                  </a:lnTo>
                  <a:lnTo>
                    <a:pt x="3200245" y="3053650"/>
                  </a:lnTo>
                  <a:lnTo>
                    <a:pt x="3210372" y="3053650"/>
                  </a:lnTo>
                  <a:lnTo>
                    <a:pt x="3220499" y="3053650"/>
                  </a:lnTo>
                  <a:lnTo>
                    <a:pt x="3230627" y="3053650"/>
                  </a:lnTo>
                  <a:lnTo>
                    <a:pt x="3240754" y="3053650"/>
                  </a:lnTo>
                  <a:lnTo>
                    <a:pt x="3250881" y="3053650"/>
                  </a:lnTo>
                  <a:lnTo>
                    <a:pt x="3261009" y="3053650"/>
                  </a:lnTo>
                  <a:lnTo>
                    <a:pt x="3271136" y="3053650"/>
                  </a:lnTo>
                  <a:lnTo>
                    <a:pt x="3281263" y="3053650"/>
                  </a:lnTo>
                  <a:lnTo>
                    <a:pt x="3291391" y="3053650"/>
                  </a:lnTo>
                  <a:lnTo>
                    <a:pt x="3301518" y="3053650"/>
                  </a:lnTo>
                  <a:lnTo>
                    <a:pt x="3311645" y="3053650"/>
                  </a:lnTo>
                  <a:lnTo>
                    <a:pt x="3321773" y="3053650"/>
                  </a:lnTo>
                  <a:lnTo>
                    <a:pt x="3331900" y="3053650"/>
                  </a:lnTo>
                  <a:lnTo>
                    <a:pt x="3342028" y="3053650"/>
                  </a:lnTo>
                  <a:lnTo>
                    <a:pt x="3352155" y="3053650"/>
                  </a:lnTo>
                  <a:lnTo>
                    <a:pt x="3362282" y="3053650"/>
                  </a:lnTo>
                  <a:lnTo>
                    <a:pt x="3372410" y="3053650"/>
                  </a:lnTo>
                  <a:lnTo>
                    <a:pt x="3382537" y="3053650"/>
                  </a:lnTo>
                  <a:lnTo>
                    <a:pt x="3392664" y="3053650"/>
                  </a:lnTo>
                  <a:lnTo>
                    <a:pt x="3402792" y="3053650"/>
                  </a:lnTo>
                  <a:lnTo>
                    <a:pt x="3412919" y="3053650"/>
                  </a:lnTo>
                  <a:lnTo>
                    <a:pt x="3423046" y="3053650"/>
                  </a:lnTo>
                  <a:lnTo>
                    <a:pt x="3433174" y="3053650"/>
                  </a:lnTo>
                  <a:lnTo>
                    <a:pt x="3443301" y="3053650"/>
                  </a:lnTo>
                  <a:lnTo>
                    <a:pt x="3453428" y="3053650"/>
                  </a:lnTo>
                  <a:lnTo>
                    <a:pt x="3463556" y="3053650"/>
                  </a:lnTo>
                  <a:lnTo>
                    <a:pt x="3473683" y="3053650"/>
                  </a:lnTo>
                  <a:lnTo>
                    <a:pt x="3483811" y="3053650"/>
                  </a:lnTo>
                  <a:lnTo>
                    <a:pt x="3493938" y="3053650"/>
                  </a:lnTo>
                  <a:lnTo>
                    <a:pt x="3504065" y="3053650"/>
                  </a:lnTo>
                  <a:lnTo>
                    <a:pt x="3514193" y="3053650"/>
                  </a:lnTo>
                  <a:lnTo>
                    <a:pt x="3524320" y="3053650"/>
                  </a:lnTo>
                  <a:lnTo>
                    <a:pt x="3534447" y="3053650"/>
                  </a:lnTo>
                  <a:lnTo>
                    <a:pt x="3544575" y="3053650"/>
                  </a:lnTo>
                  <a:lnTo>
                    <a:pt x="3554702" y="3053650"/>
                  </a:lnTo>
                  <a:lnTo>
                    <a:pt x="3564829" y="3053650"/>
                  </a:lnTo>
                  <a:lnTo>
                    <a:pt x="3574957" y="3053650"/>
                  </a:lnTo>
                  <a:lnTo>
                    <a:pt x="3585084" y="3053650"/>
                  </a:lnTo>
                  <a:lnTo>
                    <a:pt x="3595211" y="3053650"/>
                  </a:lnTo>
                  <a:lnTo>
                    <a:pt x="3605339" y="3053650"/>
                  </a:lnTo>
                  <a:lnTo>
                    <a:pt x="3615466" y="3053650"/>
                  </a:lnTo>
                  <a:lnTo>
                    <a:pt x="3625594" y="3053650"/>
                  </a:lnTo>
                  <a:lnTo>
                    <a:pt x="3635721" y="3053650"/>
                  </a:lnTo>
                  <a:lnTo>
                    <a:pt x="3645848" y="3053650"/>
                  </a:lnTo>
                  <a:lnTo>
                    <a:pt x="3655976" y="3053650"/>
                  </a:lnTo>
                  <a:lnTo>
                    <a:pt x="3666103" y="3053650"/>
                  </a:lnTo>
                  <a:lnTo>
                    <a:pt x="3676230" y="3053650"/>
                  </a:lnTo>
                  <a:lnTo>
                    <a:pt x="3686358" y="3053650"/>
                  </a:lnTo>
                  <a:lnTo>
                    <a:pt x="3696485" y="3053650"/>
                  </a:lnTo>
                  <a:lnTo>
                    <a:pt x="3706612" y="3053650"/>
                  </a:lnTo>
                  <a:lnTo>
                    <a:pt x="3716740" y="3053650"/>
                  </a:lnTo>
                  <a:lnTo>
                    <a:pt x="3726867" y="3053650"/>
                  </a:lnTo>
                  <a:lnTo>
                    <a:pt x="3736995" y="3053650"/>
                  </a:lnTo>
                  <a:lnTo>
                    <a:pt x="3747122" y="3053650"/>
                  </a:lnTo>
                  <a:lnTo>
                    <a:pt x="3757249" y="3053650"/>
                  </a:lnTo>
                  <a:lnTo>
                    <a:pt x="3767377" y="3053650"/>
                  </a:lnTo>
                  <a:lnTo>
                    <a:pt x="3777504" y="3053650"/>
                  </a:lnTo>
                  <a:lnTo>
                    <a:pt x="3787631" y="3053650"/>
                  </a:lnTo>
                  <a:lnTo>
                    <a:pt x="3797759" y="3053650"/>
                  </a:lnTo>
                  <a:lnTo>
                    <a:pt x="3807886" y="3053650"/>
                  </a:lnTo>
                  <a:lnTo>
                    <a:pt x="3818013" y="3053650"/>
                  </a:lnTo>
                  <a:lnTo>
                    <a:pt x="3828141" y="3053650"/>
                  </a:lnTo>
                  <a:lnTo>
                    <a:pt x="3838268" y="3053650"/>
                  </a:lnTo>
                  <a:lnTo>
                    <a:pt x="3848395" y="3053650"/>
                  </a:lnTo>
                  <a:lnTo>
                    <a:pt x="3858523" y="3053650"/>
                  </a:lnTo>
                  <a:lnTo>
                    <a:pt x="3868650" y="3053650"/>
                  </a:lnTo>
                  <a:lnTo>
                    <a:pt x="3878778" y="3053650"/>
                  </a:lnTo>
                  <a:lnTo>
                    <a:pt x="3888905" y="3053650"/>
                  </a:lnTo>
                  <a:lnTo>
                    <a:pt x="3899032" y="3053650"/>
                  </a:lnTo>
                  <a:lnTo>
                    <a:pt x="3909160" y="3053650"/>
                  </a:lnTo>
                  <a:lnTo>
                    <a:pt x="3919287" y="3053650"/>
                  </a:lnTo>
                  <a:lnTo>
                    <a:pt x="3929414" y="3053650"/>
                  </a:lnTo>
                  <a:lnTo>
                    <a:pt x="3939542" y="3053650"/>
                  </a:lnTo>
                  <a:lnTo>
                    <a:pt x="3949669" y="3053650"/>
                  </a:lnTo>
                  <a:lnTo>
                    <a:pt x="3959796" y="3053650"/>
                  </a:lnTo>
                  <a:lnTo>
                    <a:pt x="3969924" y="3053650"/>
                  </a:lnTo>
                  <a:lnTo>
                    <a:pt x="3980051" y="3053650"/>
                  </a:lnTo>
                  <a:lnTo>
                    <a:pt x="3990178" y="3053650"/>
                  </a:lnTo>
                  <a:lnTo>
                    <a:pt x="4000306" y="3053650"/>
                  </a:lnTo>
                  <a:lnTo>
                    <a:pt x="4010433" y="3053650"/>
                  </a:lnTo>
                  <a:lnTo>
                    <a:pt x="4020561" y="3053650"/>
                  </a:lnTo>
                  <a:lnTo>
                    <a:pt x="4030688" y="3053650"/>
                  </a:lnTo>
                  <a:lnTo>
                    <a:pt x="4040815" y="3053650"/>
                  </a:lnTo>
                  <a:lnTo>
                    <a:pt x="4050943" y="3053650"/>
                  </a:lnTo>
                  <a:lnTo>
                    <a:pt x="4061070" y="3053650"/>
                  </a:lnTo>
                  <a:lnTo>
                    <a:pt x="4071197" y="3053650"/>
                  </a:lnTo>
                  <a:lnTo>
                    <a:pt x="4081325" y="3053650"/>
                  </a:lnTo>
                  <a:lnTo>
                    <a:pt x="4091452" y="3053650"/>
                  </a:lnTo>
                  <a:lnTo>
                    <a:pt x="4101579" y="3053650"/>
                  </a:lnTo>
                  <a:lnTo>
                    <a:pt x="4111707" y="3053650"/>
                  </a:lnTo>
                  <a:lnTo>
                    <a:pt x="4121834" y="3053650"/>
                  </a:lnTo>
                  <a:lnTo>
                    <a:pt x="4131961" y="3053650"/>
                  </a:lnTo>
                  <a:lnTo>
                    <a:pt x="4142089" y="3053650"/>
                  </a:lnTo>
                  <a:lnTo>
                    <a:pt x="4152216" y="3053650"/>
                  </a:lnTo>
                  <a:lnTo>
                    <a:pt x="4162344" y="3053650"/>
                  </a:lnTo>
                  <a:lnTo>
                    <a:pt x="4172471" y="3053650"/>
                  </a:lnTo>
                  <a:lnTo>
                    <a:pt x="4182598" y="3053650"/>
                  </a:lnTo>
                  <a:lnTo>
                    <a:pt x="4192726" y="3053650"/>
                  </a:lnTo>
                  <a:lnTo>
                    <a:pt x="4202853" y="3053650"/>
                  </a:lnTo>
                  <a:lnTo>
                    <a:pt x="4212980" y="3053650"/>
                  </a:lnTo>
                  <a:lnTo>
                    <a:pt x="4223108" y="3053650"/>
                  </a:lnTo>
                  <a:lnTo>
                    <a:pt x="4233235" y="3053650"/>
                  </a:lnTo>
                  <a:lnTo>
                    <a:pt x="4243362" y="3053650"/>
                  </a:lnTo>
                  <a:lnTo>
                    <a:pt x="4253490" y="3053650"/>
                  </a:lnTo>
                  <a:lnTo>
                    <a:pt x="4263617" y="3053650"/>
                  </a:lnTo>
                  <a:lnTo>
                    <a:pt x="4273744" y="3053650"/>
                  </a:lnTo>
                  <a:lnTo>
                    <a:pt x="4283872" y="3053650"/>
                  </a:lnTo>
                  <a:lnTo>
                    <a:pt x="4293999" y="3053650"/>
                  </a:lnTo>
                  <a:lnTo>
                    <a:pt x="4304127" y="3053650"/>
                  </a:lnTo>
                  <a:lnTo>
                    <a:pt x="4314254" y="3053650"/>
                  </a:lnTo>
                  <a:lnTo>
                    <a:pt x="4324381" y="3053650"/>
                  </a:lnTo>
                  <a:lnTo>
                    <a:pt x="4334509" y="3053650"/>
                  </a:lnTo>
                  <a:lnTo>
                    <a:pt x="4344636" y="3053650"/>
                  </a:lnTo>
                  <a:lnTo>
                    <a:pt x="4354763" y="3053650"/>
                  </a:lnTo>
                  <a:lnTo>
                    <a:pt x="4364891" y="3053650"/>
                  </a:lnTo>
                  <a:lnTo>
                    <a:pt x="4375018" y="3053650"/>
                  </a:lnTo>
                  <a:lnTo>
                    <a:pt x="4385145" y="3053650"/>
                  </a:lnTo>
                  <a:lnTo>
                    <a:pt x="4395273" y="3053650"/>
                  </a:lnTo>
                  <a:lnTo>
                    <a:pt x="4405400" y="3053650"/>
                  </a:lnTo>
                  <a:lnTo>
                    <a:pt x="4415527" y="3053650"/>
                  </a:lnTo>
                  <a:lnTo>
                    <a:pt x="4425655" y="3053650"/>
                  </a:lnTo>
                  <a:lnTo>
                    <a:pt x="4435782" y="3053650"/>
                  </a:lnTo>
                  <a:lnTo>
                    <a:pt x="4445910" y="3053650"/>
                  </a:lnTo>
                  <a:lnTo>
                    <a:pt x="4456037" y="3053650"/>
                  </a:lnTo>
                  <a:lnTo>
                    <a:pt x="4466164" y="3053650"/>
                  </a:lnTo>
                  <a:lnTo>
                    <a:pt x="4476292" y="3053650"/>
                  </a:lnTo>
                  <a:lnTo>
                    <a:pt x="4486419" y="3053650"/>
                  </a:lnTo>
                  <a:lnTo>
                    <a:pt x="4496546" y="3053650"/>
                  </a:lnTo>
                  <a:lnTo>
                    <a:pt x="4506674" y="3053650"/>
                  </a:lnTo>
                  <a:lnTo>
                    <a:pt x="4516801" y="3053650"/>
                  </a:lnTo>
                  <a:lnTo>
                    <a:pt x="4526928" y="3053650"/>
                  </a:lnTo>
                  <a:lnTo>
                    <a:pt x="4537056" y="3053650"/>
                  </a:lnTo>
                  <a:lnTo>
                    <a:pt x="4547183" y="3053650"/>
                  </a:lnTo>
                  <a:lnTo>
                    <a:pt x="4557310" y="3053650"/>
                  </a:lnTo>
                  <a:lnTo>
                    <a:pt x="4567438" y="3053650"/>
                  </a:lnTo>
                  <a:lnTo>
                    <a:pt x="4577565" y="3053650"/>
                  </a:lnTo>
                  <a:lnTo>
                    <a:pt x="4587693" y="3053650"/>
                  </a:lnTo>
                  <a:lnTo>
                    <a:pt x="4597820" y="3053650"/>
                  </a:lnTo>
                  <a:lnTo>
                    <a:pt x="4607947" y="3053650"/>
                  </a:lnTo>
                  <a:lnTo>
                    <a:pt x="4618075" y="3053650"/>
                  </a:lnTo>
                  <a:lnTo>
                    <a:pt x="4628202" y="3053650"/>
                  </a:lnTo>
                  <a:lnTo>
                    <a:pt x="4638329" y="3053650"/>
                  </a:lnTo>
                  <a:lnTo>
                    <a:pt x="4648457" y="3053650"/>
                  </a:lnTo>
                  <a:lnTo>
                    <a:pt x="4658584" y="3053650"/>
                  </a:lnTo>
                  <a:lnTo>
                    <a:pt x="4668711" y="3053650"/>
                  </a:lnTo>
                  <a:lnTo>
                    <a:pt x="4678839" y="3053650"/>
                  </a:lnTo>
                  <a:lnTo>
                    <a:pt x="4688966" y="3053650"/>
                  </a:lnTo>
                  <a:lnTo>
                    <a:pt x="4699093" y="3053650"/>
                  </a:lnTo>
                  <a:lnTo>
                    <a:pt x="4709221" y="3053650"/>
                  </a:lnTo>
                  <a:lnTo>
                    <a:pt x="4719348" y="3053650"/>
                  </a:lnTo>
                  <a:lnTo>
                    <a:pt x="4729476" y="3053650"/>
                  </a:lnTo>
                  <a:lnTo>
                    <a:pt x="4739603" y="3053650"/>
                  </a:lnTo>
                  <a:lnTo>
                    <a:pt x="4749730" y="3053650"/>
                  </a:lnTo>
                  <a:lnTo>
                    <a:pt x="4759858" y="3053650"/>
                  </a:lnTo>
                  <a:lnTo>
                    <a:pt x="4769985" y="3053650"/>
                  </a:lnTo>
                  <a:lnTo>
                    <a:pt x="4780112" y="3053650"/>
                  </a:lnTo>
                  <a:lnTo>
                    <a:pt x="4790240" y="3053650"/>
                  </a:lnTo>
                  <a:lnTo>
                    <a:pt x="4800367" y="3053650"/>
                  </a:lnTo>
                  <a:lnTo>
                    <a:pt x="4810494" y="3053650"/>
                  </a:lnTo>
                  <a:lnTo>
                    <a:pt x="4820622" y="3053650"/>
                  </a:lnTo>
                  <a:lnTo>
                    <a:pt x="4830749" y="3053650"/>
                  </a:lnTo>
                  <a:lnTo>
                    <a:pt x="4840877" y="3053650"/>
                  </a:lnTo>
                  <a:lnTo>
                    <a:pt x="4851004" y="3053650"/>
                  </a:lnTo>
                  <a:lnTo>
                    <a:pt x="4861131" y="3053650"/>
                  </a:lnTo>
                  <a:lnTo>
                    <a:pt x="4871259" y="3053650"/>
                  </a:lnTo>
                  <a:lnTo>
                    <a:pt x="4881386" y="3053650"/>
                  </a:lnTo>
                  <a:lnTo>
                    <a:pt x="4891513" y="3053650"/>
                  </a:lnTo>
                  <a:lnTo>
                    <a:pt x="4901641" y="3053650"/>
                  </a:lnTo>
                  <a:lnTo>
                    <a:pt x="4911768" y="3053650"/>
                  </a:lnTo>
                  <a:lnTo>
                    <a:pt x="4921895" y="3053650"/>
                  </a:lnTo>
                  <a:lnTo>
                    <a:pt x="4932023" y="3053650"/>
                  </a:lnTo>
                  <a:lnTo>
                    <a:pt x="4942150" y="3053650"/>
                  </a:lnTo>
                  <a:lnTo>
                    <a:pt x="4952277" y="3053650"/>
                  </a:lnTo>
                  <a:lnTo>
                    <a:pt x="4962405" y="3053650"/>
                  </a:lnTo>
                  <a:lnTo>
                    <a:pt x="4972532" y="3053650"/>
                  </a:lnTo>
                  <a:lnTo>
                    <a:pt x="4982660" y="3053650"/>
                  </a:lnTo>
                  <a:lnTo>
                    <a:pt x="4992787" y="3053650"/>
                  </a:lnTo>
                  <a:lnTo>
                    <a:pt x="5002914" y="3053650"/>
                  </a:lnTo>
                  <a:lnTo>
                    <a:pt x="5013042" y="3053650"/>
                  </a:lnTo>
                  <a:lnTo>
                    <a:pt x="5023169" y="3053650"/>
                  </a:lnTo>
                  <a:lnTo>
                    <a:pt x="5033296" y="3053650"/>
                  </a:lnTo>
                  <a:lnTo>
                    <a:pt x="5043424" y="3053650"/>
                  </a:lnTo>
                  <a:lnTo>
                    <a:pt x="5053551" y="3053650"/>
                  </a:lnTo>
                  <a:lnTo>
                    <a:pt x="5063678" y="3053650"/>
                  </a:lnTo>
                  <a:lnTo>
                    <a:pt x="5073806" y="3053650"/>
                  </a:lnTo>
                  <a:lnTo>
                    <a:pt x="5083933" y="3053650"/>
                  </a:lnTo>
                  <a:lnTo>
                    <a:pt x="5094060" y="3053650"/>
                  </a:lnTo>
                  <a:lnTo>
                    <a:pt x="5104188" y="3053650"/>
                  </a:lnTo>
                  <a:lnTo>
                    <a:pt x="5114315" y="3053650"/>
                  </a:lnTo>
                  <a:lnTo>
                    <a:pt x="5124443" y="3053650"/>
                  </a:lnTo>
                  <a:lnTo>
                    <a:pt x="5134570" y="3053650"/>
                  </a:lnTo>
                  <a:lnTo>
                    <a:pt x="5144697" y="3053650"/>
                  </a:lnTo>
                  <a:lnTo>
                    <a:pt x="5154825" y="3053650"/>
                  </a:lnTo>
                  <a:lnTo>
                    <a:pt x="5164952" y="3053650"/>
                  </a:lnTo>
                  <a:lnTo>
                    <a:pt x="5175079" y="3053650"/>
                  </a:lnTo>
                  <a:lnTo>
                    <a:pt x="5164952" y="3053650"/>
                  </a:lnTo>
                  <a:lnTo>
                    <a:pt x="5154825" y="3053650"/>
                  </a:lnTo>
                  <a:lnTo>
                    <a:pt x="5144697" y="3053650"/>
                  </a:lnTo>
                  <a:lnTo>
                    <a:pt x="5134570" y="3053650"/>
                  </a:lnTo>
                  <a:lnTo>
                    <a:pt x="5124443" y="3053650"/>
                  </a:lnTo>
                  <a:lnTo>
                    <a:pt x="5114315" y="3053650"/>
                  </a:lnTo>
                  <a:lnTo>
                    <a:pt x="5104188" y="3053650"/>
                  </a:lnTo>
                  <a:lnTo>
                    <a:pt x="5094060" y="3053650"/>
                  </a:lnTo>
                  <a:lnTo>
                    <a:pt x="5083933" y="3053650"/>
                  </a:lnTo>
                  <a:lnTo>
                    <a:pt x="5073806" y="3053650"/>
                  </a:lnTo>
                  <a:lnTo>
                    <a:pt x="5063678" y="3053650"/>
                  </a:lnTo>
                  <a:lnTo>
                    <a:pt x="5053551" y="3053650"/>
                  </a:lnTo>
                  <a:lnTo>
                    <a:pt x="5043424" y="3053650"/>
                  </a:lnTo>
                  <a:lnTo>
                    <a:pt x="5033296" y="3053650"/>
                  </a:lnTo>
                  <a:lnTo>
                    <a:pt x="5023169" y="3053650"/>
                  </a:lnTo>
                  <a:lnTo>
                    <a:pt x="5013042" y="3053650"/>
                  </a:lnTo>
                  <a:lnTo>
                    <a:pt x="5002914" y="3053650"/>
                  </a:lnTo>
                  <a:lnTo>
                    <a:pt x="4992787" y="3053650"/>
                  </a:lnTo>
                  <a:lnTo>
                    <a:pt x="4982660" y="3053650"/>
                  </a:lnTo>
                  <a:lnTo>
                    <a:pt x="4972532" y="3053650"/>
                  </a:lnTo>
                  <a:lnTo>
                    <a:pt x="4962405" y="3053650"/>
                  </a:lnTo>
                  <a:lnTo>
                    <a:pt x="4952277" y="3053650"/>
                  </a:lnTo>
                  <a:lnTo>
                    <a:pt x="4942150" y="3053650"/>
                  </a:lnTo>
                  <a:lnTo>
                    <a:pt x="4932023" y="3053650"/>
                  </a:lnTo>
                  <a:lnTo>
                    <a:pt x="4921895" y="3053650"/>
                  </a:lnTo>
                  <a:lnTo>
                    <a:pt x="4911768" y="3053650"/>
                  </a:lnTo>
                  <a:lnTo>
                    <a:pt x="4901641" y="3053650"/>
                  </a:lnTo>
                  <a:lnTo>
                    <a:pt x="4891513" y="3053650"/>
                  </a:lnTo>
                  <a:lnTo>
                    <a:pt x="4881386" y="3053650"/>
                  </a:lnTo>
                  <a:lnTo>
                    <a:pt x="4871259" y="3053650"/>
                  </a:lnTo>
                  <a:lnTo>
                    <a:pt x="4861131" y="3053650"/>
                  </a:lnTo>
                  <a:lnTo>
                    <a:pt x="4851004" y="3053650"/>
                  </a:lnTo>
                  <a:lnTo>
                    <a:pt x="4840877" y="3053650"/>
                  </a:lnTo>
                  <a:lnTo>
                    <a:pt x="4830749" y="3053650"/>
                  </a:lnTo>
                  <a:lnTo>
                    <a:pt x="4820622" y="3053650"/>
                  </a:lnTo>
                  <a:lnTo>
                    <a:pt x="4810494" y="3053650"/>
                  </a:lnTo>
                  <a:lnTo>
                    <a:pt x="4800367" y="3053650"/>
                  </a:lnTo>
                  <a:lnTo>
                    <a:pt x="4790240" y="3053650"/>
                  </a:lnTo>
                  <a:lnTo>
                    <a:pt x="4780112" y="3053650"/>
                  </a:lnTo>
                  <a:lnTo>
                    <a:pt x="4769985" y="3053650"/>
                  </a:lnTo>
                  <a:lnTo>
                    <a:pt x="4759858" y="3053650"/>
                  </a:lnTo>
                  <a:lnTo>
                    <a:pt x="4749730" y="3053650"/>
                  </a:lnTo>
                  <a:lnTo>
                    <a:pt x="4739603" y="3053650"/>
                  </a:lnTo>
                  <a:lnTo>
                    <a:pt x="4729476" y="3053650"/>
                  </a:lnTo>
                  <a:lnTo>
                    <a:pt x="4719348" y="3053650"/>
                  </a:lnTo>
                  <a:lnTo>
                    <a:pt x="4709221" y="3053650"/>
                  </a:lnTo>
                  <a:lnTo>
                    <a:pt x="4699093" y="3053650"/>
                  </a:lnTo>
                  <a:lnTo>
                    <a:pt x="4688966" y="3053650"/>
                  </a:lnTo>
                  <a:lnTo>
                    <a:pt x="4678839" y="3053650"/>
                  </a:lnTo>
                  <a:lnTo>
                    <a:pt x="4668711" y="3053650"/>
                  </a:lnTo>
                  <a:lnTo>
                    <a:pt x="4658584" y="3053650"/>
                  </a:lnTo>
                  <a:lnTo>
                    <a:pt x="4648457" y="3053650"/>
                  </a:lnTo>
                  <a:lnTo>
                    <a:pt x="4638329" y="3053650"/>
                  </a:lnTo>
                  <a:lnTo>
                    <a:pt x="4628202" y="3053650"/>
                  </a:lnTo>
                  <a:lnTo>
                    <a:pt x="4618075" y="3053650"/>
                  </a:lnTo>
                  <a:lnTo>
                    <a:pt x="4607947" y="3053650"/>
                  </a:lnTo>
                  <a:lnTo>
                    <a:pt x="4597820" y="3053650"/>
                  </a:lnTo>
                  <a:lnTo>
                    <a:pt x="4587693" y="3053650"/>
                  </a:lnTo>
                  <a:lnTo>
                    <a:pt x="4577565" y="3053650"/>
                  </a:lnTo>
                  <a:lnTo>
                    <a:pt x="4567438" y="3053650"/>
                  </a:lnTo>
                  <a:lnTo>
                    <a:pt x="4557310" y="3053650"/>
                  </a:lnTo>
                  <a:lnTo>
                    <a:pt x="4547183" y="3053650"/>
                  </a:lnTo>
                  <a:lnTo>
                    <a:pt x="4537056" y="3053650"/>
                  </a:lnTo>
                  <a:lnTo>
                    <a:pt x="4526928" y="3053650"/>
                  </a:lnTo>
                  <a:lnTo>
                    <a:pt x="4516801" y="3053650"/>
                  </a:lnTo>
                  <a:lnTo>
                    <a:pt x="4506674" y="3053650"/>
                  </a:lnTo>
                  <a:lnTo>
                    <a:pt x="4496546" y="3053650"/>
                  </a:lnTo>
                  <a:lnTo>
                    <a:pt x="4486419" y="3053650"/>
                  </a:lnTo>
                  <a:lnTo>
                    <a:pt x="4476292" y="3053650"/>
                  </a:lnTo>
                  <a:lnTo>
                    <a:pt x="4466164" y="3053650"/>
                  </a:lnTo>
                  <a:lnTo>
                    <a:pt x="4456037" y="3053650"/>
                  </a:lnTo>
                  <a:lnTo>
                    <a:pt x="4445910" y="3053650"/>
                  </a:lnTo>
                  <a:lnTo>
                    <a:pt x="4435782" y="3053650"/>
                  </a:lnTo>
                  <a:lnTo>
                    <a:pt x="4425655" y="3053650"/>
                  </a:lnTo>
                  <a:lnTo>
                    <a:pt x="4415527" y="3053650"/>
                  </a:lnTo>
                  <a:lnTo>
                    <a:pt x="4405400" y="3053650"/>
                  </a:lnTo>
                  <a:lnTo>
                    <a:pt x="4395273" y="3053650"/>
                  </a:lnTo>
                  <a:lnTo>
                    <a:pt x="4385145" y="3053650"/>
                  </a:lnTo>
                  <a:lnTo>
                    <a:pt x="4375018" y="3053650"/>
                  </a:lnTo>
                  <a:lnTo>
                    <a:pt x="4364891" y="3053650"/>
                  </a:lnTo>
                  <a:lnTo>
                    <a:pt x="4354763" y="3053650"/>
                  </a:lnTo>
                  <a:lnTo>
                    <a:pt x="4344636" y="3053650"/>
                  </a:lnTo>
                  <a:lnTo>
                    <a:pt x="4334509" y="3053650"/>
                  </a:lnTo>
                  <a:lnTo>
                    <a:pt x="4324381" y="3053650"/>
                  </a:lnTo>
                  <a:lnTo>
                    <a:pt x="4314254" y="3053650"/>
                  </a:lnTo>
                  <a:lnTo>
                    <a:pt x="4304127" y="3053650"/>
                  </a:lnTo>
                  <a:lnTo>
                    <a:pt x="4293999" y="3053650"/>
                  </a:lnTo>
                  <a:lnTo>
                    <a:pt x="4283872" y="3053650"/>
                  </a:lnTo>
                  <a:lnTo>
                    <a:pt x="4273744" y="3053650"/>
                  </a:lnTo>
                  <a:lnTo>
                    <a:pt x="4263617" y="3053650"/>
                  </a:lnTo>
                  <a:lnTo>
                    <a:pt x="4253490" y="3053650"/>
                  </a:lnTo>
                  <a:lnTo>
                    <a:pt x="4243362" y="3053650"/>
                  </a:lnTo>
                  <a:lnTo>
                    <a:pt x="4233235" y="3053650"/>
                  </a:lnTo>
                  <a:lnTo>
                    <a:pt x="4223108" y="3053650"/>
                  </a:lnTo>
                  <a:lnTo>
                    <a:pt x="4212980" y="3053650"/>
                  </a:lnTo>
                  <a:lnTo>
                    <a:pt x="4202853" y="3053650"/>
                  </a:lnTo>
                  <a:lnTo>
                    <a:pt x="4192726" y="3053650"/>
                  </a:lnTo>
                  <a:lnTo>
                    <a:pt x="4182598" y="3053650"/>
                  </a:lnTo>
                  <a:lnTo>
                    <a:pt x="4172471" y="3053650"/>
                  </a:lnTo>
                  <a:lnTo>
                    <a:pt x="4162344" y="3053650"/>
                  </a:lnTo>
                  <a:lnTo>
                    <a:pt x="4152216" y="3053650"/>
                  </a:lnTo>
                  <a:lnTo>
                    <a:pt x="4142089" y="3053650"/>
                  </a:lnTo>
                  <a:lnTo>
                    <a:pt x="4131961" y="3053650"/>
                  </a:lnTo>
                  <a:lnTo>
                    <a:pt x="4121834" y="3053650"/>
                  </a:lnTo>
                  <a:lnTo>
                    <a:pt x="4111707" y="3053650"/>
                  </a:lnTo>
                  <a:lnTo>
                    <a:pt x="4101579" y="3053650"/>
                  </a:lnTo>
                  <a:lnTo>
                    <a:pt x="4091452" y="3053650"/>
                  </a:lnTo>
                  <a:lnTo>
                    <a:pt x="4081325" y="3053650"/>
                  </a:lnTo>
                  <a:lnTo>
                    <a:pt x="4071197" y="3053650"/>
                  </a:lnTo>
                  <a:lnTo>
                    <a:pt x="4061070" y="3053650"/>
                  </a:lnTo>
                  <a:lnTo>
                    <a:pt x="4050943" y="3053650"/>
                  </a:lnTo>
                  <a:lnTo>
                    <a:pt x="4040815" y="3053650"/>
                  </a:lnTo>
                  <a:lnTo>
                    <a:pt x="4030688" y="3053650"/>
                  </a:lnTo>
                  <a:lnTo>
                    <a:pt x="4020561" y="3053650"/>
                  </a:lnTo>
                  <a:lnTo>
                    <a:pt x="4010433" y="3053650"/>
                  </a:lnTo>
                  <a:lnTo>
                    <a:pt x="4000306" y="3053650"/>
                  </a:lnTo>
                  <a:lnTo>
                    <a:pt x="3990178" y="3053650"/>
                  </a:lnTo>
                  <a:lnTo>
                    <a:pt x="3980051" y="3053650"/>
                  </a:lnTo>
                  <a:lnTo>
                    <a:pt x="3969924" y="3053650"/>
                  </a:lnTo>
                  <a:lnTo>
                    <a:pt x="3959796" y="3053650"/>
                  </a:lnTo>
                  <a:lnTo>
                    <a:pt x="3949669" y="3053650"/>
                  </a:lnTo>
                  <a:lnTo>
                    <a:pt x="3939542" y="3053650"/>
                  </a:lnTo>
                  <a:lnTo>
                    <a:pt x="3929414" y="3053650"/>
                  </a:lnTo>
                  <a:lnTo>
                    <a:pt x="3919287" y="3053650"/>
                  </a:lnTo>
                  <a:lnTo>
                    <a:pt x="3909160" y="3053650"/>
                  </a:lnTo>
                  <a:lnTo>
                    <a:pt x="3899032" y="3053650"/>
                  </a:lnTo>
                  <a:lnTo>
                    <a:pt x="3888905" y="3053650"/>
                  </a:lnTo>
                  <a:lnTo>
                    <a:pt x="3878778" y="3053650"/>
                  </a:lnTo>
                  <a:lnTo>
                    <a:pt x="3868650" y="3053650"/>
                  </a:lnTo>
                  <a:lnTo>
                    <a:pt x="3858523" y="3053650"/>
                  </a:lnTo>
                  <a:lnTo>
                    <a:pt x="3848395" y="3053650"/>
                  </a:lnTo>
                  <a:lnTo>
                    <a:pt x="3838268" y="3053650"/>
                  </a:lnTo>
                  <a:lnTo>
                    <a:pt x="3828141" y="3053650"/>
                  </a:lnTo>
                  <a:lnTo>
                    <a:pt x="3818013" y="3053650"/>
                  </a:lnTo>
                  <a:lnTo>
                    <a:pt x="3807886" y="3053650"/>
                  </a:lnTo>
                  <a:lnTo>
                    <a:pt x="3797759" y="3053650"/>
                  </a:lnTo>
                  <a:lnTo>
                    <a:pt x="3787631" y="3053650"/>
                  </a:lnTo>
                  <a:lnTo>
                    <a:pt x="3777504" y="3053650"/>
                  </a:lnTo>
                  <a:lnTo>
                    <a:pt x="3767377" y="3053650"/>
                  </a:lnTo>
                  <a:lnTo>
                    <a:pt x="3757249" y="3053650"/>
                  </a:lnTo>
                  <a:lnTo>
                    <a:pt x="3747122" y="3053650"/>
                  </a:lnTo>
                  <a:lnTo>
                    <a:pt x="3736995" y="3053650"/>
                  </a:lnTo>
                  <a:lnTo>
                    <a:pt x="3726867" y="3053650"/>
                  </a:lnTo>
                  <a:lnTo>
                    <a:pt x="3716740" y="3053650"/>
                  </a:lnTo>
                  <a:lnTo>
                    <a:pt x="3706612" y="3053650"/>
                  </a:lnTo>
                  <a:lnTo>
                    <a:pt x="3696485" y="3053650"/>
                  </a:lnTo>
                  <a:lnTo>
                    <a:pt x="3686358" y="3053650"/>
                  </a:lnTo>
                  <a:lnTo>
                    <a:pt x="3676230" y="3053650"/>
                  </a:lnTo>
                  <a:lnTo>
                    <a:pt x="3666103" y="3053650"/>
                  </a:lnTo>
                  <a:lnTo>
                    <a:pt x="3655976" y="3053650"/>
                  </a:lnTo>
                  <a:lnTo>
                    <a:pt x="3645848" y="3053650"/>
                  </a:lnTo>
                  <a:lnTo>
                    <a:pt x="3635721" y="3053650"/>
                  </a:lnTo>
                  <a:lnTo>
                    <a:pt x="3625594" y="3053650"/>
                  </a:lnTo>
                  <a:lnTo>
                    <a:pt x="3615466" y="3053650"/>
                  </a:lnTo>
                  <a:lnTo>
                    <a:pt x="3605339" y="3053650"/>
                  </a:lnTo>
                  <a:lnTo>
                    <a:pt x="3595211" y="3053650"/>
                  </a:lnTo>
                  <a:lnTo>
                    <a:pt x="3585084" y="3053650"/>
                  </a:lnTo>
                  <a:lnTo>
                    <a:pt x="3574957" y="3053650"/>
                  </a:lnTo>
                  <a:lnTo>
                    <a:pt x="3564829" y="3053650"/>
                  </a:lnTo>
                  <a:lnTo>
                    <a:pt x="3554702" y="3053650"/>
                  </a:lnTo>
                  <a:lnTo>
                    <a:pt x="3544575" y="3053650"/>
                  </a:lnTo>
                  <a:lnTo>
                    <a:pt x="3534447" y="3053650"/>
                  </a:lnTo>
                  <a:lnTo>
                    <a:pt x="3524320" y="3053650"/>
                  </a:lnTo>
                  <a:lnTo>
                    <a:pt x="3514193" y="3053650"/>
                  </a:lnTo>
                  <a:lnTo>
                    <a:pt x="3504065" y="3053650"/>
                  </a:lnTo>
                  <a:lnTo>
                    <a:pt x="3493938" y="3053650"/>
                  </a:lnTo>
                  <a:lnTo>
                    <a:pt x="3483811" y="3053650"/>
                  </a:lnTo>
                  <a:lnTo>
                    <a:pt x="3473683" y="3053650"/>
                  </a:lnTo>
                  <a:lnTo>
                    <a:pt x="3463556" y="3053650"/>
                  </a:lnTo>
                  <a:lnTo>
                    <a:pt x="3453428" y="3053650"/>
                  </a:lnTo>
                  <a:lnTo>
                    <a:pt x="3443301" y="3053650"/>
                  </a:lnTo>
                  <a:lnTo>
                    <a:pt x="3433174" y="3053650"/>
                  </a:lnTo>
                  <a:lnTo>
                    <a:pt x="3423046" y="3053650"/>
                  </a:lnTo>
                  <a:lnTo>
                    <a:pt x="3412919" y="3053650"/>
                  </a:lnTo>
                  <a:lnTo>
                    <a:pt x="3402792" y="3053650"/>
                  </a:lnTo>
                  <a:lnTo>
                    <a:pt x="3392664" y="3053650"/>
                  </a:lnTo>
                  <a:lnTo>
                    <a:pt x="3382537" y="3053650"/>
                  </a:lnTo>
                  <a:lnTo>
                    <a:pt x="3372410" y="3053650"/>
                  </a:lnTo>
                  <a:lnTo>
                    <a:pt x="3362282" y="3053650"/>
                  </a:lnTo>
                  <a:lnTo>
                    <a:pt x="3352155" y="3053650"/>
                  </a:lnTo>
                  <a:lnTo>
                    <a:pt x="3342028" y="3053650"/>
                  </a:lnTo>
                  <a:lnTo>
                    <a:pt x="3331900" y="3053650"/>
                  </a:lnTo>
                  <a:lnTo>
                    <a:pt x="3321773" y="3053650"/>
                  </a:lnTo>
                  <a:lnTo>
                    <a:pt x="3311645" y="3053650"/>
                  </a:lnTo>
                  <a:lnTo>
                    <a:pt x="3301518" y="3053650"/>
                  </a:lnTo>
                  <a:lnTo>
                    <a:pt x="3291391" y="3053650"/>
                  </a:lnTo>
                  <a:lnTo>
                    <a:pt x="3281263" y="3053650"/>
                  </a:lnTo>
                  <a:lnTo>
                    <a:pt x="3271136" y="3053650"/>
                  </a:lnTo>
                  <a:lnTo>
                    <a:pt x="3261009" y="3053650"/>
                  </a:lnTo>
                  <a:lnTo>
                    <a:pt x="3250881" y="3053650"/>
                  </a:lnTo>
                  <a:lnTo>
                    <a:pt x="3240754" y="3053650"/>
                  </a:lnTo>
                  <a:lnTo>
                    <a:pt x="3230627" y="3053650"/>
                  </a:lnTo>
                  <a:lnTo>
                    <a:pt x="3220499" y="3053650"/>
                  </a:lnTo>
                  <a:lnTo>
                    <a:pt x="3210372" y="3053650"/>
                  </a:lnTo>
                  <a:lnTo>
                    <a:pt x="3200245" y="3053650"/>
                  </a:lnTo>
                  <a:lnTo>
                    <a:pt x="3190117" y="3053650"/>
                  </a:lnTo>
                  <a:lnTo>
                    <a:pt x="3179990" y="3053650"/>
                  </a:lnTo>
                  <a:lnTo>
                    <a:pt x="3169862" y="3053650"/>
                  </a:lnTo>
                  <a:lnTo>
                    <a:pt x="3159735" y="3053650"/>
                  </a:lnTo>
                  <a:lnTo>
                    <a:pt x="3149608" y="3053650"/>
                  </a:lnTo>
                  <a:lnTo>
                    <a:pt x="3139480" y="3053650"/>
                  </a:lnTo>
                  <a:lnTo>
                    <a:pt x="3129353" y="3053650"/>
                  </a:lnTo>
                  <a:lnTo>
                    <a:pt x="3119226" y="3053650"/>
                  </a:lnTo>
                  <a:lnTo>
                    <a:pt x="3109098" y="3053650"/>
                  </a:lnTo>
                  <a:lnTo>
                    <a:pt x="3098971" y="3053650"/>
                  </a:lnTo>
                  <a:lnTo>
                    <a:pt x="3088844" y="3053650"/>
                  </a:lnTo>
                  <a:lnTo>
                    <a:pt x="3078716" y="3053650"/>
                  </a:lnTo>
                  <a:lnTo>
                    <a:pt x="3068589" y="3053650"/>
                  </a:lnTo>
                  <a:lnTo>
                    <a:pt x="3058462" y="3053650"/>
                  </a:lnTo>
                  <a:lnTo>
                    <a:pt x="3048334" y="3053650"/>
                  </a:lnTo>
                  <a:lnTo>
                    <a:pt x="3038207" y="3053650"/>
                  </a:lnTo>
                  <a:lnTo>
                    <a:pt x="3028079" y="3053650"/>
                  </a:lnTo>
                  <a:lnTo>
                    <a:pt x="3017952" y="3053650"/>
                  </a:lnTo>
                  <a:lnTo>
                    <a:pt x="3007825" y="3053650"/>
                  </a:lnTo>
                  <a:lnTo>
                    <a:pt x="2997697" y="3053650"/>
                  </a:lnTo>
                  <a:lnTo>
                    <a:pt x="2987570" y="3053650"/>
                  </a:lnTo>
                  <a:lnTo>
                    <a:pt x="2977443" y="3053650"/>
                  </a:lnTo>
                  <a:lnTo>
                    <a:pt x="2967315" y="3053650"/>
                  </a:lnTo>
                  <a:lnTo>
                    <a:pt x="2957188" y="3053650"/>
                  </a:lnTo>
                  <a:lnTo>
                    <a:pt x="2947061" y="3053650"/>
                  </a:lnTo>
                  <a:lnTo>
                    <a:pt x="2936933" y="3053650"/>
                  </a:lnTo>
                  <a:lnTo>
                    <a:pt x="2926806" y="3053650"/>
                  </a:lnTo>
                  <a:lnTo>
                    <a:pt x="2916679" y="3053650"/>
                  </a:lnTo>
                  <a:lnTo>
                    <a:pt x="2906551" y="3053650"/>
                  </a:lnTo>
                  <a:lnTo>
                    <a:pt x="2896424" y="3053650"/>
                  </a:lnTo>
                  <a:lnTo>
                    <a:pt x="2886296" y="3053650"/>
                  </a:lnTo>
                  <a:lnTo>
                    <a:pt x="2876169" y="3053650"/>
                  </a:lnTo>
                  <a:lnTo>
                    <a:pt x="2866042" y="3053650"/>
                  </a:lnTo>
                  <a:lnTo>
                    <a:pt x="2855914" y="3053650"/>
                  </a:lnTo>
                  <a:lnTo>
                    <a:pt x="2845787" y="3053650"/>
                  </a:lnTo>
                  <a:lnTo>
                    <a:pt x="2835660" y="3053650"/>
                  </a:lnTo>
                  <a:lnTo>
                    <a:pt x="2825532" y="3053650"/>
                  </a:lnTo>
                  <a:lnTo>
                    <a:pt x="2815405" y="3053650"/>
                  </a:lnTo>
                  <a:lnTo>
                    <a:pt x="2805278" y="3053650"/>
                  </a:lnTo>
                  <a:lnTo>
                    <a:pt x="2795150" y="3053650"/>
                  </a:lnTo>
                  <a:lnTo>
                    <a:pt x="2785023" y="3053650"/>
                  </a:lnTo>
                  <a:lnTo>
                    <a:pt x="2774896" y="3053650"/>
                  </a:lnTo>
                  <a:lnTo>
                    <a:pt x="2764768" y="3053650"/>
                  </a:lnTo>
                  <a:lnTo>
                    <a:pt x="2754641" y="3053650"/>
                  </a:lnTo>
                  <a:lnTo>
                    <a:pt x="2744513" y="3053650"/>
                  </a:lnTo>
                  <a:lnTo>
                    <a:pt x="2734386" y="3053650"/>
                  </a:lnTo>
                  <a:lnTo>
                    <a:pt x="2724259" y="3053650"/>
                  </a:lnTo>
                  <a:lnTo>
                    <a:pt x="2714131" y="3053650"/>
                  </a:lnTo>
                  <a:lnTo>
                    <a:pt x="2704004" y="3053650"/>
                  </a:lnTo>
                  <a:lnTo>
                    <a:pt x="2693877" y="3053650"/>
                  </a:lnTo>
                  <a:lnTo>
                    <a:pt x="2683749" y="3053650"/>
                  </a:lnTo>
                  <a:lnTo>
                    <a:pt x="2673622" y="3053650"/>
                  </a:lnTo>
                  <a:lnTo>
                    <a:pt x="2663495" y="3053650"/>
                  </a:lnTo>
                  <a:lnTo>
                    <a:pt x="2653367" y="3053650"/>
                  </a:lnTo>
                  <a:lnTo>
                    <a:pt x="2643240" y="3053650"/>
                  </a:lnTo>
                  <a:lnTo>
                    <a:pt x="2633113" y="3053650"/>
                  </a:lnTo>
                  <a:lnTo>
                    <a:pt x="2622985" y="3053650"/>
                  </a:lnTo>
                  <a:lnTo>
                    <a:pt x="2612858" y="3053650"/>
                  </a:lnTo>
                  <a:lnTo>
                    <a:pt x="2602730" y="3053650"/>
                  </a:lnTo>
                  <a:lnTo>
                    <a:pt x="2592603" y="3053650"/>
                  </a:lnTo>
                  <a:lnTo>
                    <a:pt x="2582476" y="3053650"/>
                  </a:lnTo>
                  <a:lnTo>
                    <a:pt x="2572348" y="3053650"/>
                  </a:lnTo>
                  <a:lnTo>
                    <a:pt x="2562221" y="3053650"/>
                  </a:lnTo>
                  <a:lnTo>
                    <a:pt x="2552094" y="3053650"/>
                  </a:lnTo>
                  <a:lnTo>
                    <a:pt x="2541966" y="3053650"/>
                  </a:lnTo>
                  <a:lnTo>
                    <a:pt x="2531839" y="3053650"/>
                  </a:lnTo>
                  <a:lnTo>
                    <a:pt x="2521712" y="3053650"/>
                  </a:lnTo>
                  <a:lnTo>
                    <a:pt x="2511584" y="3053650"/>
                  </a:lnTo>
                  <a:lnTo>
                    <a:pt x="2501457" y="3053650"/>
                  </a:lnTo>
                  <a:lnTo>
                    <a:pt x="2491330" y="3053650"/>
                  </a:lnTo>
                  <a:lnTo>
                    <a:pt x="2481202" y="3053650"/>
                  </a:lnTo>
                  <a:lnTo>
                    <a:pt x="2471075" y="3053650"/>
                  </a:lnTo>
                  <a:lnTo>
                    <a:pt x="2460947" y="3053650"/>
                  </a:lnTo>
                  <a:lnTo>
                    <a:pt x="2450820" y="3053650"/>
                  </a:lnTo>
                  <a:lnTo>
                    <a:pt x="2440693" y="3053650"/>
                  </a:lnTo>
                  <a:lnTo>
                    <a:pt x="2430565" y="3053650"/>
                  </a:lnTo>
                  <a:lnTo>
                    <a:pt x="2420438" y="3053650"/>
                  </a:lnTo>
                  <a:lnTo>
                    <a:pt x="2410311" y="3053650"/>
                  </a:lnTo>
                  <a:lnTo>
                    <a:pt x="2400183" y="3053650"/>
                  </a:lnTo>
                  <a:lnTo>
                    <a:pt x="2390056" y="3053650"/>
                  </a:lnTo>
                  <a:lnTo>
                    <a:pt x="2379929" y="3053650"/>
                  </a:lnTo>
                  <a:lnTo>
                    <a:pt x="2369801" y="3053650"/>
                  </a:lnTo>
                  <a:lnTo>
                    <a:pt x="2359674" y="3053650"/>
                  </a:lnTo>
                  <a:lnTo>
                    <a:pt x="2349546" y="3053650"/>
                  </a:lnTo>
                  <a:lnTo>
                    <a:pt x="2339419" y="3053650"/>
                  </a:lnTo>
                  <a:lnTo>
                    <a:pt x="2329292" y="3053650"/>
                  </a:lnTo>
                  <a:lnTo>
                    <a:pt x="2319164" y="3053650"/>
                  </a:lnTo>
                  <a:lnTo>
                    <a:pt x="2309037" y="3053650"/>
                  </a:lnTo>
                  <a:lnTo>
                    <a:pt x="2298910" y="3053650"/>
                  </a:lnTo>
                  <a:lnTo>
                    <a:pt x="2288782" y="3053650"/>
                  </a:lnTo>
                  <a:lnTo>
                    <a:pt x="2278655" y="3053650"/>
                  </a:lnTo>
                  <a:lnTo>
                    <a:pt x="2268528" y="3053650"/>
                  </a:lnTo>
                  <a:lnTo>
                    <a:pt x="2258400" y="3053650"/>
                  </a:lnTo>
                  <a:lnTo>
                    <a:pt x="2248273" y="3053650"/>
                  </a:lnTo>
                  <a:lnTo>
                    <a:pt x="2238146" y="3053650"/>
                  </a:lnTo>
                  <a:lnTo>
                    <a:pt x="2228018" y="3053650"/>
                  </a:lnTo>
                  <a:lnTo>
                    <a:pt x="2217891" y="3053650"/>
                  </a:lnTo>
                  <a:lnTo>
                    <a:pt x="2207763" y="3053650"/>
                  </a:lnTo>
                  <a:lnTo>
                    <a:pt x="2197636" y="3053650"/>
                  </a:lnTo>
                  <a:lnTo>
                    <a:pt x="2187509" y="3053650"/>
                  </a:lnTo>
                  <a:lnTo>
                    <a:pt x="2177381" y="3053650"/>
                  </a:lnTo>
                  <a:lnTo>
                    <a:pt x="2167254" y="3053650"/>
                  </a:lnTo>
                  <a:lnTo>
                    <a:pt x="2157127" y="3053650"/>
                  </a:lnTo>
                  <a:lnTo>
                    <a:pt x="2146999" y="3053650"/>
                  </a:lnTo>
                  <a:lnTo>
                    <a:pt x="2136872" y="3053650"/>
                  </a:lnTo>
                  <a:lnTo>
                    <a:pt x="2126745" y="3053650"/>
                  </a:lnTo>
                  <a:lnTo>
                    <a:pt x="2116617" y="3053650"/>
                  </a:lnTo>
                  <a:lnTo>
                    <a:pt x="2106490" y="3053650"/>
                  </a:lnTo>
                  <a:lnTo>
                    <a:pt x="2096363" y="3053650"/>
                  </a:lnTo>
                  <a:lnTo>
                    <a:pt x="2086235" y="3053650"/>
                  </a:lnTo>
                  <a:lnTo>
                    <a:pt x="2076108" y="3053650"/>
                  </a:lnTo>
                  <a:lnTo>
                    <a:pt x="2065980" y="3053650"/>
                  </a:lnTo>
                  <a:lnTo>
                    <a:pt x="2055853" y="3053650"/>
                  </a:lnTo>
                  <a:lnTo>
                    <a:pt x="2045726" y="3053650"/>
                  </a:lnTo>
                  <a:lnTo>
                    <a:pt x="2035598" y="3053650"/>
                  </a:lnTo>
                  <a:lnTo>
                    <a:pt x="2025471" y="3053650"/>
                  </a:lnTo>
                  <a:lnTo>
                    <a:pt x="2015344" y="3053650"/>
                  </a:lnTo>
                  <a:lnTo>
                    <a:pt x="2005216" y="3053650"/>
                  </a:lnTo>
                  <a:lnTo>
                    <a:pt x="1995089" y="3053650"/>
                  </a:lnTo>
                  <a:lnTo>
                    <a:pt x="1984962" y="3053650"/>
                  </a:lnTo>
                  <a:lnTo>
                    <a:pt x="1974834" y="3053650"/>
                  </a:lnTo>
                  <a:lnTo>
                    <a:pt x="1964707" y="3053650"/>
                  </a:lnTo>
                  <a:lnTo>
                    <a:pt x="1954580" y="3053650"/>
                  </a:lnTo>
                  <a:lnTo>
                    <a:pt x="1944452" y="3053650"/>
                  </a:lnTo>
                  <a:lnTo>
                    <a:pt x="1934325" y="3053650"/>
                  </a:lnTo>
                  <a:lnTo>
                    <a:pt x="1924197" y="3053650"/>
                  </a:lnTo>
                  <a:lnTo>
                    <a:pt x="1914070" y="3053650"/>
                  </a:lnTo>
                  <a:lnTo>
                    <a:pt x="1903943" y="3053650"/>
                  </a:lnTo>
                  <a:lnTo>
                    <a:pt x="1893815" y="3053650"/>
                  </a:lnTo>
                  <a:lnTo>
                    <a:pt x="1883688" y="3053650"/>
                  </a:lnTo>
                  <a:lnTo>
                    <a:pt x="1873561" y="3053650"/>
                  </a:lnTo>
                  <a:lnTo>
                    <a:pt x="1863433" y="3053650"/>
                  </a:lnTo>
                  <a:lnTo>
                    <a:pt x="1853306" y="3053650"/>
                  </a:lnTo>
                  <a:lnTo>
                    <a:pt x="1843179" y="3053650"/>
                  </a:lnTo>
                  <a:lnTo>
                    <a:pt x="1833051" y="3053650"/>
                  </a:lnTo>
                  <a:lnTo>
                    <a:pt x="1822924" y="3053650"/>
                  </a:lnTo>
                  <a:lnTo>
                    <a:pt x="1812797" y="3053650"/>
                  </a:lnTo>
                  <a:lnTo>
                    <a:pt x="1802669" y="3053650"/>
                  </a:lnTo>
                  <a:lnTo>
                    <a:pt x="1792542" y="3053650"/>
                  </a:lnTo>
                  <a:lnTo>
                    <a:pt x="1782414" y="3053650"/>
                  </a:lnTo>
                  <a:lnTo>
                    <a:pt x="1772287" y="3053650"/>
                  </a:lnTo>
                  <a:lnTo>
                    <a:pt x="1762160" y="3053650"/>
                  </a:lnTo>
                  <a:lnTo>
                    <a:pt x="1752032" y="3053650"/>
                  </a:lnTo>
                  <a:lnTo>
                    <a:pt x="1741905" y="3053650"/>
                  </a:lnTo>
                  <a:lnTo>
                    <a:pt x="1731778" y="3053650"/>
                  </a:lnTo>
                  <a:lnTo>
                    <a:pt x="1721650" y="3053650"/>
                  </a:lnTo>
                  <a:lnTo>
                    <a:pt x="1711523" y="3053650"/>
                  </a:lnTo>
                  <a:lnTo>
                    <a:pt x="1701396" y="3053650"/>
                  </a:lnTo>
                  <a:lnTo>
                    <a:pt x="1691268" y="3053650"/>
                  </a:lnTo>
                  <a:lnTo>
                    <a:pt x="1681141" y="3053650"/>
                  </a:lnTo>
                  <a:lnTo>
                    <a:pt x="1671014" y="3053650"/>
                  </a:lnTo>
                  <a:lnTo>
                    <a:pt x="1660886" y="3053650"/>
                  </a:lnTo>
                  <a:lnTo>
                    <a:pt x="1650759" y="3053650"/>
                  </a:lnTo>
                  <a:lnTo>
                    <a:pt x="1640631" y="3053650"/>
                  </a:lnTo>
                  <a:lnTo>
                    <a:pt x="1630504" y="3053650"/>
                  </a:lnTo>
                  <a:lnTo>
                    <a:pt x="1620377" y="3053650"/>
                  </a:lnTo>
                  <a:lnTo>
                    <a:pt x="1610249" y="3053650"/>
                  </a:lnTo>
                  <a:lnTo>
                    <a:pt x="1600122" y="3053650"/>
                  </a:lnTo>
                  <a:lnTo>
                    <a:pt x="1589995" y="3053650"/>
                  </a:lnTo>
                  <a:lnTo>
                    <a:pt x="1579867" y="3053650"/>
                  </a:lnTo>
                  <a:lnTo>
                    <a:pt x="1569740" y="3053650"/>
                  </a:lnTo>
                  <a:lnTo>
                    <a:pt x="1559613" y="3053650"/>
                  </a:lnTo>
                  <a:lnTo>
                    <a:pt x="1549485" y="3053650"/>
                  </a:lnTo>
                  <a:lnTo>
                    <a:pt x="1539358" y="3053650"/>
                  </a:lnTo>
                  <a:lnTo>
                    <a:pt x="1529231" y="3053650"/>
                  </a:lnTo>
                  <a:lnTo>
                    <a:pt x="1519103" y="3053650"/>
                  </a:lnTo>
                  <a:lnTo>
                    <a:pt x="1508976" y="3053650"/>
                  </a:lnTo>
                  <a:lnTo>
                    <a:pt x="1498848" y="3053650"/>
                  </a:lnTo>
                  <a:lnTo>
                    <a:pt x="1488721" y="3053650"/>
                  </a:lnTo>
                  <a:lnTo>
                    <a:pt x="1478594" y="3053650"/>
                  </a:lnTo>
                  <a:lnTo>
                    <a:pt x="1468466" y="3053650"/>
                  </a:lnTo>
                  <a:lnTo>
                    <a:pt x="1458339" y="3053650"/>
                  </a:lnTo>
                  <a:lnTo>
                    <a:pt x="1448212" y="3053650"/>
                  </a:lnTo>
                  <a:lnTo>
                    <a:pt x="1438084" y="3053650"/>
                  </a:lnTo>
                  <a:lnTo>
                    <a:pt x="1427957" y="3053650"/>
                  </a:lnTo>
                  <a:lnTo>
                    <a:pt x="1417830" y="3053650"/>
                  </a:lnTo>
                  <a:lnTo>
                    <a:pt x="1407702" y="3053650"/>
                  </a:lnTo>
                  <a:lnTo>
                    <a:pt x="1397575" y="3053650"/>
                  </a:lnTo>
                  <a:lnTo>
                    <a:pt x="1387448" y="3053650"/>
                  </a:lnTo>
                  <a:lnTo>
                    <a:pt x="1377320" y="3053650"/>
                  </a:lnTo>
                  <a:lnTo>
                    <a:pt x="1367193" y="3053650"/>
                  </a:lnTo>
                  <a:lnTo>
                    <a:pt x="1357065" y="3053650"/>
                  </a:lnTo>
                  <a:lnTo>
                    <a:pt x="1346938" y="3053650"/>
                  </a:lnTo>
                  <a:lnTo>
                    <a:pt x="1336811" y="3053650"/>
                  </a:lnTo>
                  <a:lnTo>
                    <a:pt x="1326683" y="3053650"/>
                  </a:lnTo>
                  <a:lnTo>
                    <a:pt x="1316556" y="3053650"/>
                  </a:lnTo>
                  <a:lnTo>
                    <a:pt x="1306429" y="3053650"/>
                  </a:lnTo>
                  <a:lnTo>
                    <a:pt x="1296301" y="3053650"/>
                  </a:lnTo>
                  <a:lnTo>
                    <a:pt x="1286174" y="3053650"/>
                  </a:lnTo>
                  <a:lnTo>
                    <a:pt x="1276047" y="3053650"/>
                  </a:lnTo>
                  <a:lnTo>
                    <a:pt x="1265919" y="3053650"/>
                  </a:lnTo>
                  <a:lnTo>
                    <a:pt x="1255792" y="3053650"/>
                  </a:lnTo>
                  <a:lnTo>
                    <a:pt x="1245665" y="3053650"/>
                  </a:lnTo>
                  <a:lnTo>
                    <a:pt x="1235537" y="3053650"/>
                  </a:lnTo>
                  <a:lnTo>
                    <a:pt x="1225410" y="3053650"/>
                  </a:lnTo>
                  <a:lnTo>
                    <a:pt x="1215282" y="3053650"/>
                  </a:lnTo>
                  <a:lnTo>
                    <a:pt x="1205155" y="3053650"/>
                  </a:lnTo>
                  <a:lnTo>
                    <a:pt x="1195028" y="3053650"/>
                  </a:lnTo>
                  <a:lnTo>
                    <a:pt x="1184900" y="3053650"/>
                  </a:lnTo>
                  <a:lnTo>
                    <a:pt x="1174773" y="3053650"/>
                  </a:lnTo>
                  <a:lnTo>
                    <a:pt x="1164646" y="3053650"/>
                  </a:lnTo>
                  <a:lnTo>
                    <a:pt x="1154518" y="3053650"/>
                  </a:lnTo>
                  <a:lnTo>
                    <a:pt x="1144391" y="3053650"/>
                  </a:lnTo>
                  <a:lnTo>
                    <a:pt x="1134264" y="3053650"/>
                  </a:lnTo>
                  <a:lnTo>
                    <a:pt x="1124136" y="3053650"/>
                  </a:lnTo>
                  <a:lnTo>
                    <a:pt x="1114009" y="3053650"/>
                  </a:lnTo>
                  <a:lnTo>
                    <a:pt x="1103881" y="3053650"/>
                  </a:lnTo>
                  <a:lnTo>
                    <a:pt x="1093754" y="3053650"/>
                  </a:lnTo>
                  <a:lnTo>
                    <a:pt x="1083627" y="3053650"/>
                  </a:lnTo>
                  <a:lnTo>
                    <a:pt x="1073499" y="3053650"/>
                  </a:lnTo>
                  <a:lnTo>
                    <a:pt x="1063372" y="3053650"/>
                  </a:lnTo>
                  <a:lnTo>
                    <a:pt x="1053245" y="3053650"/>
                  </a:lnTo>
                  <a:lnTo>
                    <a:pt x="1043117" y="3053650"/>
                  </a:lnTo>
                  <a:lnTo>
                    <a:pt x="1032990" y="3053650"/>
                  </a:lnTo>
                  <a:lnTo>
                    <a:pt x="1022863" y="3053650"/>
                  </a:lnTo>
                  <a:lnTo>
                    <a:pt x="1012735" y="3053650"/>
                  </a:lnTo>
                  <a:lnTo>
                    <a:pt x="1002608" y="3053650"/>
                  </a:lnTo>
                  <a:lnTo>
                    <a:pt x="992481" y="3053650"/>
                  </a:lnTo>
                  <a:lnTo>
                    <a:pt x="982353" y="3053650"/>
                  </a:lnTo>
                  <a:lnTo>
                    <a:pt x="972226" y="3053650"/>
                  </a:lnTo>
                  <a:lnTo>
                    <a:pt x="962098" y="3053650"/>
                  </a:lnTo>
                  <a:lnTo>
                    <a:pt x="951971" y="3053650"/>
                  </a:lnTo>
                  <a:lnTo>
                    <a:pt x="941844" y="3053650"/>
                  </a:lnTo>
                  <a:lnTo>
                    <a:pt x="931716" y="3053650"/>
                  </a:lnTo>
                  <a:lnTo>
                    <a:pt x="921589" y="3053650"/>
                  </a:lnTo>
                  <a:lnTo>
                    <a:pt x="911462" y="3053650"/>
                  </a:lnTo>
                  <a:lnTo>
                    <a:pt x="901334" y="3053650"/>
                  </a:lnTo>
                  <a:lnTo>
                    <a:pt x="891207" y="3053650"/>
                  </a:lnTo>
                  <a:lnTo>
                    <a:pt x="881080" y="3053650"/>
                  </a:lnTo>
                  <a:lnTo>
                    <a:pt x="870952" y="3053650"/>
                  </a:lnTo>
                  <a:lnTo>
                    <a:pt x="860825" y="3053650"/>
                  </a:lnTo>
                  <a:lnTo>
                    <a:pt x="850698" y="3053650"/>
                  </a:lnTo>
                  <a:lnTo>
                    <a:pt x="840570" y="3053650"/>
                  </a:lnTo>
                  <a:lnTo>
                    <a:pt x="830443" y="3053650"/>
                  </a:lnTo>
                  <a:lnTo>
                    <a:pt x="820315" y="3053650"/>
                  </a:lnTo>
                  <a:lnTo>
                    <a:pt x="810188" y="3053650"/>
                  </a:lnTo>
                  <a:lnTo>
                    <a:pt x="800061" y="3053650"/>
                  </a:lnTo>
                  <a:lnTo>
                    <a:pt x="789933" y="3053650"/>
                  </a:lnTo>
                  <a:lnTo>
                    <a:pt x="779806" y="3053650"/>
                  </a:lnTo>
                  <a:lnTo>
                    <a:pt x="769679" y="3053650"/>
                  </a:lnTo>
                  <a:lnTo>
                    <a:pt x="759551" y="3053650"/>
                  </a:lnTo>
                  <a:lnTo>
                    <a:pt x="749424" y="3053650"/>
                  </a:lnTo>
                  <a:lnTo>
                    <a:pt x="739297" y="3053650"/>
                  </a:lnTo>
                  <a:lnTo>
                    <a:pt x="729169" y="3053650"/>
                  </a:lnTo>
                  <a:lnTo>
                    <a:pt x="719042" y="3053650"/>
                  </a:lnTo>
                  <a:lnTo>
                    <a:pt x="708915" y="3053650"/>
                  </a:lnTo>
                  <a:lnTo>
                    <a:pt x="698787" y="3053650"/>
                  </a:lnTo>
                  <a:lnTo>
                    <a:pt x="688660" y="3053650"/>
                  </a:lnTo>
                  <a:lnTo>
                    <a:pt x="678532" y="3053650"/>
                  </a:lnTo>
                  <a:lnTo>
                    <a:pt x="668405" y="3053650"/>
                  </a:lnTo>
                  <a:lnTo>
                    <a:pt x="658278" y="3053650"/>
                  </a:lnTo>
                  <a:lnTo>
                    <a:pt x="648150" y="3053650"/>
                  </a:lnTo>
                  <a:lnTo>
                    <a:pt x="638023" y="3053650"/>
                  </a:lnTo>
                  <a:lnTo>
                    <a:pt x="627896" y="3053650"/>
                  </a:lnTo>
                  <a:lnTo>
                    <a:pt x="617768" y="3053650"/>
                  </a:lnTo>
                  <a:lnTo>
                    <a:pt x="607641" y="3053650"/>
                  </a:lnTo>
                  <a:lnTo>
                    <a:pt x="597514" y="3053650"/>
                  </a:lnTo>
                  <a:lnTo>
                    <a:pt x="587386" y="3053650"/>
                  </a:lnTo>
                  <a:lnTo>
                    <a:pt x="577259" y="3053650"/>
                  </a:lnTo>
                  <a:lnTo>
                    <a:pt x="567132" y="3053650"/>
                  </a:lnTo>
                  <a:lnTo>
                    <a:pt x="557004" y="3053650"/>
                  </a:lnTo>
                  <a:lnTo>
                    <a:pt x="546877" y="3053650"/>
                  </a:lnTo>
                  <a:lnTo>
                    <a:pt x="536749" y="3053650"/>
                  </a:lnTo>
                  <a:lnTo>
                    <a:pt x="526622" y="3053650"/>
                  </a:lnTo>
                  <a:lnTo>
                    <a:pt x="516495" y="3053650"/>
                  </a:lnTo>
                  <a:lnTo>
                    <a:pt x="506367" y="3053650"/>
                  </a:lnTo>
                  <a:lnTo>
                    <a:pt x="496240" y="3053650"/>
                  </a:lnTo>
                  <a:lnTo>
                    <a:pt x="486113" y="3053650"/>
                  </a:lnTo>
                  <a:lnTo>
                    <a:pt x="475985" y="3053650"/>
                  </a:lnTo>
                  <a:lnTo>
                    <a:pt x="465858" y="3053650"/>
                  </a:lnTo>
                  <a:lnTo>
                    <a:pt x="455731" y="3053650"/>
                  </a:lnTo>
                  <a:lnTo>
                    <a:pt x="445603" y="3053650"/>
                  </a:lnTo>
                  <a:lnTo>
                    <a:pt x="435476" y="3053650"/>
                  </a:lnTo>
                  <a:lnTo>
                    <a:pt x="425349" y="3053650"/>
                  </a:lnTo>
                  <a:lnTo>
                    <a:pt x="415221" y="3053650"/>
                  </a:lnTo>
                  <a:lnTo>
                    <a:pt x="405094" y="3053650"/>
                  </a:lnTo>
                  <a:lnTo>
                    <a:pt x="394966" y="3053650"/>
                  </a:lnTo>
                  <a:lnTo>
                    <a:pt x="384839" y="3053650"/>
                  </a:lnTo>
                  <a:lnTo>
                    <a:pt x="374712" y="3053650"/>
                  </a:lnTo>
                  <a:lnTo>
                    <a:pt x="364584" y="3053650"/>
                  </a:lnTo>
                  <a:lnTo>
                    <a:pt x="354457" y="3053650"/>
                  </a:lnTo>
                  <a:lnTo>
                    <a:pt x="344330" y="3053650"/>
                  </a:lnTo>
                  <a:lnTo>
                    <a:pt x="334202" y="3053650"/>
                  </a:lnTo>
                  <a:lnTo>
                    <a:pt x="324075" y="3053650"/>
                  </a:lnTo>
                  <a:lnTo>
                    <a:pt x="313948" y="3053650"/>
                  </a:lnTo>
                  <a:lnTo>
                    <a:pt x="303820" y="3053650"/>
                  </a:lnTo>
                  <a:lnTo>
                    <a:pt x="293693" y="3053650"/>
                  </a:lnTo>
                  <a:lnTo>
                    <a:pt x="283566" y="3053650"/>
                  </a:lnTo>
                  <a:lnTo>
                    <a:pt x="273438" y="3053650"/>
                  </a:lnTo>
                  <a:lnTo>
                    <a:pt x="263311" y="3053650"/>
                  </a:lnTo>
                  <a:lnTo>
                    <a:pt x="253183" y="3053650"/>
                  </a:lnTo>
                  <a:lnTo>
                    <a:pt x="243056" y="3053650"/>
                  </a:lnTo>
                  <a:lnTo>
                    <a:pt x="232929" y="3053650"/>
                  </a:lnTo>
                  <a:lnTo>
                    <a:pt x="222801" y="3053650"/>
                  </a:lnTo>
                  <a:lnTo>
                    <a:pt x="212674" y="3053650"/>
                  </a:lnTo>
                  <a:lnTo>
                    <a:pt x="202547" y="3053650"/>
                  </a:lnTo>
                  <a:lnTo>
                    <a:pt x="192419" y="3053650"/>
                  </a:lnTo>
                  <a:lnTo>
                    <a:pt x="182292" y="3053650"/>
                  </a:lnTo>
                  <a:lnTo>
                    <a:pt x="172165" y="3053650"/>
                  </a:lnTo>
                  <a:lnTo>
                    <a:pt x="162037" y="3053650"/>
                  </a:lnTo>
                  <a:lnTo>
                    <a:pt x="151910" y="3053650"/>
                  </a:lnTo>
                  <a:lnTo>
                    <a:pt x="141783" y="3053650"/>
                  </a:lnTo>
                  <a:lnTo>
                    <a:pt x="131655" y="3053650"/>
                  </a:lnTo>
                  <a:lnTo>
                    <a:pt x="121528" y="3053650"/>
                  </a:lnTo>
                  <a:lnTo>
                    <a:pt x="111400" y="3053650"/>
                  </a:lnTo>
                  <a:lnTo>
                    <a:pt x="101273" y="3053650"/>
                  </a:lnTo>
                  <a:lnTo>
                    <a:pt x="91146" y="3053650"/>
                  </a:lnTo>
                  <a:lnTo>
                    <a:pt x="81018" y="3053650"/>
                  </a:lnTo>
                  <a:lnTo>
                    <a:pt x="70891" y="3053650"/>
                  </a:lnTo>
                  <a:lnTo>
                    <a:pt x="60764" y="3053650"/>
                  </a:lnTo>
                  <a:lnTo>
                    <a:pt x="50636" y="3053650"/>
                  </a:lnTo>
                  <a:lnTo>
                    <a:pt x="40509" y="3053650"/>
                  </a:lnTo>
                  <a:lnTo>
                    <a:pt x="30382" y="3053650"/>
                  </a:lnTo>
                  <a:lnTo>
                    <a:pt x="20254" y="3053650"/>
                  </a:lnTo>
                  <a:lnTo>
                    <a:pt x="10127" y="3053650"/>
                  </a:lnTo>
                  <a:close/>
                </a:path>
              </a:pathLst>
            </a:custGeom>
            <a:solidFill>
              <a:srgbClr val="FFC0CB">
                <a:alpha val="21960"/>
              </a:srgbClr>
            </a:solidFill>
          </p:spPr>
          <p:txBody>
            <a:bodyPr/>
            <a:lstStyle/>
            <a:p/>
          </p:txBody>
        </p:sp>
        <p:sp>
          <p:nvSpPr>
            <p:cNvPr id="26" name="pl25"/>
            <p:cNvSpPr/>
            <p:nvPr/>
          </p:nvSpPr>
          <p:spPr>
            <a:xfrm>
              <a:off x="1250201" y="2332731"/>
              <a:ext cx="5175079" cy="3053650"/>
            </a:xfrm>
            <a:custGeom>
              <a:avLst/>
              <a:pathLst>
                <a:path w="5175079" h="3053650">
                  <a:moveTo>
                    <a:pt x="0" y="3053650"/>
                  </a:moveTo>
                  <a:lnTo>
                    <a:pt x="10127" y="3053650"/>
                  </a:lnTo>
                  <a:lnTo>
                    <a:pt x="20254" y="3053650"/>
                  </a:lnTo>
                  <a:lnTo>
                    <a:pt x="30382" y="3053650"/>
                  </a:lnTo>
                  <a:lnTo>
                    <a:pt x="40509" y="3053650"/>
                  </a:lnTo>
                  <a:lnTo>
                    <a:pt x="50636" y="3053650"/>
                  </a:lnTo>
                  <a:lnTo>
                    <a:pt x="60764" y="3053650"/>
                  </a:lnTo>
                  <a:lnTo>
                    <a:pt x="70891" y="3053650"/>
                  </a:lnTo>
                  <a:lnTo>
                    <a:pt x="81018" y="3053650"/>
                  </a:lnTo>
                  <a:lnTo>
                    <a:pt x="91146" y="3053650"/>
                  </a:lnTo>
                  <a:lnTo>
                    <a:pt x="101273" y="3053649"/>
                  </a:lnTo>
                  <a:lnTo>
                    <a:pt x="111400" y="3053642"/>
                  </a:lnTo>
                  <a:lnTo>
                    <a:pt x="121528" y="3053611"/>
                  </a:lnTo>
                  <a:lnTo>
                    <a:pt x="131655" y="3053488"/>
                  </a:lnTo>
                  <a:lnTo>
                    <a:pt x="141783" y="3053026"/>
                  </a:lnTo>
                  <a:lnTo>
                    <a:pt x="151910" y="3051436"/>
                  </a:lnTo>
                  <a:lnTo>
                    <a:pt x="162037" y="3046153"/>
                  </a:lnTo>
                  <a:lnTo>
                    <a:pt x="172165" y="3030428"/>
                  </a:lnTo>
                  <a:lnTo>
                    <a:pt x="182292" y="2989953"/>
                  </a:lnTo>
                  <a:lnTo>
                    <a:pt x="192419" y="2899448"/>
                  </a:lnTo>
                  <a:lnTo>
                    <a:pt x="202547" y="2724627"/>
                  </a:lnTo>
                  <a:lnTo>
                    <a:pt x="212674" y="2434847"/>
                  </a:lnTo>
                  <a:lnTo>
                    <a:pt x="222801" y="2026793"/>
                  </a:lnTo>
                  <a:lnTo>
                    <a:pt x="232929" y="1547677"/>
                  </a:lnTo>
                  <a:lnTo>
                    <a:pt x="243056" y="1097711"/>
                  </a:lnTo>
                  <a:lnTo>
                    <a:pt x="253183" y="798974"/>
                  </a:lnTo>
                  <a:lnTo>
                    <a:pt x="263311" y="741613"/>
                  </a:lnTo>
                  <a:lnTo>
                    <a:pt x="273438" y="939624"/>
                  </a:lnTo>
                  <a:lnTo>
                    <a:pt x="283566" y="1325576"/>
                  </a:lnTo>
                  <a:lnTo>
                    <a:pt x="293693" y="1786734"/>
                  </a:lnTo>
                  <a:lnTo>
                    <a:pt x="303820" y="2216958"/>
                  </a:lnTo>
                  <a:lnTo>
                    <a:pt x="313948" y="2552796"/>
                  </a:lnTo>
                  <a:lnTo>
                    <a:pt x="324075" y="2779453"/>
                  </a:lnTo>
                  <a:lnTo>
                    <a:pt x="334202" y="2914447"/>
                  </a:lnTo>
                  <a:lnTo>
                    <a:pt x="344330" y="2986263"/>
                  </a:lnTo>
                  <a:lnTo>
                    <a:pt x="354457" y="3020190"/>
                  </a:lnTo>
                  <a:lnTo>
                    <a:pt x="364584" y="3033544"/>
                  </a:lnTo>
                  <a:lnTo>
                    <a:pt x="374712" y="3036650"/>
                  </a:lnTo>
                  <a:lnTo>
                    <a:pt x="384839" y="3035430"/>
                  </a:lnTo>
                  <a:lnTo>
                    <a:pt x="394966" y="3033397"/>
                  </a:lnTo>
                  <a:lnTo>
                    <a:pt x="405094" y="3032664"/>
                  </a:lnTo>
                  <a:lnTo>
                    <a:pt x="415221" y="3034042"/>
                  </a:lnTo>
                  <a:lnTo>
                    <a:pt x="425349" y="3037218"/>
                  </a:lnTo>
                  <a:lnTo>
                    <a:pt x="435476" y="3041299"/>
                  </a:lnTo>
                  <a:lnTo>
                    <a:pt x="445603" y="3045280"/>
                  </a:lnTo>
                  <a:lnTo>
                    <a:pt x="455731" y="3048381"/>
                  </a:lnTo>
                  <a:lnTo>
                    <a:pt x="465858" y="3050002"/>
                  </a:lnTo>
                  <a:lnTo>
                    <a:pt x="475985" y="3049173"/>
                  </a:lnTo>
                  <a:lnTo>
                    <a:pt x="486113" y="3043301"/>
                  </a:lnTo>
                  <a:lnTo>
                    <a:pt x="496240" y="3025870"/>
                  </a:lnTo>
                  <a:lnTo>
                    <a:pt x="506367" y="2982960"/>
                  </a:lnTo>
                  <a:lnTo>
                    <a:pt x="516495" y="2889573"/>
                  </a:lnTo>
                  <a:lnTo>
                    <a:pt x="526622" y="2709139"/>
                  </a:lnTo>
                  <a:lnTo>
                    <a:pt x="536749" y="2401734"/>
                  </a:lnTo>
                  <a:lnTo>
                    <a:pt x="546877" y="1944976"/>
                  </a:lnTo>
                  <a:lnTo>
                    <a:pt x="557004" y="1363031"/>
                  </a:lnTo>
                  <a:lnTo>
                    <a:pt x="567132" y="746715"/>
                  </a:lnTo>
                  <a:lnTo>
                    <a:pt x="577259" y="242265"/>
                  </a:lnTo>
                  <a:lnTo>
                    <a:pt x="587386" y="0"/>
                  </a:lnTo>
                  <a:lnTo>
                    <a:pt x="597514" y="103725"/>
                  </a:lnTo>
                  <a:lnTo>
                    <a:pt x="607641" y="524585"/>
                  </a:lnTo>
                  <a:lnTo>
                    <a:pt x="617768" y="1133371"/>
                  </a:lnTo>
                  <a:lnTo>
                    <a:pt x="627896" y="1764792"/>
                  </a:lnTo>
                  <a:lnTo>
                    <a:pt x="638023" y="2290186"/>
                  </a:lnTo>
                  <a:lnTo>
                    <a:pt x="648150" y="2650903"/>
                  </a:lnTo>
                  <a:lnTo>
                    <a:pt x="658278" y="2862919"/>
                  </a:lnTo>
                  <a:lnTo>
                    <a:pt x="668405" y="2972742"/>
                  </a:lnTo>
                  <a:lnTo>
                    <a:pt x="678532" y="3022895"/>
                  </a:lnTo>
                  <a:lnTo>
                    <a:pt x="688660" y="3043180"/>
                  </a:lnTo>
                  <a:lnTo>
                    <a:pt x="698787" y="3050462"/>
                  </a:lnTo>
                  <a:lnTo>
                    <a:pt x="708915" y="3052784"/>
                  </a:lnTo>
                  <a:lnTo>
                    <a:pt x="719042" y="3053440"/>
                  </a:lnTo>
                  <a:lnTo>
                    <a:pt x="729169" y="3053605"/>
                  </a:lnTo>
                  <a:lnTo>
                    <a:pt x="739297" y="3053642"/>
                  </a:lnTo>
                  <a:lnTo>
                    <a:pt x="749424" y="3053649"/>
                  </a:lnTo>
                  <a:lnTo>
                    <a:pt x="759551" y="3053650"/>
                  </a:lnTo>
                  <a:lnTo>
                    <a:pt x="769679" y="3053650"/>
                  </a:lnTo>
                  <a:lnTo>
                    <a:pt x="779806" y="3053650"/>
                  </a:lnTo>
                  <a:lnTo>
                    <a:pt x="789933" y="3053650"/>
                  </a:lnTo>
                  <a:lnTo>
                    <a:pt x="800061" y="3053649"/>
                  </a:lnTo>
                  <a:lnTo>
                    <a:pt x="810188" y="3053646"/>
                  </a:lnTo>
                  <a:lnTo>
                    <a:pt x="820315" y="3053638"/>
                  </a:lnTo>
                  <a:lnTo>
                    <a:pt x="830443" y="3053613"/>
                  </a:lnTo>
                  <a:lnTo>
                    <a:pt x="840570" y="3053553"/>
                  </a:lnTo>
                  <a:lnTo>
                    <a:pt x="850698" y="3053424"/>
                  </a:lnTo>
                  <a:lnTo>
                    <a:pt x="860825" y="3053179"/>
                  </a:lnTo>
                  <a:lnTo>
                    <a:pt x="870952" y="3052776"/>
                  </a:lnTo>
                  <a:lnTo>
                    <a:pt x="881080" y="3052199"/>
                  </a:lnTo>
                  <a:lnTo>
                    <a:pt x="891207" y="3051500"/>
                  </a:lnTo>
                  <a:lnTo>
                    <a:pt x="901334" y="3050821"/>
                  </a:lnTo>
                  <a:lnTo>
                    <a:pt x="911462" y="3050341"/>
                  </a:lnTo>
                  <a:lnTo>
                    <a:pt x="921589" y="3050201"/>
                  </a:lnTo>
                  <a:lnTo>
                    <a:pt x="931716" y="3050440"/>
                  </a:lnTo>
                  <a:lnTo>
                    <a:pt x="941844" y="3050977"/>
                  </a:lnTo>
                  <a:lnTo>
                    <a:pt x="951971" y="3051656"/>
                  </a:lnTo>
                  <a:lnTo>
                    <a:pt x="962098" y="3052318"/>
                  </a:lnTo>
                  <a:lnTo>
                    <a:pt x="972226" y="3052854"/>
                  </a:lnTo>
                  <a:lnTo>
                    <a:pt x="982353" y="3053225"/>
                  </a:lnTo>
                  <a:lnTo>
                    <a:pt x="992481" y="3053447"/>
                  </a:lnTo>
                  <a:lnTo>
                    <a:pt x="1002608" y="3053564"/>
                  </a:lnTo>
                  <a:lnTo>
                    <a:pt x="1012735" y="3053618"/>
                  </a:lnTo>
                  <a:lnTo>
                    <a:pt x="1022863" y="3053640"/>
                  </a:lnTo>
                  <a:lnTo>
                    <a:pt x="1032990" y="3053647"/>
                  </a:lnTo>
                  <a:lnTo>
                    <a:pt x="1043117" y="3053650"/>
                  </a:lnTo>
                  <a:lnTo>
                    <a:pt x="1053245" y="3053650"/>
                  </a:lnTo>
                  <a:lnTo>
                    <a:pt x="1063372" y="3053650"/>
                  </a:lnTo>
                  <a:lnTo>
                    <a:pt x="1073499" y="3053650"/>
                  </a:lnTo>
                  <a:lnTo>
                    <a:pt x="1083627" y="3053650"/>
                  </a:lnTo>
                  <a:lnTo>
                    <a:pt x="1093754" y="3053650"/>
                  </a:lnTo>
                  <a:lnTo>
                    <a:pt x="1103881" y="3053650"/>
                  </a:lnTo>
                  <a:lnTo>
                    <a:pt x="1114009" y="3053650"/>
                  </a:lnTo>
                  <a:lnTo>
                    <a:pt x="1124136" y="3053650"/>
                  </a:lnTo>
                  <a:lnTo>
                    <a:pt x="1134264" y="3053650"/>
                  </a:lnTo>
                  <a:lnTo>
                    <a:pt x="1144391" y="3053650"/>
                  </a:lnTo>
                  <a:lnTo>
                    <a:pt x="1154518" y="3053650"/>
                  </a:lnTo>
                  <a:lnTo>
                    <a:pt x="1164646" y="3053650"/>
                  </a:lnTo>
                  <a:lnTo>
                    <a:pt x="1174773" y="3053650"/>
                  </a:lnTo>
                  <a:lnTo>
                    <a:pt x="1184900" y="3053650"/>
                  </a:lnTo>
                  <a:lnTo>
                    <a:pt x="1195028" y="3053650"/>
                  </a:lnTo>
                  <a:lnTo>
                    <a:pt x="1205155" y="3053650"/>
                  </a:lnTo>
                  <a:lnTo>
                    <a:pt x="1215282" y="3053650"/>
                  </a:lnTo>
                  <a:lnTo>
                    <a:pt x="1225410" y="3053650"/>
                  </a:lnTo>
                  <a:lnTo>
                    <a:pt x="1235537" y="3053650"/>
                  </a:lnTo>
                  <a:lnTo>
                    <a:pt x="1245665" y="3053650"/>
                  </a:lnTo>
                  <a:lnTo>
                    <a:pt x="1255792" y="3053650"/>
                  </a:lnTo>
                  <a:lnTo>
                    <a:pt x="1265919" y="3053650"/>
                  </a:lnTo>
                  <a:lnTo>
                    <a:pt x="1276047" y="3053650"/>
                  </a:lnTo>
                  <a:lnTo>
                    <a:pt x="1286174" y="3053650"/>
                  </a:lnTo>
                  <a:lnTo>
                    <a:pt x="1296301" y="3053650"/>
                  </a:lnTo>
                  <a:lnTo>
                    <a:pt x="1306429" y="3053650"/>
                  </a:lnTo>
                  <a:lnTo>
                    <a:pt x="1316556" y="3053650"/>
                  </a:lnTo>
                  <a:lnTo>
                    <a:pt x="1326683" y="3053650"/>
                  </a:lnTo>
                  <a:lnTo>
                    <a:pt x="1336811" y="3053650"/>
                  </a:lnTo>
                  <a:lnTo>
                    <a:pt x="1346938" y="3053650"/>
                  </a:lnTo>
                  <a:lnTo>
                    <a:pt x="1357065" y="3053650"/>
                  </a:lnTo>
                  <a:lnTo>
                    <a:pt x="1367193" y="3053650"/>
                  </a:lnTo>
                  <a:lnTo>
                    <a:pt x="1377320" y="3053650"/>
                  </a:lnTo>
                  <a:lnTo>
                    <a:pt x="1387448" y="3053650"/>
                  </a:lnTo>
                  <a:lnTo>
                    <a:pt x="1397575" y="3053650"/>
                  </a:lnTo>
                  <a:lnTo>
                    <a:pt x="1407702" y="3053650"/>
                  </a:lnTo>
                  <a:lnTo>
                    <a:pt x="1417830" y="3053650"/>
                  </a:lnTo>
                  <a:lnTo>
                    <a:pt x="1427957" y="3053650"/>
                  </a:lnTo>
                  <a:lnTo>
                    <a:pt x="1438084" y="3053650"/>
                  </a:lnTo>
                  <a:lnTo>
                    <a:pt x="1448212" y="3053650"/>
                  </a:lnTo>
                  <a:lnTo>
                    <a:pt x="1458339" y="3053650"/>
                  </a:lnTo>
                  <a:lnTo>
                    <a:pt x="1468466" y="3053650"/>
                  </a:lnTo>
                  <a:lnTo>
                    <a:pt x="1478594" y="3053650"/>
                  </a:lnTo>
                  <a:lnTo>
                    <a:pt x="1488721" y="3053650"/>
                  </a:lnTo>
                  <a:lnTo>
                    <a:pt x="1498848" y="3053650"/>
                  </a:lnTo>
                  <a:lnTo>
                    <a:pt x="1508976" y="3053650"/>
                  </a:lnTo>
                  <a:lnTo>
                    <a:pt x="1519103" y="3053650"/>
                  </a:lnTo>
                  <a:lnTo>
                    <a:pt x="1529231" y="3053650"/>
                  </a:lnTo>
                  <a:lnTo>
                    <a:pt x="1539358" y="3053650"/>
                  </a:lnTo>
                  <a:lnTo>
                    <a:pt x="1549485" y="3053650"/>
                  </a:lnTo>
                  <a:lnTo>
                    <a:pt x="1559613" y="3053650"/>
                  </a:lnTo>
                  <a:lnTo>
                    <a:pt x="1569740" y="3053650"/>
                  </a:lnTo>
                  <a:lnTo>
                    <a:pt x="1579867" y="3053650"/>
                  </a:lnTo>
                  <a:lnTo>
                    <a:pt x="1589995" y="3053650"/>
                  </a:lnTo>
                  <a:lnTo>
                    <a:pt x="1600122" y="3053650"/>
                  </a:lnTo>
                  <a:lnTo>
                    <a:pt x="1610249" y="3053650"/>
                  </a:lnTo>
                  <a:lnTo>
                    <a:pt x="1620377" y="3053650"/>
                  </a:lnTo>
                  <a:lnTo>
                    <a:pt x="1630504" y="3053650"/>
                  </a:lnTo>
                  <a:lnTo>
                    <a:pt x="1640631" y="3053650"/>
                  </a:lnTo>
                  <a:lnTo>
                    <a:pt x="1650759" y="3053650"/>
                  </a:lnTo>
                  <a:lnTo>
                    <a:pt x="1660886" y="3053650"/>
                  </a:lnTo>
                  <a:lnTo>
                    <a:pt x="1671014" y="3053650"/>
                  </a:lnTo>
                  <a:lnTo>
                    <a:pt x="1681141" y="3053650"/>
                  </a:lnTo>
                  <a:lnTo>
                    <a:pt x="1691268" y="3053650"/>
                  </a:lnTo>
                  <a:lnTo>
                    <a:pt x="1701396" y="3053650"/>
                  </a:lnTo>
                  <a:lnTo>
                    <a:pt x="1711523" y="3053650"/>
                  </a:lnTo>
                  <a:lnTo>
                    <a:pt x="1721650" y="3053650"/>
                  </a:lnTo>
                  <a:lnTo>
                    <a:pt x="1731778" y="3053650"/>
                  </a:lnTo>
                  <a:lnTo>
                    <a:pt x="1741905" y="3053650"/>
                  </a:lnTo>
                  <a:lnTo>
                    <a:pt x="1752032" y="3053650"/>
                  </a:lnTo>
                  <a:lnTo>
                    <a:pt x="1762160" y="3053650"/>
                  </a:lnTo>
                  <a:lnTo>
                    <a:pt x="1772287" y="3053650"/>
                  </a:lnTo>
                  <a:lnTo>
                    <a:pt x="1782414" y="3053650"/>
                  </a:lnTo>
                  <a:lnTo>
                    <a:pt x="1792542" y="3053650"/>
                  </a:lnTo>
                  <a:lnTo>
                    <a:pt x="1802669" y="3053650"/>
                  </a:lnTo>
                  <a:lnTo>
                    <a:pt x="1812797" y="3053650"/>
                  </a:lnTo>
                  <a:lnTo>
                    <a:pt x="1822924" y="3053650"/>
                  </a:lnTo>
                  <a:lnTo>
                    <a:pt x="1833051" y="3053650"/>
                  </a:lnTo>
                  <a:lnTo>
                    <a:pt x="1843179" y="3053650"/>
                  </a:lnTo>
                  <a:lnTo>
                    <a:pt x="1853306" y="3053650"/>
                  </a:lnTo>
                  <a:lnTo>
                    <a:pt x="1863433" y="3053650"/>
                  </a:lnTo>
                  <a:lnTo>
                    <a:pt x="1873561" y="3053648"/>
                  </a:lnTo>
                  <a:lnTo>
                    <a:pt x="1883688" y="3053640"/>
                  </a:lnTo>
                  <a:lnTo>
                    <a:pt x="1893815" y="3053611"/>
                  </a:lnTo>
                  <a:lnTo>
                    <a:pt x="1903943" y="3053517"/>
                  </a:lnTo>
                  <a:lnTo>
                    <a:pt x="1914070" y="3053250"/>
                  </a:lnTo>
                  <a:lnTo>
                    <a:pt x="1924197" y="3052599"/>
                  </a:lnTo>
                  <a:lnTo>
                    <a:pt x="1934325" y="3051225"/>
                  </a:lnTo>
                  <a:lnTo>
                    <a:pt x="1944452" y="3048723"/>
                  </a:lnTo>
                  <a:lnTo>
                    <a:pt x="1954580" y="3044822"/>
                  </a:lnTo>
                  <a:lnTo>
                    <a:pt x="1964707" y="3039678"/>
                  </a:lnTo>
                  <a:lnTo>
                    <a:pt x="1974834" y="3034084"/>
                  </a:lnTo>
                  <a:lnTo>
                    <a:pt x="1984962" y="3029383"/>
                  </a:lnTo>
                  <a:lnTo>
                    <a:pt x="1995089" y="3026981"/>
                  </a:lnTo>
                  <a:lnTo>
                    <a:pt x="2005216" y="3027682"/>
                  </a:lnTo>
                  <a:lnTo>
                    <a:pt x="2015344" y="3031265"/>
                  </a:lnTo>
                  <a:lnTo>
                    <a:pt x="2025471" y="3036591"/>
                  </a:lnTo>
                  <a:lnTo>
                    <a:pt x="2035598" y="3042177"/>
                  </a:lnTo>
                  <a:lnTo>
                    <a:pt x="2045726" y="3046855"/>
                  </a:lnTo>
                  <a:lnTo>
                    <a:pt x="2055853" y="3050113"/>
                  </a:lnTo>
                  <a:lnTo>
                    <a:pt x="2065980" y="3052035"/>
                  </a:lnTo>
                  <a:lnTo>
                    <a:pt x="2076108" y="3053005"/>
                  </a:lnTo>
                  <a:lnTo>
                    <a:pt x="2086235" y="3053425"/>
                  </a:lnTo>
                  <a:lnTo>
                    <a:pt x="2096363" y="3053582"/>
                  </a:lnTo>
                  <a:lnTo>
                    <a:pt x="2106490" y="3053631"/>
                  </a:lnTo>
                  <a:lnTo>
                    <a:pt x="2116617" y="3053645"/>
                  </a:lnTo>
                  <a:lnTo>
                    <a:pt x="2126745" y="3053649"/>
                  </a:lnTo>
                  <a:lnTo>
                    <a:pt x="2136872" y="3053650"/>
                  </a:lnTo>
                  <a:lnTo>
                    <a:pt x="2146999" y="3053650"/>
                  </a:lnTo>
                  <a:lnTo>
                    <a:pt x="2157127" y="3053650"/>
                  </a:lnTo>
                  <a:lnTo>
                    <a:pt x="2167254" y="3053650"/>
                  </a:lnTo>
                  <a:lnTo>
                    <a:pt x="2177381" y="3053650"/>
                  </a:lnTo>
                  <a:lnTo>
                    <a:pt x="2187509" y="3053650"/>
                  </a:lnTo>
                  <a:lnTo>
                    <a:pt x="2197636" y="3053650"/>
                  </a:lnTo>
                  <a:lnTo>
                    <a:pt x="2207763" y="3053650"/>
                  </a:lnTo>
                  <a:lnTo>
                    <a:pt x="2217891" y="3053650"/>
                  </a:lnTo>
                  <a:lnTo>
                    <a:pt x="2228018" y="3053650"/>
                  </a:lnTo>
                  <a:lnTo>
                    <a:pt x="2238146" y="3053650"/>
                  </a:lnTo>
                  <a:lnTo>
                    <a:pt x="2248273" y="3053650"/>
                  </a:lnTo>
                  <a:lnTo>
                    <a:pt x="2258400" y="3053650"/>
                  </a:lnTo>
                  <a:lnTo>
                    <a:pt x="2268528" y="3053650"/>
                  </a:lnTo>
                  <a:lnTo>
                    <a:pt x="2278655" y="3053650"/>
                  </a:lnTo>
                  <a:lnTo>
                    <a:pt x="2288782" y="3053650"/>
                  </a:lnTo>
                  <a:lnTo>
                    <a:pt x="2298910" y="3053650"/>
                  </a:lnTo>
                  <a:lnTo>
                    <a:pt x="2309037" y="3053650"/>
                  </a:lnTo>
                  <a:lnTo>
                    <a:pt x="2319164" y="3053650"/>
                  </a:lnTo>
                  <a:lnTo>
                    <a:pt x="2329292" y="3053650"/>
                  </a:lnTo>
                  <a:lnTo>
                    <a:pt x="2339419" y="3053650"/>
                  </a:lnTo>
                  <a:lnTo>
                    <a:pt x="2349546" y="3053650"/>
                  </a:lnTo>
                  <a:lnTo>
                    <a:pt x="2359674" y="3053650"/>
                  </a:lnTo>
                  <a:lnTo>
                    <a:pt x="2369801" y="3053650"/>
                  </a:lnTo>
                  <a:lnTo>
                    <a:pt x="2379929" y="3053650"/>
                  </a:lnTo>
                  <a:lnTo>
                    <a:pt x="2390056" y="3053650"/>
                  </a:lnTo>
                  <a:lnTo>
                    <a:pt x="2400183" y="3053650"/>
                  </a:lnTo>
                  <a:lnTo>
                    <a:pt x="2410311" y="3053650"/>
                  </a:lnTo>
                  <a:lnTo>
                    <a:pt x="2420438" y="3053650"/>
                  </a:lnTo>
                  <a:lnTo>
                    <a:pt x="2430565" y="3053650"/>
                  </a:lnTo>
                  <a:lnTo>
                    <a:pt x="2440693" y="3053650"/>
                  </a:lnTo>
                  <a:lnTo>
                    <a:pt x="2450820" y="3053650"/>
                  </a:lnTo>
                  <a:lnTo>
                    <a:pt x="2460947" y="3053650"/>
                  </a:lnTo>
                  <a:lnTo>
                    <a:pt x="2471075" y="3053650"/>
                  </a:lnTo>
                  <a:lnTo>
                    <a:pt x="2481202" y="3053650"/>
                  </a:lnTo>
                  <a:lnTo>
                    <a:pt x="2491330" y="3053650"/>
                  </a:lnTo>
                  <a:lnTo>
                    <a:pt x="2501457" y="3053650"/>
                  </a:lnTo>
                  <a:lnTo>
                    <a:pt x="2511584" y="3053650"/>
                  </a:lnTo>
                  <a:lnTo>
                    <a:pt x="2521712" y="3053650"/>
                  </a:lnTo>
                  <a:lnTo>
                    <a:pt x="2531839" y="3053650"/>
                  </a:lnTo>
                  <a:lnTo>
                    <a:pt x="2541966" y="3053650"/>
                  </a:lnTo>
                  <a:lnTo>
                    <a:pt x="2552094" y="3053650"/>
                  </a:lnTo>
                  <a:lnTo>
                    <a:pt x="2562221" y="3053650"/>
                  </a:lnTo>
                  <a:lnTo>
                    <a:pt x="2572348" y="3053650"/>
                  </a:lnTo>
                  <a:lnTo>
                    <a:pt x="2582476" y="3053650"/>
                  </a:lnTo>
                  <a:lnTo>
                    <a:pt x="2592603" y="3053650"/>
                  </a:lnTo>
                  <a:lnTo>
                    <a:pt x="2602730" y="3053650"/>
                  </a:lnTo>
                  <a:lnTo>
                    <a:pt x="2612858" y="3053650"/>
                  </a:lnTo>
                  <a:lnTo>
                    <a:pt x="2622985" y="3053650"/>
                  </a:lnTo>
                  <a:lnTo>
                    <a:pt x="2633113" y="3053650"/>
                  </a:lnTo>
                  <a:lnTo>
                    <a:pt x="2643240" y="3053650"/>
                  </a:lnTo>
                  <a:lnTo>
                    <a:pt x="2653367" y="3053650"/>
                  </a:lnTo>
                  <a:lnTo>
                    <a:pt x="2663495" y="3053650"/>
                  </a:lnTo>
                  <a:lnTo>
                    <a:pt x="2673622" y="3053650"/>
                  </a:lnTo>
                  <a:lnTo>
                    <a:pt x="2683749" y="3053650"/>
                  </a:lnTo>
                  <a:lnTo>
                    <a:pt x="2693877" y="3053650"/>
                  </a:lnTo>
                  <a:lnTo>
                    <a:pt x="2704004" y="3053650"/>
                  </a:lnTo>
                  <a:lnTo>
                    <a:pt x="2714131" y="3053650"/>
                  </a:lnTo>
                  <a:lnTo>
                    <a:pt x="2724259" y="3053650"/>
                  </a:lnTo>
                  <a:lnTo>
                    <a:pt x="2734386" y="3053650"/>
                  </a:lnTo>
                  <a:lnTo>
                    <a:pt x="2744513" y="3053650"/>
                  </a:lnTo>
                  <a:lnTo>
                    <a:pt x="2754641" y="3053650"/>
                  </a:lnTo>
                  <a:lnTo>
                    <a:pt x="2764768" y="3053650"/>
                  </a:lnTo>
                  <a:lnTo>
                    <a:pt x="2774896" y="3053650"/>
                  </a:lnTo>
                  <a:lnTo>
                    <a:pt x="2785023" y="3053650"/>
                  </a:lnTo>
                  <a:lnTo>
                    <a:pt x="2795150" y="3053650"/>
                  </a:lnTo>
                  <a:lnTo>
                    <a:pt x="2805278" y="3053650"/>
                  </a:lnTo>
                  <a:lnTo>
                    <a:pt x="2815405" y="3053650"/>
                  </a:lnTo>
                  <a:lnTo>
                    <a:pt x="2825532" y="3053650"/>
                  </a:lnTo>
                  <a:lnTo>
                    <a:pt x="2835660" y="3053650"/>
                  </a:lnTo>
                  <a:lnTo>
                    <a:pt x="2845787" y="3053650"/>
                  </a:lnTo>
                  <a:lnTo>
                    <a:pt x="2855914" y="3053650"/>
                  </a:lnTo>
                  <a:lnTo>
                    <a:pt x="2866042" y="3053650"/>
                  </a:lnTo>
                  <a:lnTo>
                    <a:pt x="2876169" y="3053650"/>
                  </a:lnTo>
                  <a:lnTo>
                    <a:pt x="2886296" y="3053650"/>
                  </a:lnTo>
                  <a:lnTo>
                    <a:pt x="2896424" y="3053650"/>
                  </a:lnTo>
                  <a:lnTo>
                    <a:pt x="2906551" y="3053650"/>
                  </a:lnTo>
                  <a:lnTo>
                    <a:pt x="2916679" y="3053650"/>
                  </a:lnTo>
                  <a:lnTo>
                    <a:pt x="2926806" y="3053650"/>
                  </a:lnTo>
                  <a:lnTo>
                    <a:pt x="2936933" y="3053650"/>
                  </a:lnTo>
                  <a:lnTo>
                    <a:pt x="2947061" y="3053650"/>
                  </a:lnTo>
                  <a:lnTo>
                    <a:pt x="2957188" y="3053650"/>
                  </a:lnTo>
                  <a:lnTo>
                    <a:pt x="2967315" y="3053650"/>
                  </a:lnTo>
                  <a:lnTo>
                    <a:pt x="2977443" y="3053650"/>
                  </a:lnTo>
                  <a:lnTo>
                    <a:pt x="2987570" y="3053650"/>
                  </a:lnTo>
                  <a:lnTo>
                    <a:pt x="2997697" y="3053650"/>
                  </a:lnTo>
                  <a:lnTo>
                    <a:pt x="3007825" y="3053650"/>
                  </a:lnTo>
                  <a:lnTo>
                    <a:pt x="3017952" y="3053650"/>
                  </a:lnTo>
                  <a:lnTo>
                    <a:pt x="3028079" y="3053650"/>
                  </a:lnTo>
                  <a:lnTo>
                    <a:pt x="3038207" y="3053650"/>
                  </a:lnTo>
                  <a:lnTo>
                    <a:pt x="3048334" y="3053650"/>
                  </a:lnTo>
                  <a:lnTo>
                    <a:pt x="3058462" y="3053650"/>
                  </a:lnTo>
                  <a:lnTo>
                    <a:pt x="3068589" y="3053650"/>
                  </a:lnTo>
                  <a:lnTo>
                    <a:pt x="3078716" y="3053650"/>
                  </a:lnTo>
                  <a:lnTo>
                    <a:pt x="3088844" y="3053650"/>
                  </a:lnTo>
                  <a:lnTo>
                    <a:pt x="3098971" y="3053650"/>
                  </a:lnTo>
                  <a:lnTo>
                    <a:pt x="3109098" y="3053650"/>
                  </a:lnTo>
                  <a:lnTo>
                    <a:pt x="3119226" y="3053650"/>
                  </a:lnTo>
                  <a:lnTo>
                    <a:pt x="3129353" y="3053650"/>
                  </a:lnTo>
                  <a:lnTo>
                    <a:pt x="3139480" y="3053650"/>
                  </a:lnTo>
                  <a:lnTo>
                    <a:pt x="3149608" y="3053650"/>
                  </a:lnTo>
                  <a:lnTo>
                    <a:pt x="3159735" y="3053650"/>
                  </a:lnTo>
                  <a:lnTo>
                    <a:pt x="3169862" y="3053650"/>
                  </a:lnTo>
                  <a:lnTo>
                    <a:pt x="3179990" y="3053650"/>
                  </a:lnTo>
                  <a:lnTo>
                    <a:pt x="3190117" y="3053650"/>
                  </a:lnTo>
                  <a:lnTo>
                    <a:pt x="3200245" y="3053650"/>
                  </a:lnTo>
                  <a:lnTo>
                    <a:pt x="3210372" y="3053650"/>
                  </a:lnTo>
                  <a:lnTo>
                    <a:pt x="3220499" y="3053650"/>
                  </a:lnTo>
                  <a:lnTo>
                    <a:pt x="3230627" y="3053650"/>
                  </a:lnTo>
                  <a:lnTo>
                    <a:pt x="3240754" y="3053650"/>
                  </a:lnTo>
                  <a:lnTo>
                    <a:pt x="3250881" y="3053650"/>
                  </a:lnTo>
                  <a:lnTo>
                    <a:pt x="3261009" y="3053650"/>
                  </a:lnTo>
                  <a:lnTo>
                    <a:pt x="3271136" y="3053650"/>
                  </a:lnTo>
                  <a:lnTo>
                    <a:pt x="3281263" y="3053650"/>
                  </a:lnTo>
                  <a:lnTo>
                    <a:pt x="3291391" y="3053650"/>
                  </a:lnTo>
                  <a:lnTo>
                    <a:pt x="3301518" y="3053650"/>
                  </a:lnTo>
                  <a:lnTo>
                    <a:pt x="3311645" y="3053650"/>
                  </a:lnTo>
                  <a:lnTo>
                    <a:pt x="3321773" y="3053650"/>
                  </a:lnTo>
                  <a:lnTo>
                    <a:pt x="3331900" y="3053650"/>
                  </a:lnTo>
                  <a:lnTo>
                    <a:pt x="3342028" y="3053650"/>
                  </a:lnTo>
                  <a:lnTo>
                    <a:pt x="3352155" y="3053650"/>
                  </a:lnTo>
                  <a:lnTo>
                    <a:pt x="3362282" y="3053650"/>
                  </a:lnTo>
                  <a:lnTo>
                    <a:pt x="3372410" y="3053650"/>
                  </a:lnTo>
                  <a:lnTo>
                    <a:pt x="3382537" y="3053650"/>
                  </a:lnTo>
                  <a:lnTo>
                    <a:pt x="3392664" y="3053650"/>
                  </a:lnTo>
                  <a:lnTo>
                    <a:pt x="3402792" y="3053650"/>
                  </a:lnTo>
                  <a:lnTo>
                    <a:pt x="3412919" y="3053650"/>
                  </a:lnTo>
                  <a:lnTo>
                    <a:pt x="3423046" y="3053650"/>
                  </a:lnTo>
                  <a:lnTo>
                    <a:pt x="3433174" y="3053650"/>
                  </a:lnTo>
                  <a:lnTo>
                    <a:pt x="3443301" y="3053650"/>
                  </a:lnTo>
                  <a:lnTo>
                    <a:pt x="3453428" y="3053650"/>
                  </a:lnTo>
                  <a:lnTo>
                    <a:pt x="3463556" y="3053650"/>
                  </a:lnTo>
                  <a:lnTo>
                    <a:pt x="3473683" y="3053650"/>
                  </a:lnTo>
                  <a:lnTo>
                    <a:pt x="3483811" y="3053650"/>
                  </a:lnTo>
                  <a:lnTo>
                    <a:pt x="3493938" y="3053650"/>
                  </a:lnTo>
                  <a:lnTo>
                    <a:pt x="3504065" y="3053650"/>
                  </a:lnTo>
                  <a:lnTo>
                    <a:pt x="3514193" y="3053650"/>
                  </a:lnTo>
                  <a:lnTo>
                    <a:pt x="3524320" y="3053650"/>
                  </a:lnTo>
                  <a:lnTo>
                    <a:pt x="3534447" y="3053650"/>
                  </a:lnTo>
                  <a:lnTo>
                    <a:pt x="3544575" y="3053650"/>
                  </a:lnTo>
                  <a:lnTo>
                    <a:pt x="3554702" y="3053650"/>
                  </a:lnTo>
                  <a:lnTo>
                    <a:pt x="3564829" y="3053650"/>
                  </a:lnTo>
                  <a:lnTo>
                    <a:pt x="3574957" y="3053650"/>
                  </a:lnTo>
                  <a:lnTo>
                    <a:pt x="3585084" y="3053650"/>
                  </a:lnTo>
                  <a:lnTo>
                    <a:pt x="3595211" y="3053650"/>
                  </a:lnTo>
                  <a:lnTo>
                    <a:pt x="3605339" y="3053650"/>
                  </a:lnTo>
                  <a:lnTo>
                    <a:pt x="3615466" y="3053650"/>
                  </a:lnTo>
                  <a:lnTo>
                    <a:pt x="3625594" y="3053650"/>
                  </a:lnTo>
                  <a:lnTo>
                    <a:pt x="3635721" y="3053650"/>
                  </a:lnTo>
                  <a:lnTo>
                    <a:pt x="3645848" y="3053650"/>
                  </a:lnTo>
                  <a:lnTo>
                    <a:pt x="3655976" y="3053650"/>
                  </a:lnTo>
                  <a:lnTo>
                    <a:pt x="3666103" y="3053650"/>
                  </a:lnTo>
                  <a:lnTo>
                    <a:pt x="3676230" y="3053650"/>
                  </a:lnTo>
                  <a:lnTo>
                    <a:pt x="3686358" y="3053650"/>
                  </a:lnTo>
                  <a:lnTo>
                    <a:pt x="3696485" y="3053650"/>
                  </a:lnTo>
                  <a:lnTo>
                    <a:pt x="3706612" y="3053650"/>
                  </a:lnTo>
                  <a:lnTo>
                    <a:pt x="3716740" y="3053650"/>
                  </a:lnTo>
                  <a:lnTo>
                    <a:pt x="3726867" y="3053650"/>
                  </a:lnTo>
                  <a:lnTo>
                    <a:pt x="3736995" y="3053650"/>
                  </a:lnTo>
                  <a:lnTo>
                    <a:pt x="3747122" y="3053650"/>
                  </a:lnTo>
                  <a:lnTo>
                    <a:pt x="3757249" y="3053650"/>
                  </a:lnTo>
                  <a:lnTo>
                    <a:pt x="3767377" y="3053650"/>
                  </a:lnTo>
                  <a:lnTo>
                    <a:pt x="3777504" y="3053650"/>
                  </a:lnTo>
                  <a:lnTo>
                    <a:pt x="3787631" y="3053650"/>
                  </a:lnTo>
                  <a:lnTo>
                    <a:pt x="3797759" y="3053650"/>
                  </a:lnTo>
                  <a:lnTo>
                    <a:pt x="3807886" y="3053650"/>
                  </a:lnTo>
                  <a:lnTo>
                    <a:pt x="3818013" y="3053650"/>
                  </a:lnTo>
                  <a:lnTo>
                    <a:pt x="3828141" y="3053650"/>
                  </a:lnTo>
                  <a:lnTo>
                    <a:pt x="3838268" y="3053650"/>
                  </a:lnTo>
                  <a:lnTo>
                    <a:pt x="3848395" y="3053650"/>
                  </a:lnTo>
                  <a:lnTo>
                    <a:pt x="3858523" y="3053650"/>
                  </a:lnTo>
                  <a:lnTo>
                    <a:pt x="3868650" y="3053650"/>
                  </a:lnTo>
                  <a:lnTo>
                    <a:pt x="3878778" y="3053650"/>
                  </a:lnTo>
                  <a:lnTo>
                    <a:pt x="3888905" y="3053650"/>
                  </a:lnTo>
                  <a:lnTo>
                    <a:pt x="3899032" y="3053650"/>
                  </a:lnTo>
                  <a:lnTo>
                    <a:pt x="3909160" y="3053650"/>
                  </a:lnTo>
                  <a:lnTo>
                    <a:pt x="3919287" y="3053650"/>
                  </a:lnTo>
                  <a:lnTo>
                    <a:pt x="3929414" y="3053650"/>
                  </a:lnTo>
                  <a:lnTo>
                    <a:pt x="3939542" y="3053650"/>
                  </a:lnTo>
                  <a:lnTo>
                    <a:pt x="3949669" y="3053650"/>
                  </a:lnTo>
                  <a:lnTo>
                    <a:pt x="3959796" y="3053650"/>
                  </a:lnTo>
                  <a:lnTo>
                    <a:pt x="3969924" y="3053650"/>
                  </a:lnTo>
                  <a:lnTo>
                    <a:pt x="3980051" y="3053650"/>
                  </a:lnTo>
                  <a:lnTo>
                    <a:pt x="3990178" y="3053650"/>
                  </a:lnTo>
                  <a:lnTo>
                    <a:pt x="4000306" y="3053650"/>
                  </a:lnTo>
                  <a:lnTo>
                    <a:pt x="4010433" y="3053650"/>
                  </a:lnTo>
                  <a:lnTo>
                    <a:pt x="4020561" y="3053650"/>
                  </a:lnTo>
                  <a:lnTo>
                    <a:pt x="4030688" y="3053650"/>
                  </a:lnTo>
                  <a:lnTo>
                    <a:pt x="4040815" y="3053650"/>
                  </a:lnTo>
                  <a:lnTo>
                    <a:pt x="4050943" y="3053650"/>
                  </a:lnTo>
                  <a:lnTo>
                    <a:pt x="4061070" y="3053650"/>
                  </a:lnTo>
                  <a:lnTo>
                    <a:pt x="4071197" y="3053650"/>
                  </a:lnTo>
                  <a:lnTo>
                    <a:pt x="4081325" y="3053650"/>
                  </a:lnTo>
                  <a:lnTo>
                    <a:pt x="4091452" y="3053650"/>
                  </a:lnTo>
                  <a:lnTo>
                    <a:pt x="4101579" y="3053650"/>
                  </a:lnTo>
                  <a:lnTo>
                    <a:pt x="4111707" y="3053650"/>
                  </a:lnTo>
                  <a:lnTo>
                    <a:pt x="4121834" y="3053650"/>
                  </a:lnTo>
                  <a:lnTo>
                    <a:pt x="4131961" y="3053650"/>
                  </a:lnTo>
                  <a:lnTo>
                    <a:pt x="4142089" y="3053650"/>
                  </a:lnTo>
                  <a:lnTo>
                    <a:pt x="4152216" y="3053650"/>
                  </a:lnTo>
                  <a:lnTo>
                    <a:pt x="4162344" y="3053650"/>
                  </a:lnTo>
                  <a:lnTo>
                    <a:pt x="4172471" y="3053650"/>
                  </a:lnTo>
                  <a:lnTo>
                    <a:pt x="4182598" y="3053650"/>
                  </a:lnTo>
                  <a:lnTo>
                    <a:pt x="4192726" y="3053650"/>
                  </a:lnTo>
                  <a:lnTo>
                    <a:pt x="4202853" y="3053650"/>
                  </a:lnTo>
                  <a:lnTo>
                    <a:pt x="4212980" y="3053650"/>
                  </a:lnTo>
                  <a:lnTo>
                    <a:pt x="4223108" y="3053650"/>
                  </a:lnTo>
                  <a:lnTo>
                    <a:pt x="4233235" y="3053650"/>
                  </a:lnTo>
                  <a:lnTo>
                    <a:pt x="4243362" y="3053650"/>
                  </a:lnTo>
                  <a:lnTo>
                    <a:pt x="4253490" y="3053650"/>
                  </a:lnTo>
                  <a:lnTo>
                    <a:pt x="4263617" y="3053650"/>
                  </a:lnTo>
                  <a:lnTo>
                    <a:pt x="4273744" y="3053650"/>
                  </a:lnTo>
                  <a:lnTo>
                    <a:pt x="4283872" y="3053650"/>
                  </a:lnTo>
                  <a:lnTo>
                    <a:pt x="4293999" y="3053650"/>
                  </a:lnTo>
                  <a:lnTo>
                    <a:pt x="4304127" y="3053650"/>
                  </a:lnTo>
                  <a:lnTo>
                    <a:pt x="4314254" y="3053650"/>
                  </a:lnTo>
                  <a:lnTo>
                    <a:pt x="4324381" y="3053650"/>
                  </a:lnTo>
                  <a:lnTo>
                    <a:pt x="4334509" y="3053650"/>
                  </a:lnTo>
                  <a:lnTo>
                    <a:pt x="4344636" y="3053650"/>
                  </a:lnTo>
                  <a:lnTo>
                    <a:pt x="4354763" y="3053650"/>
                  </a:lnTo>
                  <a:lnTo>
                    <a:pt x="4364891" y="3053650"/>
                  </a:lnTo>
                  <a:lnTo>
                    <a:pt x="4375018" y="3053650"/>
                  </a:lnTo>
                  <a:lnTo>
                    <a:pt x="4385145" y="3053650"/>
                  </a:lnTo>
                  <a:lnTo>
                    <a:pt x="4395273" y="3053650"/>
                  </a:lnTo>
                  <a:lnTo>
                    <a:pt x="4405400" y="3053650"/>
                  </a:lnTo>
                  <a:lnTo>
                    <a:pt x="4415527" y="3053650"/>
                  </a:lnTo>
                  <a:lnTo>
                    <a:pt x="4425655" y="3053650"/>
                  </a:lnTo>
                  <a:lnTo>
                    <a:pt x="4435782" y="3053650"/>
                  </a:lnTo>
                  <a:lnTo>
                    <a:pt x="4445910" y="3053650"/>
                  </a:lnTo>
                  <a:lnTo>
                    <a:pt x="4456037" y="3053650"/>
                  </a:lnTo>
                  <a:lnTo>
                    <a:pt x="4466164" y="3053650"/>
                  </a:lnTo>
                  <a:lnTo>
                    <a:pt x="4476292" y="3053650"/>
                  </a:lnTo>
                  <a:lnTo>
                    <a:pt x="4486419" y="3053650"/>
                  </a:lnTo>
                  <a:lnTo>
                    <a:pt x="4496546" y="3053650"/>
                  </a:lnTo>
                  <a:lnTo>
                    <a:pt x="4506674" y="3053650"/>
                  </a:lnTo>
                  <a:lnTo>
                    <a:pt x="4516801" y="3053650"/>
                  </a:lnTo>
                  <a:lnTo>
                    <a:pt x="4526928" y="3053650"/>
                  </a:lnTo>
                  <a:lnTo>
                    <a:pt x="4537056" y="3053650"/>
                  </a:lnTo>
                  <a:lnTo>
                    <a:pt x="4547183" y="3053650"/>
                  </a:lnTo>
                  <a:lnTo>
                    <a:pt x="4557310" y="3053650"/>
                  </a:lnTo>
                  <a:lnTo>
                    <a:pt x="4567438" y="3053650"/>
                  </a:lnTo>
                  <a:lnTo>
                    <a:pt x="4577565" y="3053650"/>
                  </a:lnTo>
                  <a:lnTo>
                    <a:pt x="4587693" y="3053650"/>
                  </a:lnTo>
                  <a:lnTo>
                    <a:pt x="4597820" y="3053650"/>
                  </a:lnTo>
                  <a:lnTo>
                    <a:pt x="4607947" y="3053650"/>
                  </a:lnTo>
                  <a:lnTo>
                    <a:pt x="4618075" y="3053650"/>
                  </a:lnTo>
                  <a:lnTo>
                    <a:pt x="4628202" y="3053650"/>
                  </a:lnTo>
                  <a:lnTo>
                    <a:pt x="4638329" y="3053650"/>
                  </a:lnTo>
                  <a:lnTo>
                    <a:pt x="4648457" y="3053650"/>
                  </a:lnTo>
                  <a:lnTo>
                    <a:pt x="4658584" y="3053650"/>
                  </a:lnTo>
                  <a:lnTo>
                    <a:pt x="4668711" y="3053650"/>
                  </a:lnTo>
                  <a:lnTo>
                    <a:pt x="4678839" y="3053650"/>
                  </a:lnTo>
                  <a:lnTo>
                    <a:pt x="4688966" y="3053650"/>
                  </a:lnTo>
                  <a:lnTo>
                    <a:pt x="4699093" y="3053650"/>
                  </a:lnTo>
                  <a:lnTo>
                    <a:pt x="4709221" y="3053650"/>
                  </a:lnTo>
                  <a:lnTo>
                    <a:pt x="4719348" y="3053650"/>
                  </a:lnTo>
                  <a:lnTo>
                    <a:pt x="4729476" y="3053650"/>
                  </a:lnTo>
                  <a:lnTo>
                    <a:pt x="4739603" y="3053650"/>
                  </a:lnTo>
                  <a:lnTo>
                    <a:pt x="4749730" y="3053650"/>
                  </a:lnTo>
                  <a:lnTo>
                    <a:pt x="4759858" y="3053650"/>
                  </a:lnTo>
                  <a:lnTo>
                    <a:pt x="4769985" y="3053650"/>
                  </a:lnTo>
                  <a:lnTo>
                    <a:pt x="4780112" y="3053650"/>
                  </a:lnTo>
                  <a:lnTo>
                    <a:pt x="4790240" y="3053650"/>
                  </a:lnTo>
                  <a:lnTo>
                    <a:pt x="4800367" y="3053650"/>
                  </a:lnTo>
                  <a:lnTo>
                    <a:pt x="4810494" y="3053650"/>
                  </a:lnTo>
                  <a:lnTo>
                    <a:pt x="4820622" y="3053650"/>
                  </a:lnTo>
                  <a:lnTo>
                    <a:pt x="4830749" y="3053650"/>
                  </a:lnTo>
                  <a:lnTo>
                    <a:pt x="4840877" y="3053650"/>
                  </a:lnTo>
                  <a:lnTo>
                    <a:pt x="4851004" y="3053650"/>
                  </a:lnTo>
                  <a:lnTo>
                    <a:pt x="4861131" y="3053650"/>
                  </a:lnTo>
                  <a:lnTo>
                    <a:pt x="4871259" y="3053650"/>
                  </a:lnTo>
                  <a:lnTo>
                    <a:pt x="4881386" y="3053650"/>
                  </a:lnTo>
                  <a:lnTo>
                    <a:pt x="4891513" y="3053650"/>
                  </a:lnTo>
                  <a:lnTo>
                    <a:pt x="4901641" y="3053650"/>
                  </a:lnTo>
                  <a:lnTo>
                    <a:pt x="4911768" y="3053650"/>
                  </a:lnTo>
                  <a:lnTo>
                    <a:pt x="4921895" y="3053650"/>
                  </a:lnTo>
                  <a:lnTo>
                    <a:pt x="4932023" y="3053650"/>
                  </a:lnTo>
                  <a:lnTo>
                    <a:pt x="4942150" y="3053650"/>
                  </a:lnTo>
                  <a:lnTo>
                    <a:pt x="4952277" y="3053650"/>
                  </a:lnTo>
                  <a:lnTo>
                    <a:pt x="4962405" y="3053650"/>
                  </a:lnTo>
                  <a:lnTo>
                    <a:pt x="4972532" y="3053650"/>
                  </a:lnTo>
                  <a:lnTo>
                    <a:pt x="4982660" y="3053650"/>
                  </a:lnTo>
                  <a:lnTo>
                    <a:pt x="4992787" y="3053650"/>
                  </a:lnTo>
                  <a:lnTo>
                    <a:pt x="5002914" y="3053650"/>
                  </a:lnTo>
                  <a:lnTo>
                    <a:pt x="5013042" y="3053650"/>
                  </a:lnTo>
                  <a:lnTo>
                    <a:pt x="5023169" y="3053650"/>
                  </a:lnTo>
                  <a:lnTo>
                    <a:pt x="5033296" y="3053650"/>
                  </a:lnTo>
                  <a:lnTo>
                    <a:pt x="5043424" y="3053650"/>
                  </a:lnTo>
                  <a:lnTo>
                    <a:pt x="5053551" y="3053650"/>
                  </a:lnTo>
                  <a:lnTo>
                    <a:pt x="5063678" y="3053650"/>
                  </a:lnTo>
                  <a:lnTo>
                    <a:pt x="5073806" y="3053650"/>
                  </a:lnTo>
                  <a:lnTo>
                    <a:pt x="5083933" y="3053650"/>
                  </a:lnTo>
                  <a:lnTo>
                    <a:pt x="5094060" y="3053650"/>
                  </a:lnTo>
                  <a:lnTo>
                    <a:pt x="5104188" y="3053650"/>
                  </a:lnTo>
                  <a:lnTo>
                    <a:pt x="5114315" y="3053650"/>
                  </a:lnTo>
                  <a:lnTo>
                    <a:pt x="5124443" y="3053650"/>
                  </a:lnTo>
                  <a:lnTo>
                    <a:pt x="5134570" y="3053650"/>
                  </a:lnTo>
                  <a:lnTo>
                    <a:pt x="5144697" y="3053650"/>
                  </a:lnTo>
                  <a:lnTo>
                    <a:pt x="5154825" y="3053650"/>
                  </a:lnTo>
                  <a:lnTo>
                    <a:pt x="5164952" y="3053650"/>
                  </a:lnTo>
                  <a:lnTo>
                    <a:pt x="5175079" y="3053650"/>
                  </a:lnTo>
                </a:path>
              </a:pathLst>
            </a:custGeom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rc26"/>
            <p:cNvSpPr/>
            <p:nvPr/>
          </p:nvSpPr>
          <p:spPr>
            <a:xfrm>
              <a:off x="991447" y="2180049"/>
              <a:ext cx="5692587" cy="3359015"/>
            </a:xfrm>
            <a:prstGeom prst="rect">
              <a:avLst/>
            </a:prstGeom>
            <a:ln w="1084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tx27"/>
            <p:cNvSpPr/>
            <p:nvPr/>
          </p:nvSpPr>
          <p:spPr>
            <a:xfrm>
              <a:off x="866661" y="5346191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9" name="tx28"/>
            <p:cNvSpPr/>
            <p:nvPr/>
          </p:nvSpPr>
          <p:spPr>
            <a:xfrm>
              <a:off x="866661" y="4480161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29"/>
            <p:cNvSpPr/>
            <p:nvPr/>
          </p:nvSpPr>
          <p:spPr>
            <a:xfrm>
              <a:off x="866661" y="3612330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0"/>
            <p:cNvSpPr/>
            <p:nvPr/>
          </p:nvSpPr>
          <p:spPr>
            <a:xfrm>
              <a:off x="866661" y="2742317"/>
              <a:ext cx="62155" cy="8049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</a:t>
              </a:r>
            </a:p>
          </p:txBody>
        </p:sp>
        <p:sp>
          <p:nvSpPr>
            <p:cNvPr id="32" name="pl31"/>
            <p:cNvSpPr/>
            <p:nvPr/>
          </p:nvSpPr>
          <p:spPr>
            <a:xfrm>
              <a:off x="956652" y="538638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2"/>
            <p:cNvSpPr/>
            <p:nvPr/>
          </p:nvSpPr>
          <p:spPr>
            <a:xfrm>
              <a:off x="956652" y="4518497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3"/>
            <p:cNvSpPr/>
            <p:nvPr/>
          </p:nvSpPr>
          <p:spPr>
            <a:xfrm>
              <a:off x="956652" y="3650612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4"/>
            <p:cNvSpPr/>
            <p:nvPr/>
          </p:nvSpPr>
          <p:spPr>
            <a:xfrm>
              <a:off x="956652" y="2782726"/>
              <a:ext cx="34794" cy="0"/>
            </a:xfrm>
            <a:custGeom>
              <a:avLst/>
              <a:pathLst>
                <a:path w="34794" h="0">
                  <a:moveTo>
                    <a:pt x="0" y="0"/>
                  </a:moveTo>
                  <a:lnTo>
                    <a:pt x="34794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5"/>
            <p:cNvSpPr/>
            <p:nvPr/>
          </p:nvSpPr>
          <p:spPr>
            <a:xfrm>
              <a:off x="1305413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6"/>
            <p:cNvSpPr/>
            <p:nvPr/>
          </p:nvSpPr>
          <p:spPr>
            <a:xfrm>
              <a:off x="2240210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7"/>
            <p:cNvSpPr/>
            <p:nvPr/>
          </p:nvSpPr>
          <p:spPr>
            <a:xfrm>
              <a:off x="3175007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8"/>
            <p:cNvSpPr/>
            <p:nvPr/>
          </p:nvSpPr>
          <p:spPr>
            <a:xfrm>
              <a:off x="4109803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39"/>
            <p:cNvSpPr/>
            <p:nvPr/>
          </p:nvSpPr>
          <p:spPr>
            <a:xfrm>
              <a:off x="5044600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0"/>
            <p:cNvSpPr/>
            <p:nvPr/>
          </p:nvSpPr>
          <p:spPr>
            <a:xfrm>
              <a:off x="5979397" y="5539065"/>
              <a:ext cx="0" cy="34794"/>
            </a:xfrm>
            <a:custGeom>
              <a:avLst/>
              <a:pathLst>
                <a:path w="0" h="34794">
                  <a:moveTo>
                    <a:pt x="0" y="34794"/>
                  </a:moveTo>
                  <a:lnTo>
                    <a:pt x="0" y="0"/>
                  </a:lnTo>
                </a:path>
              </a:pathLst>
            </a:custGeom>
            <a:ln w="8130" cap="flat">
              <a:solidFill>
                <a:srgbClr val="333333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tx41"/>
            <p:cNvSpPr/>
            <p:nvPr/>
          </p:nvSpPr>
          <p:spPr>
            <a:xfrm>
              <a:off x="1255727" y="5614164"/>
              <a:ext cx="99372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</a:t>
              </a:r>
            </a:p>
          </p:txBody>
        </p:sp>
        <p:sp>
          <p:nvSpPr>
            <p:cNvPr id="43" name="tx42"/>
            <p:cNvSpPr/>
            <p:nvPr/>
          </p:nvSpPr>
          <p:spPr>
            <a:xfrm>
              <a:off x="2209132" y="5611708"/>
              <a:ext cx="62155" cy="802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4" name="tx43"/>
            <p:cNvSpPr/>
            <p:nvPr/>
          </p:nvSpPr>
          <p:spPr>
            <a:xfrm>
              <a:off x="3143929" y="5614164"/>
              <a:ext cx="62155" cy="778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5" name="tx44"/>
            <p:cNvSpPr/>
            <p:nvPr/>
          </p:nvSpPr>
          <p:spPr>
            <a:xfrm>
              <a:off x="4078726" y="5613563"/>
              <a:ext cx="62155" cy="784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6" name="tx45"/>
            <p:cNvSpPr/>
            <p:nvPr/>
          </p:nvSpPr>
          <p:spPr>
            <a:xfrm>
              <a:off x="5013522" y="5611599"/>
              <a:ext cx="62155" cy="803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7" name="tx46"/>
            <p:cNvSpPr/>
            <p:nvPr/>
          </p:nvSpPr>
          <p:spPr>
            <a:xfrm>
              <a:off x="5948319" y="5613618"/>
              <a:ext cx="62155" cy="78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8" name="tx47"/>
            <p:cNvSpPr/>
            <p:nvPr/>
          </p:nvSpPr>
          <p:spPr>
            <a:xfrm>
              <a:off x="2114069" y="5786339"/>
              <a:ext cx="3447343" cy="13178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Pair-level mean temperature anomaly (pair_clim_mean)</a:t>
              </a:r>
            </a:p>
          </p:txBody>
        </p:sp>
        <p:sp>
          <p:nvSpPr>
            <p:cNvPr id="49" name="tx48"/>
            <p:cNvSpPr/>
            <p:nvPr/>
          </p:nvSpPr>
          <p:spPr>
            <a:xfrm rot="-5400000">
              <a:off x="436552" y="3794482"/>
              <a:ext cx="465825" cy="13015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Density</a:t>
              </a:r>
            </a:p>
          </p:txBody>
        </p:sp>
        <p:sp>
          <p:nvSpPr>
            <p:cNvPr id="50" name="rc49"/>
            <p:cNvSpPr/>
            <p:nvPr/>
          </p:nvSpPr>
          <p:spPr>
            <a:xfrm>
              <a:off x="6918107" y="3310917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0"/>
            <p:cNvSpPr/>
            <p:nvPr/>
          </p:nvSpPr>
          <p:spPr>
            <a:xfrm>
              <a:off x="6925307" y="3318117"/>
              <a:ext cx="205056" cy="205056"/>
            </a:xfrm>
            <a:prstGeom prst="rect">
              <a:avLst/>
            </a:prstGeom>
            <a:solidFill>
              <a:srgbClr val="009E73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rc51"/>
            <p:cNvSpPr/>
            <p:nvPr/>
          </p:nvSpPr>
          <p:spPr>
            <a:xfrm>
              <a:off x="6918107" y="3530373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2"/>
            <p:cNvSpPr/>
            <p:nvPr/>
          </p:nvSpPr>
          <p:spPr>
            <a:xfrm>
              <a:off x="6925307" y="3537573"/>
              <a:ext cx="205056" cy="205056"/>
            </a:xfrm>
            <a:prstGeom prst="rect">
              <a:avLst/>
            </a:prstGeom>
            <a:solidFill>
              <a:srgbClr val="0072B2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rc53"/>
            <p:cNvSpPr/>
            <p:nvPr/>
          </p:nvSpPr>
          <p:spPr>
            <a:xfrm>
              <a:off x="6918107" y="3749829"/>
              <a:ext cx="219455" cy="21945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4"/>
            <p:cNvSpPr/>
            <p:nvPr/>
          </p:nvSpPr>
          <p:spPr>
            <a:xfrm>
              <a:off x="6925307" y="3757029"/>
              <a:ext cx="205056" cy="205056"/>
            </a:xfrm>
            <a:prstGeom prst="rect">
              <a:avLst/>
            </a:prstGeom>
            <a:solidFill>
              <a:srgbClr val="E69F00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rc55"/>
            <p:cNvSpPr/>
            <p:nvPr/>
          </p:nvSpPr>
          <p:spPr>
            <a:xfrm>
              <a:off x="6918107" y="3969285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6"/>
            <p:cNvSpPr/>
            <p:nvPr/>
          </p:nvSpPr>
          <p:spPr>
            <a:xfrm>
              <a:off x="6925307" y="3976485"/>
              <a:ext cx="205056" cy="205056"/>
            </a:xfrm>
            <a:prstGeom prst="rect">
              <a:avLst/>
            </a:prstGeom>
            <a:solidFill>
              <a:srgbClr val="D55E00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rc57"/>
            <p:cNvSpPr/>
            <p:nvPr/>
          </p:nvSpPr>
          <p:spPr>
            <a:xfrm>
              <a:off x="6918107" y="4188741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8"/>
            <p:cNvSpPr/>
            <p:nvPr/>
          </p:nvSpPr>
          <p:spPr>
            <a:xfrm>
              <a:off x="6925307" y="4195941"/>
              <a:ext cx="205056" cy="205056"/>
            </a:xfrm>
            <a:prstGeom prst="rect">
              <a:avLst/>
            </a:prstGeom>
            <a:solidFill>
              <a:srgbClr val="FFC0CB">
                <a:alpha val="21960"/>
              </a:srgbClr>
            </a:solidFill>
            <a:ln w="1084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tx59"/>
            <p:cNvSpPr/>
            <p:nvPr/>
          </p:nvSpPr>
          <p:spPr>
            <a:xfrm>
              <a:off x="7207152" y="3355843"/>
              <a:ext cx="931733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Primary vegetation</a:t>
              </a:r>
            </a:p>
          </p:txBody>
        </p:sp>
        <p:sp>
          <p:nvSpPr>
            <p:cNvPr id="61" name="tx60"/>
            <p:cNvSpPr/>
            <p:nvPr/>
          </p:nvSpPr>
          <p:spPr>
            <a:xfrm>
              <a:off x="7207152" y="3573116"/>
              <a:ext cx="1081092" cy="1070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Secondary vegetation</a:t>
              </a:r>
            </a:p>
          </p:txBody>
        </p:sp>
        <p:sp>
          <p:nvSpPr>
            <p:cNvPr id="62" name="tx61"/>
            <p:cNvSpPr/>
            <p:nvPr/>
          </p:nvSpPr>
          <p:spPr>
            <a:xfrm>
              <a:off x="7207152" y="3794755"/>
              <a:ext cx="801365" cy="1048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Agriculture_Low</a:t>
              </a:r>
            </a:p>
          </p:txBody>
        </p:sp>
        <p:sp>
          <p:nvSpPr>
            <p:cNvPr id="63" name="tx62"/>
            <p:cNvSpPr/>
            <p:nvPr/>
          </p:nvSpPr>
          <p:spPr>
            <a:xfrm>
              <a:off x="7207152" y="4013938"/>
              <a:ext cx="826194" cy="1051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Agriculture_High</a:t>
              </a:r>
            </a:p>
          </p:txBody>
        </p:sp>
        <p:sp>
          <p:nvSpPr>
            <p:cNvPr id="64" name="tx63"/>
            <p:cNvSpPr/>
            <p:nvPr/>
          </p:nvSpPr>
          <p:spPr>
            <a:xfrm>
              <a:off x="7207152" y="4255986"/>
              <a:ext cx="304393" cy="8256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</a:t>
              </a:r>
            </a:p>
          </p:txBody>
        </p:sp>
        <p:sp>
          <p:nvSpPr>
            <p:cNvPr id="65" name="tx64"/>
            <p:cNvSpPr/>
            <p:nvPr/>
          </p:nvSpPr>
          <p:spPr>
            <a:xfrm>
              <a:off x="991447" y="1948113"/>
              <a:ext cx="5606553" cy="13144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Urban has the narrowest support; predictions should remain clipped to the empirical range.</a:t>
              </a:r>
            </a:p>
          </p:txBody>
        </p:sp>
        <p:sp>
          <p:nvSpPr>
            <p:cNvPr id="66" name="tx65"/>
            <p:cNvSpPr/>
            <p:nvPr/>
          </p:nvSpPr>
          <p:spPr>
            <a:xfrm>
              <a:off x="991447" y="1713231"/>
              <a:ext cx="4406034" cy="15945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 b="1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Compositional pair support across the climate gradient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2026-03-26T19:00:01Z</dcterms:modified>
  <cp:category/>
</cp:coreProperties>
</file>