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Compositional Bray contrasts vs PV@0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522328" y="745738"/>
              <a:ext cx="2768452" cy="51798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522328" y="4697133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522328" y="3407035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522328" y="2116937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522328" y="826839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544996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187841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830685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473530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116374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522328" y="3407035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648167" y="3151755"/>
              <a:ext cx="2516774" cy="1620095"/>
            </a:xfrm>
            <a:custGeom>
              <a:avLst/>
              <a:pathLst>
                <a:path w="2516774" h="1620095">
                  <a:moveTo>
                    <a:pt x="0" y="0"/>
                  </a:moveTo>
                  <a:lnTo>
                    <a:pt x="9717" y="3803"/>
                  </a:lnTo>
                  <a:lnTo>
                    <a:pt x="19434" y="7640"/>
                  </a:lnTo>
                  <a:lnTo>
                    <a:pt x="29151" y="11505"/>
                  </a:lnTo>
                  <a:lnTo>
                    <a:pt x="38869" y="15432"/>
                  </a:lnTo>
                  <a:lnTo>
                    <a:pt x="48586" y="19545"/>
                  </a:lnTo>
                  <a:lnTo>
                    <a:pt x="58303" y="23680"/>
                  </a:lnTo>
                  <a:lnTo>
                    <a:pt x="68020" y="27841"/>
                  </a:lnTo>
                  <a:lnTo>
                    <a:pt x="77738" y="32026"/>
                  </a:lnTo>
                  <a:lnTo>
                    <a:pt x="87455" y="36233"/>
                  </a:lnTo>
                  <a:lnTo>
                    <a:pt x="97172" y="40460"/>
                  </a:lnTo>
                  <a:lnTo>
                    <a:pt x="106890" y="44831"/>
                  </a:lnTo>
                  <a:lnTo>
                    <a:pt x="116607" y="49224"/>
                  </a:lnTo>
                  <a:lnTo>
                    <a:pt x="126324" y="53562"/>
                  </a:lnTo>
                  <a:lnTo>
                    <a:pt x="136041" y="57966"/>
                  </a:lnTo>
                  <a:lnTo>
                    <a:pt x="145759" y="62390"/>
                  </a:lnTo>
                  <a:lnTo>
                    <a:pt x="155476" y="66831"/>
                  </a:lnTo>
                  <a:lnTo>
                    <a:pt x="165193" y="71289"/>
                  </a:lnTo>
                  <a:lnTo>
                    <a:pt x="174910" y="75763"/>
                  </a:lnTo>
                  <a:lnTo>
                    <a:pt x="184628" y="80254"/>
                  </a:lnTo>
                  <a:lnTo>
                    <a:pt x="194345" y="84437"/>
                  </a:lnTo>
                  <a:lnTo>
                    <a:pt x="204062" y="88624"/>
                  </a:lnTo>
                  <a:lnTo>
                    <a:pt x="213780" y="92846"/>
                  </a:lnTo>
                  <a:lnTo>
                    <a:pt x="223497" y="97306"/>
                  </a:lnTo>
                  <a:lnTo>
                    <a:pt x="233214" y="101827"/>
                  </a:lnTo>
                  <a:lnTo>
                    <a:pt x="242931" y="106372"/>
                  </a:lnTo>
                  <a:lnTo>
                    <a:pt x="252649" y="110938"/>
                  </a:lnTo>
                  <a:lnTo>
                    <a:pt x="262366" y="115525"/>
                  </a:lnTo>
                  <a:lnTo>
                    <a:pt x="272083" y="120134"/>
                  </a:lnTo>
                  <a:lnTo>
                    <a:pt x="281801" y="124774"/>
                  </a:lnTo>
                  <a:lnTo>
                    <a:pt x="291518" y="129468"/>
                  </a:lnTo>
                  <a:lnTo>
                    <a:pt x="301235" y="134180"/>
                  </a:lnTo>
                  <a:lnTo>
                    <a:pt x="310952" y="138910"/>
                  </a:lnTo>
                  <a:lnTo>
                    <a:pt x="320670" y="143658"/>
                  </a:lnTo>
                  <a:lnTo>
                    <a:pt x="330387" y="148424"/>
                  </a:lnTo>
                  <a:lnTo>
                    <a:pt x="340104" y="153207"/>
                  </a:lnTo>
                  <a:lnTo>
                    <a:pt x="349821" y="158008"/>
                  </a:lnTo>
                  <a:lnTo>
                    <a:pt x="359539" y="162827"/>
                  </a:lnTo>
                  <a:lnTo>
                    <a:pt x="369256" y="167663"/>
                  </a:lnTo>
                  <a:lnTo>
                    <a:pt x="378973" y="172517"/>
                  </a:lnTo>
                  <a:lnTo>
                    <a:pt x="388691" y="177309"/>
                  </a:lnTo>
                  <a:lnTo>
                    <a:pt x="398408" y="182120"/>
                  </a:lnTo>
                  <a:lnTo>
                    <a:pt x="408125" y="186960"/>
                  </a:lnTo>
                  <a:lnTo>
                    <a:pt x="417842" y="191828"/>
                  </a:lnTo>
                  <a:lnTo>
                    <a:pt x="427560" y="196729"/>
                  </a:lnTo>
                  <a:lnTo>
                    <a:pt x="437277" y="201694"/>
                  </a:lnTo>
                  <a:lnTo>
                    <a:pt x="446994" y="206680"/>
                  </a:lnTo>
                  <a:lnTo>
                    <a:pt x="456712" y="211687"/>
                  </a:lnTo>
                  <a:lnTo>
                    <a:pt x="466429" y="216714"/>
                  </a:lnTo>
                  <a:lnTo>
                    <a:pt x="476146" y="221763"/>
                  </a:lnTo>
                  <a:lnTo>
                    <a:pt x="485863" y="226832"/>
                  </a:lnTo>
                  <a:lnTo>
                    <a:pt x="495581" y="231923"/>
                  </a:lnTo>
                  <a:lnTo>
                    <a:pt x="505298" y="237034"/>
                  </a:lnTo>
                  <a:lnTo>
                    <a:pt x="515015" y="242165"/>
                  </a:lnTo>
                  <a:lnTo>
                    <a:pt x="524732" y="247314"/>
                  </a:lnTo>
                  <a:lnTo>
                    <a:pt x="534450" y="252487"/>
                  </a:lnTo>
                  <a:lnTo>
                    <a:pt x="544167" y="255214"/>
                  </a:lnTo>
                  <a:lnTo>
                    <a:pt x="553884" y="255072"/>
                  </a:lnTo>
                  <a:lnTo>
                    <a:pt x="563602" y="254930"/>
                  </a:lnTo>
                  <a:lnTo>
                    <a:pt x="573319" y="254789"/>
                  </a:lnTo>
                  <a:lnTo>
                    <a:pt x="583036" y="254647"/>
                  </a:lnTo>
                  <a:lnTo>
                    <a:pt x="592753" y="254505"/>
                  </a:lnTo>
                  <a:lnTo>
                    <a:pt x="602471" y="254363"/>
                  </a:lnTo>
                  <a:lnTo>
                    <a:pt x="612188" y="254222"/>
                  </a:lnTo>
                  <a:lnTo>
                    <a:pt x="621905" y="254080"/>
                  </a:lnTo>
                  <a:lnTo>
                    <a:pt x="631623" y="253938"/>
                  </a:lnTo>
                  <a:lnTo>
                    <a:pt x="641340" y="253797"/>
                  </a:lnTo>
                  <a:lnTo>
                    <a:pt x="651057" y="253655"/>
                  </a:lnTo>
                  <a:lnTo>
                    <a:pt x="660774" y="253514"/>
                  </a:lnTo>
                  <a:lnTo>
                    <a:pt x="670492" y="253372"/>
                  </a:lnTo>
                  <a:lnTo>
                    <a:pt x="680209" y="253231"/>
                  </a:lnTo>
                  <a:lnTo>
                    <a:pt x="689926" y="253089"/>
                  </a:lnTo>
                  <a:lnTo>
                    <a:pt x="699643" y="252948"/>
                  </a:lnTo>
                  <a:lnTo>
                    <a:pt x="709361" y="252807"/>
                  </a:lnTo>
                  <a:lnTo>
                    <a:pt x="719078" y="252665"/>
                  </a:lnTo>
                  <a:lnTo>
                    <a:pt x="728795" y="252524"/>
                  </a:lnTo>
                  <a:lnTo>
                    <a:pt x="738513" y="252383"/>
                  </a:lnTo>
                  <a:lnTo>
                    <a:pt x="748230" y="252242"/>
                  </a:lnTo>
                  <a:lnTo>
                    <a:pt x="757947" y="252100"/>
                  </a:lnTo>
                  <a:lnTo>
                    <a:pt x="767664" y="251959"/>
                  </a:lnTo>
                  <a:lnTo>
                    <a:pt x="777382" y="251818"/>
                  </a:lnTo>
                  <a:lnTo>
                    <a:pt x="787099" y="251677"/>
                  </a:lnTo>
                  <a:lnTo>
                    <a:pt x="796816" y="251536"/>
                  </a:lnTo>
                  <a:lnTo>
                    <a:pt x="806534" y="251395"/>
                  </a:lnTo>
                  <a:lnTo>
                    <a:pt x="816251" y="251254"/>
                  </a:lnTo>
                  <a:lnTo>
                    <a:pt x="825968" y="251113"/>
                  </a:lnTo>
                  <a:lnTo>
                    <a:pt x="835685" y="250972"/>
                  </a:lnTo>
                  <a:lnTo>
                    <a:pt x="845403" y="250831"/>
                  </a:lnTo>
                  <a:lnTo>
                    <a:pt x="855120" y="250690"/>
                  </a:lnTo>
                  <a:lnTo>
                    <a:pt x="864837" y="250549"/>
                  </a:lnTo>
                  <a:lnTo>
                    <a:pt x="874554" y="250408"/>
                  </a:lnTo>
                  <a:lnTo>
                    <a:pt x="884272" y="250267"/>
                  </a:lnTo>
                  <a:lnTo>
                    <a:pt x="893989" y="250127"/>
                  </a:lnTo>
                  <a:lnTo>
                    <a:pt x="903706" y="249986"/>
                  </a:lnTo>
                  <a:lnTo>
                    <a:pt x="913424" y="249845"/>
                  </a:lnTo>
                  <a:lnTo>
                    <a:pt x="923141" y="249705"/>
                  </a:lnTo>
                  <a:lnTo>
                    <a:pt x="932858" y="249564"/>
                  </a:lnTo>
                  <a:lnTo>
                    <a:pt x="942575" y="249423"/>
                  </a:lnTo>
                  <a:lnTo>
                    <a:pt x="952293" y="249283"/>
                  </a:lnTo>
                  <a:lnTo>
                    <a:pt x="962010" y="249142"/>
                  </a:lnTo>
                  <a:lnTo>
                    <a:pt x="971727" y="249002"/>
                  </a:lnTo>
                  <a:lnTo>
                    <a:pt x="981445" y="248861"/>
                  </a:lnTo>
                  <a:lnTo>
                    <a:pt x="991162" y="248721"/>
                  </a:lnTo>
                  <a:lnTo>
                    <a:pt x="1000879" y="248580"/>
                  </a:lnTo>
                  <a:lnTo>
                    <a:pt x="1010596" y="248440"/>
                  </a:lnTo>
                  <a:lnTo>
                    <a:pt x="1020314" y="248299"/>
                  </a:lnTo>
                  <a:lnTo>
                    <a:pt x="1030031" y="248159"/>
                  </a:lnTo>
                  <a:lnTo>
                    <a:pt x="1039748" y="248019"/>
                  </a:lnTo>
                  <a:lnTo>
                    <a:pt x="1049465" y="247878"/>
                  </a:lnTo>
                  <a:lnTo>
                    <a:pt x="1059183" y="247738"/>
                  </a:lnTo>
                  <a:lnTo>
                    <a:pt x="1068900" y="247598"/>
                  </a:lnTo>
                  <a:lnTo>
                    <a:pt x="1078617" y="247458"/>
                  </a:lnTo>
                  <a:lnTo>
                    <a:pt x="1088335" y="247318"/>
                  </a:lnTo>
                  <a:lnTo>
                    <a:pt x="1098052" y="247177"/>
                  </a:lnTo>
                  <a:lnTo>
                    <a:pt x="1107769" y="247037"/>
                  </a:lnTo>
                  <a:lnTo>
                    <a:pt x="1117486" y="246897"/>
                  </a:lnTo>
                  <a:lnTo>
                    <a:pt x="1127204" y="246757"/>
                  </a:lnTo>
                  <a:lnTo>
                    <a:pt x="1136921" y="246617"/>
                  </a:lnTo>
                  <a:lnTo>
                    <a:pt x="1146638" y="246477"/>
                  </a:lnTo>
                  <a:lnTo>
                    <a:pt x="1156356" y="246337"/>
                  </a:lnTo>
                  <a:lnTo>
                    <a:pt x="1166073" y="246197"/>
                  </a:lnTo>
                  <a:lnTo>
                    <a:pt x="1175790" y="246057"/>
                  </a:lnTo>
                  <a:lnTo>
                    <a:pt x="1185507" y="245918"/>
                  </a:lnTo>
                  <a:lnTo>
                    <a:pt x="1195225" y="245778"/>
                  </a:lnTo>
                  <a:lnTo>
                    <a:pt x="1204942" y="245638"/>
                  </a:lnTo>
                  <a:lnTo>
                    <a:pt x="1214659" y="245498"/>
                  </a:lnTo>
                  <a:lnTo>
                    <a:pt x="1224376" y="245358"/>
                  </a:lnTo>
                  <a:lnTo>
                    <a:pt x="1234094" y="245219"/>
                  </a:lnTo>
                  <a:lnTo>
                    <a:pt x="1243811" y="245079"/>
                  </a:lnTo>
                  <a:lnTo>
                    <a:pt x="1253528" y="244939"/>
                  </a:lnTo>
                  <a:lnTo>
                    <a:pt x="1263246" y="244800"/>
                  </a:lnTo>
                  <a:lnTo>
                    <a:pt x="1272963" y="244660"/>
                  </a:lnTo>
                  <a:lnTo>
                    <a:pt x="1282680" y="244521"/>
                  </a:lnTo>
                  <a:lnTo>
                    <a:pt x="1292397" y="244381"/>
                  </a:lnTo>
                  <a:lnTo>
                    <a:pt x="1302115" y="244242"/>
                  </a:lnTo>
                  <a:lnTo>
                    <a:pt x="1311832" y="244102"/>
                  </a:lnTo>
                  <a:lnTo>
                    <a:pt x="1321549" y="243963"/>
                  </a:lnTo>
                  <a:lnTo>
                    <a:pt x="1331267" y="243823"/>
                  </a:lnTo>
                  <a:lnTo>
                    <a:pt x="1340984" y="243684"/>
                  </a:lnTo>
                  <a:lnTo>
                    <a:pt x="1350701" y="243545"/>
                  </a:lnTo>
                  <a:lnTo>
                    <a:pt x="1360418" y="243405"/>
                  </a:lnTo>
                  <a:lnTo>
                    <a:pt x="1370136" y="243266"/>
                  </a:lnTo>
                  <a:lnTo>
                    <a:pt x="1379853" y="243127"/>
                  </a:lnTo>
                  <a:lnTo>
                    <a:pt x="1389570" y="242987"/>
                  </a:lnTo>
                  <a:lnTo>
                    <a:pt x="1399287" y="242848"/>
                  </a:lnTo>
                  <a:lnTo>
                    <a:pt x="1409005" y="242709"/>
                  </a:lnTo>
                  <a:lnTo>
                    <a:pt x="1418722" y="242570"/>
                  </a:lnTo>
                  <a:lnTo>
                    <a:pt x="1428439" y="242431"/>
                  </a:lnTo>
                  <a:lnTo>
                    <a:pt x="1438157" y="242292"/>
                  </a:lnTo>
                  <a:lnTo>
                    <a:pt x="1447874" y="242153"/>
                  </a:lnTo>
                  <a:lnTo>
                    <a:pt x="1457591" y="242014"/>
                  </a:lnTo>
                  <a:lnTo>
                    <a:pt x="1467308" y="241875"/>
                  </a:lnTo>
                  <a:lnTo>
                    <a:pt x="1477026" y="241736"/>
                  </a:lnTo>
                  <a:lnTo>
                    <a:pt x="1486743" y="241597"/>
                  </a:lnTo>
                  <a:lnTo>
                    <a:pt x="1496460" y="241458"/>
                  </a:lnTo>
                  <a:lnTo>
                    <a:pt x="1506178" y="241319"/>
                  </a:lnTo>
                  <a:lnTo>
                    <a:pt x="1515895" y="241180"/>
                  </a:lnTo>
                  <a:lnTo>
                    <a:pt x="1525612" y="241042"/>
                  </a:lnTo>
                  <a:lnTo>
                    <a:pt x="1535329" y="240903"/>
                  </a:lnTo>
                  <a:lnTo>
                    <a:pt x="1545047" y="240764"/>
                  </a:lnTo>
                  <a:lnTo>
                    <a:pt x="1554764" y="240625"/>
                  </a:lnTo>
                  <a:lnTo>
                    <a:pt x="1564481" y="240487"/>
                  </a:lnTo>
                  <a:lnTo>
                    <a:pt x="1574198" y="240348"/>
                  </a:lnTo>
                  <a:lnTo>
                    <a:pt x="1583916" y="240209"/>
                  </a:lnTo>
                  <a:lnTo>
                    <a:pt x="1593633" y="240071"/>
                  </a:lnTo>
                  <a:lnTo>
                    <a:pt x="1603350" y="239932"/>
                  </a:lnTo>
                  <a:lnTo>
                    <a:pt x="1613068" y="239794"/>
                  </a:lnTo>
                  <a:lnTo>
                    <a:pt x="1622785" y="239655"/>
                  </a:lnTo>
                  <a:lnTo>
                    <a:pt x="1632502" y="239517"/>
                  </a:lnTo>
                  <a:lnTo>
                    <a:pt x="1642219" y="239378"/>
                  </a:lnTo>
                  <a:lnTo>
                    <a:pt x="1651937" y="239240"/>
                  </a:lnTo>
                  <a:lnTo>
                    <a:pt x="1661654" y="239102"/>
                  </a:lnTo>
                  <a:lnTo>
                    <a:pt x="1671371" y="238963"/>
                  </a:lnTo>
                  <a:lnTo>
                    <a:pt x="1681089" y="238825"/>
                  </a:lnTo>
                  <a:lnTo>
                    <a:pt x="1690806" y="238687"/>
                  </a:lnTo>
                  <a:lnTo>
                    <a:pt x="1700523" y="238548"/>
                  </a:lnTo>
                  <a:lnTo>
                    <a:pt x="1710240" y="238410"/>
                  </a:lnTo>
                  <a:lnTo>
                    <a:pt x="1719958" y="238272"/>
                  </a:lnTo>
                  <a:lnTo>
                    <a:pt x="1729675" y="238134"/>
                  </a:lnTo>
                  <a:lnTo>
                    <a:pt x="1739392" y="237996"/>
                  </a:lnTo>
                  <a:lnTo>
                    <a:pt x="1749109" y="237858"/>
                  </a:lnTo>
                  <a:lnTo>
                    <a:pt x="1758827" y="237720"/>
                  </a:lnTo>
                  <a:lnTo>
                    <a:pt x="1768544" y="237581"/>
                  </a:lnTo>
                  <a:lnTo>
                    <a:pt x="1778261" y="237443"/>
                  </a:lnTo>
                  <a:lnTo>
                    <a:pt x="1787979" y="237305"/>
                  </a:lnTo>
                  <a:lnTo>
                    <a:pt x="1797696" y="237168"/>
                  </a:lnTo>
                  <a:lnTo>
                    <a:pt x="1807413" y="237030"/>
                  </a:lnTo>
                  <a:lnTo>
                    <a:pt x="1817130" y="236892"/>
                  </a:lnTo>
                  <a:lnTo>
                    <a:pt x="1826848" y="236754"/>
                  </a:lnTo>
                  <a:lnTo>
                    <a:pt x="1836565" y="236616"/>
                  </a:lnTo>
                  <a:lnTo>
                    <a:pt x="1846282" y="236478"/>
                  </a:lnTo>
                  <a:lnTo>
                    <a:pt x="1856000" y="236340"/>
                  </a:lnTo>
                  <a:lnTo>
                    <a:pt x="1865717" y="236203"/>
                  </a:lnTo>
                  <a:lnTo>
                    <a:pt x="1875434" y="236065"/>
                  </a:lnTo>
                  <a:lnTo>
                    <a:pt x="1885151" y="235927"/>
                  </a:lnTo>
                  <a:lnTo>
                    <a:pt x="1894869" y="235790"/>
                  </a:lnTo>
                  <a:lnTo>
                    <a:pt x="1904586" y="235652"/>
                  </a:lnTo>
                  <a:lnTo>
                    <a:pt x="1914303" y="235515"/>
                  </a:lnTo>
                  <a:lnTo>
                    <a:pt x="1924020" y="235377"/>
                  </a:lnTo>
                  <a:lnTo>
                    <a:pt x="1933738" y="235239"/>
                  </a:lnTo>
                  <a:lnTo>
                    <a:pt x="1943455" y="235102"/>
                  </a:lnTo>
                  <a:lnTo>
                    <a:pt x="1953172" y="234964"/>
                  </a:lnTo>
                  <a:lnTo>
                    <a:pt x="1962890" y="234827"/>
                  </a:lnTo>
                  <a:lnTo>
                    <a:pt x="1972607" y="234690"/>
                  </a:lnTo>
                  <a:lnTo>
                    <a:pt x="1982324" y="234552"/>
                  </a:lnTo>
                  <a:lnTo>
                    <a:pt x="1992041" y="234415"/>
                  </a:lnTo>
                  <a:lnTo>
                    <a:pt x="2001759" y="234278"/>
                  </a:lnTo>
                  <a:lnTo>
                    <a:pt x="2011476" y="234140"/>
                  </a:lnTo>
                  <a:lnTo>
                    <a:pt x="2021193" y="234003"/>
                  </a:lnTo>
                  <a:lnTo>
                    <a:pt x="2030911" y="233866"/>
                  </a:lnTo>
                  <a:lnTo>
                    <a:pt x="2040628" y="233729"/>
                  </a:lnTo>
                  <a:lnTo>
                    <a:pt x="2050345" y="233592"/>
                  </a:lnTo>
                  <a:lnTo>
                    <a:pt x="2060062" y="233454"/>
                  </a:lnTo>
                  <a:lnTo>
                    <a:pt x="2069780" y="233317"/>
                  </a:lnTo>
                  <a:lnTo>
                    <a:pt x="2079497" y="233180"/>
                  </a:lnTo>
                  <a:lnTo>
                    <a:pt x="2089214" y="233043"/>
                  </a:lnTo>
                  <a:lnTo>
                    <a:pt x="2098931" y="232906"/>
                  </a:lnTo>
                  <a:lnTo>
                    <a:pt x="2108649" y="232769"/>
                  </a:lnTo>
                  <a:lnTo>
                    <a:pt x="2118366" y="232632"/>
                  </a:lnTo>
                  <a:lnTo>
                    <a:pt x="2128083" y="232495"/>
                  </a:lnTo>
                  <a:lnTo>
                    <a:pt x="2137801" y="232358"/>
                  </a:lnTo>
                  <a:lnTo>
                    <a:pt x="2147518" y="232222"/>
                  </a:lnTo>
                  <a:lnTo>
                    <a:pt x="2157235" y="232085"/>
                  </a:lnTo>
                  <a:lnTo>
                    <a:pt x="2166952" y="231948"/>
                  </a:lnTo>
                  <a:lnTo>
                    <a:pt x="2176670" y="231811"/>
                  </a:lnTo>
                  <a:lnTo>
                    <a:pt x="2186387" y="231674"/>
                  </a:lnTo>
                  <a:lnTo>
                    <a:pt x="2196104" y="231538"/>
                  </a:lnTo>
                  <a:lnTo>
                    <a:pt x="2205822" y="231401"/>
                  </a:lnTo>
                  <a:lnTo>
                    <a:pt x="2215539" y="231264"/>
                  </a:lnTo>
                  <a:lnTo>
                    <a:pt x="2225256" y="231128"/>
                  </a:lnTo>
                  <a:lnTo>
                    <a:pt x="2234973" y="230991"/>
                  </a:lnTo>
                  <a:lnTo>
                    <a:pt x="2244691" y="230855"/>
                  </a:lnTo>
                  <a:lnTo>
                    <a:pt x="2254408" y="230718"/>
                  </a:lnTo>
                  <a:lnTo>
                    <a:pt x="2264125" y="230582"/>
                  </a:lnTo>
                  <a:lnTo>
                    <a:pt x="2273842" y="230445"/>
                  </a:lnTo>
                  <a:lnTo>
                    <a:pt x="2283560" y="230309"/>
                  </a:lnTo>
                  <a:lnTo>
                    <a:pt x="2293277" y="230172"/>
                  </a:lnTo>
                  <a:lnTo>
                    <a:pt x="2302994" y="230036"/>
                  </a:lnTo>
                  <a:lnTo>
                    <a:pt x="2312712" y="229900"/>
                  </a:lnTo>
                  <a:lnTo>
                    <a:pt x="2322429" y="229763"/>
                  </a:lnTo>
                  <a:lnTo>
                    <a:pt x="2332146" y="229627"/>
                  </a:lnTo>
                  <a:lnTo>
                    <a:pt x="2341863" y="229491"/>
                  </a:lnTo>
                  <a:lnTo>
                    <a:pt x="2351581" y="229355"/>
                  </a:lnTo>
                  <a:lnTo>
                    <a:pt x="2361298" y="229218"/>
                  </a:lnTo>
                  <a:lnTo>
                    <a:pt x="2371015" y="229082"/>
                  </a:lnTo>
                  <a:lnTo>
                    <a:pt x="2380733" y="228946"/>
                  </a:lnTo>
                  <a:lnTo>
                    <a:pt x="2390450" y="228810"/>
                  </a:lnTo>
                  <a:lnTo>
                    <a:pt x="2400167" y="228674"/>
                  </a:lnTo>
                  <a:lnTo>
                    <a:pt x="2409884" y="228538"/>
                  </a:lnTo>
                  <a:lnTo>
                    <a:pt x="2419602" y="228402"/>
                  </a:lnTo>
                  <a:lnTo>
                    <a:pt x="2429319" y="228266"/>
                  </a:lnTo>
                  <a:lnTo>
                    <a:pt x="2439036" y="228130"/>
                  </a:lnTo>
                  <a:lnTo>
                    <a:pt x="2448753" y="227994"/>
                  </a:lnTo>
                  <a:lnTo>
                    <a:pt x="2458471" y="227858"/>
                  </a:lnTo>
                  <a:lnTo>
                    <a:pt x="2468188" y="227722"/>
                  </a:lnTo>
                  <a:lnTo>
                    <a:pt x="2477905" y="227586"/>
                  </a:lnTo>
                  <a:lnTo>
                    <a:pt x="2487623" y="227451"/>
                  </a:lnTo>
                  <a:lnTo>
                    <a:pt x="2497340" y="227315"/>
                  </a:lnTo>
                  <a:lnTo>
                    <a:pt x="2507057" y="227179"/>
                  </a:lnTo>
                  <a:lnTo>
                    <a:pt x="2516774" y="227043"/>
                  </a:lnTo>
                  <a:lnTo>
                    <a:pt x="2516774" y="1620095"/>
                  </a:lnTo>
                  <a:lnTo>
                    <a:pt x="2507057" y="1613471"/>
                  </a:lnTo>
                  <a:lnTo>
                    <a:pt x="2497340" y="1606829"/>
                  </a:lnTo>
                  <a:lnTo>
                    <a:pt x="2487623" y="1600170"/>
                  </a:lnTo>
                  <a:lnTo>
                    <a:pt x="2477905" y="1593492"/>
                  </a:lnTo>
                  <a:lnTo>
                    <a:pt x="2468188" y="1586797"/>
                  </a:lnTo>
                  <a:lnTo>
                    <a:pt x="2458471" y="1580085"/>
                  </a:lnTo>
                  <a:lnTo>
                    <a:pt x="2448753" y="1573356"/>
                  </a:lnTo>
                  <a:lnTo>
                    <a:pt x="2439036" y="1567176"/>
                  </a:lnTo>
                  <a:lnTo>
                    <a:pt x="2429319" y="1560171"/>
                  </a:lnTo>
                  <a:lnTo>
                    <a:pt x="2419602" y="1553151"/>
                  </a:lnTo>
                  <a:lnTo>
                    <a:pt x="2409884" y="1546328"/>
                  </a:lnTo>
                  <a:lnTo>
                    <a:pt x="2400167" y="1539505"/>
                  </a:lnTo>
                  <a:lnTo>
                    <a:pt x="2390450" y="1532666"/>
                  </a:lnTo>
                  <a:lnTo>
                    <a:pt x="2380733" y="1525679"/>
                  </a:lnTo>
                  <a:lnTo>
                    <a:pt x="2371015" y="1518131"/>
                  </a:lnTo>
                  <a:lnTo>
                    <a:pt x="2361298" y="1510593"/>
                  </a:lnTo>
                  <a:lnTo>
                    <a:pt x="2351581" y="1503461"/>
                  </a:lnTo>
                  <a:lnTo>
                    <a:pt x="2341863" y="1496315"/>
                  </a:lnTo>
                  <a:lnTo>
                    <a:pt x="2332146" y="1489628"/>
                  </a:lnTo>
                  <a:lnTo>
                    <a:pt x="2322429" y="1483266"/>
                  </a:lnTo>
                  <a:lnTo>
                    <a:pt x="2312712" y="1476880"/>
                  </a:lnTo>
                  <a:lnTo>
                    <a:pt x="2302994" y="1469123"/>
                  </a:lnTo>
                  <a:lnTo>
                    <a:pt x="2293277" y="1460953"/>
                  </a:lnTo>
                  <a:lnTo>
                    <a:pt x="2283560" y="1453187"/>
                  </a:lnTo>
                  <a:lnTo>
                    <a:pt x="2273842" y="1445959"/>
                  </a:lnTo>
                  <a:lnTo>
                    <a:pt x="2264125" y="1438720"/>
                  </a:lnTo>
                  <a:lnTo>
                    <a:pt x="2254408" y="1431969"/>
                  </a:lnTo>
                  <a:lnTo>
                    <a:pt x="2244691" y="1425474"/>
                  </a:lnTo>
                  <a:lnTo>
                    <a:pt x="2234973" y="1418960"/>
                  </a:lnTo>
                  <a:lnTo>
                    <a:pt x="2225256" y="1412429"/>
                  </a:lnTo>
                  <a:lnTo>
                    <a:pt x="2215539" y="1405883"/>
                  </a:lnTo>
                  <a:lnTo>
                    <a:pt x="2205822" y="1399321"/>
                  </a:lnTo>
                  <a:lnTo>
                    <a:pt x="2196104" y="1392459"/>
                  </a:lnTo>
                  <a:lnTo>
                    <a:pt x="2186387" y="1385209"/>
                  </a:lnTo>
                  <a:lnTo>
                    <a:pt x="2176670" y="1377938"/>
                  </a:lnTo>
                  <a:lnTo>
                    <a:pt x="2166952" y="1370658"/>
                  </a:lnTo>
                  <a:lnTo>
                    <a:pt x="2157235" y="1363369"/>
                  </a:lnTo>
                  <a:lnTo>
                    <a:pt x="2147518" y="1356073"/>
                  </a:lnTo>
                  <a:lnTo>
                    <a:pt x="2137801" y="1348768"/>
                  </a:lnTo>
                  <a:lnTo>
                    <a:pt x="2128083" y="1341457"/>
                  </a:lnTo>
                  <a:lnTo>
                    <a:pt x="2118366" y="1334138"/>
                  </a:lnTo>
                  <a:lnTo>
                    <a:pt x="2108649" y="1326812"/>
                  </a:lnTo>
                  <a:lnTo>
                    <a:pt x="2098931" y="1319480"/>
                  </a:lnTo>
                  <a:lnTo>
                    <a:pt x="2089214" y="1312141"/>
                  </a:lnTo>
                  <a:lnTo>
                    <a:pt x="2079497" y="1304797"/>
                  </a:lnTo>
                  <a:lnTo>
                    <a:pt x="2069780" y="1297446"/>
                  </a:lnTo>
                  <a:lnTo>
                    <a:pt x="2060062" y="1290091"/>
                  </a:lnTo>
                  <a:lnTo>
                    <a:pt x="2050345" y="1282730"/>
                  </a:lnTo>
                  <a:lnTo>
                    <a:pt x="2040628" y="1275365"/>
                  </a:lnTo>
                  <a:lnTo>
                    <a:pt x="2030911" y="1267995"/>
                  </a:lnTo>
                  <a:lnTo>
                    <a:pt x="2021193" y="1260622"/>
                  </a:lnTo>
                  <a:lnTo>
                    <a:pt x="2011476" y="1253244"/>
                  </a:lnTo>
                  <a:lnTo>
                    <a:pt x="2001759" y="1245863"/>
                  </a:lnTo>
                  <a:lnTo>
                    <a:pt x="1992041" y="1238478"/>
                  </a:lnTo>
                  <a:lnTo>
                    <a:pt x="1982324" y="1231086"/>
                  </a:lnTo>
                  <a:lnTo>
                    <a:pt x="1972607" y="1223680"/>
                  </a:lnTo>
                  <a:lnTo>
                    <a:pt x="1962890" y="1216271"/>
                  </a:lnTo>
                  <a:lnTo>
                    <a:pt x="1953172" y="1208861"/>
                  </a:lnTo>
                  <a:lnTo>
                    <a:pt x="1943455" y="1201449"/>
                  </a:lnTo>
                  <a:lnTo>
                    <a:pt x="1933738" y="1194035"/>
                  </a:lnTo>
                  <a:lnTo>
                    <a:pt x="1924020" y="1186622"/>
                  </a:lnTo>
                  <a:lnTo>
                    <a:pt x="1914303" y="1179207"/>
                  </a:lnTo>
                  <a:lnTo>
                    <a:pt x="1904586" y="1171585"/>
                  </a:lnTo>
                  <a:lnTo>
                    <a:pt x="1894869" y="1163702"/>
                  </a:lnTo>
                  <a:lnTo>
                    <a:pt x="1885151" y="1155825"/>
                  </a:lnTo>
                  <a:lnTo>
                    <a:pt x="1875434" y="1147955"/>
                  </a:lnTo>
                  <a:lnTo>
                    <a:pt x="1865717" y="1141211"/>
                  </a:lnTo>
                  <a:lnTo>
                    <a:pt x="1856000" y="1134691"/>
                  </a:lnTo>
                  <a:lnTo>
                    <a:pt x="1846282" y="1127415"/>
                  </a:lnTo>
                  <a:lnTo>
                    <a:pt x="1836565" y="1120219"/>
                  </a:lnTo>
                  <a:lnTo>
                    <a:pt x="1826848" y="1113382"/>
                  </a:lnTo>
                  <a:lnTo>
                    <a:pt x="1817130" y="1106540"/>
                  </a:lnTo>
                  <a:lnTo>
                    <a:pt x="1807413" y="1099694"/>
                  </a:lnTo>
                  <a:lnTo>
                    <a:pt x="1797696" y="1092842"/>
                  </a:lnTo>
                  <a:lnTo>
                    <a:pt x="1787979" y="1085987"/>
                  </a:lnTo>
                  <a:lnTo>
                    <a:pt x="1778261" y="1079121"/>
                  </a:lnTo>
                  <a:lnTo>
                    <a:pt x="1768544" y="1072240"/>
                  </a:lnTo>
                  <a:lnTo>
                    <a:pt x="1758827" y="1065355"/>
                  </a:lnTo>
                  <a:lnTo>
                    <a:pt x="1749109" y="1058467"/>
                  </a:lnTo>
                  <a:lnTo>
                    <a:pt x="1739392" y="1051577"/>
                  </a:lnTo>
                  <a:lnTo>
                    <a:pt x="1729675" y="1044684"/>
                  </a:lnTo>
                  <a:lnTo>
                    <a:pt x="1719958" y="1037789"/>
                  </a:lnTo>
                  <a:lnTo>
                    <a:pt x="1710240" y="1030892"/>
                  </a:lnTo>
                  <a:lnTo>
                    <a:pt x="1700523" y="1023883"/>
                  </a:lnTo>
                  <a:lnTo>
                    <a:pt x="1690806" y="1016629"/>
                  </a:lnTo>
                  <a:lnTo>
                    <a:pt x="1681089" y="1009378"/>
                  </a:lnTo>
                  <a:lnTo>
                    <a:pt x="1671371" y="1002132"/>
                  </a:lnTo>
                  <a:lnTo>
                    <a:pt x="1661654" y="994891"/>
                  </a:lnTo>
                  <a:lnTo>
                    <a:pt x="1651937" y="987655"/>
                  </a:lnTo>
                  <a:lnTo>
                    <a:pt x="1642219" y="980424"/>
                  </a:lnTo>
                  <a:lnTo>
                    <a:pt x="1632502" y="973200"/>
                  </a:lnTo>
                  <a:lnTo>
                    <a:pt x="1622785" y="965981"/>
                  </a:lnTo>
                  <a:lnTo>
                    <a:pt x="1613068" y="958768"/>
                  </a:lnTo>
                  <a:lnTo>
                    <a:pt x="1603350" y="951584"/>
                  </a:lnTo>
                  <a:lnTo>
                    <a:pt x="1593633" y="944864"/>
                  </a:lnTo>
                  <a:lnTo>
                    <a:pt x="1583916" y="938142"/>
                  </a:lnTo>
                  <a:lnTo>
                    <a:pt x="1574198" y="931419"/>
                  </a:lnTo>
                  <a:lnTo>
                    <a:pt x="1564481" y="924696"/>
                  </a:lnTo>
                  <a:lnTo>
                    <a:pt x="1554764" y="917458"/>
                  </a:lnTo>
                  <a:lnTo>
                    <a:pt x="1545047" y="910002"/>
                  </a:lnTo>
                  <a:lnTo>
                    <a:pt x="1535329" y="902554"/>
                  </a:lnTo>
                  <a:lnTo>
                    <a:pt x="1525612" y="895102"/>
                  </a:lnTo>
                  <a:lnTo>
                    <a:pt x="1515895" y="887665"/>
                  </a:lnTo>
                  <a:lnTo>
                    <a:pt x="1506178" y="880242"/>
                  </a:lnTo>
                  <a:lnTo>
                    <a:pt x="1496460" y="872836"/>
                  </a:lnTo>
                  <a:lnTo>
                    <a:pt x="1486743" y="865546"/>
                  </a:lnTo>
                  <a:lnTo>
                    <a:pt x="1477026" y="858400"/>
                  </a:lnTo>
                  <a:lnTo>
                    <a:pt x="1467308" y="850830"/>
                  </a:lnTo>
                  <a:lnTo>
                    <a:pt x="1457591" y="843396"/>
                  </a:lnTo>
                  <a:lnTo>
                    <a:pt x="1447874" y="836083"/>
                  </a:lnTo>
                  <a:lnTo>
                    <a:pt x="1438157" y="828787"/>
                  </a:lnTo>
                  <a:lnTo>
                    <a:pt x="1428439" y="821509"/>
                  </a:lnTo>
                  <a:lnTo>
                    <a:pt x="1418722" y="814248"/>
                  </a:lnTo>
                  <a:lnTo>
                    <a:pt x="1409005" y="807005"/>
                  </a:lnTo>
                  <a:lnTo>
                    <a:pt x="1399287" y="799780"/>
                  </a:lnTo>
                  <a:lnTo>
                    <a:pt x="1389570" y="792574"/>
                  </a:lnTo>
                  <a:lnTo>
                    <a:pt x="1379853" y="785448"/>
                  </a:lnTo>
                  <a:lnTo>
                    <a:pt x="1370136" y="778729"/>
                  </a:lnTo>
                  <a:lnTo>
                    <a:pt x="1360418" y="772018"/>
                  </a:lnTo>
                  <a:lnTo>
                    <a:pt x="1350701" y="765316"/>
                  </a:lnTo>
                  <a:lnTo>
                    <a:pt x="1340984" y="758623"/>
                  </a:lnTo>
                  <a:lnTo>
                    <a:pt x="1331267" y="751938"/>
                  </a:lnTo>
                  <a:lnTo>
                    <a:pt x="1321549" y="745263"/>
                  </a:lnTo>
                  <a:lnTo>
                    <a:pt x="1311832" y="738597"/>
                  </a:lnTo>
                  <a:lnTo>
                    <a:pt x="1302115" y="731940"/>
                  </a:lnTo>
                  <a:lnTo>
                    <a:pt x="1292397" y="725294"/>
                  </a:lnTo>
                  <a:lnTo>
                    <a:pt x="1282680" y="718658"/>
                  </a:lnTo>
                  <a:lnTo>
                    <a:pt x="1272963" y="712031"/>
                  </a:lnTo>
                  <a:lnTo>
                    <a:pt x="1263246" y="705354"/>
                  </a:lnTo>
                  <a:lnTo>
                    <a:pt x="1253528" y="698566"/>
                  </a:lnTo>
                  <a:lnTo>
                    <a:pt x="1243811" y="691767"/>
                  </a:lnTo>
                  <a:lnTo>
                    <a:pt x="1234094" y="684762"/>
                  </a:lnTo>
                  <a:lnTo>
                    <a:pt x="1224376" y="677780"/>
                  </a:lnTo>
                  <a:lnTo>
                    <a:pt x="1214659" y="671270"/>
                  </a:lnTo>
                  <a:lnTo>
                    <a:pt x="1204942" y="664846"/>
                  </a:lnTo>
                  <a:lnTo>
                    <a:pt x="1195225" y="658163"/>
                  </a:lnTo>
                  <a:lnTo>
                    <a:pt x="1185507" y="651498"/>
                  </a:lnTo>
                  <a:lnTo>
                    <a:pt x="1175790" y="644850"/>
                  </a:lnTo>
                  <a:lnTo>
                    <a:pt x="1166073" y="638203"/>
                  </a:lnTo>
                  <a:lnTo>
                    <a:pt x="1156356" y="631568"/>
                  </a:lnTo>
                  <a:lnTo>
                    <a:pt x="1146638" y="624815"/>
                  </a:lnTo>
                  <a:lnTo>
                    <a:pt x="1136921" y="617727"/>
                  </a:lnTo>
                  <a:lnTo>
                    <a:pt x="1127204" y="610677"/>
                  </a:lnTo>
                  <a:lnTo>
                    <a:pt x="1117486" y="603663"/>
                  </a:lnTo>
                  <a:lnTo>
                    <a:pt x="1107769" y="597007"/>
                  </a:lnTo>
                  <a:lnTo>
                    <a:pt x="1098052" y="590579"/>
                  </a:lnTo>
                  <a:lnTo>
                    <a:pt x="1088335" y="584168"/>
                  </a:lnTo>
                  <a:lnTo>
                    <a:pt x="1078617" y="577776"/>
                  </a:lnTo>
                  <a:lnTo>
                    <a:pt x="1068900" y="571401"/>
                  </a:lnTo>
                  <a:lnTo>
                    <a:pt x="1059183" y="565044"/>
                  </a:lnTo>
                  <a:lnTo>
                    <a:pt x="1049465" y="558706"/>
                  </a:lnTo>
                  <a:lnTo>
                    <a:pt x="1039748" y="552386"/>
                  </a:lnTo>
                  <a:lnTo>
                    <a:pt x="1030031" y="546085"/>
                  </a:lnTo>
                  <a:lnTo>
                    <a:pt x="1020314" y="539973"/>
                  </a:lnTo>
                  <a:lnTo>
                    <a:pt x="1010596" y="533875"/>
                  </a:lnTo>
                  <a:lnTo>
                    <a:pt x="1000879" y="527789"/>
                  </a:lnTo>
                  <a:lnTo>
                    <a:pt x="991162" y="521715"/>
                  </a:lnTo>
                  <a:lnTo>
                    <a:pt x="981445" y="515653"/>
                  </a:lnTo>
                  <a:lnTo>
                    <a:pt x="971727" y="509447"/>
                  </a:lnTo>
                  <a:lnTo>
                    <a:pt x="962010" y="503231"/>
                  </a:lnTo>
                  <a:lnTo>
                    <a:pt x="952293" y="497036"/>
                  </a:lnTo>
                  <a:lnTo>
                    <a:pt x="942575" y="490862"/>
                  </a:lnTo>
                  <a:lnTo>
                    <a:pt x="932858" y="484710"/>
                  </a:lnTo>
                  <a:lnTo>
                    <a:pt x="923141" y="478584"/>
                  </a:lnTo>
                  <a:lnTo>
                    <a:pt x="913424" y="472651"/>
                  </a:lnTo>
                  <a:lnTo>
                    <a:pt x="903706" y="466729"/>
                  </a:lnTo>
                  <a:lnTo>
                    <a:pt x="893989" y="460821"/>
                  </a:lnTo>
                  <a:lnTo>
                    <a:pt x="884272" y="454918"/>
                  </a:lnTo>
                  <a:lnTo>
                    <a:pt x="874554" y="449026"/>
                  </a:lnTo>
                  <a:lnTo>
                    <a:pt x="864837" y="442910"/>
                  </a:lnTo>
                  <a:lnTo>
                    <a:pt x="855120" y="437062"/>
                  </a:lnTo>
                  <a:lnTo>
                    <a:pt x="845403" y="431228"/>
                  </a:lnTo>
                  <a:lnTo>
                    <a:pt x="835685" y="425407"/>
                  </a:lnTo>
                  <a:lnTo>
                    <a:pt x="825968" y="419596"/>
                  </a:lnTo>
                  <a:lnTo>
                    <a:pt x="816251" y="413802"/>
                  </a:lnTo>
                  <a:lnTo>
                    <a:pt x="806534" y="408024"/>
                  </a:lnTo>
                  <a:lnTo>
                    <a:pt x="796816" y="402260"/>
                  </a:lnTo>
                  <a:lnTo>
                    <a:pt x="787099" y="396510"/>
                  </a:lnTo>
                  <a:lnTo>
                    <a:pt x="777382" y="390775"/>
                  </a:lnTo>
                  <a:lnTo>
                    <a:pt x="767664" y="385007"/>
                  </a:lnTo>
                  <a:lnTo>
                    <a:pt x="757947" y="379171"/>
                  </a:lnTo>
                  <a:lnTo>
                    <a:pt x="748230" y="373358"/>
                  </a:lnTo>
                  <a:lnTo>
                    <a:pt x="738513" y="367572"/>
                  </a:lnTo>
                  <a:lnTo>
                    <a:pt x="728795" y="361814"/>
                  </a:lnTo>
                  <a:lnTo>
                    <a:pt x="719078" y="356083"/>
                  </a:lnTo>
                  <a:lnTo>
                    <a:pt x="709361" y="350379"/>
                  </a:lnTo>
                  <a:lnTo>
                    <a:pt x="699643" y="344704"/>
                  </a:lnTo>
                  <a:lnTo>
                    <a:pt x="689926" y="339055"/>
                  </a:lnTo>
                  <a:lnTo>
                    <a:pt x="680209" y="333433"/>
                  </a:lnTo>
                  <a:lnTo>
                    <a:pt x="670492" y="327827"/>
                  </a:lnTo>
                  <a:lnTo>
                    <a:pt x="660774" y="322250"/>
                  </a:lnTo>
                  <a:lnTo>
                    <a:pt x="651057" y="316704"/>
                  </a:lnTo>
                  <a:lnTo>
                    <a:pt x="641340" y="311188"/>
                  </a:lnTo>
                  <a:lnTo>
                    <a:pt x="631623" y="305702"/>
                  </a:lnTo>
                  <a:lnTo>
                    <a:pt x="621905" y="300246"/>
                  </a:lnTo>
                  <a:lnTo>
                    <a:pt x="612188" y="294840"/>
                  </a:lnTo>
                  <a:lnTo>
                    <a:pt x="602471" y="289479"/>
                  </a:lnTo>
                  <a:lnTo>
                    <a:pt x="592753" y="284112"/>
                  </a:lnTo>
                  <a:lnTo>
                    <a:pt x="583036" y="278772"/>
                  </a:lnTo>
                  <a:lnTo>
                    <a:pt x="573319" y="273459"/>
                  </a:lnTo>
                  <a:lnTo>
                    <a:pt x="563602" y="268175"/>
                  </a:lnTo>
                  <a:lnTo>
                    <a:pt x="553884" y="262918"/>
                  </a:lnTo>
                  <a:lnTo>
                    <a:pt x="544167" y="257688"/>
                  </a:lnTo>
                  <a:lnTo>
                    <a:pt x="534450" y="255356"/>
                  </a:lnTo>
                  <a:lnTo>
                    <a:pt x="524732" y="255498"/>
                  </a:lnTo>
                  <a:lnTo>
                    <a:pt x="515015" y="255640"/>
                  </a:lnTo>
                  <a:lnTo>
                    <a:pt x="505298" y="255782"/>
                  </a:lnTo>
                  <a:lnTo>
                    <a:pt x="495581" y="255924"/>
                  </a:lnTo>
                  <a:lnTo>
                    <a:pt x="485863" y="256066"/>
                  </a:lnTo>
                  <a:lnTo>
                    <a:pt x="476146" y="256208"/>
                  </a:lnTo>
                  <a:lnTo>
                    <a:pt x="466429" y="256350"/>
                  </a:lnTo>
                  <a:lnTo>
                    <a:pt x="456712" y="256492"/>
                  </a:lnTo>
                  <a:lnTo>
                    <a:pt x="446994" y="256634"/>
                  </a:lnTo>
                  <a:lnTo>
                    <a:pt x="437277" y="256776"/>
                  </a:lnTo>
                  <a:lnTo>
                    <a:pt x="427560" y="256919"/>
                  </a:lnTo>
                  <a:lnTo>
                    <a:pt x="417842" y="257061"/>
                  </a:lnTo>
                  <a:lnTo>
                    <a:pt x="408125" y="257203"/>
                  </a:lnTo>
                  <a:lnTo>
                    <a:pt x="398408" y="257345"/>
                  </a:lnTo>
                  <a:lnTo>
                    <a:pt x="388691" y="257488"/>
                  </a:lnTo>
                  <a:lnTo>
                    <a:pt x="378973" y="257630"/>
                  </a:lnTo>
                  <a:lnTo>
                    <a:pt x="369256" y="257773"/>
                  </a:lnTo>
                  <a:lnTo>
                    <a:pt x="359539" y="257915"/>
                  </a:lnTo>
                  <a:lnTo>
                    <a:pt x="349821" y="258057"/>
                  </a:lnTo>
                  <a:lnTo>
                    <a:pt x="340104" y="258200"/>
                  </a:lnTo>
                  <a:lnTo>
                    <a:pt x="330387" y="258342"/>
                  </a:lnTo>
                  <a:lnTo>
                    <a:pt x="320670" y="258485"/>
                  </a:lnTo>
                  <a:lnTo>
                    <a:pt x="310952" y="258628"/>
                  </a:lnTo>
                  <a:lnTo>
                    <a:pt x="301235" y="258770"/>
                  </a:lnTo>
                  <a:lnTo>
                    <a:pt x="291518" y="258913"/>
                  </a:lnTo>
                  <a:lnTo>
                    <a:pt x="281801" y="259056"/>
                  </a:lnTo>
                  <a:lnTo>
                    <a:pt x="272083" y="259198"/>
                  </a:lnTo>
                  <a:lnTo>
                    <a:pt x="262366" y="259341"/>
                  </a:lnTo>
                  <a:lnTo>
                    <a:pt x="252649" y="259484"/>
                  </a:lnTo>
                  <a:lnTo>
                    <a:pt x="242931" y="259627"/>
                  </a:lnTo>
                  <a:lnTo>
                    <a:pt x="233214" y="259769"/>
                  </a:lnTo>
                  <a:lnTo>
                    <a:pt x="223497" y="259912"/>
                  </a:lnTo>
                  <a:lnTo>
                    <a:pt x="213780" y="260055"/>
                  </a:lnTo>
                  <a:lnTo>
                    <a:pt x="204062" y="260198"/>
                  </a:lnTo>
                  <a:lnTo>
                    <a:pt x="194345" y="260341"/>
                  </a:lnTo>
                  <a:lnTo>
                    <a:pt x="184628" y="260484"/>
                  </a:lnTo>
                  <a:lnTo>
                    <a:pt x="174910" y="260627"/>
                  </a:lnTo>
                  <a:lnTo>
                    <a:pt x="165193" y="260770"/>
                  </a:lnTo>
                  <a:lnTo>
                    <a:pt x="155476" y="260913"/>
                  </a:lnTo>
                  <a:lnTo>
                    <a:pt x="145759" y="261056"/>
                  </a:lnTo>
                  <a:lnTo>
                    <a:pt x="136041" y="261199"/>
                  </a:lnTo>
                  <a:lnTo>
                    <a:pt x="126324" y="261343"/>
                  </a:lnTo>
                  <a:lnTo>
                    <a:pt x="116607" y="261486"/>
                  </a:lnTo>
                  <a:lnTo>
                    <a:pt x="106890" y="261629"/>
                  </a:lnTo>
                  <a:lnTo>
                    <a:pt x="97172" y="261772"/>
                  </a:lnTo>
                  <a:lnTo>
                    <a:pt x="87455" y="261916"/>
                  </a:lnTo>
                  <a:lnTo>
                    <a:pt x="77738" y="262059"/>
                  </a:lnTo>
                  <a:lnTo>
                    <a:pt x="68020" y="262202"/>
                  </a:lnTo>
                  <a:lnTo>
                    <a:pt x="58303" y="262346"/>
                  </a:lnTo>
                  <a:lnTo>
                    <a:pt x="48586" y="262489"/>
                  </a:lnTo>
                  <a:lnTo>
                    <a:pt x="38869" y="262632"/>
                  </a:lnTo>
                  <a:lnTo>
                    <a:pt x="29151" y="262776"/>
                  </a:lnTo>
                  <a:lnTo>
                    <a:pt x="19434" y="262919"/>
                  </a:lnTo>
                  <a:lnTo>
                    <a:pt x="9717" y="263063"/>
                  </a:lnTo>
                  <a:lnTo>
                    <a:pt x="0" y="263207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48167" y="3151755"/>
              <a:ext cx="2516774" cy="255214"/>
            </a:xfrm>
            <a:custGeom>
              <a:avLst/>
              <a:pathLst>
                <a:path w="2516774" h="255214">
                  <a:moveTo>
                    <a:pt x="0" y="0"/>
                  </a:moveTo>
                  <a:lnTo>
                    <a:pt x="9717" y="3803"/>
                  </a:lnTo>
                  <a:lnTo>
                    <a:pt x="19434" y="7640"/>
                  </a:lnTo>
                  <a:lnTo>
                    <a:pt x="29151" y="11505"/>
                  </a:lnTo>
                  <a:lnTo>
                    <a:pt x="38869" y="15432"/>
                  </a:lnTo>
                  <a:lnTo>
                    <a:pt x="48586" y="19545"/>
                  </a:lnTo>
                  <a:lnTo>
                    <a:pt x="58303" y="23680"/>
                  </a:lnTo>
                  <a:lnTo>
                    <a:pt x="68020" y="27841"/>
                  </a:lnTo>
                  <a:lnTo>
                    <a:pt x="77738" y="32026"/>
                  </a:lnTo>
                  <a:lnTo>
                    <a:pt x="87455" y="36233"/>
                  </a:lnTo>
                  <a:lnTo>
                    <a:pt x="97172" y="40460"/>
                  </a:lnTo>
                  <a:lnTo>
                    <a:pt x="106890" y="44831"/>
                  </a:lnTo>
                  <a:lnTo>
                    <a:pt x="116607" y="49224"/>
                  </a:lnTo>
                  <a:lnTo>
                    <a:pt x="126324" y="53562"/>
                  </a:lnTo>
                  <a:lnTo>
                    <a:pt x="136041" y="57966"/>
                  </a:lnTo>
                  <a:lnTo>
                    <a:pt x="145759" y="62390"/>
                  </a:lnTo>
                  <a:lnTo>
                    <a:pt x="155476" y="66831"/>
                  </a:lnTo>
                  <a:lnTo>
                    <a:pt x="165193" y="71289"/>
                  </a:lnTo>
                  <a:lnTo>
                    <a:pt x="174910" y="75763"/>
                  </a:lnTo>
                  <a:lnTo>
                    <a:pt x="184628" y="80254"/>
                  </a:lnTo>
                  <a:lnTo>
                    <a:pt x="194345" y="84437"/>
                  </a:lnTo>
                  <a:lnTo>
                    <a:pt x="204062" y="88624"/>
                  </a:lnTo>
                  <a:lnTo>
                    <a:pt x="213780" y="92846"/>
                  </a:lnTo>
                  <a:lnTo>
                    <a:pt x="223497" y="97306"/>
                  </a:lnTo>
                  <a:lnTo>
                    <a:pt x="233214" y="101827"/>
                  </a:lnTo>
                  <a:lnTo>
                    <a:pt x="242931" y="106372"/>
                  </a:lnTo>
                  <a:lnTo>
                    <a:pt x="252649" y="110938"/>
                  </a:lnTo>
                  <a:lnTo>
                    <a:pt x="262366" y="115525"/>
                  </a:lnTo>
                  <a:lnTo>
                    <a:pt x="272083" y="120134"/>
                  </a:lnTo>
                  <a:lnTo>
                    <a:pt x="281801" y="124774"/>
                  </a:lnTo>
                  <a:lnTo>
                    <a:pt x="291518" y="129468"/>
                  </a:lnTo>
                  <a:lnTo>
                    <a:pt x="301235" y="134180"/>
                  </a:lnTo>
                  <a:lnTo>
                    <a:pt x="310952" y="138910"/>
                  </a:lnTo>
                  <a:lnTo>
                    <a:pt x="320670" y="143658"/>
                  </a:lnTo>
                  <a:lnTo>
                    <a:pt x="330387" y="148424"/>
                  </a:lnTo>
                  <a:lnTo>
                    <a:pt x="340104" y="153207"/>
                  </a:lnTo>
                  <a:lnTo>
                    <a:pt x="349821" y="158008"/>
                  </a:lnTo>
                  <a:lnTo>
                    <a:pt x="359539" y="162827"/>
                  </a:lnTo>
                  <a:lnTo>
                    <a:pt x="369256" y="167663"/>
                  </a:lnTo>
                  <a:lnTo>
                    <a:pt x="378973" y="172517"/>
                  </a:lnTo>
                  <a:lnTo>
                    <a:pt x="388691" y="177309"/>
                  </a:lnTo>
                  <a:lnTo>
                    <a:pt x="398408" y="182120"/>
                  </a:lnTo>
                  <a:lnTo>
                    <a:pt x="408125" y="186960"/>
                  </a:lnTo>
                  <a:lnTo>
                    <a:pt x="417842" y="191828"/>
                  </a:lnTo>
                  <a:lnTo>
                    <a:pt x="427560" y="196729"/>
                  </a:lnTo>
                  <a:lnTo>
                    <a:pt x="437277" y="201694"/>
                  </a:lnTo>
                  <a:lnTo>
                    <a:pt x="446994" y="206680"/>
                  </a:lnTo>
                  <a:lnTo>
                    <a:pt x="456712" y="211687"/>
                  </a:lnTo>
                  <a:lnTo>
                    <a:pt x="466429" y="216714"/>
                  </a:lnTo>
                  <a:lnTo>
                    <a:pt x="476146" y="221763"/>
                  </a:lnTo>
                  <a:lnTo>
                    <a:pt x="485863" y="226832"/>
                  </a:lnTo>
                  <a:lnTo>
                    <a:pt x="495581" y="231923"/>
                  </a:lnTo>
                  <a:lnTo>
                    <a:pt x="505298" y="237034"/>
                  </a:lnTo>
                  <a:lnTo>
                    <a:pt x="515015" y="242165"/>
                  </a:lnTo>
                  <a:lnTo>
                    <a:pt x="524732" y="247314"/>
                  </a:lnTo>
                  <a:lnTo>
                    <a:pt x="534450" y="252487"/>
                  </a:lnTo>
                  <a:lnTo>
                    <a:pt x="544167" y="255214"/>
                  </a:lnTo>
                  <a:lnTo>
                    <a:pt x="553884" y="255072"/>
                  </a:lnTo>
                  <a:lnTo>
                    <a:pt x="563602" y="254930"/>
                  </a:lnTo>
                  <a:lnTo>
                    <a:pt x="573319" y="254789"/>
                  </a:lnTo>
                  <a:lnTo>
                    <a:pt x="583036" y="254647"/>
                  </a:lnTo>
                  <a:lnTo>
                    <a:pt x="592753" y="254505"/>
                  </a:lnTo>
                  <a:lnTo>
                    <a:pt x="602471" y="254363"/>
                  </a:lnTo>
                  <a:lnTo>
                    <a:pt x="612188" y="254222"/>
                  </a:lnTo>
                  <a:lnTo>
                    <a:pt x="621905" y="254080"/>
                  </a:lnTo>
                  <a:lnTo>
                    <a:pt x="631623" y="253938"/>
                  </a:lnTo>
                  <a:lnTo>
                    <a:pt x="641340" y="253797"/>
                  </a:lnTo>
                  <a:lnTo>
                    <a:pt x="651057" y="253655"/>
                  </a:lnTo>
                  <a:lnTo>
                    <a:pt x="660774" y="253514"/>
                  </a:lnTo>
                  <a:lnTo>
                    <a:pt x="670492" y="253372"/>
                  </a:lnTo>
                  <a:lnTo>
                    <a:pt x="680209" y="253231"/>
                  </a:lnTo>
                  <a:lnTo>
                    <a:pt x="689926" y="253089"/>
                  </a:lnTo>
                  <a:lnTo>
                    <a:pt x="699643" y="252948"/>
                  </a:lnTo>
                  <a:lnTo>
                    <a:pt x="709361" y="252807"/>
                  </a:lnTo>
                  <a:lnTo>
                    <a:pt x="719078" y="252665"/>
                  </a:lnTo>
                  <a:lnTo>
                    <a:pt x="728795" y="252524"/>
                  </a:lnTo>
                  <a:lnTo>
                    <a:pt x="738513" y="252383"/>
                  </a:lnTo>
                  <a:lnTo>
                    <a:pt x="748230" y="252242"/>
                  </a:lnTo>
                  <a:lnTo>
                    <a:pt x="757947" y="252100"/>
                  </a:lnTo>
                  <a:lnTo>
                    <a:pt x="767664" y="251959"/>
                  </a:lnTo>
                  <a:lnTo>
                    <a:pt x="777382" y="251818"/>
                  </a:lnTo>
                  <a:lnTo>
                    <a:pt x="787099" y="251677"/>
                  </a:lnTo>
                  <a:lnTo>
                    <a:pt x="796816" y="251536"/>
                  </a:lnTo>
                  <a:lnTo>
                    <a:pt x="806534" y="251395"/>
                  </a:lnTo>
                  <a:lnTo>
                    <a:pt x="816251" y="251254"/>
                  </a:lnTo>
                  <a:lnTo>
                    <a:pt x="825968" y="251113"/>
                  </a:lnTo>
                  <a:lnTo>
                    <a:pt x="835685" y="250972"/>
                  </a:lnTo>
                  <a:lnTo>
                    <a:pt x="845403" y="250831"/>
                  </a:lnTo>
                  <a:lnTo>
                    <a:pt x="855120" y="250690"/>
                  </a:lnTo>
                  <a:lnTo>
                    <a:pt x="864837" y="250549"/>
                  </a:lnTo>
                  <a:lnTo>
                    <a:pt x="874554" y="250408"/>
                  </a:lnTo>
                  <a:lnTo>
                    <a:pt x="884272" y="250267"/>
                  </a:lnTo>
                  <a:lnTo>
                    <a:pt x="893989" y="250127"/>
                  </a:lnTo>
                  <a:lnTo>
                    <a:pt x="903706" y="249986"/>
                  </a:lnTo>
                  <a:lnTo>
                    <a:pt x="913424" y="249845"/>
                  </a:lnTo>
                  <a:lnTo>
                    <a:pt x="923141" y="249705"/>
                  </a:lnTo>
                  <a:lnTo>
                    <a:pt x="932858" y="249564"/>
                  </a:lnTo>
                  <a:lnTo>
                    <a:pt x="942575" y="249423"/>
                  </a:lnTo>
                  <a:lnTo>
                    <a:pt x="952293" y="249283"/>
                  </a:lnTo>
                  <a:lnTo>
                    <a:pt x="962010" y="249142"/>
                  </a:lnTo>
                  <a:lnTo>
                    <a:pt x="971727" y="249002"/>
                  </a:lnTo>
                  <a:lnTo>
                    <a:pt x="981445" y="248861"/>
                  </a:lnTo>
                  <a:lnTo>
                    <a:pt x="991162" y="248721"/>
                  </a:lnTo>
                  <a:lnTo>
                    <a:pt x="1000879" y="248580"/>
                  </a:lnTo>
                  <a:lnTo>
                    <a:pt x="1010596" y="248440"/>
                  </a:lnTo>
                  <a:lnTo>
                    <a:pt x="1020314" y="248299"/>
                  </a:lnTo>
                  <a:lnTo>
                    <a:pt x="1030031" y="248159"/>
                  </a:lnTo>
                  <a:lnTo>
                    <a:pt x="1039748" y="248019"/>
                  </a:lnTo>
                  <a:lnTo>
                    <a:pt x="1049465" y="247878"/>
                  </a:lnTo>
                  <a:lnTo>
                    <a:pt x="1059183" y="247738"/>
                  </a:lnTo>
                  <a:lnTo>
                    <a:pt x="1068900" y="247598"/>
                  </a:lnTo>
                  <a:lnTo>
                    <a:pt x="1078617" y="247458"/>
                  </a:lnTo>
                  <a:lnTo>
                    <a:pt x="1088335" y="247318"/>
                  </a:lnTo>
                  <a:lnTo>
                    <a:pt x="1098052" y="247177"/>
                  </a:lnTo>
                  <a:lnTo>
                    <a:pt x="1107769" y="247037"/>
                  </a:lnTo>
                  <a:lnTo>
                    <a:pt x="1117486" y="246897"/>
                  </a:lnTo>
                  <a:lnTo>
                    <a:pt x="1127204" y="246757"/>
                  </a:lnTo>
                  <a:lnTo>
                    <a:pt x="1136921" y="246617"/>
                  </a:lnTo>
                  <a:lnTo>
                    <a:pt x="1146638" y="246477"/>
                  </a:lnTo>
                  <a:lnTo>
                    <a:pt x="1156356" y="246337"/>
                  </a:lnTo>
                  <a:lnTo>
                    <a:pt x="1166073" y="246197"/>
                  </a:lnTo>
                  <a:lnTo>
                    <a:pt x="1175790" y="246057"/>
                  </a:lnTo>
                  <a:lnTo>
                    <a:pt x="1185507" y="245918"/>
                  </a:lnTo>
                  <a:lnTo>
                    <a:pt x="1195225" y="245778"/>
                  </a:lnTo>
                  <a:lnTo>
                    <a:pt x="1204942" y="245638"/>
                  </a:lnTo>
                  <a:lnTo>
                    <a:pt x="1214659" y="245498"/>
                  </a:lnTo>
                  <a:lnTo>
                    <a:pt x="1224376" y="245358"/>
                  </a:lnTo>
                  <a:lnTo>
                    <a:pt x="1234094" y="245219"/>
                  </a:lnTo>
                  <a:lnTo>
                    <a:pt x="1243811" y="245079"/>
                  </a:lnTo>
                  <a:lnTo>
                    <a:pt x="1253528" y="244939"/>
                  </a:lnTo>
                  <a:lnTo>
                    <a:pt x="1263246" y="244800"/>
                  </a:lnTo>
                  <a:lnTo>
                    <a:pt x="1272963" y="244660"/>
                  </a:lnTo>
                  <a:lnTo>
                    <a:pt x="1282680" y="244521"/>
                  </a:lnTo>
                  <a:lnTo>
                    <a:pt x="1292397" y="244381"/>
                  </a:lnTo>
                  <a:lnTo>
                    <a:pt x="1302115" y="244242"/>
                  </a:lnTo>
                  <a:lnTo>
                    <a:pt x="1311832" y="244102"/>
                  </a:lnTo>
                  <a:lnTo>
                    <a:pt x="1321549" y="243963"/>
                  </a:lnTo>
                  <a:lnTo>
                    <a:pt x="1331267" y="243823"/>
                  </a:lnTo>
                  <a:lnTo>
                    <a:pt x="1340984" y="243684"/>
                  </a:lnTo>
                  <a:lnTo>
                    <a:pt x="1350701" y="243545"/>
                  </a:lnTo>
                  <a:lnTo>
                    <a:pt x="1360418" y="243405"/>
                  </a:lnTo>
                  <a:lnTo>
                    <a:pt x="1370136" y="243266"/>
                  </a:lnTo>
                  <a:lnTo>
                    <a:pt x="1379853" y="243127"/>
                  </a:lnTo>
                  <a:lnTo>
                    <a:pt x="1389570" y="242987"/>
                  </a:lnTo>
                  <a:lnTo>
                    <a:pt x="1399287" y="242848"/>
                  </a:lnTo>
                  <a:lnTo>
                    <a:pt x="1409005" y="242709"/>
                  </a:lnTo>
                  <a:lnTo>
                    <a:pt x="1418722" y="242570"/>
                  </a:lnTo>
                  <a:lnTo>
                    <a:pt x="1428439" y="242431"/>
                  </a:lnTo>
                  <a:lnTo>
                    <a:pt x="1438157" y="242292"/>
                  </a:lnTo>
                  <a:lnTo>
                    <a:pt x="1447874" y="242153"/>
                  </a:lnTo>
                  <a:lnTo>
                    <a:pt x="1457591" y="242014"/>
                  </a:lnTo>
                  <a:lnTo>
                    <a:pt x="1467308" y="241875"/>
                  </a:lnTo>
                  <a:lnTo>
                    <a:pt x="1477026" y="241736"/>
                  </a:lnTo>
                  <a:lnTo>
                    <a:pt x="1486743" y="241597"/>
                  </a:lnTo>
                  <a:lnTo>
                    <a:pt x="1496460" y="241458"/>
                  </a:lnTo>
                  <a:lnTo>
                    <a:pt x="1506178" y="241319"/>
                  </a:lnTo>
                  <a:lnTo>
                    <a:pt x="1515895" y="241180"/>
                  </a:lnTo>
                  <a:lnTo>
                    <a:pt x="1525612" y="241042"/>
                  </a:lnTo>
                  <a:lnTo>
                    <a:pt x="1535329" y="240903"/>
                  </a:lnTo>
                  <a:lnTo>
                    <a:pt x="1545047" y="240764"/>
                  </a:lnTo>
                  <a:lnTo>
                    <a:pt x="1554764" y="240625"/>
                  </a:lnTo>
                  <a:lnTo>
                    <a:pt x="1564481" y="240487"/>
                  </a:lnTo>
                  <a:lnTo>
                    <a:pt x="1574198" y="240348"/>
                  </a:lnTo>
                  <a:lnTo>
                    <a:pt x="1583916" y="240209"/>
                  </a:lnTo>
                  <a:lnTo>
                    <a:pt x="1593633" y="240071"/>
                  </a:lnTo>
                  <a:lnTo>
                    <a:pt x="1603350" y="239932"/>
                  </a:lnTo>
                  <a:lnTo>
                    <a:pt x="1613068" y="239794"/>
                  </a:lnTo>
                  <a:lnTo>
                    <a:pt x="1622785" y="239655"/>
                  </a:lnTo>
                  <a:lnTo>
                    <a:pt x="1632502" y="239517"/>
                  </a:lnTo>
                  <a:lnTo>
                    <a:pt x="1642219" y="239378"/>
                  </a:lnTo>
                  <a:lnTo>
                    <a:pt x="1651937" y="239240"/>
                  </a:lnTo>
                  <a:lnTo>
                    <a:pt x="1661654" y="239102"/>
                  </a:lnTo>
                  <a:lnTo>
                    <a:pt x="1671371" y="238963"/>
                  </a:lnTo>
                  <a:lnTo>
                    <a:pt x="1681089" y="238825"/>
                  </a:lnTo>
                  <a:lnTo>
                    <a:pt x="1690806" y="238687"/>
                  </a:lnTo>
                  <a:lnTo>
                    <a:pt x="1700523" y="238548"/>
                  </a:lnTo>
                  <a:lnTo>
                    <a:pt x="1710240" y="238410"/>
                  </a:lnTo>
                  <a:lnTo>
                    <a:pt x="1719958" y="238272"/>
                  </a:lnTo>
                  <a:lnTo>
                    <a:pt x="1729675" y="238134"/>
                  </a:lnTo>
                  <a:lnTo>
                    <a:pt x="1739392" y="237996"/>
                  </a:lnTo>
                  <a:lnTo>
                    <a:pt x="1749109" y="237858"/>
                  </a:lnTo>
                  <a:lnTo>
                    <a:pt x="1758827" y="237720"/>
                  </a:lnTo>
                  <a:lnTo>
                    <a:pt x="1768544" y="237581"/>
                  </a:lnTo>
                  <a:lnTo>
                    <a:pt x="1778261" y="237443"/>
                  </a:lnTo>
                  <a:lnTo>
                    <a:pt x="1787979" y="237305"/>
                  </a:lnTo>
                  <a:lnTo>
                    <a:pt x="1797696" y="237168"/>
                  </a:lnTo>
                  <a:lnTo>
                    <a:pt x="1807413" y="237030"/>
                  </a:lnTo>
                  <a:lnTo>
                    <a:pt x="1817130" y="236892"/>
                  </a:lnTo>
                  <a:lnTo>
                    <a:pt x="1826848" y="236754"/>
                  </a:lnTo>
                  <a:lnTo>
                    <a:pt x="1836565" y="236616"/>
                  </a:lnTo>
                  <a:lnTo>
                    <a:pt x="1846282" y="236478"/>
                  </a:lnTo>
                  <a:lnTo>
                    <a:pt x="1856000" y="236340"/>
                  </a:lnTo>
                  <a:lnTo>
                    <a:pt x="1865717" y="236203"/>
                  </a:lnTo>
                  <a:lnTo>
                    <a:pt x="1875434" y="236065"/>
                  </a:lnTo>
                  <a:lnTo>
                    <a:pt x="1885151" y="235927"/>
                  </a:lnTo>
                  <a:lnTo>
                    <a:pt x="1894869" y="235790"/>
                  </a:lnTo>
                  <a:lnTo>
                    <a:pt x="1904586" y="235652"/>
                  </a:lnTo>
                  <a:lnTo>
                    <a:pt x="1914303" y="235515"/>
                  </a:lnTo>
                  <a:lnTo>
                    <a:pt x="1924020" y="235377"/>
                  </a:lnTo>
                  <a:lnTo>
                    <a:pt x="1933738" y="235239"/>
                  </a:lnTo>
                  <a:lnTo>
                    <a:pt x="1943455" y="235102"/>
                  </a:lnTo>
                  <a:lnTo>
                    <a:pt x="1953172" y="234964"/>
                  </a:lnTo>
                  <a:lnTo>
                    <a:pt x="1962890" y="234827"/>
                  </a:lnTo>
                  <a:lnTo>
                    <a:pt x="1972607" y="234690"/>
                  </a:lnTo>
                  <a:lnTo>
                    <a:pt x="1982324" y="234552"/>
                  </a:lnTo>
                  <a:lnTo>
                    <a:pt x="1992041" y="234415"/>
                  </a:lnTo>
                  <a:lnTo>
                    <a:pt x="2001759" y="234278"/>
                  </a:lnTo>
                  <a:lnTo>
                    <a:pt x="2011476" y="234140"/>
                  </a:lnTo>
                  <a:lnTo>
                    <a:pt x="2021193" y="234003"/>
                  </a:lnTo>
                  <a:lnTo>
                    <a:pt x="2030911" y="233866"/>
                  </a:lnTo>
                  <a:lnTo>
                    <a:pt x="2040628" y="233729"/>
                  </a:lnTo>
                  <a:lnTo>
                    <a:pt x="2050345" y="233592"/>
                  </a:lnTo>
                  <a:lnTo>
                    <a:pt x="2060062" y="233454"/>
                  </a:lnTo>
                  <a:lnTo>
                    <a:pt x="2069780" y="233317"/>
                  </a:lnTo>
                  <a:lnTo>
                    <a:pt x="2079497" y="233180"/>
                  </a:lnTo>
                  <a:lnTo>
                    <a:pt x="2089214" y="233043"/>
                  </a:lnTo>
                  <a:lnTo>
                    <a:pt x="2098931" y="232906"/>
                  </a:lnTo>
                  <a:lnTo>
                    <a:pt x="2108649" y="232769"/>
                  </a:lnTo>
                  <a:lnTo>
                    <a:pt x="2118366" y="232632"/>
                  </a:lnTo>
                  <a:lnTo>
                    <a:pt x="2128083" y="232495"/>
                  </a:lnTo>
                  <a:lnTo>
                    <a:pt x="2137801" y="232358"/>
                  </a:lnTo>
                  <a:lnTo>
                    <a:pt x="2147518" y="232222"/>
                  </a:lnTo>
                  <a:lnTo>
                    <a:pt x="2157235" y="232085"/>
                  </a:lnTo>
                  <a:lnTo>
                    <a:pt x="2166952" y="231948"/>
                  </a:lnTo>
                  <a:lnTo>
                    <a:pt x="2176670" y="231811"/>
                  </a:lnTo>
                  <a:lnTo>
                    <a:pt x="2186387" y="231674"/>
                  </a:lnTo>
                  <a:lnTo>
                    <a:pt x="2196104" y="231538"/>
                  </a:lnTo>
                  <a:lnTo>
                    <a:pt x="2205822" y="231401"/>
                  </a:lnTo>
                  <a:lnTo>
                    <a:pt x="2215539" y="231264"/>
                  </a:lnTo>
                  <a:lnTo>
                    <a:pt x="2225256" y="231128"/>
                  </a:lnTo>
                  <a:lnTo>
                    <a:pt x="2234973" y="230991"/>
                  </a:lnTo>
                  <a:lnTo>
                    <a:pt x="2244691" y="230855"/>
                  </a:lnTo>
                  <a:lnTo>
                    <a:pt x="2254408" y="230718"/>
                  </a:lnTo>
                  <a:lnTo>
                    <a:pt x="2264125" y="230582"/>
                  </a:lnTo>
                  <a:lnTo>
                    <a:pt x="2273842" y="230445"/>
                  </a:lnTo>
                  <a:lnTo>
                    <a:pt x="2283560" y="230309"/>
                  </a:lnTo>
                  <a:lnTo>
                    <a:pt x="2293277" y="230172"/>
                  </a:lnTo>
                  <a:lnTo>
                    <a:pt x="2302994" y="230036"/>
                  </a:lnTo>
                  <a:lnTo>
                    <a:pt x="2312712" y="229900"/>
                  </a:lnTo>
                  <a:lnTo>
                    <a:pt x="2322429" y="229763"/>
                  </a:lnTo>
                  <a:lnTo>
                    <a:pt x="2332146" y="229627"/>
                  </a:lnTo>
                  <a:lnTo>
                    <a:pt x="2341863" y="229491"/>
                  </a:lnTo>
                  <a:lnTo>
                    <a:pt x="2351581" y="229355"/>
                  </a:lnTo>
                  <a:lnTo>
                    <a:pt x="2361298" y="229218"/>
                  </a:lnTo>
                  <a:lnTo>
                    <a:pt x="2371015" y="229082"/>
                  </a:lnTo>
                  <a:lnTo>
                    <a:pt x="2380733" y="228946"/>
                  </a:lnTo>
                  <a:lnTo>
                    <a:pt x="2390450" y="228810"/>
                  </a:lnTo>
                  <a:lnTo>
                    <a:pt x="2400167" y="228674"/>
                  </a:lnTo>
                  <a:lnTo>
                    <a:pt x="2409884" y="228538"/>
                  </a:lnTo>
                  <a:lnTo>
                    <a:pt x="2419602" y="228402"/>
                  </a:lnTo>
                  <a:lnTo>
                    <a:pt x="2429319" y="228266"/>
                  </a:lnTo>
                  <a:lnTo>
                    <a:pt x="2439036" y="228130"/>
                  </a:lnTo>
                  <a:lnTo>
                    <a:pt x="2448753" y="227994"/>
                  </a:lnTo>
                  <a:lnTo>
                    <a:pt x="2458471" y="227858"/>
                  </a:lnTo>
                  <a:lnTo>
                    <a:pt x="2468188" y="227722"/>
                  </a:lnTo>
                  <a:lnTo>
                    <a:pt x="2477905" y="227586"/>
                  </a:lnTo>
                  <a:lnTo>
                    <a:pt x="2487623" y="227451"/>
                  </a:lnTo>
                  <a:lnTo>
                    <a:pt x="2497340" y="227315"/>
                  </a:lnTo>
                  <a:lnTo>
                    <a:pt x="2507057" y="227179"/>
                  </a:lnTo>
                  <a:lnTo>
                    <a:pt x="2516774" y="2270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648167" y="3407112"/>
              <a:ext cx="2516774" cy="1364738"/>
            </a:xfrm>
            <a:custGeom>
              <a:avLst/>
              <a:pathLst>
                <a:path w="2516774" h="1364738">
                  <a:moveTo>
                    <a:pt x="2516774" y="1364738"/>
                  </a:moveTo>
                  <a:lnTo>
                    <a:pt x="2507057" y="1358115"/>
                  </a:lnTo>
                  <a:lnTo>
                    <a:pt x="2497340" y="1351473"/>
                  </a:lnTo>
                  <a:lnTo>
                    <a:pt x="2487623" y="1344813"/>
                  </a:lnTo>
                  <a:lnTo>
                    <a:pt x="2477905" y="1338136"/>
                  </a:lnTo>
                  <a:lnTo>
                    <a:pt x="2468188" y="1331441"/>
                  </a:lnTo>
                  <a:lnTo>
                    <a:pt x="2458471" y="1324729"/>
                  </a:lnTo>
                  <a:lnTo>
                    <a:pt x="2448753" y="1317999"/>
                  </a:lnTo>
                  <a:lnTo>
                    <a:pt x="2439036" y="1311820"/>
                  </a:lnTo>
                  <a:lnTo>
                    <a:pt x="2429319" y="1304815"/>
                  </a:lnTo>
                  <a:lnTo>
                    <a:pt x="2419602" y="1297795"/>
                  </a:lnTo>
                  <a:lnTo>
                    <a:pt x="2409884" y="1290972"/>
                  </a:lnTo>
                  <a:lnTo>
                    <a:pt x="2400167" y="1284148"/>
                  </a:lnTo>
                  <a:lnTo>
                    <a:pt x="2390450" y="1277309"/>
                  </a:lnTo>
                  <a:lnTo>
                    <a:pt x="2380733" y="1270323"/>
                  </a:lnTo>
                  <a:lnTo>
                    <a:pt x="2371015" y="1262774"/>
                  </a:lnTo>
                  <a:lnTo>
                    <a:pt x="2361298" y="1255237"/>
                  </a:lnTo>
                  <a:lnTo>
                    <a:pt x="2351581" y="1248104"/>
                  </a:lnTo>
                  <a:lnTo>
                    <a:pt x="2341863" y="1240959"/>
                  </a:lnTo>
                  <a:lnTo>
                    <a:pt x="2332146" y="1234272"/>
                  </a:lnTo>
                  <a:lnTo>
                    <a:pt x="2322429" y="1227910"/>
                  </a:lnTo>
                  <a:lnTo>
                    <a:pt x="2312712" y="1221524"/>
                  </a:lnTo>
                  <a:lnTo>
                    <a:pt x="2302994" y="1213767"/>
                  </a:lnTo>
                  <a:lnTo>
                    <a:pt x="2293277" y="1205596"/>
                  </a:lnTo>
                  <a:lnTo>
                    <a:pt x="2283560" y="1197830"/>
                  </a:lnTo>
                  <a:lnTo>
                    <a:pt x="2273842" y="1190602"/>
                  </a:lnTo>
                  <a:lnTo>
                    <a:pt x="2264125" y="1183364"/>
                  </a:lnTo>
                  <a:lnTo>
                    <a:pt x="2254408" y="1176613"/>
                  </a:lnTo>
                  <a:lnTo>
                    <a:pt x="2244691" y="1170118"/>
                  </a:lnTo>
                  <a:lnTo>
                    <a:pt x="2234973" y="1163604"/>
                  </a:lnTo>
                  <a:lnTo>
                    <a:pt x="2225256" y="1157073"/>
                  </a:lnTo>
                  <a:lnTo>
                    <a:pt x="2215539" y="1150526"/>
                  </a:lnTo>
                  <a:lnTo>
                    <a:pt x="2205822" y="1143965"/>
                  </a:lnTo>
                  <a:lnTo>
                    <a:pt x="2196104" y="1137102"/>
                  </a:lnTo>
                  <a:lnTo>
                    <a:pt x="2186387" y="1129853"/>
                  </a:lnTo>
                  <a:lnTo>
                    <a:pt x="2176670" y="1122581"/>
                  </a:lnTo>
                  <a:lnTo>
                    <a:pt x="2166952" y="1115301"/>
                  </a:lnTo>
                  <a:lnTo>
                    <a:pt x="2157235" y="1108013"/>
                  </a:lnTo>
                  <a:lnTo>
                    <a:pt x="2147518" y="1100716"/>
                  </a:lnTo>
                  <a:lnTo>
                    <a:pt x="2137801" y="1093412"/>
                  </a:lnTo>
                  <a:lnTo>
                    <a:pt x="2128083" y="1086100"/>
                  </a:lnTo>
                  <a:lnTo>
                    <a:pt x="2118366" y="1078781"/>
                  </a:lnTo>
                  <a:lnTo>
                    <a:pt x="2108649" y="1071456"/>
                  </a:lnTo>
                  <a:lnTo>
                    <a:pt x="2098931" y="1064123"/>
                  </a:lnTo>
                  <a:lnTo>
                    <a:pt x="2089214" y="1056785"/>
                  </a:lnTo>
                  <a:lnTo>
                    <a:pt x="2079497" y="1049440"/>
                  </a:lnTo>
                  <a:lnTo>
                    <a:pt x="2069780" y="1042090"/>
                  </a:lnTo>
                  <a:lnTo>
                    <a:pt x="2060062" y="1034735"/>
                  </a:lnTo>
                  <a:lnTo>
                    <a:pt x="2050345" y="1027374"/>
                  </a:lnTo>
                  <a:lnTo>
                    <a:pt x="2040628" y="1020009"/>
                  </a:lnTo>
                  <a:lnTo>
                    <a:pt x="2030911" y="1012639"/>
                  </a:lnTo>
                  <a:lnTo>
                    <a:pt x="2021193" y="1005265"/>
                  </a:lnTo>
                  <a:lnTo>
                    <a:pt x="2011476" y="997888"/>
                  </a:lnTo>
                  <a:lnTo>
                    <a:pt x="2001759" y="990506"/>
                  </a:lnTo>
                  <a:lnTo>
                    <a:pt x="1992041" y="983122"/>
                  </a:lnTo>
                  <a:lnTo>
                    <a:pt x="1982324" y="975730"/>
                  </a:lnTo>
                  <a:lnTo>
                    <a:pt x="1972607" y="968323"/>
                  </a:lnTo>
                  <a:lnTo>
                    <a:pt x="1962890" y="960915"/>
                  </a:lnTo>
                  <a:lnTo>
                    <a:pt x="1953172" y="953504"/>
                  </a:lnTo>
                  <a:lnTo>
                    <a:pt x="1943455" y="946092"/>
                  </a:lnTo>
                  <a:lnTo>
                    <a:pt x="1933738" y="938679"/>
                  </a:lnTo>
                  <a:lnTo>
                    <a:pt x="1924020" y="931265"/>
                  </a:lnTo>
                  <a:lnTo>
                    <a:pt x="1914303" y="923851"/>
                  </a:lnTo>
                  <a:lnTo>
                    <a:pt x="1904586" y="916229"/>
                  </a:lnTo>
                  <a:lnTo>
                    <a:pt x="1894869" y="908345"/>
                  </a:lnTo>
                  <a:lnTo>
                    <a:pt x="1885151" y="900469"/>
                  </a:lnTo>
                  <a:lnTo>
                    <a:pt x="1875434" y="892599"/>
                  </a:lnTo>
                  <a:lnTo>
                    <a:pt x="1865717" y="885854"/>
                  </a:lnTo>
                  <a:lnTo>
                    <a:pt x="1856000" y="879335"/>
                  </a:lnTo>
                  <a:lnTo>
                    <a:pt x="1846282" y="872058"/>
                  </a:lnTo>
                  <a:lnTo>
                    <a:pt x="1836565" y="864863"/>
                  </a:lnTo>
                  <a:lnTo>
                    <a:pt x="1826848" y="858026"/>
                  </a:lnTo>
                  <a:lnTo>
                    <a:pt x="1817130" y="851184"/>
                  </a:lnTo>
                  <a:lnTo>
                    <a:pt x="1807413" y="844337"/>
                  </a:lnTo>
                  <a:lnTo>
                    <a:pt x="1797696" y="837486"/>
                  </a:lnTo>
                  <a:lnTo>
                    <a:pt x="1787979" y="830630"/>
                  </a:lnTo>
                  <a:lnTo>
                    <a:pt x="1778261" y="823764"/>
                  </a:lnTo>
                  <a:lnTo>
                    <a:pt x="1768544" y="816883"/>
                  </a:lnTo>
                  <a:lnTo>
                    <a:pt x="1758827" y="809999"/>
                  </a:lnTo>
                  <a:lnTo>
                    <a:pt x="1749109" y="803111"/>
                  </a:lnTo>
                  <a:lnTo>
                    <a:pt x="1739392" y="796221"/>
                  </a:lnTo>
                  <a:lnTo>
                    <a:pt x="1729675" y="789328"/>
                  </a:lnTo>
                  <a:lnTo>
                    <a:pt x="1719958" y="782433"/>
                  </a:lnTo>
                  <a:lnTo>
                    <a:pt x="1710240" y="775535"/>
                  </a:lnTo>
                  <a:lnTo>
                    <a:pt x="1700523" y="768527"/>
                  </a:lnTo>
                  <a:lnTo>
                    <a:pt x="1690806" y="761272"/>
                  </a:lnTo>
                  <a:lnTo>
                    <a:pt x="1681089" y="754022"/>
                  </a:lnTo>
                  <a:lnTo>
                    <a:pt x="1671371" y="746776"/>
                  </a:lnTo>
                  <a:lnTo>
                    <a:pt x="1661654" y="739535"/>
                  </a:lnTo>
                  <a:lnTo>
                    <a:pt x="1651937" y="732299"/>
                  </a:lnTo>
                  <a:lnTo>
                    <a:pt x="1642219" y="725068"/>
                  </a:lnTo>
                  <a:lnTo>
                    <a:pt x="1632502" y="717843"/>
                  </a:lnTo>
                  <a:lnTo>
                    <a:pt x="1622785" y="710624"/>
                  </a:lnTo>
                  <a:lnTo>
                    <a:pt x="1613068" y="703412"/>
                  </a:lnTo>
                  <a:lnTo>
                    <a:pt x="1603350" y="696228"/>
                  </a:lnTo>
                  <a:lnTo>
                    <a:pt x="1593633" y="689507"/>
                  </a:lnTo>
                  <a:lnTo>
                    <a:pt x="1583916" y="682786"/>
                  </a:lnTo>
                  <a:lnTo>
                    <a:pt x="1574198" y="676063"/>
                  </a:lnTo>
                  <a:lnTo>
                    <a:pt x="1564481" y="669340"/>
                  </a:lnTo>
                  <a:lnTo>
                    <a:pt x="1554764" y="662101"/>
                  </a:lnTo>
                  <a:lnTo>
                    <a:pt x="1545047" y="654646"/>
                  </a:lnTo>
                  <a:lnTo>
                    <a:pt x="1535329" y="647198"/>
                  </a:lnTo>
                  <a:lnTo>
                    <a:pt x="1525612" y="639746"/>
                  </a:lnTo>
                  <a:lnTo>
                    <a:pt x="1515895" y="632308"/>
                  </a:lnTo>
                  <a:lnTo>
                    <a:pt x="1506178" y="624886"/>
                  </a:lnTo>
                  <a:lnTo>
                    <a:pt x="1496460" y="617479"/>
                  </a:lnTo>
                  <a:lnTo>
                    <a:pt x="1486743" y="610189"/>
                  </a:lnTo>
                  <a:lnTo>
                    <a:pt x="1477026" y="603044"/>
                  </a:lnTo>
                  <a:lnTo>
                    <a:pt x="1467308" y="595474"/>
                  </a:lnTo>
                  <a:lnTo>
                    <a:pt x="1457591" y="588039"/>
                  </a:lnTo>
                  <a:lnTo>
                    <a:pt x="1447874" y="580727"/>
                  </a:lnTo>
                  <a:lnTo>
                    <a:pt x="1438157" y="573431"/>
                  </a:lnTo>
                  <a:lnTo>
                    <a:pt x="1428439" y="566153"/>
                  </a:lnTo>
                  <a:lnTo>
                    <a:pt x="1418722" y="558892"/>
                  </a:lnTo>
                  <a:lnTo>
                    <a:pt x="1409005" y="551649"/>
                  </a:lnTo>
                  <a:lnTo>
                    <a:pt x="1399287" y="544424"/>
                  </a:lnTo>
                  <a:lnTo>
                    <a:pt x="1389570" y="537217"/>
                  </a:lnTo>
                  <a:lnTo>
                    <a:pt x="1379853" y="530092"/>
                  </a:lnTo>
                  <a:lnTo>
                    <a:pt x="1370136" y="523373"/>
                  </a:lnTo>
                  <a:lnTo>
                    <a:pt x="1360418" y="516662"/>
                  </a:lnTo>
                  <a:lnTo>
                    <a:pt x="1350701" y="509960"/>
                  </a:lnTo>
                  <a:lnTo>
                    <a:pt x="1340984" y="503266"/>
                  </a:lnTo>
                  <a:lnTo>
                    <a:pt x="1331267" y="496582"/>
                  </a:lnTo>
                  <a:lnTo>
                    <a:pt x="1321549" y="489906"/>
                  </a:lnTo>
                  <a:lnTo>
                    <a:pt x="1311832" y="483240"/>
                  </a:lnTo>
                  <a:lnTo>
                    <a:pt x="1302115" y="476584"/>
                  </a:lnTo>
                  <a:lnTo>
                    <a:pt x="1292397" y="469938"/>
                  </a:lnTo>
                  <a:lnTo>
                    <a:pt x="1282680" y="463301"/>
                  </a:lnTo>
                  <a:lnTo>
                    <a:pt x="1272963" y="456675"/>
                  </a:lnTo>
                  <a:lnTo>
                    <a:pt x="1263246" y="449998"/>
                  </a:lnTo>
                  <a:lnTo>
                    <a:pt x="1253528" y="443210"/>
                  </a:lnTo>
                  <a:lnTo>
                    <a:pt x="1243811" y="436411"/>
                  </a:lnTo>
                  <a:lnTo>
                    <a:pt x="1234094" y="429405"/>
                  </a:lnTo>
                  <a:lnTo>
                    <a:pt x="1224376" y="422424"/>
                  </a:lnTo>
                  <a:lnTo>
                    <a:pt x="1214659" y="415914"/>
                  </a:lnTo>
                  <a:lnTo>
                    <a:pt x="1204942" y="409490"/>
                  </a:lnTo>
                  <a:lnTo>
                    <a:pt x="1195225" y="402807"/>
                  </a:lnTo>
                  <a:lnTo>
                    <a:pt x="1185507" y="396142"/>
                  </a:lnTo>
                  <a:lnTo>
                    <a:pt x="1175790" y="389494"/>
                  </a:lnTo>
                  <a:lnTo>
                    <a:pt x="1166073" y="382847"/>
                  </a:lnTo>
                  <a:lnTo>
                    <a:pt x="1156356" y="376212"/>
                  </a:lnTo>
                  <a:lnTo>
                    <a:pt x="1146638" y="369458"/>
                  </a:lnTo>
                  <a:lnTo>
                    <a:pt x="1136921" y="362371"/>
                  </a:lnTo>
                  <a:lnTo>
                    <a:pt x="1127204" y="355320"/>
                  </a:lnTo>
                  <a:lnTo>
                    <a:pt x="1117486" y="348307"/>
                  </a:lnTo>
                  <a:lnTo>
                    <a:pt x="1107769" y="341651"/>
                  </a:lnTo>
                  <a:lnTo>
                    <a:pt x="1098052" y="335222"/>
                  </a:lnTo>
                  <a:lnTo>
                    <a:pt x="1088335" y="328812"/>
                  </a:lnTo>
                  <a:lnTo>
                    <a:pt x="1078617" y="322419"/>
                  </a:lnTo>
                  <a:lnTo>
                    <a:pt x="1068900" y="316045"/>
                  </a:lnTo>
                  <a:lnTo>
                    <a:pt x="1059183" y="309688"/>
                  </a:lnTo>
                  <a:lnTo>
                    <a:pt x="1049465" y="303350"/>
                  </a:lnTo>
                  <a:lnTo>
                    <a:pt x="1039748" y="297030"/>
                  </a:lnTo>
                  <a:lnTo>
                    <a:pt x="1030031" y="290729"/>
                  </a:lnTo>
                  <a:lnTo>
                    <a:pt x="1020314" y="284617"/>
                  </a:lnTo>
                  <a:lnTo>
                    <a:pt x="1010596" y="278519"/>
                  </a:lnTo>
                  <a:lnTo>
                    <a:pt x="1000879" y="272433"/>
                  </a:lnTo>
                  <a:lnTo>
                    <a:pt x="991162" y="266359"/>
                  </a:lnTo>
                  <a:lnTo>
                    <a:pt x="981445" y="260297"/>
                  </a:lnTo>
                  <a:lnTo>
                    <a:pt x="971727" y="254091"/>
                  </a:lnTo>
                  <a:lnTo>
                    <a:pt x="962010" y="247874"/>
                  </a:lnTo>
                  <a:lnTo>
                    <a:pt x="952293" y="241679"/>
                  </a:lnTo>
                  <a:lnTo>
                    <a:pt x="942575" y="235506"/>
                  </a:lnTo>
                  <a:lnTo>
                    <a:pt x="932858" y="229354"/>
                  </a:lnTo>
                  <a:lnTo>
                    <a:pt x="923141" y="223228"/>
                  </a:lnTo>
                  <a:lnTo>
                    <a:pt x="913424" y="217294"/>
                  </a:lnTo>
                  <a:lnTo>
                    <a:pt x="903706" y="211373"/>
                  </a:lnTo>
                  <a:lnTo>
                    <a:pt x="893989" y="205465"/>
                  </a:lnTo>
                  <a:lnTo>
                    <a:pt x="884272" y="199561"/>
                  </a:lnTo>
                  <a:lnTo>
                    <a:pt x="874554" y="193669"/>
                  </a:lnTo>
                  <a:lnTo>
                    <a:pt x="864837" y="187554"/>
                  </a:lnTo>
                  <a:lnTo>
                    <a:pt x="855120" y="181706"/>
                  </a:lnTo>
                  <a:lnTo>
                    <a:pt x="845403" y="175871"/>
                  </a:lnTo>
                  <a:lnTo>
                    <a:pt x="835685" y="170051"/>
                  </a:lnTo>
                  <a:lnTo>
                    <a:pt x="825968" y="164239"/>
                  </a:lnTo>
                  <a:lnTo>
                    <a:pt x="816251" y="158446"/>
                  </a:lnTo>
                  <a:lnTo>
                    <a:pt x="806534" y="152667"/>
                  </a:lnTo>
                  <a:lnTo>
                    <a:pt x="796816" y="146903"/>
                  </a:lnTo>
                  <a:lnTo>
                    <a:pt x="787099" y="141154"/>
                  </a:lnTo>
                  <a:lnTo>
                    <a:pt x="777382" y="135418"/>
                  </a:lnTo>
                  <a:lnTo>
                    <a:pt x="767664" y="129651"/>
                  </a:lnTo>
                  <a:lnTo>
                    <a:pt x="757947" y="123815"/>
                  </a:lnTo>
                  <a:lnTo>
                    <a:pt x="748230" y="118002"/>
                  </a:lnTo>
                  <a:lnTo>
                    <a:pt x="738513" y="112216"/>
                  </a:lnTo>
                  <a:lnTo>
                    <a:pt x="728795" y="106457"/>
                  </a:lnTo>
                  <a:lnTo>
                    <a:pt x="719078" y="100726"/>
                  </a:lnTo>
                  <a:lnTo>
                    <a:pt x="709361" y="95023"/>
                  </a:lnTo>
                  <a:lnTo>
                    <a:pt x="699643" y="89347"/>
                  </a:lnTo>
                  <a:lnTo>
                    <a:pt x="689926" y="83699"/>
                  </a:lnTo>
                  <a:lnTo>
                    <a:pt x="680209" y="78076"/>
                  </a:lnTo>
                  <a:lnTo>
                    <a:pt x="670492" y="72470"/>
                  </a:lnTo>
                  <a:lnTo>
                    <a:pt x="660774" y="66894"/>
                  </a:lnTo>
                  <a:lnTo>
                    <a:pt x="651057" y="61348"/>
                  </a:lnTo>
                  <a:lnTo>
                    <a:pt x="641340" y="55832"/>
                  </a:lnTo>
                  <a:lnTo>
                    <a:pt x="631623" y="50346"/>
                  </a:lnTo>
                  <a:lnTo>
                    <a:pt x="621905" y="44890"/>
                  </a:lnTo>
                  <a:lnTo>
                    <a:pt x="612188" y="39483"/>
                  </a:lnTo>
                  <a:lnTo>
                    <a:pt x="602471" y="34123"/>
                  </a:lnTo>
                  <a:lnTo>
                    <a:pt x="592753" y="28755"/>
                  </a:lnTo>
                  <a:lnTo>
                    <a:pt x="583036" y="23415"/>
                  </a:lnTo>
                  <a:lnTo>
                    <a:pt x="573319" y="18103"/>
                  </a:lnTo>
                  <a:lnTo>
                    <a:pt x="563602" y="12818"/>
                  </a:lnTo>
                  <a:lnTo>
                    <a:pt x="553884" y="7561"/>
                  </a:lnTo>
                  <a:lnTo>
                    <a:pt x="544167" y="2332"/>
                  </a:lnTo>
                  <a:lnTo>
                    <a:pt x="534450" y="0"/>
                  </a:lnTo>
                  <a:lnTo>
                    <a:pt x="524732" y="141"/>
                  </a:lnTo>
                  <a:lnTo>
                    <a:pt x="515015" y="283"/>
                  </a:lnTo>
                  <a:lnTo>
                    <a:pt x="505298" y="425"/>
                  </a:lnTo>
                  <a:lnTo>
                    <a:pt x="495581" y="567"/>
                  </a:lnTo>
                  <a:lnTo>
                    <a:pt x="485863" y="709"/>
                  </a:lnTo>
                  <a:lnTo>
                    <a:pt x="476146" y="851"/>
                  </a:lnTo>
                  <a:lnTo>
                    <a:pt x="466429" y="994"/>
                  </a:lnTo>
                  <a:lnTo>
                    <a:pt x="456712" y="1136"/>
                  </a:lnTo>
                  <a:lnTo>
                    <a:pt x="446994" y="1278"/>
                  </a:lnTo>
                  <a:lnTo>
                    <a:pt x="437277" y="1420"/>
                  </a:lnTo>
                  <a:lnTo>
                    <a:pt x="427560" y="1562"/>
                  </a:lnTo>
                  <a:lnTo>
                    <a:pt x="417842" y="1704"/>
                  </a:lnTo>
                  <a:lnTo>
                    <a:pt x="408125" y="1847"/>
                  </a:lnTo>
                  <a:lnTo>
                    <a:pt x="398408" y="1989"/>
                  </a:lnTo>
                  <a:lnTo>
                    <a:pt x="388691" y="2131"/>
                  </a:lnTo>
                  <a:lnTo>
                    <a:pt x="378973" y="2274"/>
                  </a:lnTo>
                  <a:lnTo>
                    <a:pt x="369256" y="2416"/>
                  </a:lnTo>
                  <a:lnTo>
                    <a:pt x="359539" y="2559"/>
                  </a:lnTo>
                  <a:lnTo>
                    <a:pt x="349821" y="2701"/>
                  </a:lnTo>
                  <a:lnTo>
                    <a:pt x="340104" y="2844"/>
                  </a:lnTo>
                  <a:lnTo>
                    <a:pt x="330387" y="2986"/>
                  </a:lnTo>
                  <a:lnTo>
                    <a:pt x="320670" y="3129"/>
                  </a:lnTo>
                  <a:lnTo>
                    <a:pt x="310952" y="3271"/>
                  </a:lnTo>
                  <a:lnTo>
                    <a:pt x="301235" y="3414"/>
                  </a:lnTo>
                  <a:lnTo>
                    <a:pt x="291518" y="3556"/>
                  </a:lnTo>
                  <a:lnTo>
                    <a:pt x="281801" y="3699"/>
                  </a:lnTo>
                  <a:lnTo>
                    <a:pt x="272083" y="3842"/>
                  </a:lnTo>
                  <a:lnTo>
                    <a:pt x="262366" y="3985"/>
                  </a:lnTo>
                  <a:lnTo>
                    <a:pt x="252649" y="4127"/>
                  </a:lnTo>
                  <a:lnTo>
                    <a:pt x="242931" y="4270"/>
                  </a:lnTo>
                  <a:lnTo>
                    <a:pt x="233214" y="4413"/>
                  </a:lnTo>
                  <a:lnTo>
                    <a:pt x="223497" y="4556"/>
                  </a:lnTo>
                  <a:lnTo>
                    <a:pt x="213780" y="4699"/>
                  </a:lnTo>
                  <a:lnTo>
                    <a:pt x="204062" y="4842"/>
                  </a:lnTo>
                  <a:lnTo>
                    <a:pt x="194345" y="4985"/>
                  </a:lnTo>
                  <a:lnTo>
                    <a:pt x="184628" y="5128"/>
                  </a:lnTo>
                  <a:lnTo>
                    <a:pt x="174910" y="5271"/>
                  </a:lnTo>
                  <a:lnTo>
                    <a:pt x="165193" y="5414"/>
                  </a:lnTo>
                  <a:lnTo>
                    <a:pt x="155476" y="5557"/>
                  </a:lnTo>
                  <a:lnTo>
                    <a:pt x="145759" y="5700"/>
                  </a:lnTo>
                  <a:lnTo>
                    <a:pt x="136041" y="5843"/>
                  </a:lnTo>
                  <a:lnTo>
                    <a:pt x="126324" y="5986"/>
                  </a:lnTo>
                  <a:lnTo>
                    <a:pt x="116607" y="6129"/>
                  </a:lnTo>
                  <a:lnTo>
                    <a:pt x="106890" y="6273"/>
                  </a:lnTo>
                  <a:lnTo>
                    <a:pt x="97172" y="6416"/>
                  </a:lnTo>
                  <a:lnTo>
                    <a:pt x="87455" y="6559"/>
                  </a:lnTo>
                  <a:lnTo>
                    <a:pt x="77738" y="6703"/>
                  </a:lnTo>
                  <a:lnTo>
                    <a:pt x="68020" y="6846"/>
                  </a:lnTo>
                  <a:lnTo>
                    <a:pt x="58303" y="6989"/>
                  </a:lnTo>
                  <a:lnTo>
                    <a:pt x="48586" y="7133"/>
                  </a:lnTo>
                  <a:lnTo>
                    <a:pt x="38869" y="7276"/>
                  </a:lnTo>
                  <a:lnTo>
                    <a:pt x="29151" y="7420"/>
                  </a:lnTo>
                  <a:lnTo>
                    <a:pt x="19434" y="7563"/>
                  </a:lnTo>
                  <a:lnTo>
                    <a:pt x="9717" y="7707"/>
                  </a:lnTo>
                  <a:lnTo>
                    <a:pt x="0" y="785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648167" y="2933314"/>
              <a:ext cx="2516774" cy="1697546"/>
            </a:xfrm>
            <a:custGeom>
              <a:avLst/>
              <a:pathLst>
                <a:path w="2516774" h="1697546">
                  <a:moveTo>
                    <a:pt x="0" y="37228"/>
                  </a:moveTo>
                  <a:lnTo>
                    <a:pt x="9717" y="38744"/>
                  </a:lnTo>
                  <a:lnTo>
                    <a:pt x="19434" y="41137"/>
                  </a:lnTo>
                  <a:lnTo>
                    <a:pt x="29151" y="43771"/>
                  </a:lnTo>
                  <a:lnTo>
                    <a:pt x="38869" y="45645"/>
                  </a:lnTo>
                  <a:lnTo>
                    <a:pt x="48586" y="47995"/>
                  </a:lnTo>
                  <a:lnTo>
                    <a:pt x="58303" y="50271"/>
                  </a:lnTo>
                  <a:lnTo>
                    <a:pt x="68020" y="52700"/>
                  </a:lnTo>
                  <a:lnTo>
                    <a:pt x="77738" y="55082"/>
                  </a:lnTo>
                  <a:lnTo>
                    <a:pt x="87455" y="57492"/>
                  </a:lnTo>
                  <a:lnTo>
                    <a:pt x="97172" y="60544"/>
                  </a:lnTo>
                  <a:lnTo>
                    <a:pt x="106890" y="62637"/>
                  </a:lnTo>
                  <a:lnTo>
                    <a:pt x="116607" y="64725"/>
                  </a:lnTo>
                  <a:lnTo>
                    <a:pt x="126324" y="67735"/>
                  </a:lnTo>
                  <a:lnTo>
                    <a:pt x="136041" y="69594"/>
                  </a:lnTo>
                  <a:lnTo>
                    <a:pt x="145759" y="71603"/>
                  </a:lnTo>
                  <a:lnTo>
                    <a:pt x="155476" y="73944"/>
                  </a:lnTo>
                  <a:lnTo>
                    <a:pt x="165193" y="76297"/>
                  </a:lnTo>
                  <a:lnTo>
                    <a:pt x="174910" y="77097"/>
                  </a:lnTo>
                  <a:lnTo>
                    <a:pt x="184628" y="78052"/>
                  </a:lnTo>
                  <a:lnTo>
                    <a:pt x="194345" y="79576"/>
                  </a:lnTo>
                  <a:lnTo>
                    <a:pt x="204062" y="81947"/>
                  </a:lnTo>
                  <a:lnTo>
                    <a:pt x="213780" y="83089"/>
                  </a:lnTo>
                  <a:lnTo>
                    <a:pt x="223497" y="85075"/>
                  </a:lnTo>
                  <a:lnTo>
                    <a:pt x="233214" y="87456"/>
                  </a:lnTo>
                  <a:lnTo>
                    <a:pt x="242931" y="89959"/>
                  </a:lnTo>
                  <a:lnTo>
                    <a:pt x="252649" y="91885"/>
                  </a:lnTo>
                  <a:lnTo>
                    <a:pt x="262366" y="93852"/>
                  </a:lnTo>
                  <a:lnTo>
                    <a:pt x="272083" y="95797"/>
                  </a:lnTo>
                  <a:lnTo>
                    <a:pt x="281801" y="96672"/>
                  </a:lnTo>
                  <a:lnTo>
                    <a:pt x="291518" y="98053"/>
                  </a:lnTo>
                  <a:lnTo>
                    <a:pt x="301235" y="101123"/>
                  </a:lnTo>
                  <a:lnTo>
                    <a:pt x="310952" y="102273"/>
                  </a:lnTo>
                  <a:lnTo>
                    <a:pt x="320670" y="103445"/>
                  </a:lnTo>
                  <a:lnTo>
                    <a:pt x="330387" y="104319"/>
                  </a:lnTo>
                  <a:lnTo>
                    <a:pt x="340104" y="105383"/>
                  </a:lnTo>
                  <a:lnTo>
                    <a:pt x="349821" y="107046"/>
                  </a:lnTo>
                  <a:lnTo>
                    <a:pt x="359539" y="108795"/>
                  </a:lnTo>
                  <a:lnTo>
                    <a:pt x="369256" y="110283"/>
                  </a:lnTo>
                  <a:lnTo>
                    <a:pt x="378973" y="111119"/>
                  </a:lnTo>
                  <a:lnTo>
                    <a:pt x="388691" y="111448"/>
                  </a:lnTo>
                  <a:lnTo>
                    <a:pt x="398408" y="112978"/>
                  </a:lnTo>
                  <a:lnTo>
                    <a:pt x="408125" y="114157"/>
                  </a:lnTo>
                  <a:lnTo>
                    <a:pt x="417842" y="115318"/>
                  </a:lnTo>
                  <a:lnTo>
                    <a:pt x="427560" y="116346"/>
                  </a:lnTo>
                  <a:lnTo>
                    <a:pt x="437277" y="117766"/>
                  </a:lnTo>
                  <a:lnTo>
                    <a:pt x="446994" y="118972"/>
                  </a:lnTo>
                  <a:lnTo>
                    <a:pt x="456712" y="121786"/>
                  </a:lnTo>
                  <a:lnTo>
                    <a:pt x="466429" y="123539"/>
                  </a:lnTo>
                  <a:lnTo>
                    <a:pt x="476146" y="124685"/>
                  </a:lnTo>
                  <a:lnTo>
                    <a:pt x="485863" y="125253"/>
                  </a:lnTo>
                  <a:lnTo>
                    <a:pt x="495581" y="125697"/>
                  </a:lnTo>
                  <a:lnTo>
                    <a:pt x="505298" y="126915"/>
                  </a:lnTo>
                  <a:lnTo>
                    <a:pt x="515015" y="127441"/>
                  </a:lnTo>
                  <a:lnTo>
                    <a:pt x="524732" y="127624"/>
                  </a:lnTo>
                  <a:lnTo>
                    <a:pt x="534450" y="128763"/>
                  </a:lnTo>
                  <a:lnTo>
                    <a:pt x="544167" y="129905"/>
                  </a:lnTo>
                  <a:lnTo>
                    <a:pt x="553884" y="131275"/>
                  </a:lnTo>
                  <a:lnTo>
                    <a:pt x="563602" y="132205"/>
                  </a:lnTo>
                  <a:lnTo>
                    <a:pt x="573319" y="133337"/>
                  </a:lnTo>
                  <a:lnTo>
                    <a:pt x="583036" y="133020"/>
                  </a:lnTo>
                  <a:lnTo>
                    <a:pt x="592753" y="132410"/>
                  </a:lnTo>
                  <a:lnTo>
                    <a:pt x="602471" y="132953"/>
                  </a:lnTo>
                  <a:lnTo>
                    <a:pt x="612188" y="134218"/>
                  </a:lnTo>
                  <a:lnTo>
                    <a:pt x="621905" y="134568"/>
                  </a:lnTo>
                  <a:lnTo>
                    <a:pt x="631623" y="134967"/>
                  </a:lnTo>
                  <a:lnTo>
                    <a:pt x="641340" y="135316"/>
                  </a:lnTo>
                  <a:lnTo>
                    <a:pt x="651057" y="135561"/>
                  </a:lnTo>
                  <a:lnTo>
                    <a:pt x="660774" y="135990"/>
                  </a:lnTo>
                  <a:lnTo>
                    <a:pt x="670492" y="135334"/>
                  </a:lnTo>
                  <a:lnTo>
                    <a:pt x="680209" y="135077"/>
                  </a:lnTo>
                  <a:lnTo>
                    <a:pt x="689926" y="134005"/>
                  </a:lnTo>
                  <a:lnTo>
                    <a:pt x="699643" y="133174"/>
                  </a:lnTo>
                  <a:lnTo>
                    <a:pt x="709361" y="132650"/>
                  </a:lnTo>
                  <a:lnTo>
                    <a:pt x="719078" y="132207"/>
                  </a:lnTo>
                  <a:lnTo>
                    <a:pt x="728795" y="131337"/>
                  </a:lnTo>
                  <a:lnTo>
                    <a:pt x="738513" y="131743"/>
                  </a:lnTo>
                  <a:lnTo>
                    <a:pt x="748230" y="133000"/>
                  </a:lnTo>
                  <a:lnTo>
                    <a:pt x="757947" y="132333"/>
                  </a:lnTo>
                  <a:lnTo>
                    <a:pt x="767664" y="132048"/>
                  </a:lnTo>
                  <a:lnTo>
                    <a:pt x="777382" y="131702"/>
                  </a:lnTo>
                  <a:lnTo>
                    <a:pt x="787099" y="131284"/>
                  </a:lnTo>
                  <a:lnTo>
                    <a:pt x="796816" y="131663"/>
                  </a:lnTo>
                  <a:lnTo>
                    <a:pt x="806534" y="132745"/>
                  </a:lnTo>
                  <a:lnTo>
                    <a:pt x="816251" y="132323"/>
                  </a:lnTo>
                  <a:lnTo>
                    <a:pt x="825968" y="131926"/>
                  </a:lnTo>
                  <a:lnTo>
                    <a:pt x="835685" y="131535"/>
                  </a:lnTo>
                  <a:lnTo>
                    <a:pt x="845403" y="131108"/>
                  </a:lnTo>
                  <a:lnTo>
                    <a:pt x="855120" y="131381"/>
                  </a:lnTo>
                  <a:lnTo>
                    <a:pt x="864837" y="132803"/>
                  </a:lnTo>
                  <a:lnTo>
                    <a:pt x="874554" y="132524"/>
                  </a:lnTo>
                  <a:lnTo>
                    <a:pt x="884272" y="132245"/>
                  </a:lnTo>
                  <a:lnTo>
                    <a:pt x="893989" y="132465"/>
                  </a:lnTo>
                  <a:lnTo>
                    <a:pt x="903706" y="131959"/>
                  </a:lnTo>
                  <a:lnTo>
                    <a:pt x="913424" y="131453"/>
                  </a:lnTo>
                  <a:lnTo>
                    <a:pt x="923141" y="131042"/>
                  </a:lnTo>
                  <a:lnTo>
                    <a:pt x="932858" y="130735"/>
                  </a:lnTo>
                  <a:lnTo>
                    <a:pt x="942575" y="130427"/>
                  </a:lnTo>
                  <a:lnTo>
                    <a:pt x="952293" y="129465"/>
                  </a:lnTo>
                  <a:lnTo>
                    <a:pt x="962010" y="128869"/>
                  </a:lnTo>
                  <a:lnTo>
                    <a:pt x="971727" y="128371"/>
                  </a:lnTo>
                  <a:lnTo>
                    <a:pt x="981445" y="128127"/>
                  </a:lnTo>
                  <a:lnTo>
                    <a:pt x="991162" y="127376"/>
                  </a:lnTo>
                  <a:lnTo>
                    <a:pt x="1000879" y="126834"/>
                  </a:lnTo>
                  <a:lnTo>
                    <a:pt x="1010596" y="126301"/>
                  </a:lnTo>
                  <a:lnTo>
                    <a:pt x="1020314" y="125794"/>
                  </a:lnTo>
                  <a:lnTo>
                    <a:pt x="1030031" y="123635"/>
                  </a:lnTo>
                  <a:lnTo>
                    <a:pt x="1039748" y="122690"/>
                  </a:lnTo>
                  <a:lnTo>
                    <a:pt x="1049465" y="121211"/>
                  </a:lnTo>
                  <a:lnTo>
                    <a:pt x="1059183" y="120036"/>
                  </a:lnTo>
                  <a:lnTo>
                    <a:pt x="1068900" y="120356"/>
                  </a:lnTo>
                  <a:lnTo>
                    <a:pt x="1078617" y="120308"/>
                  </a:lnTo>
                  <a:lnTo>
                    <a:pt x="1088335" y="119408"/>
                  </a:lnTo>
                  <a:lnTo>
                    <a:pt x="1098052" y="118642"/>
                  </a:lnTo>
                  <a:lnTo>
                    <a:pt x="1107769" y="118278"/>
                  </a:lnTo>
                  <a:lnTo>
                    <a:pt x="1117486" y="117345"/>
                  </a:lnTo>
                  <a:lnTo>
                    <a:pt x="1127204" y="116331"/>
                  </a:lnTo>
                  <a:lnTo>
                    <a:pt x="1136921" y="115836"/>
                  </a:lnTo>
                  <a:lnTo>
                    <a:pt x="1146638" y="115409"/>
                  </a:lnTo>
                  <a:lnTo>
                    <a:pt x="1156356" y="114819"/>
                  </a:lnTo>
                  <a:lnTo>
                    <a:pt x="1166073" y="114441"/>
                  </a:lnTo>
                  <a:lnTo>
                    <a:pt x="1175790" y="112645"/>
                  </a:lnTo>
                  <a:lnTo>
                    <a:pt x="1185507" y="111523"/>
                  </a:lnTo>
                  <a:lnTo>
                    <a:pt x="1195225" y="111937"/>
                  </a:lnTo>
                  <a:lnTo>
                    <a:pt x="1204942" y="110966"/>
                  </a:lnTo>
                  <a:lnTo>
                    <a:pt x="1214659" y="109297"/>
                  </a:lnTo>
                  <a:lnTo>
                    <a:pt x="1224376" y="107635"/>
                  </a:lnTo>
                  <a:lnTo>
                    <a:pt x="1234094" y="105978"/>
                  </a:lnTo>
                  <a:lnTo>
                    <a:pt x="1243811" y="105019"/>
                  </a:lnTo>
                  <a:lnTo>
                    <a:pt x="1253528" y="104127"/>
                  </a:lnTo>
                  <a:lnTo>
                    <a:pt x="1263246" y="103241"/>
                  </a:lnTo>
                  <a:lnTo>
                    <a:pt x="1272963" y="102106"/>
                  </a:lnTo>
                  <a:lnTo>
                    <a:pt x="1282680" y="100791"/>
                  </a:lnTo>
                  <a:lnTo>
                    <a:pt x="1292397" y="99479"/>
                  </a:lnTo>
                  <a:lnTo>
                    <a:pt x="1302115" y="98168"/>
                  </a:lnTo>
                  <a:lnTo>
                    <a:pt x="1311832" y="98553"/>
                  </a:lnTo>
                  <a:lnTo>
                    <a:pt x="1321549" y="97986"/>
                  </a:lnTo>
                  <a:lnTo>
                    <a:pt x="1331267" y="97267"/>
                  </a:lnTo>
                  <a:lnTo>
                    <a:pt x="1340984" y="96435"/>
                  </a:lnTo>
                  <a:lnTo>
                    <a:pt x="1350701" y="95398"/>
                  </a:lnTo>
                  <a:lnTo>
                    <a:pt x="1360418" y="94532"/>
                  </a:lnTo>
                  <a:lnTo>
                    <a:pt x="1370136" y="93457"/>
                  </a:lnTo>
                  <a:lnTo>
                    <a:pt x="1379853" y="92382"/>
                  </a:lnTo>
                  <a:lnTo>
                    <a:pt x="1389570" y="91331"/>
                  </a:lnTo>
                  <a:lnTo>
                    <a:pt x="1399287" y="91047"/>
                  </a:lnTo>
                  <a:lnTo>
                    <a:pt x="1409005" y="90333"/>
                  </a:lnTo>
                  <a:lnTo>
                    <a:pt x="1418722" y="89896"/>
                  </a:lnTo>
                  <a:lnTo>
                    <a:pt x="1428439" y="88986"/>
                  </a:lnTo>
                  <a:lnTo>
                    <a:pt x="1438157" y="88043"/>
                  </a:lnTo>
                  <a:lnTo>
                    <a:pt x="1447874" y="87102"/>
                  </a:lnTo>
                  <a:lnTo>
                    <a:pt x="1457591" y="86165"/>
                  </a:lnTo>
                  <a:lnTo>
                    <a:pt x="1467308" y="85230"/>
                  </a:lnTo>
                  <a:lnTo>
                    <a:pt x="1477026" y="84636"/>
                  </a:lnTo>
                  <a:lnTo>
                    <a:pt x="1486743" y="84626"/>
                  </a:lnTo>
                  <a:lnTo>
                    <a:pt x="1496460" y="84616"/>
                  </a:lnTo>
                  <a:lnTo>
                    <a:pt x="1506178" y="83641"/>
                  </a:lnTo>
                  <a:lnTo>
                    <a:pt x="1515895" y="82600"/>
                  </a:lnTo>
                  <a:lnTo>
                    <a:pt x="1525612" y="81563"/>
                  </a:lnTo>
                  <a:lnTo>
                    <a:pt x="1535329" y="80923"/>
                  </a:lnTo>
                  <a:lnTo>
                    <a:pt x="1545047" y="80316"/>
                  </a:lnTo>
                  <a:lnTo>
                    <a:pt x="1554764" y="79710"/>
                  </a:lnTo>
                  <a:lnTo>
                    <a:pt x="1564481" y="79105"/>
                  </a:lnTo>
                  <a:lnTo>
                    <a:pt x="1574198" y="77903"/>
                  </a:lnTo>
                  <a:lnTo>
                    <a:pt x="1583916" y="76157"/>
                  </a:lnTo>
                  <a:lnTo>
                    <a:pt x="1593633" y="75863"/>
                  </a:lnTo>
                  <a:lnTo>
                    <a:pt x="1603350" y="76192"/>
                  </a:lnTo>
                  <a:lnTo>
                    <a:pt x="1613068" y="76117"/>
                  </a:lnTo>
                  <a:lnTo>
                    <a:pt x="1622785" y="75525"/>
                  </a:lnTo>
                  <a:lnTo>
                    <a:pt x="1632502" y="74934"/>
                  </a:lnTo>
                  <a:lnTo>
                    <a:pt x="1642219" y="74170"/>
                  </a:lnTo>
                  <a:lnTo>
                    <a:pt x="1651937" y="73178"/>
                  </a:lnTo>
                  <a:lnTo>
                    <a:pt x="1661654" y="72189"/>
                  </a:lnTo>
                  <a:lnTo>
                    <a:pt x="1671371" y="71202"/>
                  </a:lnTo>
                  <a:lnTo>
                    <a:pt x="1681089" y="70218"/>
                  </a:lnTo>
                  <a:lnTo>
                    <a:pt x="1690806" y="69237"/>
                  </a:lnTo>
                  <a:lnTo>
                    <a:pt x="1700523" y="68258"/>
                  </a:lnTo>
                  <a:lnTo>
                    <a:pt x="1710240" y="67481"/>
                  </a:lnTo>
                  <a:lnTo>
                    <a:pt x="1719958" y="66877"/>
                  </a:lnTo>
                  <a:lnTo>
                    <a:pt x="1729675" y="66281"/>
                  </a:lnTo>
                  <a:lnTo>
                    <a:pt x="1739392" y="65686"/>
                  </a:lnTo>
                  <a:lnTo>
                    <a:pt x="1749109" y="65010"/>
                  </a:lnTo>
                  <a:lnTo>
                    <a:pt x="1758827" y="64271"/>
                  </a:lnTo>
                  <a:lnTo>
                    <a:pt x="1768544" y="63362"/>
                  </a:lnTo>
                  <a:lnTo>
                    <a:pt x="1778261" y="62455"/>
                  </a:lnTo>
                  <a:lnTo>
                    <a:pt x="1787979" y="61569"/>
                  </a:lnTo>
                  <a:lnTo>
                    <a:pt x="1797696" y="61641"/>
                  </a:lnTo>
                  <a:lnTo>
                    <a:pt x="1807413" y="61072"/>
                  </a:lnTo>
                  <a:lnTo>
                    <a:pt x="1817130" y="60140"/>
                  </a:lnTo>
                  <a:lnTo>
                    <a:pt x="1826848" y="58840"/>
                  </a:lnTo>
                  <a:lnTo>
                    <a:pt x="1836565" y="57545"/>
                  </a:lnTo>
                  <a:lnTo>
                    <a:pt x="1846282" y="56256"/>
                  </a:lnTo>
                  <a:lnTo>
                    <a:pt x="1856000" y="55307"/>
                  </a:lnTo>
                  <a:lnTo>
                    <a:pt x="1865717" y="54410"/>
                  </a:lnTo>
                  <a:lnTo>
                    <a:pt x="1875434" y="53516"/>
                  </a:lnTo>
                  <a:lnTo>
                    <a:pt x="1885151" y="52624"/>
                  </a:lnTo>
                  <a:lnTo>
                    <a:pt x="1894869" y="51734"/>
                  </a:lnTo>
                  <a:lnTo>
                    <a:pt x="1904586" y="50849"/>
                  </a:lnTo>
                  <a:lnTo>
                    <a:pt x="1914303" y="49975"/>
                  </a:lnTo>
                  <a:lnTo>
                    <a:pt x="1924020" y="49103"/>
                  </a:lnTo>
                  <a:lnTo>
                    <a:pt x="1933738" y="48232"/>
                  </a:lnTo>
                  <a:lnTo>
                    <a:pt x="1943455" y="47364"/>
                  </a:lnTo>
                  <a:lnTo>
                    <a:pt x="1953172" y="46497"/>
                  </a:lnTo>
                  <a:lnTo>
                    <a:pt x="1962890" y="45633"/>
                  </a:lnTo>
                  <a:lnTo>
                    <a:pt x="1972607" y="44367"/>
                  </a:lnTo>
                  <a:lnTo>
                    <a:pt x="1982324" y="43092"/>
                  </a:lnTo>
                  <a:lnTo>
                    <a:pt x="1992041" y="41821"/>
                  </a:lnTo>
                  <a:lnTo>
                    <a:pt x="2001759" y="41026"/>
                  </a:lnTo>
                  <a:lnTo>
                    <a:pt x="2011476" y="40277"/>
                  </a:lnTo>
                  <a:lnTo>
                    <a:pt x="2021193" y="39786"/>
                  </a:lnTo>
                  <a:lnTo>
                    <a:pt x="2030911" y="39383"/>
                  </a:lnTo>
                  <a:lnTo>
                    <a:pt x="2040628" y="38780"/>
                  </a:lnTo>
                  <a:lnTo>
                    <a:pt x="2050345" y="37932"/>
                  </a:lnTo>
                  <a:lnTo>
                    <a:pt x="2060062" y="37086"/>
                  </a:lnTo>
                  <a:lnTo>
                    <a:pt x="2069780" y="36241"/>
                  </a:lnTo>
                  <a:lnTo>
                    <a:pt x="2079497" y="35398"/>
                  </a:lnTo>
                  <a:lnTo>
                    <a:pt x="2089214" y="34557"/>
                  </a:lnTo>
                  <a:lnTo>
                    <a:pt x="2098931" y="33718"/>
                  </a:lnTo>
                  <a:lnTo>
                    <a:pt x="2108649" y="32880"/>
                  </a:lnTo>
                  <a:lnTo>
                    <a:pt x="2118366" y="32050"/>
                  </a:lnTo>
                  <a:lnTo>
                    <a:pt x="2128083" y="31308"/>
                  </a:lnTo>
                  <a:lnTo>
                    <a:pt x="2137801" y="30569"/>
                  </a:lnTo>
                  <a:lnTo>
                    <a:pt x="2147518" y="29830"/>
                  </a:lnTo>
                  <a:lnTo>
                    <a:pt x="2157235" y="29098"/>
                  </a:lnTo>
                  <a:lnTo>
                    <a:pt x="2166952" y="28689"/>
                  </a:lnTo>
                  <a:lnTo>
                    <a:pt x="2176670" y="28081"/>
                  </a:lnTo>
                  <a:lnTo>
                    <a:pt x="2186387" y="27251"/>
                  </a:lnTo>
                  <a:lnTo>
                    <a:pt x="2196104" y="26423"/>
                  </a:lnTo>
                  <a:lnTo>
                    <a:pt x="2205822" y="25596"/>
                  </a:lnTo>
                  <a:lnTo>
                    <a:pt x="2215539" y="24772"/>
                  </a:lnTo>
                  <a:lnTo>
                    <a:pt x="2225256" y="24003"/>
                  </a:lnTo>
                  <a:lnTo>
                    <a:pt x="2234973" y="23225"/>
                  </a:lnTo>
                  <a:lnTo>
                    <a:pt x="2244691" y="22407"/>
                  </a:lnTo>
                  <a:lnTo>
                    <a:pt x="2254408" y="21593"/>
                  </a:lnTo>
                  <a:lnTo>
                    <a:pt x="2264125" y="20781"/>
                  </a:lnTo>
                  <a:lnTo>
                    <a:pt x="2273842" y="19972"/>
                  </a:lnTo>
                  <a:lnTo>
                    <a:pt x="2283560" y="19165"/>
                  </a:lnTo>
                  <a:lnTo>
                    <a:pt x="2293277" y="18361"/>
                  </a:lnTo>
                  <a:lnTo>
                    <a:pt x="2302994" y="17560"/>
                  </a:lnTo>
                  <a:lnTo>
                    <a:pt x="2312712" y="16761"/>
                  </a:lnTo>
                  <a:lnTo>
                    <a:pt x="2322429" y="15965"/>
                  </a:lnTo>
                  <a:lnTo>
                    <a:pt x="2332146" y="15172"/>
                  </a:lnTo>
                  <a:lnTo>
                    <a:pt x="2341863" y="14381"/>
                  </a:lnTo>
                  <a:lnTo>
                    <a:pt x="2351581" y="13593"/>
                  </a:lnTo>
                  <a:lnTo>
                    <a:pt x="2361298" y="12807"/>
                  </a:lnTo>
                  <a:lnTo>
                    <a:pt x="2371015" y="12024"/>
                  </a:lnTo>
                  <a:lnTo>
                    <a:pt x="2380733" y="11243"/>
                  </a:lnTo>
                  <a:lnTo>
                    <a:pt x="2390450" y="10191"/>
                  </a:lnTo>
                  <a:lnTo>
                    <a:pt x="2400167" y="9385"/>
                  </a:lnTo>
                  <a:lnTo>
                    <a:pt x="2409884" y="8587"/>
                  </a:lnTo>
                  <a:lnTo>
                    <a:pt x="2419602" y="7798"/>
                  </a:lnTo>
                  <a:lnTo>
                    <a:pt x="2429319" y="7010"/>
                  </a:lnTo>
                  <a:lnTo>
                    <a:pt x="2439036" y="6224"/>
                  </a:lnTo>
                  <a:lnTo>
                    <a:pt x="2448753" y="5440"/>
                  </a:lnTo>
                  <a:lnTo>
                    <a:pt x="2458471" y="4658"/>
                  </a:lnTo>
                  <a:lnTo>
                    <a:pt x="2468188" y="3877"/>
                  </a:lnTo>
                  <a:lnTo>
                    <a:pt x="2477905" y="3098"/>
                  </a:lnTo>
                  <a:lnTo>
                    <a:pt x="2487623" y="2321"/>
                  </a:lnTo>
                  <a:lnTo>
                    <a:pt x="2497340" y="1545"/>
                  </a:lnTo>
                  <a:lnTo>
                    <a:pt x="2507057" y="772"/>
                  </a:lnTo>
                  <a:lnTo>
                    <a:pt x="2516774" y="0"/>
                  </a:lnTo>
                  <a:lnTo>
                    <a:pt x="2516774" y="1697546"/>
                  </a:lnTo>
                  <a:lnTo>
                    <a:pt x="2507057" y="1690597"/>
                  </a:lnTo>
                  <a:lnTo>
                    <a:pt x="2497340" y="1683809"/>
                  </a:lnTo>
                  <a:lnTo>
                    <a:pt x="2487623" y="1677155"/>
                  </a:lnTo>
                  <a:lnTo>
                    <a:pt x="2477905" y="1670472"/>
                  </a:lnTo>
                  <a:lnTo>
                    <a:pt x="2468188" y="1663770"/>
                  </a:lnTo>
                  <a:lnTo>
                    <a:pt x="2458471" y="1657060"/>
                  </a:lnTo>
                  <a:lnTo>
                    <a:pt x="2448753" y="1650343"/>
                  </a:lnTo>
                  <a:lnTo>
                    <a:pt x="2439036" y="1643621"/>
                  </a:lnTo>
                  <a:lnTo>
                    <a:pt x="2429319" y="1636891"/>
                  </a:lnTo>
                  <a:lnTo>
                    <a:pt x="2419602" y="1630156"/>
                  </a:lnTo>
                  <a:lnTo>
                    <a:pt x="2409884" y="1623415"/>
                  </a:lnTo>
                  <a:lnTo>
                    <a:pt x="2400167" y="1616668"/>
                  </a:lnTo>
                  <a:lnTo>
                    <a:pt x="2390450" y="1609662"/>
                  </a:lnTo>
                  <a:lnTo>
                    <a:pt x="2380733" y="1601870"/>
                  </a:lnTo>
                  <a:lnTo>
                    <a:pt x="2371015" y="1594071"/>
                  </a:lnTo>
                  <a:lnTo>
                    <a:pt x="2361298" y="1586265"/>
                  </a:lnTo>
                  <a:lnTo>
                    <a:pt x="2351581" y="1578454"/>
                  </a:lnTo>
                  <a:lnTo>
                    <a:pt x="2341863" y="1570625"/>
                  </a:lnTo>
                  <a:lnTo>
                    <a:pt x="2332146" y="1562778"/>
                  </a:lnTo>
                  <a:lnTo>
                    <a:pt x="2322429" y="1554926"/>
                  </a:lnTo>
                  <a:lnTo>
                    <a:pt x="2312712" y="1547530"/>
                  </a:lnTo>
                  <a:lnTo>
                    <a:pt x="2302994" y="1540209"/>
                  </a:lnTo>
                  <a:lnTo>
                    <a:pt x="2293277" y="1532875"/>
                  </a:lnTo>
                  <a:lnTo>
                    <a:pt x="2283560" y="1525529"/>
                  </a:lnTo>
                  <a:lnTo>
                    <a:pt x="2273842" y="1518170"/>
                  </a:lnTo>
                  <a:lnTo>
                    <a:pt x="2264125" y="1510799"/>
                  </a:lnTo>
                  <a:lnTo>
                    <a:pt x="2254408" y="1503416"/>
                  </a:lnTo>
                  <a:lnTo>
                    <a:pt x="2244691" y="1496021"/>
                  </a:lnTo>
                  <a:lnTo>
                    <a:pt x="2234973" y="1488615"/>
                  </a:lnTo>
                  <a:lnTo>
                    <a:pt x="2225256" y="1481198"/>
                  </a:lnTo>
                  <a:lnTo>
                    <a:pt x="2215539" y="1473770"/>
                  </a:lnTo>
                  <a:lnTo>
                    <a:pt x="2205822" y="1466332"/>
                  </a:lnTo>
                  <a:lnTo>
                    <a:pt x="2196104" y="1458884"/>
                  </a:lnTo>
                  <a:lnTo>
                    <a:pt x="2186387" y="1451420"/>
                  </a:lnTo>
                  <a:lnTo>
                    <a:pt x="2176670" y="1443716"/>
                  </a:lnTo>
                  <a:lnTo>
                    <a:pt x="2166952" y="1435591"/>
                  </a:lnTo>
                  <a:lnTo>
                    <a:pt x="2157235" y="1427466"/>
                  </a:lnTo>
                  <a:lnTo>
                    <a:pt x="2147518" y="1419339"/>
                  </a:lnTo>
                  <a:lnTo>
                    <a:pt x="2137801" y="1411216"/>
                  </a:lnTo>
                  <a:lnTo>
                    <a:pt x="2128083" y="1403095"/>
                  </a:lnTo>
                  <a:lnTo>
                    <a:pt x="2118366" y="1395426"/>
                  </a:lnTo>
                  <a:lnTo>
                    <a:pt x="2108649" y="1388696"/>
                  </a:lnTo>
                  <a:lnTo>
                    <a:pt x="2098931" y="1382300"/>
                  </a:lnTo>
                  <a:lnTo>
                    <a:pt x="2089214" y="1374589"/>
                  </a:lnTo>
                  <a:lnTo>
                    <a:pt x="2079497" y="1366390"/>
                  </a:lnTo>
                  <a:lnTo>
                    <a:pt x="2069780" y="1359405"/>
                  </a:lnTo>
                  <a:lnTo>
                    <a:pt x="2060062" y="1351876"/>
                  </a:lnTo>
                  <a:lnTo>
                    <a:pt x="2050345" y="1344225"/>
                  </a:lnTo>
                  <a:lnTo>
                    <a:pt x="2040628" y="1336555"/>
                  </a:lnTo>
                  <a:lnTo>
                    <a:pt x="2030911" y="1328890"/>
                  </a:lnTo>
                  <a:lnTo>
                    <a:pt x="2021193" y="1321232"/>
                  </a:lnTo>
                  <a:lnTo>
                    <a:pt x="2011476" y="1313582"/>
                  </a:lnTo>
                  <a:lnTo>
                    <a:pt x="2001759" y="1305940"/>
                  </a:lnTo>
                  <a:lnTo>
                    <a:pt x="1992041" y="1298307"/>
                  </a:lnTo>
                  <a:lnTo>
                    <a:pt x="1982324" y="1290682"/>
                  </a:lnTo>
                  <a:lnTo>
                    <a:pt x="1972607" y="1283066"/>
                  </a:lnTo>
                  <a:lnTo>
                    <a:pt x="1962890" y="1275460"/>
                  </a:lnTo>
                  <a:lnTo>
                    <a:pt x="1953172" y="1267863"/>
                  </a:lnTo>
                  <a:lnTo>
                    <a:pt x="1943455" y="1260276"/>
                  </a:lnTo>
                  <a:lnTo>
                    <a:pt x="1933738" y="1252699"/>
                  </a:lnTo>
                  <a:lnTo>
                    <a:pt x="1924020" y="1245133"/>
                  </a:lnTo>
                  <a:lnTo>
                    <a:pt x="1914303" y="1237578"/>
                  </a:lnTo>
                  <a:lnTo>
                    <a:pt x="1904586" y="1230035"/>
                  </a:lnTo>
                  <a:lnTo>
                    <a:pt x="1894869" y="1222503"/>
                  </a:lnTo>
                  <a:lnTo>
                    <a:pt x="1885151" y="1214982"/>
                  </a:lnTo>
                  <a:lnTo>
                    <a:pt x="1875434" y="1207475"/>
                  </a:lnTo>
                  <a:lnTo>
                    <a:pt x="1865717" y="1199979"/>
                  </a:lnTo>
                  <a:lnTo>
                    <a:pt x="1856000" y="1192497"/>
                  </a:lnTo>
                  <a:lnTo>
                    <a:pt x="1846282" y="1185028"/>
                  </a:lnTo>
                  <a:lnTo>
                    <a:pt x="1836565" y="1177572"/>
                  </a:lnTo>
                  <a:lnTo>
                    <a:pt x="1826848" y="1170130"/>
                  </a:lnTo>
                  <a:lnTo>
                    <a:pt x="1817130" y="1162702"/>
                  </a:lnTo>
                  <a:lnTo>
                    <a:pt x="1807413" y="1155289"/>
                  </a:lnTo>
                  <a:lnTo>
                    <a:pt x="1797696" y="1147823"/>
                  </a:lnTo>
                  <a:lnTo>
                    <a:pt x="1787979" y="1140356"/>
                  </a:lnTo>
                  <a:lnTo>
                    <a:pt x="1778261" y="1133154"/>
                  </a:lnTo>
                  <a:lnTo>
                    <a:pt x="1768544" y="1125802"/>
                  </a:lnTo>
                  <a:lnTo>
                    <a:pt x="1758827" y="1118532"/>
                  </a:lnTo>
                  <a:lnTo>
                    <a:pt x="1749109" y="1111156"/>
                  </a:lnTo>
                  <a:lnTo>
                    <a:pt x="1739392" y="1103866"/>
                  </a:lnTo>
                  <a:lnTo>
                    <a:pt x="1729675" y="1096592"/>
                  </a:lnTo>
                  <a:lnTo>
                    <a:pt x="1719958" y="1089333"/>
                  </a:lnTo>
                  <a:lnTo>
                    <a:pt x="1710240" y="1082078"/>
                  </a:lnTo>
                  <a:lnTo>
                    <a:pt x="1700523" y="1074841"/>
                  </a:lnTo>
                  <a:lnTo>
                    <a:pt x="1690806" y="1067622"/>
                  </a:lnTo>
                  <a:lnTo>
                    <a:pt x="1681089" y="1060421"/>
                  </a:lnTo>
                  <a:lnTo>
                    <a:pt x="1671371" y="1053238"/>
                  </a:lnTo>
                  <a:lnTo>
                    <a:pt x="1661654" y="1046073"/>
                  </a:lnTo>
                  <a:lnTo>
                    <a:pt x="1651937" y="1038928"/>
                  </a:lnTo>
                  <a:lnTo>
                    <a:pt x="1642219" y="1031801"/>
                  </a:lnTo>
                  <a:lnTo>
                    <a:pt x="1632502" y="1024694"/>
                  </a:lnTo>
                  <a:lnTo>
                    <a:pt x="1622785" y="1017451"/>
                  </a:lnTo>
                  <a:lnTo>
                    <a:pt x="1613068" y="1009191"/>
                  </a:lnTo>
                  <a:lnTo>
                    <a:pt x="1603350" y="1001590"/>
                  </a:lnTo>
                  <a:lnTo>
                    <a:pt x="1593633" y="994466"/>
                  </a:lnTo>
                  <a:lnTo>
                    <a:pt x="1583916" y="987362"/>
                  </a:lnTo>
                  <a:lnTo>
                    <a:pt x="1574198" y="980278"/>
                  </a:lnTo>
                  <a:lnTo>
                    <a:pt x="1564481" y="973215"/>
                  </a:lnTo>
                  <a:lnTo>
                    <a:pt x="1554764" y="966173"/>
                  </a:lnTo>
                  <a:lnTo>
                    <a:pt x="1545047" y="959283"/>
                  </a:lnTo>
                  <a:lnTo>
                    <a:pt x="1535329" y="953451"/>
                  </a:lnTo>
                  <a:lnTo>
                    <a:pt x="1525612" y="946464"/>
                  </a:lnTo>
                  <a:lnTo>
                    <a:pt x="1515895" y="939718"/>
                  </a:lnTo>
                  <a:lnTo>
                    <a:pt x="1506178" y="932507"/>
                  </a:lnTo>
                  <a:lnTo>
                    <a:pt x="1496460" y="925366"/>
                  </a:lnTo>
                  <a:lnTo>
                    <a:pt x="1486743" y="918149"/>
                  </a:lnTo>
                  <a:lnTo>
                    <a:pt x="1477026" y="911002"/>
                  </a:lnTo>
                  <a:lnTo>
                    <a:pt x="1467308" y="903873"/>
                  </a:lnTo>
                  <a:lnTo>
                    <a:pt x="1457591" y="897216"/>
                  </a:lnTo>
                  <a:lnTo>
                    <a:pt x="1447874" y="890694"/>
                  </a:lnTo>
                  <a:lnTo>
                    <a:pt x="1438157" y="883857"/>
                  </a:lnTo>
                  <a:lnTo>
                    <a:pt x="1428439" y="877995"/>
                  </a:lnTo>
                  <a:lnTo>
                    <a:pt x="1418722" y="873249"/>
                  </a:lnTo>
                  <a:lnTo>
                    <a:pt x="1409005" y="866288"/>
                  </a:lnTo>
                  <a:lnTo>
                    <a:pt x="1399287" y="859124"/>
                  </a:lnTo>
                  <a:lnTo>
                    <a:pt x="1389570" y="851988"/>
                  </a:lnTo>
                  <a:lnTo>
                    <a:pt x="1379853" y="844881"/>
                  </a:lnTo>
                  <a:lnTo>
                    <a:pt x="1370136" y="838884"/>
                  </a:lnTo>
                  <a:lnTo>
                    <a:pt x="1360418" y="833638"/>
                  </a:lnTo>
                  <a:lnTo>
                    <a:pt x="1350701" y="827996"/>
                  </a:lnTo>
                  <a:lnTo>
                    <a:pt x="1340984" y="820776"/>
                  </a:lnTo>
                  <a:lnTo>
                    <a:pt x="1331267" y="813625"/>
                  </a:lnTo>
                  <a:lnTo>
                    <a:pt x="1321549" y="807632"/>
                  </a:lnTo>
                  <a:lnTo>
                    <a:pt x="1311832" y="801675"/>
                  </a:lnTo>
                  <a:lnTo>
                    <a:pt x="1302115" y="795910"/>
                  </a:lnTo>
                  <a:lnTo>
                    <a:pt x="1292397" y="789983"/>
                  </a:lnTo>
                  <a:lnTo>
                    <a:pt x="1282680" y="783730"/>
                  </a:lnTo>
                  <a:lnTo>
                    <a:pt x="1272963" y="777502"/>
                  </a:lnTo>
                  <a:lnTo>
                    <a:pt x="1263246" y="771297"/>
                  </a:lnTo>
                  <a:lnTo>
                    <a:pt x="1253528" y="764427"/>
                  </a:lnTo>
                  <a:lnTo>
                    <a:pt x="1243811" y="757238"/>
                  </a:lnTo>
                  <a:lnTo>
                    <a:pt x="1234094" y="752538"/>
                  </a:lnTo>
                  <a:lnTo>
                    <a:pt x="1224376" y="746695"/>
                  </a:lnTo>
                  <a:lnTo>
                    <a:pt x="1214659" y="740981"/>
                  </a:lnTo>
                  <a:lnTo>
                    <a:pt x="1204942" y="734540"/>
                  </a:lnTo>
                  <a:lnTo>
                    <a:pt x="1195225" y="727567"/>
                  </a:lnTo>
                  <a:lnTo>
                    <a:pt x="1185507" y="720218"/>
                  </a:lnTo>
                  <a:lnTo>
                    <a:pt x="1175790" y="712957"/>
                  </a:lnTo>
                  <a:lnTo>
                    <a:pt x="1166073" y="706536"/>
                  </a:lnTo>
                  <a:lnTo>
                    <a:pt x="1156356" y="700171"/>
                  </a:lnTo>
                  <a:lnTo>
                    <a:pt x="1146638" y="695269"/>
                  </a:lnTo>
                  <a:lnTo>
                    <a:pt x="1136921" y="690385"/>
                  </a:lnTo>
                  <a:lnTo>
                    <a:pt x="1127204" y="685523"/>
                  </a:lnTo>
                  <a:lnTo>
                    <a:pt x="1117486" y="680681"/>
                  </a:lnTo>
                  <a:lnTo>
                    <a:pt x="1107769" y="675509"/>
                  </a:lnTo>
                  <a:lnTo>
                    <a:pt x="1098052" y="669782"/>
                  </a:lnTo>
                  <a:lnTo>
                    <a:pt x="1088335" y="664068"/>
                  </a:lnTo>
                  <a:lnTo>
                    <a:pt x="1078617" y="658344"/>
                  </a:lnTo>
                  <a:lnTo>
                    <a:pt x="1068900" y="652023"/>
                  </a:lnTo>
                  <a:lnTo>
                    <a:pt x="1059183" y="645252"/>
                  </a:lnTo>
                  <a:lnTo>
                    <a:pt x="1049465" y="641173"/>
                  </a:lnTo>
                  <a:lnTo>
                    <a:pt x="1039748" y="635849"/>
                  </a:lnTo>
                  <a:lnTo>
                    <a:pt x="1030031" y="628751"/>
                  </a:lnTo>
                  <a:lnTo>
                    <a:pt x="1020314" y="624764"/>
                  </a:lnTo>
                  <a:lnTo>
                    <a:pt x="1010596" y="619315"/>
                  </a:lnTo>
                  <a:lnTo>
                    <a:pt x="1000879" y="613824"/>
                  </a:lnTo>
                  <a:lnTo>
                    <a:pt x="991162" y="608358"/>
                  </a:lnTo>
                  <a:lnTo>
                    <a:pt x="981445" y="602963"/>
                  </a:lnTo>
                  <a:lnTo>
                    <a:pt x="971727" y="597609"/>
                  </a:lnTo>
                  <a:lnTo>
                    <a:pt x="962010" y="592396"/>
                  </a:lnTo>
                  <a:lnTo>
                    <a:pt x="952293" y="588875"/>
                  </a:lnTo>
                  <a:lnTo>
                    <a:pt x="942575" y="585956"/>
                  </a:lnTo>
                  <a:lnTo>
                    <a:pt x="932858" y="581572"/>
                  </a:lnTo>
                  <a:lnTo>
                    <a:pt x="923141" y="575754"/>
                  </a:lnTo>
                  <a:lnTo>
                    <a:pt x="913424" y="570913"/>
                  </a:lnTo>
                  <a:lnTo>
                    <a:pt x="903706" y="564371"/>
                  </a:lnTo>
                  <a:lnTo>
                    <a:pt x="893989" y="558829"/>
                  </a:lnTo>
                  <a:lnTo>
                    <a:pt x="884272" y="554038"/>
                  </a:lnTo>
                  <a:lnTo>
                    <a:pt x="874554" y="549350"/>
                  </a:lnTo>
                  <a:lnTo>
                    <a:pt x="864837" y="543200"/>
                  </a:lnTo>
                  <a:lnTo>
                    <a:pt x="855120" y="536659"/>
                  </a:lnTo>
                  <a:lnTo>
                    <a:pt x="845403" y="530330"/>
                  </a:lnTo>
                  <a:lnTo>
                    <a:pt x="835685" y="525549"/>
                  </a:lnTo>
                  <a:lnTo>
                    <a:pt x="825968" y="520867"/>
                  </a:lnTo>
                  <a:lnTo>
                    <a:pt x="816251" y="516044"/>
                  </a:lnTo>
                  <a:lnTo>
                    <a:pt x="806534" y="511663"/>
                  </a:lnTo>
                  <a:lnTo>
                    <a:pt x="796816" y="506654"/>
                  </a:lnTo>
                  <a:lnTo>
                    <a:pt x="787099" y="501706"/>
                  </a:lnTo>
                  <a:lnTo>
                    <a:pt x="777382" y="497361"/>
                  </a:lnTo>
                  <a:lnTo>
                    <a:pt x="767664" y="493003"/>
                  </a:lnTo>
                  <a:lnTo>
                    <a:pt x="757947" y="489282"/>
                  </a:lnTo>
                  <a:lnTo>
                    <a:pt x="748230" y="485536"/>
                  </a:lnTo>
                  <a:lnTo>
                    <a:pt x="738513" y="481677"/>
                  </a:lnTo>
                  <a:lnTo>
                    <a:pt x="728795" y="478110"/>
                  </a:lnTo>
                  <a:lnTo>
                    <a:pt x="719078" y="473920"/>
                  </a:lnTo>
                  <a:lnTo>
                    <a:pt x="709361" y="469600"/>
                  </a:lnTo>
                  <a:lnTo>
                    <a:pt x="699643" y="465016"/>
                  </a:lnTo>
                  <a:lnTo>
                    <a:pt x="689926" y="463474"/>
                  </a:lnTo>
                  <a:lnTo>
                    <a:pt x="680209" y="461205"/>
                  </a:lnTo>
                  <a:lnTo>
                    <a:pt x="670492" y="457934"/>
                  </a:lnTo>
                  <a:lnTo>
                    <a:pt x="660774" y="452934"/>
                  </a:lnTo>
                  <a:lnTo>
                    <a:pt x="651057" y="449832"/>
                  </a:lnTo>
                  <a:lnTo>
                    <a:pt x="641340" y="447100"/>
                  </a:lnTo>
                  <a:lnTo>
                    <a:pt x="631623" y="443806"/>
                  </a:lnTo>
                  <a:lnTo>
                    <a:pt x="621905" y="441248"/>
                  </a:lnTo>
                  <a:lnTo>
                    <a:pt x="612188" y="438728"/>
                  </a:lnTo>
                  <a:lnTo>
                    <a:pt x="602471" y="436684"/>
                  </a:lnTo>
                  <a:lnTo>
                    <a:pt x="592753" y="434235"/>
                  </a:lnTo>
                  <a:lnTo>
                    <a:pt x="583036" y="432476"/>
                  </a:lnTo>
                  <a:lnTo>
                    <a:pt x="573319" y="429791"/>
                  </a:lnTo>
                  <a:lnTo>
                    <a:pt x="563602" y="428428"/>
                  </a:lnTo>
                  <a:lnTo>
                    <a:pt x="553884" y="424674"/>
                  </a:lnTo>
                  <a:lnTo>
                    <a:pt x="544167" y="423076"/>
                  </a:lnTo>
                  <a:lnTo>
                    <a:pt x="534450" y="420961"/>
                  </a:lnTo>
                  <a:lnTo>
                    <a:pt x="524732" y="417846"/>
                  </a:lnTo>
                  <a:lnTo>
                    <a:pt x="515015" y="416047"/>
                  </a:lnTo>
                  <a:lnTo>
                    <a:pt x="505298" y="413145"/>
                  </a:lnTo>
                  <a:lnTo>
                    <a:pt x="495581" y="411566"/>
                  </a:lnTo>
                  <a:lnTo>
                    <a:pt x="485863" y="410528"/>
                  </a:lnTo>
                  <a:lnTo>
                    <a:pt x="476146" y="408462"/>
                  </a:lnTo>
                  <a:lnTo>
                    <a:pt x="466429" y="405731"/>
                  </a:lnTo>
                  <a:lnTo>
                    <a:pt x="456712" y="403795"/>
                  </a:lnTo>
                  <a:lnTo>
                    <a:pt x="446994" y="400215"/>
                  </a:lnTo>
                  <a:lnTo>
                    <a:pt x="437277" y="398727"/>
                  </a:lnTo>
                  <a:lnTo>
                    <a:pt x="427560" y="396684"/>
                  </a:lnTo>
                  <a:lnTo>
                    <a:pt x="417842" y="395776"/>
                  </a:lnTo>
                  <a:lnTo>
                    <a:pt x="408125" y="393150"/>
                  </a:lnTo>
                  <a:lnTo>
                    <a:pt x="398408" y="391238"/>
                  </a:lnTo>
                  <a:lnTo>
                    <a:pt x="388691" y="389234"/>
                  </a:lnTo>
                  <a:lnTo>
                    <a:pt x="378973" y="389895"/>
                  </a:lnTo>
                  <a:lnTo>
                    <a:pt x="369256" y="389686"/>
                  </a:lnTo>
                  <a:lnTo>
                    <a:pt x="359539" y="387574"/>
                  </a:lnTo>
                  <a:lnTo>
                    <a:pt x="349821" y="386718"/>
                  </a:lnTo>
                  <a:lnTo>
                    <a:pt x="340104" y="386997"/>
                  </a:lnTo>
                  <a:lnTo>
                    <a:pt x="330387" y="387526"/>
                  </a:lnTo>
                  <a:lnTo>
                    <a:pt x="320670" y="385580"/>
                  </a:lnTo>
                  <a:lnTo>
                    <a:pt x="310952" y="383728"/>
                  </a:lnTo>
                  <a:lnTo>
                    <a:pt x="301235" y="381842"/>
                  </a:lnTo>
                  <a:lnTo>
                    <a:pt x="291518" y="379682"/>
                  </a:lnTo>
                  <a:lnTo>
                    <a:pt x="281801" y="378537"/>
                  </a:lnTo>
                  <a:lnTo>
                    <a:pt x="272083" y="376700"/>
                  </a:lnTo>
                  <a:lnTo>
                    <a:pt x="262366" y="376803"/>
                  </a:lnTo>
                  <a:lnTo>
                    <a:pt x="252649" y="378702"/>
                  </a:lnTo>
                  <a:lnTo>
                    <a:pt x="242931" y="378641"/>
                  </a:lnTo>
                  <a:lnTo>
                    <a:pt x="233214" y="379417"/>
                  </a:lnTo>
                  <a:lnTo>
                    <a:pt x="223497" y="380647"/>
                  </a:lnTo>
                  <a:lnTo>
                    <a:pt x="213780" y="380802"/>
                  </a:lnTo>
                  <a:lnTo>
                    <a:pt x="204062" y="380730"/>
                  </a:lnTo>
                  <a:lnTo>
                    <a:pt x="194345" y="380218"/>
                  </a:lnTo>
                  <a:lnTo>
                    <a:pt x="184628" y="380798"/>
                  </a:lnTo>
                  <a:lnTo>
                    <a:pt x="174910" y="381807"/>
                  </a:lnTo>
                  <a:lnTo>
                    <a:pt x="165193" y="382836"/>
                  </a:lnTo>
                  <a:lnTo>
                    <a:pt x="155476" y="383064"/>
                  </a:lnTo>
                  <a:lnTo>
                    <a:pt x="145759" y="381560"/>
                  </a:lnTo>
                  <a:lnTo>
                    <a:pt x="136041" y="382479"/>
                  </a:lnTo>
                  <a:lnTo>
                    <a:pt x="126324" y="382032"/>
                  </a:lnTo>
                  <a:lnTo>
                    <a:pt x="116607" y="381880"/>
                  </a:lnTo>
                  <a:lnTo>
                    <a:pt x="106890" y="382142"/>
                  </a:lnTo>
                  <a:lnTo>
                    <a:pt x="97172" y="381195"/>
                  </a:lnTo>
                  <a:lnTo>
                    <a:pt x="87455" y="380186"/>
                  </a:lnTo>
                  <a:lnTo>
                    <a:pt x="77738" y="379115"/>
                  </a:lnTo>
                  <a:lnTo>
                    <a:pt x="68020" y="379749"/>
                  </a:lnTo>
                  <a:lnTo>
                    <a:pt x="58303" y="380329"/>
                  </a:lnTo>
                  <a:lnTo>
                    <a:pt x="48586" y="379992"/>
                  </a:lnTo>
                  <a:lnTo>
                    <a:pt x="38869" y="379980"/>
                  </a:lnTo>
                  <a:lnTo>
                    <a:pt x="29151" y="381268"/>
                  </a:lnTo>
                  <a:lnTo>
                    <a:pt x="19434" y="382609"/>
                  </a:lnTo>
                  <a:lnTo>
                    <a:pt x="9717" y="383899"/>
                  </a:lnTo>
                  <a:lnTo>
                    <a:pt x="0" y="383145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648167" y="2933314"/>
              <a:ext cx="2516774" cy="135990"/>
            </a:xfrm>
            <a:custGeom>
              <a:avLst/>
              <a:pathLst>
                <a:path w="2516774" h="135990">
                  <a:moveTo>
                    <a:pt x="0" y="37228"/>
                  </a:moveTo>
                  <a:lnTo>
                    <a:pt x="9717" y="38744"/>
                  </a:lnTo>
                  <a:lnTo>
                    <a:pt x="19434" y="41137"/>
                  </a:lnTo>
                  <a:lnTo>
                    <a:pt x="29151" y="43771"/>
                  </a:lnTo>
                  <a:lnTo>
                    <a:pt x="38869" y="45645"/>
                  </a:lnTo>
                  <a:lnTo>
                    <a:pt x="48586" y="47995"/>
                  </a:lnTo>
                  <a:lnTo>
                    <a:pt x="58303" y="50271"/>
                  </a:lnTo>
                  <a:lnTo>
                    <a:pt x="68020" y="52700"/>
                  </a:lnTo>
                  <a:lnTo>
                    <a:pt x="77738" y="55082"/>
                  </a:lnTo>
                  <a:lnTo>
                    <a:pt x="87455" y="57492"/>
                  </a:lnTo>
                  <a:lnTo>
                    <a:pt x="97172" y="60544"/>
                  </a:lnTo>
                  <a:lnTo>
                    <a:pt x="106890" y="62637"/>
                  </a:lnTo>
                  <a:lnTo>
                    <a:pt x="116607" y="64725"/>
                  </a:lnTo>
                  <a:lnTo>
                    <a:pt x="126324" y="67735"/>
                  </a:lnTo>
                  <a:lnTo>
                    <a:pt x="136041" y="69594"/>
                  </a:lnTo>
                  <a:lnTo>
                    <a:pt x="145759" y="71603"/>
                  </a:lnTo>
                  <a:lnTo>
                    <a:pt x="155476" y="73944"/>
                  </a:lnTo>
                  <a:lnTo>
                    <a:pt x="165193" y="76297"/>
                  </a:lnTo>
                  <a:lnTo>
                    <a:pt x="174910" y="77097"/>
                  </a:lnTo>
                  <a:lnTo>
                    <a:pt x="184628" y="78052"/>
                  </a:lnTo>
                  <a:lnTo>
                    <a:pt x="194345" y="79576"/>
                  </a:lnTo>
                  <a:lnTo>
                    <a:pt x="204062" y="81947"/>
                  </a:lnTo>
                  <a:lnTo>
                    <a:pt x="213780" y="83089"/>
                  </a:lnTo>
                  <a:lnTo>
                    <a:pt x="223497" y="85075"/>
                  </a:lnTo>
                  <a:lnTo>
                    <a:pt x="233214" y="87456"/>
                  </a:lnTo>
                  <a:lnTo>
                    <a:pt x="242931" y="89959"/>
                  </a:lnTo>
                  <a:lnTo>
                    <a:pt x="252649" y="91885"/>
                  </a:lnTo>
                  <a:lnTo>
                    <a:pt x="262366" y="93852"/>
                  </a:lnTo>
                  <a:lnTo>
                    <a:pt x="272083" y="95797"/>
                  </a:lnTo>
                  <a:lnTo>
                    <a:pt x="281801" y="96672"/>
                  </a:lnTo>
                  <a:lnTo>
                    <a:pt x="291518" y="98053"/>
                  </a:lnTo>
                  <a:lnTo>
                    <a:pt x="301235" y="101123"/>
                  </a:lnTo>
                  <a:lnTo>
                    <a:pt x="310952" y="102273"/>
                  </a:lnTo>
                  <a:lnTo>
                    <a:pt x="320670" y="103445"/>
                  </a:lnTo>
                  <a:lnTo>
                    <a:pt x="330387" y="104319"/>
                  </a:lnTo>
                  <a:lnTo>
                    <a:pt x="340104" y="105383"/>
                  </a:lnTo>
                  <a:lnTo>
                    <a:pt x="349821" y="107046"/>
                  </a:lnTo>
                  <a:lnTo>
                    <a:pt x="359539" y="108795"/>
                  </a:lnTo>
                  <a:lnTo>
                    <a:pt x="369256" y="110283"/>
                  </a:lnTo>
                  <a:lnTo>
                    <a:pt x="378973" y="111119"/>
                  </a:lnTo>
                  <a:lnTo>
                    <a:pt x="388691" y="111448"/>
                  </a:lnTo>
                  <a:lnTo>
                    <a:pt x="398408" y="112978"/>
                  </a:lnTo>
                  <a:lnTo>
                    <a:pt x="408125" y="114157"/>
                  </a:lnTo>
                  <a:lnTo>
                    <a:pt x="417842" y="115318"/>
                  </a:lnTo>
                  <a:lnTo>
                    <a:pt x="427560" y="116346"/>
                  </a:lnTo>
                  <a:lnTo>
                    <a:pt x="437277" y="117766"/>
                  </a:lnTo>
                  <a:lnTo>
                    <a:pt x="446994" y="118972"/>
                  </a:lnTo>
                  <a:lnTo>
                    <a:pt x="456712" y="121786"/>
                  </a:lnTo>
                  <a:lnTo>
                    <a:pt x="466429" y="123539"/>
                  </a:lnTo>
                  <a:lnTo>
                    <a:pt x="476146" y="124685"/>
                  </a:lnTo>
                  <a:lnTo>
                    <a:pt x="485863" y="125253"/>
                  </a:lnTo>
                  <a:lnTo>
                    <a:pt x="495581" y="125697"/>
                  </a:lnTo>
                  <a:lnTo>
                    <a:pt x="505298" y="126915"/>
                  </a:lnTo>
                  <a:lnTo>
                    <a:pt x="515015" y="127441"/>
                  </a:lnTo>
                  <a:lnTo>
                    <a:pt x="524732" y="127624"/>
                  </a:lnTo>
                  <a:lnTo>
                    <a:pt x="534450" y="128763"/>
                  </a:lnTo>
                  <a:lnTo>
                    <a:pt x="544167" y="129905"/>
                  </a:lnTo>
                  <a:lnTo>
                    <a:pt x="553884" y="131275"/>
                  </a:lnTo>
                  <a:lnTo>
                    <a:pt x="563602" y="132205"/>
                  </a:lnTo>
                  <a:lnTo>
                    <a:pt x="573319" y="133337"/>
                  </a:lnTo>
                  <a:lnTo>
                    <a:pt x="583036" y="133020"/>
                  </a:lnTo>
                  <a:lnTo>
                    <a:pt x="592753" y="132410"/>
                  </a:lnTo>
                  <a:lnTo>
                    <a:pt x="602471" y="132953"/>
                  </a:lnTo>
                  <a:lnTo>
                    <a:pt x="612188" y="134218"/>
                  </a:lnTo>
                  <a:lnTo>
                    <a:pt x="621905" y="134568"/>
                  </a:lnTo>
                  <a:lnTo>
                    <a:pt x="631623" y="134967"/>
                  </a:lnTo>
                  <a:lnTo>
                    <a:pt x="641340" y="135316"/>
                  </a:lnTo>
                  <a:lnTo>
                    <a:pt x="651057" y="135561"/>
                  </a:lnTo>
                  <a:lnTo>
                    <a:pt x="660774" y="135990"/>
                  </a:lnTo>
                  <a:lnTo>
                    <a:pt x="670492" y="135334"/>
                  </a:lnTo>
                  <a:lnTo>
                    <a:pt x="680209" y="135077"/>
                  </a:lnTo>
                  <a:lnTo>
                    <a:pt x="689926" y="134005"/>
                  </a:lnTo>
                  <a:lnTo>
                    <a:pt x="699643" y="133174"/>
                  </a:lnTo>
                  <a:lnTo>
                    <a:pt x="709361" y="132650"/>
                  </a:lnTo>
                  <a:lnTo>
                    <a:pt x="719078" y="132207"/>
                  </a:lnTo>
                  <a:lnTo>
                    <a:pt x="728795" y="131337"/>
                  </a:lnTo>
                  <a:lnTo>
                    <a:pt x="738513" y="131743"/>
                  </a:lnTo>
                  <a:lnTo>
                    <a:pt x="748230" y="133000"/>
                  </a:lnTo>
                  <a:lnTo>
                    <a:pt x="757947" y="132333"/>
                  </a:lnTo>
                  <a:lnTo>
                    <a:pt x="767664" y="132048"/>
                  </a:lnTo>
                  <a:lnTo>
                    <a:pt x="777382" y="131702"/>
                  </a:lnTo>
                  <a:lnTo>
                    <a:pt x="787099" y="131284"/>
                  </a:lnTo>
                  <a:lnTo>
                    <a:pt x="796816" y="131663"/>
                  </a:lnTo>
                  <a:lnTo>
                    <a:pt x="806534" y="132745"/>
                  </a:lnTo>
                  <a:lnTo>
                    <a:pt x="816251" y="132323"/>
                  </a:lnTo>
                  <a:lnTo>
                    <a:pt x="825968" y="131926"/>
                  </a:lnTo>
                  <a:lnTo>
                    <a:pt x="835685" y="131535"/>
                  </a:lnTo>
                  <a:lnTo>
                    <a:pt x="845403" y="131108"/>
                  </a:lnTo>
                  <a:lnTo>
                    <a:pt x="855120" y="131381"/>
                  </a:lnTo>
                  <a:lnTo>
                    <a:pt x="864837" y="132803"/>
                  </a:lnTo>
                  <a:lnTo>
                    <a:pt x="874554" y="132524"/>
                  </a:lnTo>
                  <a:lnTo>
                    <a:pt x="884272" y="132245"/>
                  </a:lnTo>
                  <a:lnTo>
                    <a:pt x="893989" y="132465"/>
                  </a:lnTo>
                  <a:lnTo>
                    <a:pt x="903706" y="131959"/>
                  </a:lnTo>
                  <a:lnTo>
                    <a:pt x="913424" y="131453"/>
                  </a:lnTo>
                  <a:lnTo>
                    <a:pt x="923141" y="131042"/>
                  </a:lnTo>
                  <a:lnTo>
                    <a:pt x="932858" y="130735"/>
                  </a:lnTo>
                  <a:lnTo>
                    <a:pt x="942575" y="130427"/>
                  </a:lnTo>
                  <a:lnTo>
                    <a:pt x="952293" y="129465"/>
                  </a:lnTo>
                  <a:lnTo>
                    <a:pt x="962010" y="128869"/>
                  </a:lnTo>
                  <a:lnTo>
                    <a:pt x="971727" y="128371"/>
                  </a:lnTo>
                  <a:lnTo>
                    <a:pt x="981445" y="128127"/>
                  </a:lnTo>
                  <a:lnTo>
                    <a:pt x="991162" y="127376"/>
                  </a:lnTo>
                  <a:lnTo>
                    <a:pt x="1000879" y="126834"/>
                  </a:lnTo>
                  <a:lnTo>
                    <a:pt x="1010596" y="126301"/>
                  </a:lnTo>
                  <a:lnTo>
                    <a:pt x="1020314" y="125794"/>
                  </a:lnTo>
                  <a:lnTo>
                    <a:pt x="1030031" y="123635"/>
                  </a:lnTo>
                  <a:lnTo>
                    <a:pt x="1039748" y="122690"/>
                  </a:lnTo>
                  <a:lnTo>
                    <a:pt x="1049465" y="121211"/>
                  </a:lnTo>
                  <a:lnTo>
                    <a:pt x="1059183" y="120036"/>
                  </a:lnTo>
                  <a:lnTo>
                    <a:pt x="1068900" y="120356"/>
                  </a:lnTo>
                  <a:lnTo>
                    <a:pt x="1078617" y="120308"/>
                  </a:lnTo>
                  <a:lnTo>
                    <a:pt x="1088335" y="119408"/>
                  </a:lnTo>
                  <a:lnTo>
                    <a:pt x="1098052" y="118642"/>
                  </a:lnTo>
                  <a:lnTo>
                    <a:pt x="1107769" y="118278"/>
                  </a:lnTo>
                  <a:lnTo>
                    <a:pt x="1117486" y="117345"/>
                  </a:lnTo>
                  <a:lnTo>
                    <a:pt x="1127204" y="116331"/>
                  </a:lnTo>
                  <a:lnTo>
                    <a:pt x="1136921" y="115836"/>
                  </a:lnTo>
                  <a:lnTo>
                    <a:pt x="1146638" y="115409"/>
                  </a:lnTo>
                  <a:lnTo>
                    <a:pt x="1156356" y="114819"/>
                  </a:lnTo>
                  <a:lnTo>
                    <a:pt x="1166073" y="114441"/>
                  </a:lnTo>
                  <a:lnTo>
                    <a:pt x="1175790" y="112645"/>
                  </a:lnTo>
                  <a:lnTo>
                    <a:pt x="1185507" y="111523"/>
                  </a:lnTo>
                  <a:lnTo>
                    <a:pt x="1195225" y="111937"/>
                  </a:lnTo>
                  <a:lnTo>
                    <a:pt x="1204942" y="110966"/>
                  </a:lnTo>
                  <a:lnTo>
                    <a:pt x="1214659" y="109297"/>
                  </a:lnTo>
                  <a:lnTo>
                    <a:pt x="1224376" y="107635"/>
                  </a:lnTo>
                  <a:lnTo>
                    <a:pt x="1234094" y="105978"/>
                  </a:lnTo>
                  <a:lnTo>
                    <a:pt x="1243811" y="105019"/>
                  </a:lnTo>
                  <a:lnTo>
                    <a:pt x="1253528" y="104127"/>
                  </a:lnTo>
                  <a:lnTo>
                    <a:pt x="1263246" y="103241"/>
                  </a:lnTo>
                  <a:lnTo>
                    <a:pt x="1272963" y="102106"/>
                  </a:lnTo>
                  <a:lnTo>
                    <a:pt x="1282680" y="100791"/>
                  </a:lnTo>
                  <a:lnTo>
                    <a:pt x="1292397" y="99479"/>
                  </a:lnTo>
                  <a:lnTo>
                    <a:pt x="1302115" y="98168"/>
                  </a:lnTo>
                  <a:lnTo>
                    <a:pt x="1311832" y="98553"/>
                  </a:lnTo>
                  <a:lnTo>
                    <a:pt x="1321549" y="97986"/>
                  </a:lnTo>
                  <a:lnTo>
                    <a:pt x="1331267" y="97267"/>
                  </a:lnTo>
                  <a:lnTo>
                    <a:pt x="1340984" y="96435"/>
                  </a:lnTo>
                  <a:lnTo>
                    <a:pt x="1350701" y="95398"/>
                  </a:lnTo>
                  <a:lnTo>
                    <a:pt x="1360418" y="94532"/>
                  </a:lnTo>
                  <a:lnTo>
                    <a:pt x="1370136" y="93457"/>
                  </a:lnTo>
                  <a:lnTo>
                    <a:pt x="1379853" y="92382"/>
                  </a:lnTo>
                  <a:lnTo>
                    <a:pt x="1389570" y="91331"/>
                  </a:lnTo>
                  <a:lnTo>
                    <a:pt x="1399287" y="91047"/>
                  </a:lnTo>
                  <a:lnTo>
                    <a:pt x="1409005" y="90333"/>
                  </a:lnTo>
                  <a:lnTo>
                    <a:pt x="1418722" y="89896"/>
                  </a:lnTo>
                  <a:lnTo>
                    <a:pt x="1428439" y="88986"/>
                  </a:lnTo>
                  <a:lnTo>
                    <a:pt x="1438157" y="88043"/>
                  </a:lnTo>
                  <a:lnTo>
                    <a:pt x="1447874" y="87102"/>
                  </a:lnTo>
                  <a:lnTo>
                    <a:pt x="1457591" y="86165"/>
                  </a:lnTo>
                  <a:lnTo>
                    <a:pt x="1467308" y="85230"/>
                  </a:lnTo>
                  <a:lnTo>
                    <a:pt x="1477026" y="84636"/>
                  </a:lnTo>
                  <a:lnTo>
                    <a:pt x="1486743" y="84626"/>
                  </a:lnTo>
                  <a:lnTo>
                    <a:pt x="1496460" y="84616"/>
                  </a:lnTo>
                  <a:lnTo>
                    <a:pt x="1506178" y="83641"/>
                  </a:lnTo>
                  <a:lnTo>
                    <a:pt x="1515895" y="82600"/>
                  </a:lnTo>
                  <a:lnTo>
                    <a:pt x="1525612" y="81563"/>
                  </a:lnTo>
                  <a:lnTo>
                    <a:pt x="1535329" y="80923"/>
                  </a:lnTo>
                  <a:lnTo>
                    <a:pt x="1545047" y="80316"/>
                  </a:lnTo>
                  <a:lnTo>
                    <a:pt x="1554764" y="79710"/>
                  </a:lnTo>
                  <a:lnTo>
                    <a:pt x="1564481" y="79105"/>
                  </a:lnTo>
                  <a:lnTo>
                    <a:pt x="1574198" y="77903"/>
                  </a:lnTo>
                  <a:lnTo>
                    <a:pt x="1583916" y="76157"/>
                  </a:lnTo>
                  <a:lnTo>
                    <a:pt x="1593633" y="75863"/>
                  </a:lnTo>
                  <a:lnTo>
                    <a:pt x="1603350" y="76192"/>
                  </a:lnTo>
                  <a:lnTo>
                    <a:pt x="1613068" y="76117"/>
                  </a:lnTo>
                  <a:lnTo>
                    <a:pt x="1622785" y="75525"/>
                  </a:lnTo>
                  <a:lnTo>
                    <a:pt x="1632502" y="74934"/>
                  </a:lnTo>
                  <a:lnTo>
                    <a:pt x="1642219" y="74170"/>
                  </a:lnTo>
                  <a:lnTo>
                    <a:pt x="1651937" y="73178"/>
                  </a:lnTo>
                  <a:lnTo>
                    <a:pt x="1661654" y="72189"/>
                  </a:lnTo>
                  <a:lnTo>
                    <a:pt x="1671371" y="71202"/>
                  </a:lnTo>
                  <a:lnTo>
                    <a:pt x="1681089" y="70218"/>
                  </a:lnTo>
                  <a:lnTo>
                    <a:pt x="1690806" y="69237"/>
                  </a:lnTo>
                  <a:lnTo>
                    <a:pt x="1700523" y="68258"/>
                  </a:lnTo>
                  <a:lnTo>
                    <a:pt x="1710240" y="67481"/>
                  </a:lnTo>
                  <a:lnTo>
                    <a:pt x="1719958" y="66877"/>
                  </a:lnTo>
                  <a:lnTo>
                    <a:pt x="1729675" y="66281"/>
                  </a:lnTo>
                  <a:lnTo>
                    <a:pt x="1739392" y="65686"/>
                  </a:lnTo>
                  <a:lnTo>
                    <a:pt x="1749109" y="65010"/>
                  </a:lnTo>
                  <a:lnTo>
                    <a:pt x="1758827" y="64271"/>
                  </a:lnTo>
                  <a:lnTo>
                    <a:pt x="1768544" y="63362"/>
                  </a:lnTo>
                  <a:lnTo>
                    <a:pt x="1778261" y="62455"/>
                  </a:lnTo>
                  <a:lnTo>
                    <a:pt x="1787979" y="61569"/>
                  </a:lnTo>
                  <a:lnTo>
                    <a:pt x="1797696" y="61641"/>
                  </a:lnTo>
                  <a:lnTo>
                    <a:pt x="1807413" y="61072"/>
                  </a:lnTo>
                  <a:lnTo>
                    <a:pt x="1817130" y="60140"/>
                  </a:lnTo>
                  <a:lnTo>
                    <a:pt x="1826848" y="58840"/>
                  </a:lnTo>
                  <a:lnTo>
                    <a:pt x="1836565" y="57545"/>
                  </a:lnTo>
                  <a:lnTo>
                    <a:pt x="1846282" y="56256"/>
                  </a:lnTo>
                  <a:lnTo>
                    <a:pt x="1856000" y="55307"/>
                  </a:lnTo>
                  <a:lnTo>
                    <a:pt x="1865717" y="54410"/>
                  </a:lnTo>
                  <a:lnTo>
                    <a:pt x="1875434" y="53516"/>
                  </a:lnTo>
                  <a:lnTo>
                    <a:pt x="1885151" y="52624"/>
                  </a:lnTo>
                  <a:lnTo>
                    <a:pt x="1894869" y="51734"/>
                  </a:lnTo>
                  <a:lnTo>
                    <a:pt x="1904586" y="50849"/>
                  </a:lnTo>
                  <a:lnTo>
                    <a:pt x="1914303" y="49975"/>
                  </a:lnTo>
                  <a:lnTo>
                    <a:pt x="1924020" y="49103"/>
                  </a:lnTo>
                  <a:lnTo>
                    <a:pt x="1933738" y="48232"/>
                  </a:lnTo>
                  <a:lnTo>
                    <a:pt x="1943455" y="47364"/>
                  </a:lnTo>
                  <a:lnTo>
                    <a:pt x="1953172" y="46497"/>
                  </a:lnTo>
                  <a:lnTo>
                    <a:pt x="1962890" y="45633"/>
                  </a:lnTo>
                  <a:lnTo>
                    <a:pt x="1972607" y="44367"/>
                  </a:lnTo>
                  <a:lnTo>
                    <a:pt x="1982324" y="43092"/>
                  </a:lnTo>
                  <a:lnTo>
                    <a:pt x="1992041" y="41821"/>
                  </a:lnTo>
                  <a:lnTo>
                    <a:pt x="2001759" y="41026"/>
                  </a:lnTo>
                  <a:lnTo>
                    <a:pt x="2011476" y="40277"/>
                  </a:lnTo>
                  <a:lnTo>
                    <a:pt x="2021193" y="39786"/>
                  </a:lnTo>
                  <a:lnTo>
                    <a:pt x="2030911" y="39383"/>
                  </a:lnTo>
                  <a:lnTo>
                    <a:pt x="2040628" y="38780"/>
                  </a:lnTo>
                  <a:lnTo>
                    <a:pt x="2050345" y="37932"/>
                  </a:lnTo>
                  <a:lnTo>
                    <a:pt x="2060062" y="37086"/>
                  </a:lnTo>
                  <a:lnTo>
                    <a:pt x="2069780" y="36241"/>
                  </a:lnTo>
                  <a:lnTo>
                    <a:pt x="2079497" y="35398"/>
                  </a:lnTo>
                  <a:lnTo>
                    <a:pt x="2089214" y="34557"/>
                  </a:lnTo>
                  <a:lnTo>
                    <a:pt x="2098931" y="33718"/>
                  </a:lnTo>
                  <a:lnTo>
                    <a:pt x="2108649" y="32880"/>
                  </a:lnTo>
                  <a:lnTo>
                    <a:pt x="2118366" y="32050"/>
                  </a:lnTo>
                  <a:lnTo>
                    <a:pt x="2128083" y="31308"/>
                  </a:lnTo>
                  <a:lnTo>
                    <a:pt x="2137801" y="30569"/>
                  </a:lnTo>
                  <a:lnTo>
                    <a:pt x="2147518" y="29830"/>
                  </a:lnTo>
                  <a:lnTo>
                    <a:pt x="2157235" y="29098"/>
                  </a:lnTo>
                  <a:lnTo>
                    <a:pt x="2166952" y="28689"/>
                  </a:lnTo>
                  <a:lnTo>
                    <a:pt x="2176670" y="28081"/>
                  </a:lnTo>
                  <a:lnTo>
                    <a:pt x="2186387" y="27251"/>
                  </a:lnTo>
                  <a:lnTo>
                    <a:pt x="2196104" y="26423"/>
                  </a:lnTo>
                  <a:lnTo>
                    <a:pt x="2205822" y="25596"/>
                  </a:lnTo>
                  <a:lnTo>
                    <a:pt x="2215539" y="24772"/>
                  </a:lnTo>
                  <a:lnTo>
                    <a:pt x="2225256" y="24003"/>
                  </a:lnTo>
                  <a:lnTo>
                    <a:pt x="2234973" y="23225"/>
                  </a:lnTo>
                  <a:lnTo>
                    <a:pt x="2244691" y="22407"/>
                  </a:lnTo>
                  <a:lnTo>
                    <a:pt x="2254408" y="21593"/>
                  </a:lnTo>
                  <a:lnTo>
                    <a:pt x="2264125" y="20781"/>
                  </a:lnTo>
                  <a:lnTo>
                    <a:pt x="2273842" y="19972"/>
                  </a:lnTo>
                  <a:lnTo>
                    <a:pt x="2283560" y="19165"/>
                  </a:lnTo>
                  <a:lnTo>
                    <a:pt x="2293277" y="18361"/>
                  </a:lnTo>
                  <a:lnTo>
                    <a:pt x="2302994" y="17560"/>
                  </a:lnTo>
                  <a:lnTo>
                    <a:pt x="2312712" y="16761"/>
                  </a:lnTo>
                  <a:lnTo>
                    <a:pt x="2322429" y="15965"/>
                  </a:lnTo>
                  <a:lnTo>
                    <a:pt x="2332146" y="15172"/>
                  </a:lnTo>
                  <a:lnTo>
                    <a:pt x="2341863" y="14381"/>
                  </a:lnTo>
                  <a:lnTo>
                    <a:pt x="2351581" y="13593"/>
                  </a:lnTo>
                  <a:lnTo>
                    <a:pt x="2361298" y="12807"/>
                  </a:lnTo>
                  <a:lnTo>
                    <a:pt x="2371015" y="12024"/>
                  </a:lnTo>
                  <a:lnTo>
                    <a:pt x="2380733" y="11243"/>
                  </a:lnTo>
                  <a:lnTo>
                    <a:pt x="2390450" y="10191"/>
                  </a:lnTo>
                  <a:lnTo>
                    <a:pt x="2400167" y="9385"/>
                  </a:lnTo>
                  <a:lnTo>
                    <a:pt x="2409884" y="8587"/>
                  </a:lnTo>
                  <a:lnTo>
                    <a:pt x="2419602" y="7798"/>
                  </a:lnTo>
                  <a:lnTo>
                    <a:pt x="2429319" y="7010"/>
                  </a:lnTo>
                  <a:lnTo>
                    <a:pt x="2439036" y="6224"/>
                  </a:lnTo>
                  <a:lnTo>
                    <a:pt x="2448753" y="5440"/>
                  </a:lnTo>
                  <a:lnTo>
                    <a:pt x="2458471" y="4658"/>
                  </a:lnTo>
                  <a:lnTo>
                    <a:pt x="2468188" y="3877"/>
                  </a:lnTo>
                  <a:lnTo>
                    <a:pt x="2477905" y="3098"/>
                  </a:lnTo>
                  <a:lnTo>
                    <a:pt x="2487623" y="2321"/>
                  </a:lnTo>
                  <a:lnTo>
                    <a:pt x="2497340" y="1545"/>
                  </a:lnTo>
                  <a:lnTo>
                    <a:pt x="2507057" y="772"/>
                  </a:lnTo>
                  <a:lnTo>
                    <a:pt x="251677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648167" y="3310014"/>
              <a:ext cx="2516774" cy="1320846"/>
            </a:xfrm>
            <a:custGeom>
              <a:avLst/>
              <a:pathLst>
                <a:path w="2516774" h="1320846">
                  <a:moveTo>
                    <a:pt x="2516774" y="1320846"/>
                  </a:moveTo>
                  <a:lnTo>
                    <a:pt x="2507057" y="1313897"/>
                  </a:lnTo>
                  <a:lnTo>
                    <a:pt x="2497340" y="1307108"/>
                  </a:lnTo>
                  <a:lnTo>
                    <a:pt x="2487623" y="1300455"/>
                  </a:lnTo>
                  <a:lnTo>
                    <a:pt x="2477905" y="1293772"/>
                  </a:lnTo>
                  <a:lnTo>
                    <a:pt x="2468188" y="1287069"/>
                  </a:lnTo>
                  <a:lnTo>
                    <a:pt x="2458471" y="1280360"/>
                  </a:lnTo>
                  <a:lnTo>
                    <a:pt x="2448753" y="1273643"/>
                  </a:lnTo>
                  <a:lnTo>
                    <a:pt x="2439036" y="1266920"/>
                  </a:lnTo>
                  <a:lnTo>
                    <a:pt x="2429319" y="1260191"/>
                  </a:lnTo>
                  <a:lnTo>
                    <a:pt x="2419602" y="1253456"/>
                  </a:lnTo>
                  <a:lnTo>
                    <a:pt x="2409884" y="1246715"/>
                  </a:lnTo>
                  <a:lnTo>
                    <a:pt x="2400167" y="1239968"/>
                  </a:lnTo>
                  <a:lnTo>
                    <a:pt x="2390450" y="1232961"/>
                  </a:lnTo>
                  <a:lnTo>
                    <a:pt x="2380733" y="1225169"/>
                  </a:lnTo>
                  <a:lnTo>
                    <a:pt x="2371015" y="1217370"/>
                  </a:lnTo>
                  <a:lnTo>
                    <a:pt x="2361298" y="1209565"/>
                  </a:lnTo>
                  <a:lnTo>
                    <a:pt x="2351581" y="1201753"/>
                  </a:lnTo>
                  <a:lnTo>
                    <a:pt x="2341863" y="1193925"/>
                  </a:lnTo>
                  <a:lnTo>
                    <a:pt x="2332146" y="1186078"/>
                  </a:lnTo>
                  <a:lnTo>
                    <a:pt x="2322429" y="1178226"/>
                  </a:lnTo>
                  <a:lnTo>
                    <a:pt x="2312712" y="1170829"/>
                  </a:lnTo>
                  <a:lnTo>
                    <a:pt x="2302994" y="1163509"/>
                  </a:lnTo>
                  <a:lnTo>
                    <a:pt x="2293277" y="1156175"/>
                  </a:lnTo>
                  <a:lnTo>
                    <a:pt x="2283560" y="1148829"/>
                  </a:lnTo>
                  <a:lnTo>
                    <a:pt x="2273842" y="1141470"/>
                  </a:lnTo>
                  <a:lnTo>
                    <a:pt x="2264125" y="1134099"/>
                  </a:lnTo>
                  <a:lnTo>
                    <a:pt x="2254408" y="1126716"/>
                  </a:lnTo>
                  <a:lnTo>
                    <a:pt x="2244691" y="1119321"/>
                  </a:lnTo>
                  <a:lnTo>
                    <a:pt x="2234973" y="1111915"/>
                  </a:lnTo>
                  <a:lnTo>
                    <a:pt x="2225256" y="1104498"/>
                  </a:lnTo>
                  <a:lnTo>
                    <a:pt x="2215539" y="1097070"/>
                  </a:lnTo>
                  <a:lnTo>
                    <a:pt x="2205822" y="1089632"/>
                  </a:lnTo>
                  <a:lnTo>
                    <a:pt x="2196104" y="1082184"/>
                  </a:lnTo>
                  <a:lnTo>
                    <a:pt x="2186387" y="1074720"/>
                  </a:lnTo>
                  <a:lnTo>
                    <a:pt x="2176670" y="1067015"/>
                  </a:lnTo>
                  <a:lnTo>
                    <a:pt x="2166952" y="1058891"/>
                  </a:lnTo>
                  <a:lnTo>
                    <a:pt x="2157235" y="1050765"/>
                  </a:lnTo>
                  <a:lnTo>
                    <a:pt x="2147518" y="1042639"/>
                  </a:lnTo>
                  <a:lnTo>
                    <a:pt x="2137801" y="1034515"/>
                  </a:lnTo>
                  <a:lnTo>
                    <a:pt x="2128083" y="1026395"/>
                  </a:lnTo>
                  <a:lnTo>
                    <a:pt x="2118366" y="1018726"/>
                  </a:lnTo>
                  <a:lnTo>
                    <a:pt x="2108649" y="1011996"/>
                  </a:lnTo>
                  <a:lnTo>
                    <a:pt x="2098931" y="1005600"/>
                  </a:lnTo>
                  <a:lnTo>
                    <a:pt x="2089214" y="997889"/>
                  </a:lnTo>
                  <a:lnTo>
                    <a:pt x="2079497" y="989690"/>
                  </a:lnTo>
                  <a:lnTo>
                    <a:pt x="2069780" y="982705"/>
                  </a:lnTo>
                  <a:lnTo>
                    <a:pt x="2060062" y="975176"/>
                  </a:lnTo>
                  <a:lnTo>
                    <a:pt x="2050345" y="967525"/>
                  </a:lnTo>
                  <a:lnTo>
                    <a:pt x="2040628" y="959854"/>
                  </a:lnTo>
                  <a:lnTo>
                    <a:pt x="2030911" y="952190"/>
                  </a:lnTo>
                  <a:lnTo>
                    <a:pt x="2021193" y="944532"/>
                  </a:lnTo>
                  <a:lnTo>
                    <a:pt x="2011476" y="936882"/>
                  </a:lnTo>
                  <a:lnTo>
                    <a:pt x="2001759" y="929240"/>
                  </a:lnTo>
                  <a:lnTo>
                    <a:pt x="1992041" y="921607"/>
                  </a:lnTo>
                  <a:lnTo>
                    <a:pt x="1982324" y="913982"/>
                  </a:lnTo>
                  <a:lnTo>
                    <a:pt x="1972607" y="906366"/>
                  </a:lnTo>
                  <a:lnTo>
                    <a:pt x="1962890" y="898759"/>
                  </a:lnTo>
                  <a:lnTo>
                    <a:pt x="1953172" y="891162"/>
                  </a:lnTo>
                  <a:lnTo>
                    <a:pt x="1943455" y="883575"/>
                  </a:lnTo>
                  <a:lnTo>
                    <a:pt x="1933738" y="875999"/>
                  </a:lnTo>
                  <a:lnTo>
                    <a:pt x="1924020" y="868433"/>
                  </a:lnTo>
                  <a:lnTo>
                    <a:pt x="1914303" y="860878"/>
                  </a:lnTo>
                  <a:lnTo>
                    <a:pt x="1904586" y="853334"/>
                  </a:lnTo>
                  <a:lnTo>
                    <a:pt x="1894869" y="845802"/>
                  </a:lnTo>
                  <a:lnTo>
                    <a:pt x="1885151" y="838282"/>
                  </a:lnTo>
                  <a:lnTo>
                    <a:pt x="1875434" y="830774"/>
                  </a:lnTo>
                  <a:lnTo>
                    <a:pt x="1865717" y="823279"/>
                  </a:lnTo>
                  <a:lnTo>
                    <a:pt x="1856000" y="815797"/>
                  </a:lnTo>
                  <a:lnTo>
                    <a:pt x="1846282" y="808327"/>
                  </a:lnTo>
                  <a:lnTo>
                    <a:pt x="1836565" y="800872"/>
                  </a:lnTo>
                  <a:lnTo>
                    <a:pt x="1826848" y="793430"/>
                  </a:lnTo>
                  <a:lnTo>
                    <a:pt x="1817130" y="786002"/>
                  </a:lnTo>
                  <a:lnTo>
                    <a:pt x="1807413" y="778589"/>
                  </a:lnTo>
                  <a:lnTo>
                    <a:pt x="1797696" y="771123"/>
                  </a:lnTo>
                  <a:lnTo>
                    <a:pt x="1787979" y="763656"/>
                  </a:lnTo>
                  <a:lnTo>
                    <a:pt x="1778261" y="756454"/>
                  </a:lnTo>
                  <a:lnTo>
                    <a:pt x="1768544" y="749101"/>
                  </a:lnTo>
                  <a:lnTo>
                    <a:pt x="1758827" y="741832"/>
                  </a:lnTo>
                  <a:lnTo>
                    <a:pt x="1749109" y="734456"/>
                  </a:lnTo>
                  <a:lnTo>
                    <a:pt x="1739392" y="727165"/>
                  </a:lnTo>
                  <a:lnTo>
                    <a:pt x="1729675" y="719892"/>
                  </a:lnTo>
                  <a:lnTo>
                    <a:pt x="1719958" y="712632"/>
                  </a:lnTo>
                  <a:lnTo>
                    <a:pt x="1710240" y="705378"/>
                  </a:lnTo>
                  <a:lnTo>
                    <a:pt x="1700523" y="698141"/>
                  </a:lnTo>
                  <a:lnTo>
                    <a:pt x="1690806" y="690922"/>
                  </a:lnTo>
                  <a:lnTo>
                    <a:pt x="1681089" y="683720"/>
                  </a:lnTo>
                  <a:lnTo>
                    <a:pt x="1671371" y="676538"/>
                  </a:lnTo>
                  <a:lnTo>
                    <a:pt x="1661654" y="669373"/>
                  </a:lnTo>
                  <a:lnTo>
                    <a:pt x="1651937" y="662228"/>
                  </a:lnTo>
                  <a:lnTo>
                    <a:pt x="1642219" y="655101"/>
                  </a:lnTo>
                  <a:lnTo>
                    <a:pt x="1632502" y="647994"/>
                  </a:lnTo>
                  <a:lnTo>
                    <a:pt x="1622785" y="640751"/>
                  </a:lnTo>
                  <a:lnTo>
                    <a:pt x="1613068" y="632490"/>
                  </a:lnTo>
                  <a:lnTo>
                    <a:pt x="1603350" y="624890"/>
                  </a:lnTo>
                  <a:lnTo>
                    <a:pt x="1593633" y="617766"/>
                  </a:lnTo>
                  <a:lnTo>
                    <a:pt x="1583916" y="610662"/>
                  </a:lnTo>
                  <a:lnTo>
                    <a:pt x="1574198" y="603578"/>
                  </a:lnTo>
                  <a:lnTo>
                    <a:pt x="1564481" y="596515"/>
                  </a:lnTo>
                  <a:lnTo>
                    <a:pt x="1554764" y="589473"/>
                  </a:lnTo>
                  <a:lnTo>
                    <a:pt x="1545047" y="582583"/>
                  </a:lnTo>
                  <a:lnTo>
                    <a:pt x="1535329" y="576751"/>
                  </a:lnTo>
                  <a:lnTo>
                    <a:pt x="1525612" y="569764"/>
                  </a:lnTo>
                  <a:lnTo>
                    <a:pt x="1515895" y="563018"/>
                  </a:lnTo>
                  <a:lnTo>
                    <a:pt x="1506178" y="555807"/>
                  </a:lnTo>
                  <a:lnTo>
                    <a:pt x="1496460" y="548666"/>
                  </a:lnTo>
                  <a:lnTo>
                    <a:pt x="1486743" y="541448"/>
                  </a:lnTo>
                  <a:lnTo>
                    <a:pt x="1477026" y="534302"/>
                  </a:lnTo>
                  <a:lnTo>
                    <a:pt x="1467308" y="527172"/>
                  </a:lnTo>
                  <a:lnTo>
                    <a:pt x="1457591" y="520516"/>
                  </a:lnTo>
                  <a:lnTo>
                    <a:pt x="1447874" y="513993"/>
                  </a:lnTo>
                  <a:lnTo>
                    <a:pt x="1438157" y="507156"/>
                  </a:lnTo>
                  <a:lnTo>
                    <a:pt x="1428439" y="501295"/>
                  </a:lnTo>
                  <a:lnTo>
                    <a:pt x="1418722" y="496548"/>
                  </a:lnTo>
                  <a:lnTo>
                    <a:pt x="1409005" y="489588"/>
                  </a:lnTo>
                  <a:lnTo>
                    <a:pt x="1399287" y="482424"/>
                  </a:lnTo>
                  <a:lnTo>
                    <a:pt x="1389570" y="475288"/>
                  </a:lnTo>
                  <a:lnTo>
                    <a:pt x="1379853" y="468181"/>
                  </a:lnTo>
                  <a:lnTo>
                    <a:pt x="1370136" y="462184"/>
                  </a:lnTo>
                  <a:lnTo>
                    <a:pt x="1360418" y="456938"/>
                  </a:lnTo>
                  <a:lnTo>
                    <a:pt x="1350701" y="451296"/>
                  </a:lnTo>
                  <a:lnTo>
                    <a:pt x="1340984" y="444076"/>
                  </a:lnTo>
                  <a:lnTo>
                    <a:pt x="1331267" y="436925"/>
                  </a:lnTo>
                  <a:lnTo>
                    <a:pt x="1321549" y="430932"/>
                  </a:lnTo>
                  <a:lnTo>
                    <a:pt x="1311832" y="424975"/>
                  </a:lnTo>
                  <a:lnTo>
                    <a:pt x="1302115" y="419209"/>
                  </a:lnTo>
                  <a:lnTo>
                    <a:pt x="1292397" y="413283"/>
                  </a:lnTo>
                  <a:lnTo>
                    <a:pt x="1282680" y="407030"/>
                  </a:lnTo>
                  <a:lnTo>
                    <a:pt x="1272963" y="400802"/>
                  </a:lnTo>
                  <a:lnTo>
                    <a:pt x="1263246" y="394597"/>
                  </a:lnTo>
                  <a:lnTo>
                    <a:pt x="1253528" y="387727"/>
                  </a:lnTo>
                  <a:lnTo>
                    <a:pt x="1243811" y="380538"/>
                  </a:lnTo>
                  <a:lnTo>
                    <a:pt x="1234094" y="375838"/>
                  </a:lnTo>
                  <a:lnTo>
                    <a:pt x="1224376" y="369995"/>
                  </a:lnTo>
                  <a:lnTo>
                    <a:pt x="1214659" y="364281"/>
                  </a:lnTo>
                  <a:lnTo>
                    <a:pt x="1204942" y="357840"/>
                  </a:lnTo>
                  <a:lnTo>
                    <a:pt x="1195225" y="350867"/>
                  </a:lnTo>
                  <a:lnTo>
                    <a:pt x="1185507" y="343518"/>
                  </a:lnTo>
                  <a:lnTo>
                    <a:pt x="1175790" y="336257"/>
                  </a:lnTo>
                  <a:lnTo>
                    <a:pt x="1166073" y="329836"/>
                  </a:lnTo>
                  <a:lnTo>
                    <a:pt x="1156356" y="323471"/>
                  </a:lnTo>
                  <a:lnTo>
                    <a:pt x="1146638" y="318568"/>
                  </a:lnTo>
                  <a:lnTo>
                    <a:pt x="1136921" y="313685"/>
                  </a:lnTo>
                  <a:lnTo>
                    <a:pt x="1127204" y="308823"/>
                  </a:lnTo>
                  <a:lnTo>
                    <a:pt x="1117486" y="303981"/>
                  </a:lnTo>
                  <a:lnTo>
                    <a:pt x="1107769" y="298809"/>
                  </a:lnTo>
                  <a:lnTo>
                    <a:pt x="1098052" y="293082"/>
                  </a:lnTo>
                  <a:lnTo>
                    <a:pt x="1088335" y="287368"/>
                  </a:lnTo>
                  <a:lnTo>
                    <a:pt x="1078617" y="281644"/>
                  </a:lnTo>
                  <a:lnTo>
                    <a:pt x="1068900" y="275323"/>
                  </a:lnTo>
                  <a:lnTo>
                    <a:pt x="1059183" y="268552"/>
                  </a:lnTo>
                  <a:lnTo>
                    <a:pt x="1049465" y="264472"/>
                  </a:lnTo>
                  <a:lnTo>
                    <a:pt x="1039748" y="259148"/>
                  </a:lnTo>
                  <a:lnTo>
                    <a:pt x="1030031" y="252051"/>
                  </a:lnTo>
                  <a:lnTo>
                    <a:pt x="1020314" y="248064"/>
                  </a:lnTo>
                  <a:lnTo>
                    <a:pt x="1010596" y="242615"/>
                  </a:lnTo>
                  <a:lnTo>
                    <a:pt x="1000879" y="237123"/>
                  </a:lnTo>
                  <a:lnTo>
                    <a:pt x="991162" y="231658"/>
                  </a:lnTo>
                  <a:lnTo>
                    <a:pt x="981445" y="226263"/>
                  </a:lnTo>
                  <a:lnTo>
                    <a:pt x="971727" y="220909"/>
                  </a:lnTo>
                  <a:lnTo>
                    <a:pt x="962010" y="215696"/>
                  </a:lnTo>
                  <a:lnTo>
                    <a:pt x="952293" y="212174"/>
                  </a:lnTo>
                  <a:lnTo>
                    <a:pt x="942575" y="209256"/>
                  </a:lnTo>
                  <a:lnTo>
                    <a:pt x="932858" y="204872"/>
                  </a:lnTo>
                  <a:lnTo>
                    <a:pt x="923141" y="199054"/>
                  </a:lnTo>
                  <a:lnTo>
                    <a:pt x="913424" y="194213"/>
                  </a:lnTo>
                  <a:lnTo>
                    <a:pt x="903706" y="187671"/>
                  </a:lnTo>
                  <a:lnTo>
                    <a:pt x="893989" y="182128"/>
                  </a:lnTo>
                  <a:lnTo>
                    <a:pt x="884272" y="177338"/>
                  </a:lnTo>
                  <a:lnTo>
                    <a:pt x="874554" y="172650"/>
                  </a:lnTo>
                  <a:lnTo>
                    <a:pt x="864837" y="166500"/>
                  </a:lnTo>
                  <a:lnTo>
                    <a:pt x="855120" y="159958"/>
                  </a:lnTo>
                  <a:lnTo>
                    <a:pt x="845403" y="153630"/>
                  </a:lnTo>
                  <a:lnTo>
                    <a:pt x="835685" y="148849"/>
                  </a:lnTo>
                  <a:lnTo>
                    <a:pt x="825968" y="144167"/>
                  </a:lnTo>
                  <a:lnTo>
                    <a:pt x="816251" y="139343"/>
                  </a:lnTo>
                  <a:lnTo>
                    <a:pt x="806534" y="134963"/>
                  </a:lnTo>
                  <a:lnTo>
                    <a:pt x="796816" y="129954"/>
                  </a:lnTo>
                  <a:lnTo>
                    <a:pt x="787099" y="125005"/>
                  </a:lnTo>
                  <a:lnTo>
                    <a:pt x="777382" y="120661"/>
                  </a:lnTo>
                  <a:lnTo>
                    <a:pt x="767664" y="116303"/>
                  </a:lnTo>
                  <a:lnTo>
                    <a:pt x="757947" y="112582"/>
                  </a:lnTo>
                  <a:lnTo>
                    <a:pt x="748230" y="108836"/>
                  </a:lnTo>
                  <a:lnTo>
                    <a:pt x="738513" y="104977"/>
                  </a:lnTo>
                  <a:lnTo>
                    <a:pt x="728795" y="101410"/>
                  </a:lnTo>
                  <a:lnTo>
                    <a:pt x="719078" y="97220"/>
                  </a:lnTo>
                  <a:lnTo>
                    <a:pt x="709361" y="92900"/>
                  </a:lnTo>
                  <a:lnTo>
                    <a:pt x="699643" y="88316"/>
                  </a:lnTo>
                  <a:lnTo>
                    <a:pt x="689926" y="86774"/>
                  </a:lnTo>
                  <a:lnTo>
                    <a:pt x="680209" y="84505"/>
                  </a:lnTo>
                  <a:lnTo>
                    <a:pt x="670492" y="81234"/>
                  </a:lnTo>
                  <a:lnTo>
                    <a:pt x="660774" y="76234"/>
                  </a:lnTo>
                  <a:lnTo>
                    <a:pt x="651057" y="73132"/>
                  </a:lnTo>
                  <a:lnTo>
                    <a:pt x="641340" y="70399"/>
                  </a:lnTo>
                  <a:lnTo>
                    <a:pt x="631623" y="67106"/>
                  </a:lnTo>
                  <a:lnTo>
                    <a:pt x="621905" y="64548"/>
                  </a:lnTo>
                  <a:lnTo>
                    <a:pt x="612188" y="62027"/>
                  </a:lnTo>
                  <a:lnTo>
                    <a:pt x="602471" y="59984"/>
                  </a:lnTo>
                  <a:lnTo>
                    <a:pt x="592753" y="57535"/>
                  </a:lnTo>
                  <a:lnTo>
                    <a:pt x="583036" y="55775"/>
                  </a:lnTo>
                  <a:lnTo>
                    <a:pt x="573319" y="53091"/>
                  </a:lnTo>
                  <a:lnTo>
                    <a:pt x="563602" y="51727"/>
                  </a:lnTo>
                  <a:lnTo>
                    <a:pt x="553884" y="47974"/>
                  </a:lnTo>
                  <a:lnTo>
                    <a:pt x="544167" y="46376"/>
                  </a:lnTo>
                  <a:lnTo>
                    <a:pt x="534450" y="44261"/>
                  </a:lnTo>
                  <a:lnTo>
                    <a:pt x="524732" y="41145"/>
                  </a:lnTo>
                  <a:lnTo>
                    <a:pt x="515015" y="39347"/>
                  </a:lnTo>
                  <a:lnTo>
                    <a:pt x="505298" y="36444"/>
                  </a:lnTo>
                  <a:lnTo>
                    <a:pt x="495581" y="34866"/>
                  </a:lnTo>
                  <a:lnTo>
                    <a:pt x="485863" y="33828"/>
                  </a:lnTo>
                  <a:lnTo>
                    <a:pt x="476146" y="31762"/>
                  </a:lnTo>
                  <a:lnTo>
                    <a:pt x="466429" y="29031"/>
                  </a:lnTo>
                  <a:lnTo>
                    <a:pt x="456712" y="27095"/>
                  </a:lnTo>
                  <a:lnTo>
                    <a:pt x="446994" y="23515"/>
                  </a:lnTo>
                  <a:lnTo>
                    <a:pt x="437277" y="22027"/>
                  </a:lnTo>
                  <a:lnTo>
                    <a:pt x="427560" y="19984"/>
                  </a:lnTo>
                  <a:lnTo>
                    <a:pt x="417842" y="19076"/>
                  </a:lnTo>
                  <a:lnTo>
                    <a:pt x="408125" y="16450"/>
                  </a:lnTo>
                  <a:lnTo>
                    <a:pt x="398408" y="14537"/>
                  </a:lnTo>
                  <a:lnTo>
                    <a:pt x="388691" y="12534"/>
                  </a:lnTo>
                  <a:lnTo>
                    <a:pt x="378973" y="13195"/>
                  </a:lnTo>
                  <a:lnTo>
                    <a:pt x="369256" y="12986"/>
                  </a:lnTo>
                  <a:lnTo>
                    <a:pt x="359539" y="10874"/>
                  </a:lnTo>
                  <a:lnTo>
                    <a:pt x="349821" y="10017"/>
                  </a:lnTo>
                  <a:lnTo>
                    <a:pt x="340104" y="10297"/>
                  </a:lnTo>
                  <a:lnTo>
                    <a:pt x="330387" y="10825"/>
                  </a:lnTo>
                  <a:lnTo>
                    <a:pt x="320670" y="8879"/>
                  </a:lnTo>
                  <a:lnTo>
                    <a:pt x="310952" y="7028"/>
                  </a:lnTo>
                  <a:lnTo>
                    <a:pt x="301235" y="5142"/>
                  </a:lnTo>
                  <a:lnTo>
                    <a:pt x="291518" y="2982"/>
                  </a:lnTo>
                  <a:lnTo>
                    <a:pt x="281801" y="1837"/>
                  </a:lnTo>
                  <a:lnTo>
                    <a:pt x="272083" y="0"/>
                  </a:lnTo>
                  <a:lnTo>
                    <a:pt x="262366" y="102"/>
                  </a:lnTo>
                  <a:lnTo>
                    <a:pt x="252649" y="2002"/>
                  </a:lnTo>
                  <a:lnTo>
                    <a:pt x="242931" y="1940"/>
                  </a:lnTo>
                  <a:lnTo>
                    <a:pt x="233214" y="2716"/>
                  </a:lnTo>
                  <a:lnTo>
                    <a:pt x="223497" y="3946"/>
                  </a:lnTo>
                  <a:lnTo>
                    <a:pt x="213780" y="4102"/>
                  </a:lnTo>
                  <a:lnTo>
                    <a:pt x="204062" y="4030"/>
                  </a:lnTo>
                  <a:lnTo>
                    <a:pt x="194345" y="3518"/>
                  </a:lnTo>
                  <a:lnTo>
                    <a:pt x="184628" y="4098"/>
                  </a:lnTo>
                  <a:lnTo>
                    <a:pt x="174910" y="5106"/>
                  </a:lnTo>
                  <a:lnTo>
                    <a:pt x="165193" y="6136"/>
                  </a:lnTo>
                  <a:lnTo>
                    <a:pt x="155476" y="6364"/>
                  </a:lnTo>
                  <a:lnTo>
                    <a:pt x="145759" y="4859"/>
                  </a:lnTo>
                  <a:lnTo>
                    <a:pt x="136041" y="5779"/>
                  </a:lnTo>
                  <a:lnTo>
                    <a:pt x="126324" y="5332"/>
                  </a:lnTo>
                  <a:lnTo>
                    <a:pt x="116607" y="5179"/>
                  </a:lnTo>
                  <a:lnTo>
                    <a:pt x="106890" y="5442"/>
                  </a:lnTo>
                  <a:lnTo>
                    <a:pt x="97172" y="4495"/>
                  </a:lnTo>
                  <a:lnTo>
                    <a:pt x="87455" y="3486"/>
                  </a:lnTo>
                  <a:lnTo>
                    <a:pt x="77738" y="2415"/>
                  </a:lnTo>
                  <a:lnTo>
                    <a:pt x="68020" y="3049"/>
                  </a:lnTo>
                  <a:lnTo>
                    <a:pt x="58303" y="3629"/>
                  </a:lnTo>
                  <a:lnTo>
                    <a:pt x="48586" y="3291"/>
                  </a:lnTo>
                  <a:lnTo>
                    <a:pt x="38869" y="3280"/>
                  </a:lnTo>
                  <a:lnTo>
                    <a:pt x="29151" y="4567"/>
                  </a:lnTo>
                  <a:lnTo>
                    <a:pt x="19434" y="5909"/>
                  </a:lnTo>
                  <a:lnTo>
                    <a:pt x="9717" y="7198"/>
                  </a:lnTo>
                  <a:lnTo>
                    <a:pt x="0" y="64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648167" y="2911937"/>
              <a:ext cx="2516774" cy="1996438"/>
            </a:xfrm>
            <a:custGeom>
              <a:avLst/>
              <a:pathLst>
                <a:path w="2516774" h="1996438">
                  <a:moveTo>
                    <a:pt x="0" y="0"/>
                  </a:moveTo>
                  <a:lnTo>
                    <a:pt x="9717" y="3469"/>
                  </a:lnTo>
                  <a:lnTo>
                    <a:pt x="19434" y="7835"/>
                  </a:lnTo>
                  <a:lnTo>
                    <a:pt x="29151" y="12246"/>
                  </a:lnTo>
                  <a:lnTo>
                    <a:pt x="38869" y="16468"/>
                  </a:lnTo>
                  <a:lnTo>
                    <a:pt x="48586" y="18576"/>
                  </a:lnTo>
                  <a:lnTo>
                    <a:pt x="58303" y="20308"/>
                  </a:lnTo>
                  <a:lnTo>
                    <a:pt x="68020" y="22550"/>
                  </a:lnTo>
                  <a:lnTo>
                    <a:pt x="77738" y="25448"/>
                  </a:lnTo>
                  <a:lnTo>
                    <a:pt x="87455" y="27764"/>
                  </a:lnTo>
                  <a:lnTo>
                    <a:pt x="97172" y="31470"/>
                  </a:lnTo>
                  <a:lnTo>
                    <a:pt x="106890" y="34457"/>
                  </a:lnTo>
                  <a:lnTo>
                    <a:pt x="116607" y="38647"/>
                  </a:lnTo>
                  <a:lnTo>
                    <a:pt x="126324" y="42807"/>
                  </a:lnTo>
                  <a:lnTo>
                    <a:pt x="136041" y="46636"/>
                  </a:lnTo>
                  <a:lnTo>
                    <a:pt x="145759" y="50490"/>
                  </a:lnTo>
                  <a:lnTo>
                    <a:pt x="155476" y="54369"/>
                  </a:lnTo>
                  <a:lnTo>
                    <a:pt x="165193" y="58280"/>
                  </a:lnTo>
                  <a:lnTo>
                    <a:pt x="174910" y="62803"/>
                  </a:lnTo>
                  <a:lnTo>
                    <a:pt x="184628" y="66569"/>
                  </a:lnTo>
                  <a:lnTo>
                    <a:pt x="194345" y="70339"/>
                  </a:lnTo>
                  <a:lnTo>
                    <a:pt x="204062" y="74735"/>
                  </a:lnTo>
                  <a:lnTo>
                    <a:pt x="213780" y="78931"/>
                  </a:lnTo>
                  <a:lnTo>
                    <a:pt x="223497" y="83160"/>
                  </a:lnTo>
                  <a:lnTo>
                    <a:pt x="233214" y="86880"/>
                  </a:lnTo>
                  <a:lnTo>
                    <a:pt x="242931" y="90370"/>
                  </a:lnTo>
                  <a:lnTo>
                    <a:pt x="252649" y="93345"/>
                  </a:lnTo>
                  <a:lnTo>
                    <a:pt x="262366" y="96481"/>
                  </a:lnTo>
                  <a:lnTo>
                    <a:pt x="272083" y="98700"/>
                  </a:lnTo>
                  <a:lnTo>
                    <a:pt x="281801" y="101649"/>
                  </a:lnTo>
                  <a:lnTo>
                    <a:pt x="291518" y="105408"/>
                  </a:lnTo>
                  <a:lnTo>
                    <a:pt x="301235" y="110078"/>
                  </a:lnTo>
                  <a:lnTo>
                    <a:pt x="310952" y="113273"/>
                  </a:lnTo>
                  <a:lnTo>
                    <a:pt x="320670" y="116208"/>
                  </a:lnTo>
                  <a:lnTo>
                    <a:pt x="330387" y="118517"/>
                  </a:lnTo>
                  <a:lnTo>
                    <a:pt x="340104" y="120995"/>
                  </a:lnTo>
                  <a:lnTo>
                    <a:pt x="349821" y="124489"/>
                  </a:lnTo>
                  <a:lnTo>
                    <a:pt x="359539" y="128841"/>
                  </a:lnTo>
                  <a:lnTo>
                    <a:pt x="369256" y="132384"/>
                  </a:lnTo>
                  <a:lnTo>
                    <a:pt x="378973" y="136093"/>
                  </a:lnTo>
                  <a:lnTo>
                    <a:pt x="388691" y="139678"/>
                  </a:lnTo>
                  <a:lnTo>
                    <a:pt x="398408" y="142364"/>
                  </a:lnTo>
                  <a:lnTo>
                    <a:pt x="408125" y="145348"/>
                  </a:lnTo>
                  <a:lnTo>
                    <a:pt x="417842" y="147979"/>
                  </a:lnTo>
                  <a:lnTo>
                    <a:pt x="427560" y="152776"/>
                  </a:lnTo>
                  <a:lnTo>
                    <a:pt x="437277" y="155317"/>
                  </a:lnTo>
                  <a:lnTo>
                    <a:pt x="446994" y="158721"/>
                  </a:lnTo>
                  <a:lnTo>
                    <a:pt x="456712" y="162153"/>
                  </a:lnTo>
                  <a:lnTo>
                    <a:pt x="466429" y="165220"/>
                  </a:lnTo>
                  <a:lnTo>
                    <a:pt x="476146" y="169113"/>
                  </a:lnTo>
                  <a:lnTo>
                    <a:pt x="485863" y="172549"/>
                  </a:lnTo>
                  <a:lnTo>
                    <a:pt x="495581" y="176517"/>
                  </a:lnTo>
                  <a:lnTo>
                    <a:pt x="505298" y="180586"/>
                  </a:lnTo>
                  <a:lnTo>
                    <a:pt x="515015" y="183797"/>
                  </a:lnTo>
                  <a:lnTo>
                    <a:pt x="524732" y="188460"/>
                  </a:lnTo>
                  <a:lnTo>
                    <a:pt x="534450" y="193194"/>
                  </a:lnTo>
                  <a:lnTo>
                    <a:pt x="544167" y="196730"/>
                  </a:lnTo>
                  <a:lnTo>
                    <a:pt x="553884" y="199058"/>
                  </a:lnTo>
                  <a:lnTo>
                    <a:pt x="563602" y="202211"/>
                  </a:lnTo>
                  <a:lnTo>
                    <a:pt x="573319" y="204925"/>
                  </a:lnTo>
                  <a:lnTo>
                    <a:pt x="583036" y="208742"/>
                  </a:lnTo>
                  <a:lnTo>
                    <a:pt x="592753" y="211513"/>
                  </a:lnTo>
                  <a:lnTo>
                    <a:pt x="602471" y="213726"/>
                  </a:lnTo>
                  <a:lnTo>
                    <a:pt x="612188" y="216064"/>
                  </a:lnTo>
                  <a:lnTo>
                    <a:pt x="621905" y="219859"/>
                  </a:lnTo>
                  <a:lnTo>
                    <a:pt x="631623" y="223548"/>
                  </a:lnTo>
                  <a:lnTo>
                    <a:pt x="641340" y="226856"/>
                  </a:lnTo>
                  <a:lnTo>
                    <a:pt x="651057" y="228417"/>
                  </a:lnTo>
                  <a:lnTo>
                    <a:pt x="660774" y="230384"/>
                  </a:lnTo>
                  <a:lnTo>
                    <a:pt x="670492" y="234467"/>
                  </a:lnTo>
                  <a:lnTo>
                    <a:pt x="680209" y="236417"/>
                  </a:lnTo>
                  <a:lnTo>
                    <a:pt x="689926" y="240376"/>
                  </a:lnTo>
                  <a:lnTo>
                    <a:pt x="699643" y="245274"/>
                  </a:lnTo>
                  <a:lnTo>
                    <a:pt x="709361" y="248883"/>
                  </a:lnTo>
                  <a:lnTo>
                    <a:pt x="719078" y="250856"/>
                  </a:lnTo>
                  <a:lnTo>
                    <a:pt x="728795" y="253252"/>
                  </a:lnTo>
                  <a:lnTo>
                    <a:pt x="738513" y="255378"/>
                  </a:lnTo>
                  <a:lnTo>
                    <a:pt x="748230" y="257512"/>
                  </a:lnTo>
                  <a:lnTo>
                    <a:pt x="757947" y="259295"/>
                  </a:lnTo>
                  <a:lnTo>
                    <a:pt x="767664" y="260952"/>
                  </a:lnTo>
                  <a:lnTo>
                    <a:pt x="777382" y="263952"/>
                  </a:lnTo>
                  <a:lnTo>
                    <a:pt x="787099" y="266273"/>
                  </a:lnTo>
                  <a:lnTo>
                    <a:pt x="796816" y="268477"/>
                  </a:lnTo>
                  <a:lnTo>
                    <a:pt x="806534" y="270882"/>
                  </a:lnTo>
                  <a:lnTo>
                    <a:pt x="816251" y="272923"/>
                  </a:lnTo>
                  <a:lnTo>
                    <a:pt x="825968" y="275807"/>
                  </a:lnTo>
                  <a:lnTo>
                    <a:pt x="835685" y="278243"/>
                  </a:lnTo>
                  <a:lnTo>
                    <a:pt x="845403" y="281987"/>
                  </a:lnTo>
                  <a:lnTo>
                    <a:pt x="855120" y="285782"/>
                  </a:lnTo>
                  <a:lnTo>
                    <a:pt x="864837" y="288113"/>
                  </a:lnTo>
                  <a:lnTo>
                    <a:pt x="874554" y="290365"/>
                  </a:lnTo>
                  <a:lnTo>
                    <a:pt x="884272" y="292197"/>
                  </a:lnTo>
                  <a:lnTo>
                    <a:pt x="893989" y="294761"/>
                  </a:lnTo>
                  <a:lnTo>
                    <a:pt x="903706" y="296925"/>
                  </a:lnTo>
                  <a:lnTo>
                    <a:pt x="913424" y="299192"/>
                  </a:lnTo>
                  <a:lnTo>
                    <a:pt x="923141" y="301237"/>
                  </a:lnTo>
                  <a:lnTo>
                    <a:pt x="932858" y="302591"/>
                  </a:lnTo>
                  <a:lnTo>
                    <a:pt x="942575" y="304669"/>
                  </a:lnTo>
                  <a:lnTo>
                    <a:pt x="952293" y="306725"/>
                  </a:lnTo>
                  <a:lnTo>
                    <a:pt x="962010" y="307892"/>
                  </a:lnTo>
                  <a:lnTo>
                    <a:pt x="971727" y="310326"/>
                  </a:lnTo>
                  <a:lnTo>
                    <a:pt x="981445" y="312680"/>
                  </a:lnTo>
                  <a:lnTo>
                    <a:pt x="991162" y="314812"/>
                  </a:lnTo>
                  <a:lnTo>
                    <a:pt x="1000879" y="316729"/>
                  </a:lnTo>
                  <a:lnTo>
                    <a:pt x="1010596" y="318435"/>
                  </a:lnTo>
                  <a:lnTo>
                    <a:pt x="1020314" y="321334"/>
                  </a:lnTo>
                  <a:lnTo>
                    <a:pt x="1030031" y="323602"/>
                  </a:lnTo>
                  <a:lnTo>
                    <a:pt x="1039748" y="327100"/>
                  </a:lnTo>
                  <a:lnTo>
                    <a:pt x="1049465" y="329479"/>
                  </a:lnTo>
                  <a:lnTo>
                    <a:pt x="1059183" y="330761"/>
                  </a:lnTo>
                  <a:lnTo>
                    <a:pt x="1068900" y="333187"/>
                  </a:lnTo>
                  <a:lnTo>
                    <a:pt x="1078617" y="335388"/>
                  </a:lnTo>
                  <a:lnTo>
                    <a:pt x="1088335" y="337950"/>
                  </a:lnTo>
                  <a:lnTo>
                    <a:pt x="1098052" y="339789"/>
                  </a:lnTo>
                  <a:lnTo>
                    <a:pt x="1107769" y="341298"/>
                  </a:lnTo>
                  <a:lnTo>
                    <a:pt x="1117486" y="344139"/>
                  </a:lnTo>
                  <a:lnTo>
                    <a:pt x="1127204" y="346225"/>
                  </a:lnTo>
                  <a:lnTo>
                    <a:pt x="1136921" y="347871"/>
                  </a:lnTo>
                  <a:lnTo>
                    <a:pt x="1146638" y="349350"/>
                  </a:lnTo>
                  <a:lnTo>
                    <a:pt x="1156356" y="351222"/>
                  </a:lnTo>
                  <a:lnTo>
                    <a:pt x="1166073" y="353195"/>
                  </a:lnTo>
                  <a:lnTo>
                    <a:pt x="1175790" y="354777"/>
                  </a:lnTo>
                  <a:lnTo>
                    <a:pt x="1185507" y="356574"/>
                  </a:lnTo>
                  <a:lnTo>
                    <a:pt x="1195225" y="358159"/>
                  </a:lnTo>
                  <a:lnTo>
                    <a:pt x="1204942" y="359722"/>
                  </a:lnTo>
                  <a:lnTo>
                    <a:pt x="1214659" y="362045"/>
                  </a:lnTo>
                  <a:lnTo>
                    <a:pt x="1224376" y="364777"/>
                  </a:lnTo>
                  <a:lnTo>
                    <a:pt x="1234094" y="366417"/>
                  </a:lnTo>
                  <a:lnTo>
                    <a:pt x="1243811" y="369226"/>
                  </a:lnTo>
                  <a:lnTo>
                    <a:pt x="1253528" y="371267"/>
                  </a:lnTo>
                  <a:lnTo>
                    <a:pt x="1263246" y="373311"/>
                  </a:lnTo>
                  <a:lnTo>
                    <a:pt x="1272963" y="375644"/>
                  </a:lnTo>
                  <a:lnTo>
                    <a:pt x="1282680" y="378428"/>
                  </a:lnTo>
                  <a:lnTo>
                    <a:pt x="1292397" y="378868"/>
                  </a:lnTo>
                  <a:lnTo>
                    <a:pt x="1302115" y="378951"/>
                  </a:lnTo>
                  <a:lnTo>
                    <a:pt x="1311832" y="380375"/>
                  </a:lnTo>
                  <a:lnTo>
                    <a:pt x="1321549" y="380842"/>
                  </a:lnTo>
                  <a:lnTo>
                    <a:pt x="1331267" y="383108"/>
                  </a:lnTo>
                  <a:lnTo>
                    <a:pt x="1340984" y="383856"/>
                  </a:lnTo>
                  <a:lnTo>
                    <a:pt x="1350701" y="384625"/>
                  </a:lnTo>
                  <a:lnTo>
                    <a:pt x="1360418" y="386095"/>
                  </a:lnTo>
                  <a:lnTo>
                    <a:pt x="1370136" y="388815"/>
                  </a:lnTo>
                  <a:lnTo>
                    <a:pt x="1379853" y="389895"/>
                  </a:lnTo>
                  <a:lnTo>
                    <a:pt x="1389570" y="390455"/>
                  </a:lnTo>
                  <a:lnTo>
                    <a:pt x="1399287" y="392035"/>
                  </a:lnTo>
                  <a:lnTo>
                    <a:pt x="1409005" y="394130"/>
                  </a:lnTo>
                  <a:lnTo>
                    <a:pt x="1418722" y="396020"/>
                  </a:lnTo>
                  <a:lnTo>
                    <a:pt x="1428439" y="396972"/>
                  </a:lnTo>
                  <a:lnTo>
                    <a:pt x="1438157" y="398627"/>
                  </a:lnTo>
                  <a:lnTo>
                    <a:pt x="1447874" y="400329"/>
                  </a:lnTo>
                  <a:lnTo>
                    <a:pt x="1457591" y="402610"/>
                  </a:lnTo>
                  <a:lnTo>
                    <a:pt x="1467308" y="403582"/>
                  </a:lnTo>
                  <a:lnTo>
                    <a:pt x="1477026" y="405337"/>
                  </a:lnTo>
                  <a:lnTo>
                    <a:pt x="1486743" y="406678"/>
                  </a:lnTo>
                  <a:lnTo>
                    <a:pt x="1496460" y="408102"/>
                  </a:lnTo>
                  <a:lnTo>
                    <a:pt x="1506178" y="409075"/>
                  </a:lnTo>
                  <a:lnTo>
                    <a:pt x="1515895" y="410048"/>
                  </a:lnTo>
                  <a:lnTo>
                    <a:pt x="1525612" y="409989"/>
                  </a:lnTo>
                  <a:lnTo>
                    <a:pt x="1535329" y="410139"/>
                  </a:lnTo>
                  <a:lnTo>
                    <a:pt x="1545047" y="411659"/>
                  </a:lnTo>
                  <a:lnTo>
                    <a:pt x="1554764" y="413227"/>
                  </a:lnTo>
                  <a:lnTo>
                    <a:pt x="1564481" y="414797"/>
                  </a:lnTo>
                  <a:lnTo>
                    <a:pt x="1574198" y="415976"/>
                  </a:lnTo>
                  <a:lnTo>
                    <a:pt x="1583916" y="417718"/>
                  </a:lnTo>
                  <a:lnTo>
                    <a:pt x="1593633" y="419508"/>
                  </a:lnTo>
                  <a:lnTo>
                    <a:pt x="1603350" y="421075"/>
                  </a:lnTo>
                  <a:lnTo>
                    <a:pt x="1613068" y="422232"/>
                  </a:lnTo>
                  <a:lnTo>
                    <a:pt x="1622785" y="423086"/>
                  </a:lnTo>
                  <a:lnTo>
                    <a:pt x="1632502" y="423940"/>
                  </a:lnTo>
                  <a:lnTo>
                    <a:pt x="1642219" y="424795"/>
                  </a:lnTo>
                  <a:lnTo>
                    <a:pt x="1651937" y="424789"/>
                  </a:lnTo>
                  <a:lnTo>
                    <a:pt x="1661654" y="426533"/>
                  </a:lnTo>
                  <a:lnTo>
                    <a:pt x="1671371" y="428934"/>
                  </a:lnTo>
                  <a:lnTo>
                    <a:pt x="1681089" y="430244"/>
                  </a:lnTo>
                  <a:lnTo>
                    <a:pt x="1690806" y="430819"/>
                  </a:lnTo>
                  <a:lnTo>
                    <a:pt x="1700523" y="431476"/>
                  </a:lnTo>
                  <a:lnTo>
                    <a:pt x="1710240" y="433637"/>
                  </a:lnTo>
                  <a:lnTo>
                    <a:pt x="1719958" y="435804"/>
                  </a:lnTo>
                  <a:lnTo>
                    <a:pt x="1729675" y="437975"/>
                  </a:lnTo>
                  <a:lnTo>
                    <a:pt x="1739392" y="439397"/>
                  </a:lnTo>
                  <a:lnTo>
                    <a:pt x="1749109" y="440557"/>
                  </a:lnTo>
                  <a:lnTo>
                    <a:pt x="1758827" y="441744"/>
                  </a:lnTo>
                  <a:lnTo>
                    <a:pt x="1768544" y="442937"/>
                  </a:lnTo>
                  <a:lnTo>
                    <a:pt x="1778261" y="444131"/>
                  </a:lnTo>
                  <a:lnTo>
                    <a:pt x="1787979" y="445325"/>
                  </a:lnTo>
                  <a:lnTo>
                    <a:pt x="1797696" y="446522"/>
                  </a:lnTo>
                  <a:lnTo>
                    <a:pt x="1807413" y="447719"/>
                  </a:lnTo>
                  <a:lnTo>
                    <a:pt x="1817130" y="448896"/>
                  </a:lnTo>
                  <a:lnTo>
                    <a:pt x="1826848" y="449549"/>
                  </a:lnTo>
                  <a:lnTo>
                    <a:pt x="1836565" y="450452"/>
                  </a:lnTo>
                  <a:lnTo>
                    <a:pt x="1846282" y="452255"/>
                  </a:lnTo>
                  <a:lnTo>
                    <a:pt x="1856000" y="453193"/>
                  </a:lnTo>
                  <a:lnTo>
                    <a:pt x="1865717" y="453642"/>
                  </a:lnTo>
                  <a:lnTo>
                    <a:pt x="1875434" y="454114"/>
                  </a:lnTo>
                  <a:lnTo>
                    <a:pt x="1885151" y="455483"/>
                  </a:lnTo>
                  <a:lnTo>
                    <a:pt x="1894869" y="457123"/>
                  </a:lnTo>
                  <a:lnTo>
                    <a:pt x="1904586" y="458766"/>
                  </a:lnTo>
                  <a:lnTo>
                    <a:pt x="1914303" y="460412"/>
                  </a:lnTo>
                  <a:lnTo>
                    <a:pt x="1924020" y="461907"/>
                  </a:lnTo>
                  <a:lnTo>
                    <a:pt x="1933738" y="463084"/>
                  </a:lnTo>
                  <a:lnTo>
                    <a:pt x="1943455" y="464262"/>
                  </a:lnTo>
                  <a:lnTo>
                    <a:pt x="1953172" y="465473"/>
                  </a:lnTo>
                  <a:lnTo>
                    <a:pt x="1962890" y="466691"/>
                  </a:lnTo>
                  <a:lnTo>
                    <a:pt x="1972607" y="467930"/>
                  </a:lnTo>
                  <a:lnTo>
                    <a:pt x="1982324" y="468721"/>
                  </a:lnTo>
                  <a:lnTo>
                    <a:pt x="1992041" y="469310"/>
                  </a:lnTo>
                  <a:lnTo>
                    <a:pt x="2001759" y="471630"/>
                  </a:lnTo>
                  <a:lnTo>
                    <a:pt x="2011476" y="472998"/>
                  </a:lnTo>
                  <a:lnTo>
                    <a:pt x="2021193" y="474050"/>
                  </a:lnTo>
                  <a:lnTo>
                    <a:pt x="2030911" y="475252"/>
                  </a:lnTo>
                  <a:lnTo>
                    <a:pt x="2040628" y="476462"/>
                  </a:lnTo>
                  <a:lnTo>
                    <a:pt x="2050345" y="477743"/>
                  </a:lnTo>
                  <a:lnTo>
                    <a:pt x="2060062" y="479682"/>
                  </a:lnTo>
                  <a:lnTo>
                    <a:pt x="2069780" y="481622"/>
                  </a:lnTo>
                  <a:lnTo>
                    <a:pt x="2079497" y="483565"/>
                  </a:lnTo>
                  <a:lnTo>
                    <a:pt x="2089214" y="484646"/>
                  </a:lnTo>
                  <a:lnTo>
                    <a:pt x="2098931" y="485380"/>
                  </a:lnTo>
                  <a:lnTo>
                    <a:pt x="2108649" y="486116"/>
                  </a:lnTo>
                  <a:lnTo>
                    <a:pt x="2118366" y="486851"/>
                  </a:lnTo>
                  <a:lnTo>
                    <a:pt x="2128083" y="487891"/>
                  </a:lnTo>
                  <a:lnTo>
                    <a:pt x="2137801" y="489648"/>
                  </a:lnTo>
                  <a:lnTo>
                    <a:pt x="2147518" y="490709"/>
                  </a:lnTo>
                  <a:lnTo>
                    <a:pt x="2157235" y="491046"/>
                  </a:lnTo>
                  <a:lnTo>
                    <a:pt x="2166952" y="492243"/>
                  </a:lnTo>
                  <a:lnTo>
                    <a:pt x="2176670" y="493442"/>
                  </a:lnTo>
                  <a:lnTo>
                    <a:pt x="2186387" y="494647"/>
                  </a:lnTo>
                  <a:lnTo>
                    <a:pt x="2196104" y="495860"/>
                  </a:lnTo>
                  <a:lnTo>
                    <a:pt x="2205822" y="497074"/>
                  </a:lnTo>
                  <a:lnTo>
                    <a:pt x="2215539" y="498289"/>
                  </a:lnTo>
                  <a:lnTo>
                    <a:pt x="2225256" y="499504"/>
                  </a:lnTo>
                  <a:lnTo>
                    <a:pt x="2234973" y="500721"/>
                  </a:lnTo>
                  <a:lnTo>
                    <a:pt x="2244691" y="501939"/>
                  </a:lnTo>
                  <a:lnTo>
                    <a:pt x="2254408" y="503158"/>
                  </a:lnTo>
                  <a:lnTo>
                    <a:pt x="2264125" y="504379"/>
                  </a:lnTo>
                  <a:lnTo>
                    <a:pt x="2273842" y="505600"/>
                  </a:lnTo>
                  <a:lnTo>
                    <a:pt x="2283560" y="506822"/>
                  </a:lnTo>
                  <a:lnTo>
                    <a:pt x="2293277" y="508045"/>
                  </a:lnTo>
                  <a:lnTo>
                    <a:pt x="2302994" y="509270"/>
                  </a:lnTo>
                  <a:lnTo>
                    <a:pt x="2312712" y="510495"/>
                  </a:lnTo>
                  <a:lnTo>
                    <a:pt x="2322429" y="511722"/>
                  </a:lnTo>
                  <a:lnTo>
                    <a:pt x="2332146" y="512949"/>
                  </a:lnTo>
                  <a:lnTo>
                    <a:pt x="2341863" y="514178"/>
                  </a:lnTo>
                  <a:lnTo>
                    <a:pt x="2351581" y="515407"/>
                  </a:lnTo>
                  <a:lnTo>
                    <a:pt x="2361298" y="516638"/>
                  </a:lnTo>
                  <a:lnTo>
                    <a:pt x="2371015" y="517870"/>
                  </a:lnTo>
                  <a:lnTo>
                    <a:pt x="2380733" y="519103"/>
                  </a:lnTo>
                  <a:lnTo>
                    <a:pt x="2390450" y="520352"/>
                  </a:lnTo>
                  <a:lnTo>
                    <a:pt x="2400167" y="521603"/>
                  </a:lnTo>
                  <a:lnTo>
                    <a:pt x="2409884" y="522854"/>
                  </a:lnTo>
                  <a:lnTo>
                    <a:pt x="2419602" y="524107"/>
                  </a:lnTo>
                  <a:lnTo>
                    <a:pt x="2429319" y="525361"/>
                  </a:lnTo>
                  <a:lnTo>
                    <a:pt x="2439036" y="526616"/>
                  </a:lnTo>
                  <a:lnTo>
                    <a:pt x="2448753" y="527872"/>
                  </a:lnTo>
                  <a:lnTo>
                    <a:pt x="2458471" y="529129"/>
                  </a:lnTo>
                  <a:lnTo>
                    <a:pt x="2468188" y="530387"/>
                  </a:lnTo>
                  <a:lnTo>
                    <a:pt x="2477905" y="531646"/>
                  </a:lnTo>
                  <a:lnTo>
                    <a:pt x="2487623" y="532906"/>
                  </a:lnTo>
                  <a:lnTo>
                    <a:pt x="2497340" y="534168"/>
                  </a:lnTo>
                  <a:lnTo>
                    <a:pt x="2507057" y="535246"/>
                  </a:lnTo>
                  <a:lnTo>
                    <a:pt x="2516774" y="536046"/>
                  </a:lnTo>
                  <a:lnTo>
                    <a:pt x="2516774" y="1996438"/>
                  </a:lnTo>
                  <a:lnTo>
                    <a:pt x="2507057" y="1988639"/>
                  </a:lnTo>
                  <a:lnTo>
                    <a:pt x="2497340" y="1980814"/>
                  </a:lnTo>
                  <a:lnTo>
                    <a:pt x="2487623" y="1972551"/>
                  </a:lnTo>
                  <a:lnTo>
                    <a:pt x="2477905" y="1964932"/>
                  </a:lnTo>
                  <a:lnTo>
                    <a:pt x="2468188" y="1957235"/>
                  </a:lnTo>
                  <a:lnTo>
                    <a:pt x="2458471" y="1948617"/>
                  </a:lnTo>
                  <a:lnTo>
                    <a:pt x="2448753" y="1939798"/>
                  </a:lnTo>
                  <a:lnTo>
                    <a:pt x="2439036" y="1931602"/>
                  </a:lnTo>
                  <a:lnTo>
                    <a:pt x="2429319" y="1923368"/>
                  </a:lnTo>
                  <a:lnTo>
                    <a:pt x="2419602" y="1915096"/>
                  </a:lnTo>
                  <a:lnTo>
                    <a:pt x="2409884" y="1906787"/>
                  </a:lnTo>
                  <a:lnTo>
                    <a:pt x="2400167" y="1898442"/>
                  </a:lnTo>
                  <a:lnTo>
                    <a:pt x="2390450" y="1890060"/>
                  </a:lnTo>
                  <a:lnTo>
                    <a:pt x="2380733" y="1881642"/>
                  </a:lnTo>
                  <a:lnTo>
                    <a:pt x="2371015" y="1873189"/>
                  </a:lnTo>
                  <a:lnTo>
                    <a:pt x="2361298" y="1864700"/>
                  </a:lnTo>
                  <a:lnTo>
                    <a:pt x="2351581" y="1856177"/>
                  </a:lnTo>
                  <a:lnTo>
                    <a:pt x="2341863" y="1847586"/>
                  </a:lnTo>
                  <a:lnTo>
                    <a:pt x="2332146" y="1838952"/>
                  </a:lnTo>
                  <a:lnTo>
                    <a:pt x="2322429" y="1830380"/>
                  </a:lnTo>
                  <a:lnTo>
                    <a:pt x="2312712" y="1821678"/>
                  </a:lnTo>
                  <a:lnTo>
                    <a:pt x="2302994" y="1812944"/>
                  </a:lnTo>
                  <a:lnTo>
                    <a:pt x="2293277" y="1804241"/>
                  </a:lnTo>
                  <a:lnTo>
                    <a:pt x="2283560" y="1795505"/>
                  </a:lnTo>
                  <a:lnTo>
                    <a:pt x="2273842" y="1786737"/>
                  </a:lnTo>
                  <a:lnTo>
                    <a:pt x="2264125" y="1777938"/>
                  </a:lnTo>
                  <a:lnTo>
                    <a:pt x="2254408" y="1769109"/>
                  </a:lnTo>
                  <a:lnTo>
                    <a:pt x="2244691" y="1760235"/>
                  </a:lnTo>
                  <a:lnTo>
                    <a:pt x="2234973" y="1751327"/>
                  </a:lnTo>
                  <a:lnTo>
                    <a:pt x="2225256" y="1742389"/>
                  </a:lnTo>
                  <a:lnTo>
                    <a:pt x="2215539" y="1733423"/>
                  </a:lnTo>
                  <a:lnTo>
                    <a:pt x="2205822" y="1724418"/>
                  </a:lnTo>
                  <a:lnTo>
                    <a:pt x="2196104" y="1715361"/>
                  </a:lnTo>
                  <a:lnTo>
                    <a:pt x="2186387" y="1706276"/>
                  </a:lnTo>
                  <a:lnTo>
                    <a:pt x="2176670" y="1697164"/>
                  </a:lnTo>
                  <a:lnTo>
                    <a:pt x="2166952" y="1688027"/>
                  </a:lnTo>
                  <a:lnTo>
                    <a:pt x="2157235" y="1678863"/>
                  </a:lnTo>
                  <a:lnTo>
                    <a:pt x="2147518" y="1669674"/>
                  </a:lnTo>
                  <a:lnTo>
                    <a:pt x="2137801" y="1661304"/>
                  </a:lnTo>
                  <a:lnTo>
                    <a:pt x="2128083" y="1653035"/>
                  </a:lnTo>
                  <a:lnTo>
                    <a:pt x="2118366" y="1644745"/>
                  </a:lnTo>
                  <a:lnTo>
                    <a:pt x="2108649" y="1636433"/>
                  </a:lnTo>
                  <a:lnTo>
                    <a:pt x="2098931" y="1626515"/>
                  </a:lnTo>
                  <a:lnTo>
                    <a:pt x="2089214" y="1616491"/>
                  </a:lnTo>
                  <a:lnTo>
                    <a:pt x="2079497" y="1606451"/>
                  </a:lnTo>
                  <a:lnTo>
                    <a:pt x="2069780" y="1596395"/>
                  </a:lnTo>
                  <a:lnTo>
                    <a:pt x="2060062" y="1586325"/>
                  </a:lnTo>
                  <a:lnTo>
                    <a:pt x="2050345" y="1576793"/>
                  </a:lnTo>
                  <a:lnTo>
                    <a:pt x="2040628" y="1567409"/>
                  </a:lnTo>
                  <a:lnTo>
                    <a:pt x="2030911" y="1558044"/>
                  </a:lnTo>
                  <a:lnTo>
                    <a:pt x="2021193" y="1548843"/>
                  </a:lnTo>
                  <a:lnTo>
                    <a:pt x="2011476" y="1539632"/>
                  </a:lnTo>
                  <a:lnTo>
                    <a:pt x="2001759" y="1530413"/>
                  </a:lnTo>
                  <a:lnTo>
                    <a:pt x="1992041" y="1521171"/>
                  </a:lnTo>
                  <a:lnTo>
                    <a:pt x="1982324" y="1511903"/>
                  </a:lnTo>
                  <a:lnTo>
                    <a:pt x="1972607" y="1503817"/>
                  </a:lnTo>
                  <a:lnTo>
                    <a:pt x="1962890" y="1495723"/>
                  </a:lnTo>
                  <a:lnTo>
                    <a:pt x="1953172" y="1487619"/>
                  </a:lnTo>
                  <a:lnTo>
                    <a:pt x="1943455" y="1479506"/>
                  </a:lnTo>
                  <a:lnTo>
                    <a:pt x="1933738" y="1471383"/>
                  </a:lnTo>
                  <a:lnTo>
                    <a:pt x="1924020" y="1463251"/>
                  </a:lnTo>
                  <a:lnTo>
                    <a:pt x="1914303" y="1455110"/>
                  </a:lnTo>
                  <a:lnTo>
                    <a:pt x="1904586" y="1446132"/>
                  </a:lnTo>
                  <a:lnTo>
                    <a:pt x="1894869" y="1435266"/>
                  </a:lnTo>
                  <a:lnTo>
                    <a:pt x="1885151" y="1424405"/>
                  </a:lnTo>
                  <a:lnTo>
                    <a:pt x="1875434" y="1414621"/>
                  </a:lnTo>
                  <a:lnTo>
                    <a:pt x="1865717" y="1406300"/>
                  </a:lnTo>
                  <a:lnTo>
                    <a:pt x="1856000" y="1397770"/>
                  </a:lnTo>
                  <a:lnTo>
                    <a:pt x="1846282" y="1389091"/>
                  </a:lnTo>
                  <a:lnTo>
                    <a:pt x="1836565" y="1381178"/>
                  </a:lnTo>
                  <a:lnTo>
                    <a:pt x="1826848" y="1373013"/>
                  </a:lnTo>
                  <a:lnTo>
                    <a:pt x="1817130" y="1364679"/>
                  </a:lnTo>
                  <a:lnTo>
                    <a:pt x="1807413" y="1356333"/>
                  </a:lnTo>
                  <a:lnTo>
                    <a:pt x="1797696" y="1346952"/>
                  </a:lnTo>
                  <a:lnTo>
                    <a:pt x="1787979" y="1337732"/>
                  </a:lnTo>
                  <a:lnTo>
                    <a:pt x="1778261" y="1329648"/>
                  </a:lnTo>
                  <a:lnTo>
                    <a:pt x="1768544" y="1321552"/>
                  </a:lnTo>
                  <a:lnTo>
                    <a:pt x="1758827" y="1313446"/>
                  </a:lnTo>
                  <a:lnTo>
                    <a:pt x="1749109" y="1305329"/>
                  </a:lnTo>
                  <a:lnTo>
                    <a:pt x="1739392" y="1296256"/>
                  </a:lnTo>
                  <a:lnTo>
                    <a:pt x="1729675" y="1286623"/>
                  </a:lnTo>
                  <a:lnTo>
                    <a:pt x="1719958" y="1276974"/>
                  </a:lnTo>
                  <a:lnTo>
                    <a:pt x="1710240" y="1267339"/>
                  </a:lnTo>
                  <a:lnTo>
                    <a:pt x="1700523" y="1257722"/>
                  </a:lnTo>
                  <a:lnTo>
                    <a:pt x="1690806" y="1248126"/>
                  </a:lnTo>
                  <a:lnTo>
                    <a:pt x="1681089" y="1239173"/>
                  </a:lnTo>
                  <a:lnTo>
                    <a:pt x="1671371" y="1230628"/>
                  </a:lnTo>
                  <a:lnTo>
                    <a:pt x="1661654" y="1221549"/>
                  </a:lnTo>
                  <a:lnTo>
                    <a:pt x="1651937" y="1211926"/>
                  </a:lnTo>
                  <a:lnTo>
                    <a:pt x="1642219" y="1202311"/>
                  </a:lnTo>
                  <a:lnTo>
                    <a:pt x="1632502" y="1192973"/>
                  </a:lnTo>
                  <a:lnTo>
                    <a:pt x="1622785" y="1184865"/>
                  </a:lnTo>
                  <a:lnTo>
                    <a:pt x="1613068" y="1176353"/>
                  </a:lnTo>
                  <a:lnTo>
                    <a:pt x="1603350" y="1166848"/>
                  </a:lnTo>
                  <a:lnTo>
                    <a:pt x="1593633" y="1158678"/>
                  </a:lnTo>
                  <a:lnTo>
                    <a:pt x="1583916" y="1150514"/>
                  </a:lnTo>
                  <a:lnTo>
                    <a:pt x="1574198" y="1142323"/>
                  </a:lnTo>
                  <a:lnTo>
                    <a:pt x="1564481" y="1133287"/>
                  </a:lnTo>
                  <a:lnTo>
                    <a:pt x="1554764" y="1125233"/>
                  </a:lnTo>
                  <a:lnTo>
                    <a:pt x="1545047" y="1116488"/>
                  </a:lnTo>
                  <a:lnTo>
                    <a:pt x="1535329" y="1106332"/>
                  </a:lnTo>
                  <a:lnTo>
                    <a:pt x="1525612" y="1098267"/>
                  </a:lnTo>
                  <a:lnTo>
                    <a:pt x="1515895" y="1090295"/>
                  </a:lnTo>
                  <a:lnTo>
                    <a:pt x="1506178" y="1082322"/>
                  </a:lnTo>
                  <a:lnTo>
                    <a:pt x="1496460" y="1074360"/>
                  </a:lnTo>
                  <a:lnTo>
                    <a:pt x="1486743" y="1066419"/>
                  </a:lnTo>
                  <a:lnTo>
                    <a:pt x="1477026" y="1058529"/>
                  </a:lnTo>
                  <a:lnTo>
                    <a:pt x="1467308" y="1050658"/>
                  </a:lnTo>
                  <a:lnTo>
                    <a:pt x="1457591" y="1042805"/>
                  </a:lnTo>
                  <a:lnTo>
                    <a:pt x="1447874" y="1034972"/>
                  </a:lnTo>
                  <a:lnTo>
                    <a:pt x="1438157" y="1027143"/>
                  </a:lnTo>
                  <a:lnTo>
                    <a:pt x="1428439" y="1019313"/>
                  </a:lnTo>
                  <a:lnTo>
                    <a:pt x="1418722" y="1010950"/>
                  </a:lnTo>
                  <a:lnTo>
                    <a:pt x="1409005" y="1003395"/>
                  </a:lnTo>
                  <a:lnTo>
                    <a:pt x="1399287" y="994837"/>
                  </a:lnTo>
                  <a:lnTo>
                    <a:pt x="1389570" y="986792"/>
                  </a:lnTo>
                  <a:lnTo>
                    <a:pt x="1379853" y="978571"/>
                  </a:lnTo>
                  <a:lnTo>
                    <a:pt x="1370136" y="969499"/>
                  </a:lnTo>
                  <a:lnTo>
                    <a:pt x="1360418" y="960433"/>
                  </a:lnTo>
                  <a:lnTo>
                    <a:pt x="1350701" y="952004"/>
                  </a:lnTo>
                  <a:lnTo>
                    <a:pt x="1340984" y="944789"/>
                  </a:lnTo>
                  <a:lnTo>
                    <a:pt x="1331267" y="937125"/>
                  </a:lnTo>
                  <a:lnTo>
                    <a:pt x="1321549" y="929459"/>
                  </a:lnTo>
                  <a:lnTo>
                    <a:pt x="1311832" y="921472"/>
                  </a:lnTo>
                  <a:lnTo>
                    <a:pt x="1302115" y="911214"/>
                  </a:lnTo>
                  <a:lnTo>
                    <a:pt x="1292397" y="904324"/>
                  </a:lnTo>
                  <a:lnTo>
                    <a:pt x="1282680" y="895414"/>
                  </a:lnTo>
                  <a:lnTo>
                    <a:pt x="1272963" y="886571"/>
                  </a:lnTo>
                  <a:lnTo>
                    <a:pt x="1263246" y="876795"/>
                  </a:lnTo>
                  <a:lnTo>
                    <a:pt x="1253528" y="868126"/>
                  </a:lnTo>
                  <a:lnTo>
                    <a:pt x="1243811" y="861285"/>
                  </a:lnTo>
                  <a:lnTo>
                    <a:pt x="1234094" y="855057"/>
                  </a:lnTo>
                  <a:lnTo>
                    <a:pt x="1224376" y="848849"/>
                  </a:lnTo>
                  <a:lnTo>
                    <a:pt x="1214659" y="841498"/>
                  </a:lnTo>
                  <a:lnTo>
                    <a:pt x="1204942" y="832109"/>
                  </a:lnTo>
                  <a:lnTo>
                    <a:pt x="1195225" y="825210"/>
                  </a:lnTo>
                  <a:lnTo>
                    <a:pt x="1185507" y="818199"/>
                  </a:lnTo>
                  <a:lnTo>
                    <a:pt x="1175790" y="810992"/>
                  </a:lnTo>
                  <a:lnTo>
                    <a:pt x="1166073" y="802914"/>
                  </a:lnTo>
                  <a:lnTo>
                    <a:pt x="1156356" y="795245"/>
                  </a:lnTo>
                  <a:lnTo>
                    <a:pt x="1146638" y="787685"/>
                  </a:lnTo>
                  <a:lnTo>
                    <a:pt x="1136921" y="780662"/>
                  </a:lnTo>
                  <a:lnTo>
                    <a:pt x="1127204" y="773470"/>
                  </a:lnTo>
                  <a:lnTo>
                    <a:pt x="1117486" y="766389"/>
                  </a:lnTo>
                  <a:lnTo>
                    <a:pt x="1107769" y="759473"/>
                  </a:lnTo>
                  <a:lnTo>
                    <a:pt x="1098052" y="752000"/>
                  </a:lnTo>
                  <a:lnTo>
                    <a:pt x="1088335" y="745895"/>
                  </a:lnTo>
                  <a:lnTo>
                    <a:pt x="1078617" y="739806"/>
                  </a:lnTo>
                  <a:lnTo>
                    <a:pt x="1068900" y="731730"/>
                  </a:lnTo>
                  <a:lnTo>
                    <a:pt x="1059183" y="724762"/>
                  </a:lnTo>
                  <a:lnTo>
                    <a:pt x="1049465" y="718028"/>
                  </a:lnTo>
                  <a:lnTo>
                    <a:pt x="1039748" y="712519"/>
                  </a:lnTo>
                  <a:lnTo>
                    <a:pt x="1030031" y="705968"/>
                  </a:lnTo>
                  <a:lnTo>
                    <a:pt x="1020314" y="698452"/>
                  </a:lnTo>
                  <a:lnTo>
                    <a:pt x="1010596" y="692896"/>
                  </a:lnTo>
                  <a:lnTo>
                    <a:pt x="1000879" y="684772"/>
                  </a:lnTo>
                  <a:lnTo>
                    <a:pt x="991162" y="679558"/>
                  </a:lnTo>
                  <a:lnTo>
                    <a:pt x="981445" y="673943"/>
                  </a:lnTo>
                  <a:lnTo>
                    <a:pt x="971727" y="666914"/>
                  </a:lnTo>
                  <a:lnTo>
                    <a:pt x="962010" y="659887"/>
                  </a:lnTo>
                  <a:lnTo>
                    <a:pt x="952293" y="653476"/>
                  </a:lnTo>
                  <a:lnTo>
                    <a:pt x="942575" y="648876"/>
                  </a:lnTo>
                  <a:lnTo>
                    <a:pt x="932858" y="644313"/>
                  </a:lnTo>
                  <a:lnTo>
                    <a:pt x="923141" y="638615"/>
                  </a:lnTo>
                  <a:lnTo>
                    <a:pt x="913424" y="632677"/>
                  </a:lnTo>
                  <a:lnTo>
                    <a:pt x="903706" y="626565"/>
                  </a:lnTo>
                  <a:lnTo>
                    <a:pt x="893989" y="620228"/>
                  </a:lnTo>
                  <a:lnTo>
                    <a:pt x="884272" y="614424"/>
                  </a:lnTo>
                  <a:lnTo>
                    <a:pt x="874554" y="608145"/>
                  </a:lnTo>
                  <a:lnTo>
                    <a:pt x="864837" y="603456"/>
                  </a:lnTo>
                  <a:lnTo>
                    <a:pt x="855120" y="598955"/>
                  </a:lnTo>
                  <a:lnTo>
                    <a:pt x="845403" y="593712"/>
                  </a:lnTo>
                  <a:lnTo>
                    <a:pt x="835685" y="588029"/>
                  </a:lnTo>
                  <a:lnTo>
                    <a:pt x="825968" y="580962"/>
                  </a:lnTo>
                  <a:lnTo>
                    <a:pt x="816251" y="575144"/>
                  </a:lnTo>
                  <a:lnTo>
                    <a:pt x="806534" y="571892"/>
                  </a:lnTo>
                  <a:lnTo>
                    <a:pt x="796816" y="566653"/>
                  </a:lnTo>
                  <a:lnTo>
                    <a:pt x="787099" y="561752"/>
                  </a:lnTo>
                  <a:lnTo>
                    <a:pt x="777382" y="555834"/>
                  </a:lnTo>
                  <a:lnTo>
                    <a:pt x="767664" y="549992"/>
                  </a:lnTo>
                  <a:lnTo>
                    <a:pt x="757947" y="545884"/>
                  </a:lnTo>
                  <a:lnTo>
                    <a:pt x="748230" y="540439"/>
                  </a:lnTo>
                  <a:lnTo>
                    <a:pt x="738513" y="535779"/>
                  </a:lnTo>
                  <a:lnTo>
                    <a:pt x="728795" y="531668"/>
                  </a:lnTo>
                  <a:lnTo>
                    <a:pt x="719078" y="527623"/>
                  </a:lnTo>
                  <a:lnTo>
                    <a:pt x="709361" y="523072"/>
                  </a:lnTo>
                  <a:lnTo>
                    <a:pt x="699643" y="518782"/>
                  </a:lnTo>
                  <a:lnTo>
                    <a:pt x="689926" y="513717"/>
                  </a:lnTo>
                  <a:lnTo>
                    <a:pt x="680209" y="509696"/>
                  </a:lnTo>
                  <a:lnTo>
                    <a:pt x="670492" y="505902"/>
                  </a:lnTo>
                  <a:lnTo>
                    <a:pt x="660774" y="501689"/>
                  </a:lnTo>
                  <a:lnTo>
                    <a:pt x="651057" y="497666"/>
                  </a:lnTo>
                  <a:lnTo>
                    <a:pt x="641340" y="493586"/>
                  </a:lnTo>
                  <a:lnTo>
                    <a:pt x="631623" y="489798"/>
                  </a:lnTo>
                  <a:lnTo>
                    <a:pt x="621905" y="485592"/>
                  </a:lnTo>
                  <a:lnTo>
                    <a:pt x="612188" y="481947"/>
                  </a:lnTo>
                  <a:lnTo>
                    <a:pt x="602471" y="479250"/>
                  </a:lnTo>
                  <a:lnTo>
                    <a:pt x="592753" y="475253"/>
                  </a:lnTo>
                  <a:lnTo>
                    <a:pt x="583036" y="472673"/>
                  </a:lnTo>
                  <a:lnTo>
                    <a:pt x="573319" y="469888"/>
                  </a:lnTo>
                  <a:lnTo>
                    <a:pt x="563602" y="466126"/>
                  </a:lnTo>
                  <a:lnTo>
                    <a:pt x="553884" y="462501"/>
                  </a:lnTo>
                  <a:lnTo>
                    <a:pt x="544167" y="459903"/>
                  </a:lnTo>
                  <a:lnTo>
                    <a:pt x="534450" y="457271"/>
                  </a:lnTo>
                  <a:lnTo>
                    <a:pt x="524732" y="455535"/>
                  </a:lnTo>
                  <a:lnTo>
                    <a:pt x="515015" y="454514"/>
                  </a:lnTo>
                  <a:lnTo>
                    <a:pt x="505298" y="452008"/>
                  </a:lnTo>
                  <a:lnTo>
                    <a:pt x="495581" y="450427"/>
                  </a:lnTo>
                  <a:lnTo>
                    <a:pt x="485863" y="447438"/>
                  </a:lnTo>
                  <a:lnTo>
                    <a:pt x="476146" y="445434"/>
                  </a:lnTo>
                  <a:lnTo>
                    <a:pt x="466429" y="443328"/>
                  </a:lnTo>
                  <a:lnTo>
                    <a:pt x="456712" y="440905"/>
                  </a:lnTo>
                  <a:lnTo>
                    <a:pt x="446994" y="437601"/>
                  </a:lnTo>
                  <a:lnTo>
                    <a:pt x="437277" y="434942"/>
                  </a:lnTo>
                  <a:lnTo>
                    <a:pt x="427560" y="432735"/>
                  </a:lnTo>
                  <a:lnTo>
                    <a:pt x="417842" y="430337"/>
                  </a:lnTo>
                  <a:lnTo>
                    <a:pt x="408125" y="427930"/>
                  </a:lnTo>
                  <a:lnTo>
                    <a:pt x="398408" y="425540"/>
                  </a:lnTo>
                  <a:lnTo>
                    <a:pt x="388691" y="423145"/>
                  </a:lnTo>
                  <a:lnTo>
                    <a:pt x="378973" y="419916"/>
                  </a:lnTo>
                  <a:lnTo>
                    <a:pt x="369256" y="417057"/>
                  </a:lnTo>
                  <a:lnTo>
                    <a:pt x="359539" y="414717"/>
                  </a:lnTo>
                  <a:lnTo>
                    <a:pt x="349821" y="412303"/>
                  </a:lnTo>
                  <a:lnTo>
                    <a:pt x="340104" y="409783"/>
                  </a:lnTo>
                  <a:lnTo>
                    <a:pt x="330387" y="406974"/>
                  </a:lnTo>
                  <a:lnTo>
                    <a:pt x="320670" y="404591"/>
                  </a:lnTo>
                  <a:lnTo>
                    <a:pt x="310952" y="402430"/>
                  </a:lnTo>
                  <a:lnTo>
                    <a:pt x="301235" y="400150"/>
                  </a:lnTo>
                  <a:lnTo>
                    <a:pt x="291518" y="398639"/>
                  </a:lnTo>
                  <a:lnTo>
                    <a:pt x="281801" y="396624"/>
                  </a:lnTo>
                  <a:lnTo>
                    <a:pt x="272083" y="394710"/>
                  </a:lnTo>
                  <a:lnTo>
                    <a:pt x="262366" y="392754"/>
                  </a:lnTo>
                  <a:lnTo>
                    <a:pt x="252649" y="390952"/>
                  </a:lnTo>
                  <a:lnTo>
                    <a:pt x="242931" y="389661"/>
                  </a:lnTo>
                  <a:lnTo>
                    <a:pt x="233214" y="388060"/>
                  </a:lnTo>
                  <a:lnTo>
                    <a:pt x="223497" y="386456"/>
                  </a:lnTo>
                  <a:lnTo>
                    <a:pt x="213780" y="385354"/>
                  </a:lnTo>
                  <a:lnTo>
                    <a:pt x="204062" y="384214"/>
                  </a:lnTo>
                  <a:lnTo>
                    <a:pt x="194345" y="383131"/>
                  </a:lnTo>
                  <a:lnTo>
                    <a:pt x="184628" y="381076"/>
                  </a:lnTo>
                  <a:lnTo>
                    <a:pt x="174910" y="379867"/>
                  </a:lnTo>
                  <a:lnTo>
                    <a:pt x="165193" y="379230"/>
                  </a:lnTo>
                  <a:lnTo>
                    <a:pt x="155476" y="377910"/>
                  </a:lnTo>
                  <a:lnTo>
                    <a:pt x="145759" y="376593"/>
                  </a:lnTo>
                  <a:lnTo>
                    <a:pt x="136041" y="374815"/>
                  </a:lnTo>
                  <a:lnTo>
                    <a:pt x="126324" y="373960"/>
                  </a:lnTo>
                  <a:lnTo>
                    <a:pt x="116607" y="372391"/>
                  </a:lnTo>
                  <a:lnTo>
                    <a:pt x="106890" y="370293"/>
                  </a:lnTo>
                  <a:lnTo>
                    <a:pt x="97172" y="368464"/>
                  </a:lnTo>
                  <a:lnTo>
                    <a:pt x="87455" y="366503"/>
                  </a:lnTo>
                  <a:lnTo>
                    <a:pt x="77738" y="365422"/>
                  </a:lnTo>
                  <a:lnTo>
                    <a:pt x="68020" y="364676"/>
                  </a:lnTo>
                  <a:lnTo>
                    <a:pt x="58303" y="363884"/>
                  </a:lnTo>
                  <a:lnTo>
                    <a:pt x="48586" y="362973"/>
                  </a:lnTo>
                  <a:lnTo>
                    <a:pt x="38869" y="362058"/>
                  </a:lnTo>
                  <a:lnTo>
                    <a:pt x="29151" y="359333"/>
                  </a:lnTo>
                  <a:lnTo>
                    <a:pt x="19434" y="356955"/>
                  </a:lnTo>
                  <a:lnTo>
                    <a:pt x="9717" y="356306"/>
                  </a:lnTo>
                  <a:lnTo>
                    <a:pt x="0" y="355524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648167" y="2911937"/>
              <a:ext cx="2516774" cy="536046"/>
            </a:xfrm>
            <a:custGeom>
              <a:avLst/>
              <a:pathLst>
                <a:path w="2516774" h="536046">
                  <a:moveTo>
                    <a:pt x="0" y="0"/>
                  </a:moveTo>
                  <a:lnTo>
                    <a:pt x="9717" y="3469"/>
                  </a:lnTo>
                  <a:lnTo>
                    <a:pt x="19434" y="7835"/>
                  </a:lnTo>
                  <a:lnTo>
                    <a:pt x="29151" y="12246"/>
                  </a:lnTo>
                  <a:lnTo>
                    <a:pt x="38869" y="16468"/>
                  </a:lnTo>
                  <a:lnTo>
                    <a:pt x="48586" y="18576"/>
                  </a:lnTo>
                  <a:lnTo>
                    <a:pt x="58303" y="20308"/>
                  </a:lnTo>
                  <a:lnTo>
                    <a:pt x="68020" y="22550"/>
                  </a:lnTo>
                  <a:lnTo>
                    <a:pt x="77738" y="25448"/>
                  </a:lnTo>
                  <a:lnTo>
                    <a:pt x="87455" y="27764"/>
                  </a:lnTo>
                  <a:lnTo>
                    <a:pt x="97172" y="31470"/>
                  </a:lnTo>
                  <a:lnTo>
                    <a:pt x="106890" y="34457"/>
                  </a:lnTo>
                  <a:lnTo>
                    <a:pt x="116607" y="38647"/>
                  </a:lnTo>
                  <a:lnTo>
                    <a:pt x="126324" y="42807"/>
                  </a:lnTo>
                  <a:lnTo>
                    <a:pt x="136041" y="46636"/>
                  </a:lnTo>
                  <a:lnTo>
                    <a:pt x="145759" y="50490"/>
                  </a:lnTo>
                  <a:lnTo>
                    <a:pt x="155476" y="54369"/>
                  </a:lnTo>
                  <a:lnTo>
                    <a:pt x="165193" y="58280"/>
                  </a:lnTo>
                  <a:lnTo>
                    <a:pt x="174910" y="62803"/>
                  </a:lnTo>
                  <a:lnTo>
                    <a:pt x="184628" y="66569"/>
                  </a:lnTo>
                  <a:lnTo>
                    <a:pt x="194345" y="70339"/>
                  </a:lnTo>
                  <a:lnTo>
                    <a:pt x="204062" y="74735"/>
                  </a:lnTo>
                  <a:lnTo>
                    <a:pt x="213780" y="78931"/>
                  </a:lnTo>
                  <a:lnTo>
                    <a:pt x="223497" y="83160"/>
                  </a:lnTo>
                  <a:lnTo>
                    <a:pt x="233214" y="86880"/>
                  </a:lnTo>
                  <a:lnTo>
                    <a:pt x="242931" y="90370"/>
                  </a:lnTo>
                  <a:lnTo>
                    <a:pt x="252649" y="93345"/>
                  </a:lnTo>
                  <a:lnTo>
                    <a:pt x="262366" y="96481"/>
                  </a:lnTo>
                  <a:lnTo>
                    <a:pt x="272083" y="98700"/>
                  </a:lnTo>
                  <a:lnTo>
                    <a:pt x="281801" y="101649"/>
                  </a:lnTo>
                  <a:lnTo>
                    <a:pt x="291518" y="105408"/>
                  </a:lnTo>
                  <a:lnTo>
                    <a:pt x="301235" y="110078"/>
                  </a:lnTo>
                  <a:lnTo>
                    <a:pt x="310952" y="113273"/>
                  </a:lnTo>
                  <a:lnTo>
                    <a:pt x="320670" y="116208"/>
                  </a:lnTo>
                  <a:lnTo>
                    <a:pt x="330387" y="118517"/>
                  </a:lnTo>
                  <a:lnTo>
                    <a:pt x="340104" y="120995"/>
                  </a:lnTo>
                  <a:lnTo>
                    <a:pt x="349821" y="124489"/>
                  </a:lnTo>
                  <a:lnTo>
                    <a:pt x="359539" y="128841"/>
                  </a:lnTo>
                  <a:lnTo>
                    <a:pt x="369256" y="132384"/>
                  </a:lnTo>
                  <a:lnTo>
                    <a:pt x="378973" y="136093"/>
                  </a:lnTo>
                  <a:lnTo>
                    <a:pt x="388691" y="139678"/>
                  </a:lnTo>
                  <a:lnTo>
                    <a:pt x="398408" y="142364"/>
                  </a:lnTo>
                  <a:lnTo>
                    <a:pt x="408125" y="145348"/>
                  </a:lnTo>
                  <a:lnTo>
                    <a:pt x="417842" y="147979"/>
                  </a:lnTo>
                  <a:lnTo>
                    <a:pt x="427560" y="152776"/>
                  </a:lnTo>
                  <a:lnTo>
                    <a:pt x="437277" y="155317"/>
                  </a:lnTo>
                  <a:lnTo>
                    <a:pt x="446994" y="158721"/>
                  </a:lnTo>
                  <a:lnTo>
                    <a:pt x="456712" y="162153"/>
                  </a:lnTo>
                  <a:lnTo>
                    <a:pt x="466429" y="165220"/>
                  </a:lnTo>
                  <a:lnTo>
                    <a:pt x="476146" y="169113"/>
                  </a:lnTo>
                  <a:lnTo>
                    <a:pt x="485863" y="172549"/>
                  </a:lnTo>
                  <a:lnTo>
                    <a:pt x="495581" y="176517"/>
                  </a:lnTo>
                  <a:lnTo>
                    <a:pt x="505298" y="180586"/>
                  </a:lnTo>
                  <a:lnTo>
                    <a:pt x="515015" y="183797"/>
                  </a:lnTo>
                  <a:lnTo>
                    <a:pt x="524732" y="188460"/>
                  </a:lnTo>
                  <a:lnTo>
                    <a:pt x="534450" y="193194"/>
                  </a:lnTo>
                  <a:lnTo>
                    <a:pt x="544167" y="196730"/>
                  </a:lnTo>
                  <a:lnTo>
                    <a:pt x="553884" y="199058"/>
                  </a:lnTo>
                  <a:lnTo>
                    <a:pt x="563602" y="202211"/>
                  </a:lnTo>
                  <a:lnTo>
                    <a:pt x="573319" y="204925"/>
                  </a:lnTo>
                  <a:lnTo>
                    <a:pt x="583036" y="208742"/>
                  </a:lnTo>
                  <a:lnTo>
                    <a:pt x="592753" y="211513"/>
                  </a:lnTo>
                  <a:lnTo>
                    <a:pt x="602471" y="213726"/>
                  </a:lnTo>
                  <a:lnTo>
                    <a:pt x="612188" y="216064"/>
                  </a:lnTo>
                  <a:lnTo>
                    <a:pt x="621905" y="219859"/>
                  </a:lnTo>
                  <a:lnTo>
                    <a:pt x="631623" y="223548"/>
                  </a:lnTo>
                  <a:lnTo>
                    <a:pt x="641340" y="226856"/>
                  </a:lnTo>
                  <a:lnTo>
                    <a:pt x="651057" y="228417"/>
                  </a:lnTo>
                  <a:lnTo>
                    <a:pt x="660774" y="230384"/>
                  </a:lnTo>
                  <a:lnTo>
                    <a:pt x="670492" y="234467"/>
                  </a:lnTo>
                  <a:lnTo>
                    <a:pt x="680209" y="236417"/>
                  </a:lnTo>
                  <a:lnTo>
                    <a:pt x="689926" y="240376"/>
                  </a:lnTo>
                  <a:lnTo>
                    <a:pt x="699643" y="245274"/>
                  </a:lnTo>
                  <a:lnTo>
                    <a:pt x="709361" y="248883"/>
                  </a:lnTo>
                  <a:lnTo>
                    <a:pt x="719078" y="250856"/>
                  </a:lnTo>
                  <a:lnTo>
                    <a:pt x="728795" y="253252"/>
                  </a:lnTo>
                  <a:lnTo>
                    <a:pt x="738513" y="255378"/>
                  </a:lnTo>
                  <a:lnTo>
                    <a:pt x="748230" y="257512"/>
                  </a:lnTo>
                  <a:lnTo>
                    <a:pt x="757947" y="259295"/>
                  </a:lnTo>
                  <a:lnTo>
                    <a:pt x="767664" y="260952"/>
                  </a:lnTo>
                  <a:lnTo>
                    <a:pt x="777382" y="263952"/>
                  </a:lnTo>
                  <a:lnTo>
                    <a:pt x="787099" y="266273"/>
                  </a:lnTo>
                  <a:lnTo>
                    <a:pt x="796816" y="268477"/>
                  </a:lnTo>
                  <a:lnTo>
                    <a:pt x="806534" y="270882"/>
                  </a:lnTo>
                  <a:lnTo>
                    <a:pt x="816251" y="272923"/>
                  </a:lnTo>
                  <a:lnTo>
                    <a:pt x="825968" y="275807"/>
                  </a:lnTo>
                  <a:lnTo>
                    <a:pt x="835685" y="278243"/>
                  </a:lnTo>
                  <a:lnTo>
                    <a:pt x="845403" y="281987"/>
                  </a:lnTo>
                  <a:lnTo>
                    <a:pt x="855120" y="285782"/>
                  </a:lnTo>
                  <a:lnTo>
                    <a:pt x="864837" y="288113"/>
                  </a:lnTo>
                  <a:lnTo>
                    <a:pt x="874554" y="290365"/>
                  </a:lnTo>
                  <a:lnTo>
                    <a:pt x="884272" y="292197"/>
                  </a:lnTo>
                  <a:lnTo>
                    <a:pt x="893989" y="294761"/>
                  </a:lnTo>
                  <a:lnTo>
                    <a:pt x="903706" y="296925"/>
                  </a:lnTo>
                  <a:lnTo>
                    <a:pt x="913424" y="299192"/>
                  </a:lnTo>
                  <a:lnTo>
                    <a:pt x="923141" y="301237"/>
                  </a:lnTo>
                  <a:lnTo>
                    <a:pt x="932858" y="302591"/>
                  </a:lnTo>
                  <a:lnTo>
                    <a:pt x="942575" y="304669"/>
                  </a:lnTo>
                  <a:lnTo>
                    <a:pt x="952293" y="306725"/>
                  </a:lnTo>
                  <a:lnTo>
                    <a:pt x="962010" y="307892"/>
                  </a:lnTo>
                  <a:lnTo>
                    <a:pt x="971727" y="310326"/>
                  </a:lnTo>
                  <a:lnTo>
                    <a:pt x="981445" y="312680"/>
                  </a:lnTo>
                  <a:lnTo>
                    <a:pt x="991162" y="314812"/>
                  </a:lnTo>
                  <a:lnTo>
                    <a:pt x="1000879" y="316729"/>
                  </a:lnTo>
                  <a:lnTo>
                    <a:pt x="1010596" y="318435"/>
                  </a:lnTo>
                  <a:lnTo>
                    <a:pt x="1020314" y="321334"/>
                  </a:lnTo>
                  <a:lnTo>
                    <a:pt x="1030031" y="323602"/>
                  </a:lnTo>
                  <a:lnTo>
                    <a:pt x="1039748" y="327100"/>
                  </a:lnTo>
                  <a:lnTo>
                    <a:pt x="1049465" y="329479"/>
                  </a:lnTo>
                  <a:lnTo>
                    <a:pt x="1059183" y="330761"/>
                  </a:lnTo>
                  <a:lnTo>
                    <a:pt x="1068900" y="333187"/>
                  </a:lnTo>
                  <a:lnTo>
                    <a:pt x="1078617" y="335388"/>
                  </a:lnTo>
                  <a:lnTo>
                    <a:pt x="1088335" y="337950"/>
                  </a:lnTo>
                  <a:lnTo>
                    <a:pt x="1098052" y="339789"/>
                  </a:lnTo>
                  <a:lnTo>
                    <a:pt x="1107769" y="341298"/>
                  </a:lnTo>
                  <a:lnTo>
                    <a:pt x="1117486" y="344139"/>
                  </a:lnTo>
                  <a:lnTo>
                    <a:pt x="1127204" y="346225"/>
                  </a:lnTo>
                  <a:lnTo>
                    <a:pt x="1136921" y="347871"/>
                  </a:lnTo>
                  <a:lnTo>
                    <a:pt x="1146638" y="349350"/>
                  </a:lnTo>
                  <a:lnTo>
                    <a:pt x="1156356" y="351222"/>
                  </a:lnTo>
                  <a:lnTo>
                    <a:pt x="1166073" y="353195"/>
                  </a:lnTo>
                  <a:lnTo>
                    <a:pt x="1175790" y="354777"/>
                  </a:lnTo>
                  <a:lnTo>
                    <a:pt x="1185507" y="356574"/>
                  </a:lnTo>
                  <a:lnTo>
                    <a:pt x="1195225" y="358159"/>
                  </a:lnTo>
                  <a:lnTo>
                    <a:pt x="1204942" y="359722"/>
                  </a:lnTo>
                  <a:lnTo>
                    <a:pt x="1214659" y="362045"/>
                  </a:lnTo>
                  <a:lnTo>
                    <a:pt x="1224376" y="364777"/>
                  </a:lnTo>
                  <a:lnTo>
                    <a:pt x="1234094" y="366417"/>
                  </a:lnTo>
                  <a:lnTo>
                    <a:pt x="1243811" y="369226"/>
                  </a:lnTo>
                  <a:lnTo>
                    <a:pt x="1253528" y="371267"/>
                  </a:lnTo>
                  <a:lnTo>
                    <a:pt x="1263246" y="373311"/>
                  </a:lnTo>
                  <a:lnTo>
                    <a:pt x="1272963" y="375644"/>
                  </a:lnTo>
                  <a:lnTo>
                    <a:pt x="1282680" y="378428"/>
                  </a:lnTo>
                  <a:lnTo>
                    <a:pt x="1292397" y="378868"/>
                  </a:lnTo>
                  <a:lnTo>
                    <a:pt x="1302115" y="378951"/>
                  </a:lnTo>
                  <a:lnTo>
                    <a:pt x="1311832" y="380375"/>
                  </a:lnTo>
                  <a:lnTo>
                    <a:pt x="1321549" y="380842"/>
                  </a:lnTo>
                  <a:lnTo>
                    <a:pt x="1331267" y="383108"/>
                  </a:lnTo>
                  <a:lnTo>
                    <a:pt x="1340984" y="383856"/>
                  </a:lnTo>
                  <a:lnTo>
                    <a:pt x="1350701" y="384625"/>
                  </a:lnTo>
                  <a:lnTo>
                    <a:pt x="1360418" y="386095"/>
                  </a:lnTo>
                  <a:lnTo>
                    <a:pt x="1370136" y="388815"/>
                  </a:lnTo>
                  <a:lnTo>
                    <a:pt x="1379853" y="389895"/>
                  </a:lnTo>
                  <a:lnTo>
                    <a:pt x="1389570" y="390455"/>
                  </a:lnTo>
                  <a:lnTo>
                    <a:pt x="1399287" y="392035"/>
                  </a:lnTo>
                  <a:lnTo>
                    <a:pt x="1409005" y="394130"/>
                  </a:lnTo>
                  <a:lnTo>
                    <a:pt x="1418722" y="396020"/>
                  </a:lnTo>
                  <a:lnTo>
                    <a:pt x="1428439" y="396972"/>
                  </a:lnTo>
                  <a:lnTo>
                    <a:pt x="1438157" y="398627"/>
                  </a:lnTo>
                  <a:lnTo>
                    <a:pt x="1447874" y="400329"/>
                  </a:lnTo>
                  <a:lnTo>
                    <a:pt x="1457591" y="402610"/>
                  </a:lnTo>
                  <a:lnTo>
                    <a:pt x="1467308" y="403582"/>
                  </a:lnTo>
                  <a:lnTo>
                    <a:pt x="1477026" y="405337"/>
                  </a:lnTo>
                  <a:lnTo>
                    <a:pt x="1486743" y="406678"/>
                  </a:lnTo>
                  <a:lnTo>
                    <a:pt x="1496460" y="408102"/>
                  </a:lnTo>
                  <a:lnTo>
                    <a:pt x="1506178" y="409075"/>
                  </a:lnTo>
                  <a:lnTo>
                    <a:pt x="1515895" y="410048"/>
                  </a:lnTo>
                  <a:lnTo>
                    <a:pt x="1525612" y="409989"/>
                  </a:lnTo>
                  <a:lnTo>
                    <a:pt x="1535329" y="410139"/>
                  </a:lnTo>
                  <a:lnTo>
                    <a:pt x="1545047" y="411659"/>
                  </a:lnTo>
                  <a:lnTo>
                    <a:pt x="1554764" y="413227"/>
                  </a:lnTo>
                  <a:lnTo>
                    <a:pt x="1564481" y="414797"/>
                  </a:lnTo>
                  <a:lnTo>
                    <a:pt x="1574198" y="415976"/>
                  </a:lnTo>
                  <a:lnTo>
                    <a:pt x="1583916" y="417718"/>
                  </a:lnTo>
                  <a:lnTo>
                    <a:pt x="1593633" y="419508"/>
                  </a:lnTo>
                  <a:lnTo>
                    <a:pt x="1603350" y="421075"/>
                  </a:lnTo>
                  <a:lnTo>
                    <a:pt x="1613068" y="422232"/>
                  </a:lnTo>
                  <a:lnTo>
                    <a:pt x="1622785" y="423086"/>
                  </a:lnTo>
                  <a:lnTo>
                    <a:pt x="1632502" y="423940"/>
                  </a:lnTo>
                  <a:lnTo>
                    <a:pt x="1642219" y="424795"/>
                  </a:lnTo>
                  <a:lnTo>
                    <a:pt x="1651937" y="424789"/>
                  </a:lnTo>
                  <a:lnTo>
                    <a:pt x="1661654" y="426533"/>
                  </a:lnTo>
                  <a:lnTo>
                    <a:pt x="1671371" y="428934"/>
                  </a:lnTo>
                  <a:lnTo>
                    <a:pt x="1681089" y="430244"/>
                  </a:lnTo>
                  <a:lnTo>
                    <a:pt x="1690806" y="430819"/>
                  </a:lnTo>
                  <a:lnTo>
                    <a:pt x="1700523" y="431476"/>
                  </a:lnTo>
                  <a:lnTo>
                    <a:pt x="1710240" y="433637"/>
                  </a:lnTo>
                  <a:lnTo>
                    <a:pt x="1719958" y="435804"/>
                  </a:lnTo>
                  <a:lnTo>
                    <a:pt x="1729675" y="437975"/>
                  </a:lnTo>
                  <a:lnTo>
                    <a:pt x="1739392" y="439397"/>
                  </a:lnTo>
                  <a:lnTo>
                    <a:pt x="1749109" y="440557"/>
                  </a:lnTo>
                  <a:lnTo>
                    <a:pt x="1758827" y="441744"/>
                  </a:lnTo>
                  <a:lnTo>
                    <a:pt x="1768544" y="442937"/>
                  </a:lnTo>
                  <a:lnTo>
                    <a:pt x="1778261" y="444131"/>
                  </a:lnTo>
                  <a:lnTo>
                    <a:pt x="1787979" y="445325"/>
                  </a:lnTo>
                  <a:lnTo>
                    <a:pt x="1797696" y="446522"/>
                  </a:lnTo>
                  <a:lnTo>
                    <a:pt x="1807413" y="447719"/>
                  </a:lnTo>
                  <a:lnTo>
                    <a:pt x="1817130" y="448896"/>
                  </a:lnTo>
                  <a:lnTo>
                    <a:pt x="1826848" y="449549"/>
                  </a:lnTo>
                  <a:lnTo>
                    <a:pt x="1836565" y="450452"/>
                  </a:lnTo>
                  <a:lnTo>
                    <a:pt x="1846282" y="452255"/>
                  </a:lnTo>
                  <a:lnTo>
                    <a:pt x="1856000" y="453193"/>
                  </a:lnTo>
                  <a:lnTo>
                    <a:pt x="1865717" y="453642"/>
                  </a:lnTo>
                  <a:lnTo>
                    <a:pt x="1875434" y="454114"/>
                  </a:lnTo>
                  <a:lnTo>
                    <a:pt x="1885151" y="455483"/>
                  </a:lnTo>
                  <a:lnTo>
                    <a:pt x="1894869" y="457123"/>
                  </a:lnTo>
                  <a:lnTo>
                    <a:pt x="1904586" y="458766"/>
                  </a:lnTo>
                  <a:lnTo>
                    <a:pt x="1914303" y="460412"/>
                  </a:lnTo>
                  <a:lnTo>
                    <a:pt x="1924020" y="461907"/>
                  </a:lnTo>
                  <a:lnTo>
                    <a:pt x="1933738" y="463084"/>
                  </a:lnTo>
                  <a:lnTo>
                    <a:pt x="1943455" y="464262"/>
                  </a:lnTo>
                  <a:lnTo>
                    <a:pt x="1953172" y="465473"/>
                  </a:lnTo>
                  <a:lnTo>
                    <a:pt x="1962890" y="466691"/>
                  </a:lnTo>
                  <a:lnTo>
                    <a:pt x="1972607" y="467930"/>
                  </a:lnTo>
                  <a:lnTo>
                    <a:pt x="1982324" y="468721"/>
                  </a:lnTo>
                  <a:lnTo>
                    <a:pt x="1992041" y="469310"/>
                  </a:lnTo>
                  <a:lnTo>
                    <a:pt x="2001759" y="471630"/>
                  </a:lnTo>
                  <a:lnTo>
                    <a:pt x="2011476" y="472998"/>
                  </a:lnTo>
                  <a:lnTo>
                    <a:pt x="2021193" y="474050"/>
                  </a:lnTo>
                  <a:lnTo>
                    <a:pt x="2030911" y="475252"/>
                  </a:lnTo>
                  <a:lnTo>
                    <a:pt x="2040628" y="476462"/>
                  </a:lnTo>
                  <a:lnTo>
                    <a:pt x="2050345" y="477743"/>
                  </a:lnTo>
                  <a:lnTo>
                    <a:pt x="2060062" y="479682"/>
                  </a:lnTo>
                  <a:lnTo>
                    <a:pt x="2069780" y="481622"/>
                  </a:lnTo>
                  <a:lnTo>
                    <a:pt x="2079497" y="483565"/>
                  </a:lnTo>
                  <a:lnTo>
                    <a:pt x="2089214" y="484646"/>
                  </a:lnTo>
                  <a:lnTo>
                    <a:pt x="2098931" y="485380"/>
                  </a:lnTo>
                  <a:lnTo>
                    <a:pt x="2108649" y="486116"/>
                  </a:lnTo>
                  <a:lnTo>
                    <a:pt x="2118366" y="486851"/>
                  </a:lnTo>
                  <a:lnTo>
                    <a:pt x="2128083" y="487891"/>
                  </a:lnTo>
                  <a:lnTo>
                    <a:pt x="2137801" y="489648"/>
                  </a:lnTo>
                  <a:lnTo>
                    <a:pt x="2147518" y="490709"/>
                  </a:lnTo>
                  <a:lnTo>
                    <a:pt x="2157235" y="491046"/>
                  </a:lnTo>
                  <a:lnTo>
                    <a:pt x="2166952" y="492243"/>
                  </a:lnTo>
                  <a:lnTo>
                    <a:pt x="2176670" y="493442"/>
                  </a:lnTo>
                  <a:lnTo>
                    <a:pt x="2186387" y="494647"/>
                  </a:lnTo>
                  <a:lnTo>
                    <a:pt x="2196104" y="495860"/>
                  </a:lnTo>
                  <a:lnTo>
                    <a:pt x="2205822" y="497074"/>
                  </a:lnTo>
                  <a:lnTo>
                    <a:pt x="2215539" y="498289"/>
                  </a:lnTo>
                  <a:lnTo>
                    <a:pt x="2225256" y="499504"/>
                  </a:lnTo>
                  <a:lnTo>
                    <a:pt x="2234973" y="500721"/>
                  </a:lnTo>
                  <a:lnTo>
                    <a:pt x="2244691" y="501939"/>
                  </a:lnTo>
                  <a:lnTo>
                    <a:pt x="2254408" y="503158"/>
                  </a:lnTo>
                  <a:lnTo>
                    <a:pt x="2264125" y="504379"/>
                  </a:lnTo>
                  <a:lnTo>
                    <a:pt x="2273842" y="505600"/>
                  </a:lnTo>
                  <a:lnTo>
                    <a:pt x="2283560" y="506822"/>
                  </a:lnTo>
                  <a:lnTo>
                    <a:pt x="2293277" y="508045"/>
                  </a:lnTo>
                  <a:lnTo>
                    <a:pt x="2302994" y="509270"/>
                  </a:lnTo>
                  <a:lnTo>
                    <a:pt x="2312712" y="510495"/>
                  </a:lnTo>
                  <a:lnTo>
                    <a:pt x="2322429" y="511722"/>
                  </a:lnTo>
                  <a:lnTo>
                    <a:pt x="2332146" y="512949"/>
                  </a:lnTo>
                  <a:lnTo>
                    <a:pt x="2341863" y="514178"/>
                  </a:lnTo>
                  <a:lnTo>
                    <a:pt x="2351581" y="515407"/>
                  </a:lnTo>
                  <a:lnTo>
                    <a:pt x="2361298" y="516638"/>
                  </a:lnTo>
                  <a:lnTo>
                    <a:pt x="2371015" y="517870"/>
                  </a:lnTo>
                  <a:lnTo>
                    <a:pt x="2380733" y="519103"/>
                  </a:lnTo>
                  <a:lnTo>
                    <a:pt x="2390450" y="520352"/>
                  </a:lnTo>
                  <a:lnTo>
                    <a:pt x="2400167" y="521603"/>
                  </a:lnTo>
                  <a:lnTo>
                    <a:pt x="2409884" y="522854"/>
                  </a:lnTo>
                  <a:lnTo>
                    <a:pt x="2419602" y="524107"/>
                  </a:lnTo>
                  <a:lnTo>
                    <a:pt x="2429319" y="525361"/>
                  </a:lnTo>
                  <a:lnTo>
                    <a:pt x="2439036" y="526616"/>
                  </a:lnTo>
                  <a:lnTo>
                    <a:pt x="2448753" y="527872"/>
                  </a:lnTo>
                  <a:lnTo>
                    <a:pt x="2458471" y="529129"/>
                  </a:lnTo>
                  <a:lnTo>
                    <a:pt x="2468188" y="530387"/>
                  </a:lnTo>
                  <a:lnTo>
                    <a:pt x="2477905" y="531646"/>
                  </a:lnTo>
                  <a:lnTo>
                    <a:pt x="2487623" y="532906"/>
                  </a:lnTo>
                  <a:lnTo>
                    <a:pt x="2497340" y="534168"/>
                  </a:lnTo>
                  <a:lnTo>
                    <a:pt x="2507057" y="535246"/>
                  </a:lnTo>
                  <a:lnTo>
                    <a:pt x="2516774" y="5360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648167" y="3267461"/>
              <a:ext cx="2516774" cy="1640913"/>
            </a:xfrm>
            <a:custGeom>
              <a:avLst/>
              <a:pathLst>
                <a:path w="2516774" h="1640913">
                  <a:moveTo>
                    <a:pt x="2516774" y="1640913"/>
                  </a:moveTo>
                  <a:lnTo>
                    <a:pt x="2507057" y="1633114"/>
                  </a:lnTo>
                  <a:lnTo>
                    <a:pt x="2497340" y="1625289"/>
                  </a:lnTo>
                  <a:lnTo>
                    <a:pt x="2487623" y="1617026"/>
                  </a:lnTo>
                  <a:lnTo>
                    <a:pt x="2477905" y="1609407"/>
                  </a:lnTo>
                  <a:lnTo>
                    <a:pt x="2468188" y="1601710"/>
                  </a:lnTo>
                  <a:lnTo>
                    <a:pt x="2458471" y="1593092"/>
                  </a:lnTo>
                  <a:lnTo>
                    <a:pt x="2448753" y="1584273"/>
                  </a:lnTo>
                  <a:lnTo>
                    <a:pt x="2439036" y="1576077"/>
                  </a:lnTo>
                  <a:lnTo>
                    <a:pt x="2429319" y="1567843"/>
                  </a:lnTo>
                  <a:lnTo>
                    <a:pt x="2419602" y="1559571"/>
                  </a:lnTo>
                  <a:lnTo>
                    <a:pt x="2409884" y="1551263"/>
                  </a:lnTo>
                  <a:lnTo>
                    <a:pt x="2400167" y="1542917"/>
                  </a:lnTo>
                  <a:lnTo>
                    <a:pt x="2390450" y="1534535"/>
                  </a:lnTo>
                  <a:lnTo>
                    <a:pt x="2380733" y="1526118"/>
                  </a:lnTo>
                  <a:lnTo>
                    <a:pt x="2371015" y="1517664"/>
                  </a:lnTo>
                  <a:lnTo>
                    <a:pt x="2361298" y="1509176"/>
                  </a:lnTo>
                  <a:lnTo>
                    <a:pt x="2351581" y="1500652"/>
                  </a:lnTo>
                  <a:lnTo>
                    <a:pt x="2341863" y="1492061"/>
                  </a:lnTo>
                  <a:lnTo>
                    <a:pt x="2332146" y="1483427"/>
                  </a:lnTo>
                  <a:lnTo>
                    <a:pt x="2322429" y="1474855"/>
                  </a:lnTo>
                  <a:lnTo>
                    <a:pt x="2312712" y="1466153"/>
                  </a:lnTo>
                  <a:lnTo>
                    <a:pt x="2302994" y="1457419"/>
                  </a:lnTo>
                  <a:lnTo>
                    <a:pt x="2293277" y="1448716"/>
                  </a:lnTo>
                  <a:lnTo>
                    <a:pt x="2283560" y="1439980"/>
                  </a:lnTo>
                  <a:lnTo>
                    <a:pt x="2273842" y="1431212"/>
                  </a:lnTo>
                  <a:lnTo>
                    <a:pt x="2264125" y="1422413"/>
                  </a:lnTo>
                  <a:lnTo>
                    <a:pt x="2254408" y="1413584"/>
                  </a:lnTo>
                  <a:lnTo>
                    <a:pt x="2244691" y="1404711"/>
                  </a:lnTo>
                  <a:lnTo>
                    <a:pt x="2234973" y="1395802"/>
                  </a:lnTo>
                  <a:lnTo>
                    <a:pt x="2225256" y="1386864"/>
                  </a:lnTo>
                  <a:lnTo>
                    <a:pt x="2215539" y="1377898"/>
                  </a:lnTo>
                  <a:lnTo>
                    <a:pt x="2205822" y="1368893"/>
                  </a:lnTo>
                  <a:lnTo>
                    <a:pt x="2196104" y="1359836"/>
                  </a:lnTo>
                  <a:lnTo>
                    <a:pt x="2186387" y="1350751"/>
                  </a:lnTo>
                  <a:lnTo>
                    <a:pt x="2176670" y="1341640"/>
                  </a:lnTo>
                  <a:lnTo>
                    <a:pt x="2166952" y="1332502"/>
                  </a:lnTo>
                  <a:lnTo>
                    <a:pt x="2157235" y="1323338"/>
                  </a:lnTo>
                  <a:lnTo>
                    <a:pt x="2147518" y="1314150"/>
                  </a:lnTo>
                  <a:lnTo>
                    <a:pt x="2137801" y="1305779"/>
                  </a:lnTo>
                  <a:lnTo>
                    <a:pt x="2128083" y="1297510"/>
                  </a:lnTo>
                  <a:lnTo>
                    <a:pt x="2118366" y="1289220"/>
                  </a:lnTo>
                  <a:lnTo>
                    <a:pt x="2108649" y="1280908"/>
                  </a:lnTo>
                  <a:lnTo>
                    <a:pt x="2098931" y="1270991"/>
                  </a:lnTo>
                  <a:lnTo>
                    <a:pt x="2089214" y="1260966"/>
                  </a:lnTo>
                  <a:lnTo>
                    <a:pt x="2079497" y="1250926"/>
                  </a:lnTo>
                  <a:lnTo>
                    <a:pt x="2069780" y="1240870"/>
                  </a:lnTo>
                  <a:lnTo>
                    <a:pt x="2060062" y="1230800"/>
                  </a:lnTo>
                  <a:lnTo>
                    <a:pt x="2050345" y="1221268"/>
                  </a:lnTo>
                  <a:lnTo>
                    <a:pt x="2040628" y="1211885"/>
                  </a:lnTo>
                  <a:lnTo>
                    <a:pt x="2030911" y="1202519"/>
                  </a:lnTo>
                  <a:lnTo>
                    <a:pt x="2021193" y="1193318"/>
                  </a:lnTo>
                  <a:lnTo>
                    <a:pt x="2011476" y="1184107"/>
                  </a:lnTo>
                  <a:lnTo>
                    <a:pt x="2001759" y="1174888"/>
                  </a:lnTo>
                  <a:lnTo>
                    <a:pt x="1992041" y="1165646"/>
                  </a:lnTo>
                  <a:lnTo>
                    <a:pt x="1982324" y="1156378"/>
                  </a:lnTo>
                  <a:lnTo>
                    <a:pt x="1972607" y="1148292"/>
                  </a:lnTo>
                  <a:lnTo>
                    <a:pt x="1962890" y="1140198"/>
                  </a:lnTo>
                  <a:lnTo>
                    <a:pt x="1953172" y="1132094"/>
                  </a:lnTo>
                  <a:lnTo>
                    <a:pt x="1943455" y="1123981"/>
                  </a:lnTo>
                  <a:lnTo>
                    <a:pt x="1933738" y="1115858"/>
                  </a:lnTo>
                  <a:lnTo>
                    <a:pt x="1924020" y="1107726"/>
                  </a:lnTo>
                  <a:lnTo>
                    <a:pt x="1914303" y="1099586"/>
                  </a:lnTo>
                  <a:lnTo>
                    <a:pt x="1904586" y="1090607"/>
                  </a:lnTo>
                  <a:lnTo>
                    <a:pt x="1894869" y="1079742"/>
                  </a:lnTo>
                  <a:lnTo>
                    <a:pt x="1885151" y="1068881"/>
                  </a:lnTo>
                  <a:lnTo>
                    <a:pt x="1875434" y="1059096"/>
                  </a:lnTo>
                  <a:lnTo>
                    <a:pt x="1865717" y="1050776"/>
                  </a:lnTo>
                  <a:lnTo>
                    <a:pt x="1856000" y="1042245"/>
                  </a:lnTo>
                  <a:lnTo>
                    <a:pt x="1846282" y="1033566"/>
                  </a:lnTo>
                  <a:lnTo>
                    <a:pt x="1836565" y="1025654"/>
                  </a:lnTo>
                  <a:lnTo>
                    <a:pt x="1826848" y="1017489"/>
                  </a:lnTo>
                  <a:lnTo>
                    <a:pt x="1817130" y="1009154"/>
                  </a:lnTo>
                  <a:lnTo>
                    <a:pt x="1807413" y="1000808"/>
                  </a:lnTo>
                  <a:lnTo>
                    <a:pt x="1797696" y="991427"/>
                  </a:lnTo>
                  <a:lnTo>
                    <a:pt x="1787979" y="982207"/>
                  </a:lnTo>
                  <a:lnTo>
                    <a:pt x="1778261" y="974123"/>
                  </a:lnTo>
                  <a:lnTo>
                    <a:pt x="1768544" y="966027"/>
                  </a:lnTo>
                  <a:lnTo>
                    <a:pt x="1758827" y="957921"/>
                  </a:lnTo>
                  <a:lnTo>
                    <a:pt x="1749109" y="949804"/>
                  </a:lnTo>
                  <a:lnTo>
                    <a:pt x="1739392" y="940731"/>
                  </a:lnTo>
                  <a:lnTo>
                    <a:pt x="1729675" y="931098"/>
                  </a:lnTo>
                  <a:lnTo>
                    <a:pt x="1719958" y="921449"/>
                  </a:lnTo>
                  <a:lnTo>
                    <a:pt x="1710240" y="911814"/>
                  </a:lnTo>
                  <a:lnTo>
                    <a:pt x="1700523" y="902198"/>
                  </a:lnTo>
                  <a:lnTo>
                    <a:pt x="1690806" y="892601"/>
                  </a:lnTo>
                  <a:lnTo>
                    <a:pt x="1681089" y="883649"/>
                  </a:lnTo>
                  <a:lnTo>
                    <a:pt x="1671371" y="875103"/>
                  </a:lnTo>
                  <a:lnTo>
                    <a:pt x="1661654" y="866024"/>
                  </a:lnTo>
                  <a:lnTo>
                    <a:pt x="1651937" y="856401"/>
                  </a:lnTo>
                  <a:lnTo>
                    <a:pt x="1642219" y="846786"/>
                  </a:lnTo>
                  <a:lnTo>
                    <a:pt x="1632502" y="837448"/>
                  </a:lnTo>
                  <a:lnTo>
                    <a:pt x="1622785" y="829340"/>
                  </a:lnTo>
                  <a:lnTo>
                    <a:pt x="1613068" y="820829"/>
                  </a:lnTo>
                  <a:lnTo>
                    <a:pt x="1603350" y="811323"/>
                  </a:lnTo>
                  <a:lnTo>
                    <a:pt x="1593633" y="803153"/>
                  </a:lnTo>
                  <a:lnTo>
                    <a:pt x="1583916" y="794989"/>
                  </a:lnTo>
                  <a:lnTo>
                    <a:pt x="1574198" y="786798"/>
                  </a:lnTo>
                  <a:lnTo>
                    <a:pt x="1564481" y="777762"/>
                  </a:lnTo>
                  <a:lnTo>
                    <a:pt x="1554764" y="769708"/>
                  </a:lnTo>
                  <a:lnTo>
                    <a:pt x="1545047" y="760963"/>
                  </a:lnTo>
                  <a:lnTo>
                    <a:pt x="1535329" y="750807"/>
                  </a:lnTo>
                  <a:lnTo>
                    <a:pt x="1525612" y="742743"/>
                  </a:lnTo>
                  <a:lnTo>
                    <a:pt x="1515895" y="734771"/>
                  </a:lnTo>
                  <a:lnTo>
                    <a:pt x="1506178" y="726798"/>
                  </a:lnTo>
                  <a:lnTo>
                    <a:pt x="1496460" y="718835"/>
                  </a:lnTo>
                  <a:lnTo>
                    <a:pt x="1486743" y="710895"/>
                  </a:lnTo>
                  <a:lnTo>
                    <a:pt x="1477026" y="703004"/>
                  </a:lnTo>
                  <a:lnTo>
                    <a:pt x="1467308" y="695133"/>
                  </a:lnTo>
                  <a:lnTo>
                    <a:pt x="1457591" y="687280"/>
                  </a:lnTo>
                  <a:lnTo>
                    <a:pt x="1447874" y="679447"/>
                  </a:lnTo>
                  <a:lnTo>
                    <a:pt x="1438157" y="671618"/>
                  </a:lnTo>
                  <a:lnTo>
                    <a:pt x="1428439" y="663788"/>
                  </a:lnTo>
                  <a:lnTo>
                    <a:pt x="1418722" y="655425"/>
                  </a:lnTo>
                  <a:lnTo>
                    <a:pt x="1409005" y="647870"/>
                  </a:lnTo>
                  <a:lnTo>
                    <a:pt x="1399287" y="639312"/>
                  </a:lnTo>
                  <a:lnTo>
                    <a:pt x="1389570" y="631267"/>
                  </a:lnTo>
                  <a:lnTo>
                    <a:pt x="1379853" y="623047"/>
                  </a:lnTo>
                  <a:lnTo>
                    <a:pt x="1370136" y="613974"/>
                  </a:lnTo>
                  <a:lnTo>
                    <a:pt x="1360418" y="604908"/>
                  </a:lnTo>
                  <a:lnTo>
                    <a:pt x="1350701" y="596479"/>
                  </a:lnTo>
                  <a:lnTo>
                    <a:pt x="1340984" y="589264"/>
                  </a:lnTo>
                  <a:lnTo>
                    <a:pt x="1331267" y="581600"/>
                  </a:lnTo>
                  <a:lnTo>
                    <a:pt x="1321549" y="573934"/>
                  </a:lnTo>
                  <a:lnTo>
                    <a:pt x="1311832" y="565947"/>
                  </a:lnTo>
                  <a:lnTo>
                    <a:pt x="1302115" y="555689"/>
                  </a:lnTo>
                  <a:lnTo>
                    <a:pt x="1292397" y="548799"/>
                  </a:lnTo>
                  <a:lnTo>
                    <a:pt x="1282680" y="539889"/>
                  </a:lnTo>
                  <a:lnTo>
                    <a:pt x="1272963" y="531046"/>
                  </a:lnTo>
                  <a:lnTo>
                    <a:pt x="1263246" y="521270"/>
                  </a:lnTo>
                  <a:lnTo>
                    <a:pt x="1253528" y="512601"/>
                  </a:lnTo>
                  <a:lnTo>
                    <a:pt x="1243811" y="505760"/>
                  </a:lnTo>
                  <a:lnTo>
                    <a:pt x="1234094" y="499532"/>
                  </a:lnTo>
                  <a:lnTo>
                    <a:pt x="1224376" y="493325"/>
                  </a:lnTo>
                  <a:lnTo>
                    <a:pt x="1214659" y="485973"/>
                  </a:lnTo>
                  <a:lnTo>
                    <a:pt x="1204942" y="476584"/>
                  </a:lnTo>
                  <a:lnTo>
                    <a:pt x="1195225" y="469685"/>
                  </a:lnTo>
                  <a:lnTo>
                    <a:pt x="1185507" y="462674"/>
                  </a:lnTo>
                  <a:lnTo>
                    <a:pt x="1175790" y="455467"/>
                  </a:lnTo>
                  <a:lnTo>
                    <a:pt x="1166073" y="447390"/>
                  </a:lnTo>
                  <a:lnTo>
                    <a:pt x="1156356" y="439720"/>
                  </a:lnTo>
                  <a:lnTo>
                    <a:pt x="1146638" y="432160"/>
                  </a:lnTo>
                  <a:lnTo>
                    <a:pt x="1136921" y="425137"/>
                  </a:lnTo>
                  <a:lnTo>
                    <a:pt x="1127204" y="417945"/>
                  </a:lnTo>
                  <a:lnTo>
                    <a:pt x="1117486" y="410864"/>
                  </a:lnTo>
                  <a:lnTo>
                    <a:pt x="1107769" y="403948"/>
                  </a:lnTo>
                  <a:lnTo>
                    <a:pt x="1098052" y="396475"/>
                  </a:lnTo>
                  <a:lnTo>
                    <a:pt x="1088335" y="390371"/>
                  </a:lnTo>
                  <a:lnTo>
                    <a:pt x="1078617" y="384281"/>
                  </a:lnTo>
                  <a:lnTo>
                    <a:pt x="1068900" y="376205"/>
                  </a:lnTo>
                  <a:lnTo>
                    <a:pt x="1059183" y="369237"/>
                  </a:lnTo>
                  <a:lnTo>
                    <a:pt x="1049465" y="362504"/>
                  </a:lnTo>
                  <a:lnTo>
                    <a:pt x="1039748" y="356995"/>
                  </a:lnTo>
                  <a:lnTo>
                    <a:pt x="1030031" y="350443"/>
                  </a:lnTo>
                  <a:lnTo>
                    <a:pt x="1020314" y="342927"/>
                  </a:lnTo>
                  <a:lnTo>
                    <a:pt x="1010596" y="337371"/>
                  </a:lnTo>
                  <a:lnTo>
                    <a:pt x="1000879" y="329247"/>
                  </a:lnTo>
                  <a:lnTo>
                    <a:pt x="991162" y="324033"/>
                  </a:lnTo>
                  <a:lnTo>
                    <a:pt x="981445" y="318418"/>
                  </a:lnTo>
                  <a:lnTo>
                    <a:pt x="971727" y="311389"/>
                  </a:lnTo>
                  <a:lnTo>
                    <a:pt x="962010" y="304363"/>
                  </a:lnTo>
                  <a:lnTo>
                    <a:pt x="952293" y="297951"/>
                  </a:lnTo>
                  <a:lnTo>
                    <a:pt x="942575" y="293351"/>
                  </a:lnTo>
                  <a:lnTo>
                    <a:pt x="932858" y="288788"/>
                  </a:lnTo>
                  <a:lnTo>
                    <a:pt x="923141" y="283090"/>
                  </a:lnTo>
                  <a:lnTo>
                    <a:pt x="913424" y="277152"/>
                  </a:lnTo>
                  <a:lnTo>
                    <a:pt x="903706" y="271041"/>
                  </a:lnTo>
                  <a:lnTo>
                    <a:pt x="893989" y="264703"/>
                  </a:lnTo>
                  <a:lnTo>
                    <a:pt x="884272" y="258899"/>
                  </a:lnTo>
                  <a:lnTo>
                    <a:pt x="874554" y="252620"/>
                  </a:lnTo>
                  <a:lnTo>
                    <a:pt x="864837" y="247932"/>
                  </a:lnTo>
                  <a:lnTo>
                    <a:pt x="855120" y="243430"/>
                  </a:lnTo>
                  <a:lnTo>
                    <a:pt x="845403" y="238187"/>
                  </a:lnTo>
                  <a:lnTo>
                    <a:pt x="835685" y="232504"/>
                  </a:lnTo>
                  <a:lnTo>
                    <a:pt x="825968" y="225437"/>
                  </a:lnTo>
                  <a:lnTo>
                    <a:pt x="816251" y="219619"/>
                  </a:lnTo>
                  <a:lnTo>
                    <a:pt x="806534" y="216367"/>
                  </a:lnTo>
                  <a:lnTo>
                    <a:pt x="796816" y="211128"/>
                  </a:lnTo>
                  <a:lnTo>
                    <a:pt x="787099" y="206228"/>
                  </a:lnTo>
                  <a:lnTo>
                    <a:pt x="777382" y="200309"/>
                  </a:lnTo>
                  <a:lnTo>
                    <a:pt x="767664" y="194467"/>
                  </a:lnTo>
                  <a:lnTo>
                    <a:pt x="757947" y="190359"/>
                  </a:lnTo>
                  <a:lnTo>
                    <a:pt x="748230" y="184914"/>
                  </a:lnTo>
                  <a:lnTo>
                    <a:pt x="738513" y="180254"/>
                  </a:lnTo>
                  <a:lnTo>
                    <a:pt x="728795" y="176143"/>
                  </a:lnTo>
                  <a:lnTo>
                    <a:pt x="719078" y="172098"/>
                  </a:lnTo>
                  <a:lnTo>
                    <a:pt x="709361" y="167547"/>
                  </a:lnTo>
                  <a:lnTo>
                    <a:pt x="699643" y="163258"/>
                  </a:lnTo>
                  <a:lnTo>
                    <a:pt x="689926" y="158192"/>
                  </a:lnTo>
                  <a:lnTo>
                    <a:pt x="680209" y="154171"/>
                  </a:lnTo>
                  <a:lnTo>
                    <a:pt x="670492" y="150378"/>
                  </a:lnTo>
                  <a:lnTo>
                    <a:pt x="660774" y="146164"/>
                  </a:lnTo>
                  <a:lnTo>
                    <a:pt x="651057" y="142141"/>
                  </a:lnTo>
                  <a:lnTo>
                    <a:pt x="641340" y="138061"/>
                  </a:lnTo>
                  <a:lnTo>
                    <a:pt x="631623" y="134273"/>
                  </a:lnTo>
                  <a:lnTo>
                    <a:pt x="621905" y="130067"/>
                  </a:lnTo>
                  <a:lnTo>
                    <a:pt x="612188" y="126423"/>
                  </a:lnTo>
                  <a:lnTo>
                    <a:pt x="602471" y="123726"/>
                  </a:lnTo>
                  <a:lnTo>
                    <a:pt x="592753" y="119729"/>
                  </a:lnTo>
                  <a:lnTo>
                    <a:pt x="583036" y="117148"/>
                  </a:lnTo>
                  <a:lnTo>
                    <a:pt x="573319" y="114363"/>
                  </a:lnTo>
                  <a:lnTo>
                    <a:pt x="563602" y="110602"/>
                  </a:lnTo>
                  <a:lnTo>
                    <a:pt x="553884" y="106976"/>
                  </a:lnTo>
                  <a:lnTo>
                    <a:pt x="544167" y="104378"/>
                  </a:lnTo>
                  <a:lnTo>
                    <a:pt x="534450" y="101746"/>
                  </a:lnTo>
                  <a:lnTo>
                    <a:pt x="524732" y="100010"/>
                  </a:lnTo>
                  <a:lnTo>
                    <a:pt x="515015" y="98989"/>
                  </a:lnTo>
                  <a:lnTo>
                    <a:pt x="505298" y="96483"/>
                  </a:lnTo>
                  <a:lnTo>
                    <a:pt x="495581" y="94902"/>
                  </a:lnTo>
                  <a:lnTo>
                    <a:pt x="485863" y="91914"/>
                  </a:lnTo>
                  <a:lnTo>
                    <a:pt x="476146" y="89909"/>
                  </a:lnTo>
                  <a:lnTo>
                    <a:pt x="466429" y="87803"/>
                  </a:lnTo>
                  <a:lnTo>
                    <a:pt x="456712" y="85380"/>
                  </a:lnTo>
                  <a:lnTo>
                    <a:pt x="446994" y="82076"/>
                  </a:lnTo>
                  <a:lnTo>
                    <a:pt x="437277" y="79418"/>
                  </a:lnTo>
                  <a:lnTo>
                    <a:pt x="427560" y="77210"/>
                  </a:lnTo>
                  <a:lnTo>
                    <a:pt x="417842" y="74812"/>
                  </a:lnTo>
                  <a:lnTo>
                    <a:pt x="408125" y="72406"/>
                  </a:lnTo>
                  <a:lnTo>
                    <a:pt x="398408" y="70015"/>
                  </a:lnTo>
                  <a:lnTo>
                    <a:pt x="388691" y="67620"/>
                  </a:lnTo>
                  <a:lnTo>
                    <a:pt x="378973" y="64391"/>
                  </a:lnTo>
                  <a:lnTo>
                    <a:pt x="369256" y="61532"/>
                  </a:lnTo>
                  <a:lnTo>
                    <a:pt x="359539" y="59192"/>
                  </a:lnTo>
                  <a:lnTo>
                    <a:pt x="349821" y="56778"/>
                  </a:lnTo>
                  <a:lnTo>
                    <a:pt x="340104" y="54258"/>
                  </a:lnTo>
                  <a:lnTo>
                    <a:pt x="330387" y="51449"/>
                  </a:lnTo>
                  <a:lnTo>
                    <a:pt x="320670" y="49066"/>
                  </a:lnTo>
                  <a:lnTo>
                    <a:pt x="310952" y="46905"/>
                  </a:lnTo>
                  <a:lnTo>
                    <a:pt x="301235" y="44625"/>
                  </a:lnTo>
                  <a:lnTo>
                    <a:pt x="291518" y="43115"/>
                  </a:lnTo>
                  <a:lnTo>
                    <a:pt x="281801" y="41099"/>
                  </a:lnTo>
                  <a:lnTo>
                    <a:pt x="272083" y="39186"/>
                  </a:lnTo>
                  <a:lnTo>
                    <a:pt x="262366" y="37230"/>
                  </a:lnTo>
                  <a:lnTo>
                    <a:pt x="252649" y="35427"/>
                  </a:lnTo>
                  <a:lnTo>
                    <a:pt x="242931" y="34137"/>
                  </a:lnTo>
                  <a:lnTo>
                    <a:pt x="233214" y="32535"/>
                  </a:lnTo>
                  <a:lnTo>
                    <a:pt x="223497" y="30931"/>
                  </a:lnTo>
                  <a:lnTo>
                    <a:pt x="213780" y="29829"/>
                  </a:lnTo>
                  <a:lnTo>
                    <a:pt x="204062" y="28689"/>
                  </a:lnTo>
                  <a:lnTo>
                    <a:pt x="194345" y="27606"/>
                  </a:lnTo>
                  <a:lnTo>
                    <a:pt x="184628" y="25551"/>
                  </a:lnTo>
                  <a:lnTo>
                    <a:pt x="174910" y="24343"/>
                  </a:lnTo>
                  <a:lnTo>
                    <a:pt x="165193" y="23705"/>
                  </a:lnTo>
                  <a:lnTo>
                    <a:pt x="155476" y="22385"/>
                  </a:lnTo>
                  <a:lnTo>
                    <a:pt x="145759" y="21069"/>
                  </a:lnTo>
                  <a:lnTo>
                    <a:pt x="136041" y="19291"/>
                  </a:lnTo>
                  <a:lnTo>
                    <a:pt x="126324" y="18435"/>
                  </a:lnTo>
                  <a:lnTo>
                    <a:pt x="116607" y="16866"/>
                  </a:lnTo>
                  <a:lnTo>
                    <a:pt x="106890" y="14768"/>
                  </a:lnTo>
                  <a:lnTo>
                    <a:pt x="97172" y="12939"/>
                  </a:lnTo>
                  <a:lnTo>
                    <a:pt x="87455" y="10978"/>
                  </a:lnTo>
                  <a:lnTo>
                    <a:pt x="77738" y="9898"/>
                  </a:lnTo>
                  <a:lnTo>
                    <a:pt x="68020" y="9151"/>
                  </a:lnTo>
                  <a:lnTo>
                    <a:pt x="58303" y="8359"/>
                  </a:lnTo>
                  <a:lnTo>
                    <a:pt x="48586" y="7448"/>
                  </a:lnTo>
                  <a:lnTo>
                    <a:pt x="38869" y="6533"/>
                  </a:lnTo>
                  <a:lnTo>
                    <a:pt x="29151" y="3808"/>
                  </a:lnTo>
                  <a:lnTo>
                    <a:pt x="19434" y="1430"/>
                  </a:lnTo>
                  <a:lnTo>
                    <a:pt x="9717" y="78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648167" y="2964866"/>
              <a:ext cx="2516774" cy="1693921"/>
            </a:xfrm>
            <a:custGeom>
              <a:avLst/>
              <a:pathLst>
                <a:path w="2516774" h="1693921">
                  <a:moveTo>
                    <a:pt x="0" y="0"/>
                  </a:moveTo>
                  <a:lnTo>
                    <a:pt x="9717" y="3420"/>
                  </a:lnTo>
                  <a:lnTo>
                    <a:pt x="19434" y="5497"/>
                  </a:lnTo>
                  <a:lnTo>
                    <a:pt x="29151" y="7873"/>
                  </a:lnTo>
                  <a:lnTo>
                    <a:pt x="38869" y="11082"/>
                  </a:lnTo>
                  <a:lnTo>
                    <a:pt x="48586" y="13134"/>
                  </a:lnTo>
                  <a:lnTo>
                    <a:pt x="58303" y="15659"/>
                  </a:lnTo>
                  <a:lnTo>
                    <a:pt x="68020" y="19805"/>
                  </a:lnTo>
                  <a:lnTo>
                    <a:pt x="77738" y="23012"/>
                  </a:lnTo>
                  <a:lnTo>
                    <a:pt x="87455" y="26099"/>
                  </a:lnTo>
                  <a:lnTo>
                    <a:pt x="97172" y="29687"/>
                  </a:lnTo>
                  <a:lnTo>
                    <a:pt x="106890" y="33498"/>
                  </a:lnTo>
                  <a:lnTo>
                    <a:pt x="116607" y="36409"/>
                  </a:lnTo>
                  <a:lnTo>
                    <a:pt x="126324" y="39330"/>
                  </a:lnTo>
                  <a:lnTo>
                    <a:pt x="136041" y="42266"/>
                  </a:lnTo>
                  <a:lnTo>
                    <a:pt x="145759" y="45219"/>
                  </a:lnTo>
                  <a:lnTo>
                    <a:pt x="155476" y="47396"/>
                  </a:lnTo>
                  <a:lnTo>
                    <a:pt x="165193" y="50182"/>
                  </a:lnTo>
                  <a:lnTo>
                    <a:pt x="174910" y="52982"/>
                  </a:lnTo>
                  <a:lnTo>
                    <a:pt x="184628" y="55831"/>
                  </a:lnTo>
                  <a:lnTo>
                    <a:pt x="194345" y="58694"/>
                  </a:lnTo>
                  <a:lnTo>
                    <a:pt x="204062" y="61600"/>
                  </a:lnTo>
                  <a:lnTo>
                    <a:pt x="213780" y="65062"/>
                  </a:lnTo>
                  <a:lnTo>
                    <a:pt x="223497" y="67954"/>
                  </a:lnTo>
                  <a:lnTo>
                    <a:pt x="233214" y="70317"/>
                  </a:lnTo>
                  <a:lnTo>
                    <a:pt x="242931" y="73164"/>
                  </a:lnTo>
                  <a:lnTo>
                    <a:pt x="252649" y="75707"/>
                  </a:lnTo>
                  <a:lnTo>
                    <a:pt x="262366" y="78512"/>
                  </a:lnTo>
                  <a:lnTo>
                    <a:pt x="272083" y="82118"/>
                  </a:lnTo>
                  <a:lnTo>
                    <a:pt x="281801" y="85183"/>
                  </a:lnTo>
                  <a:lnTo>
                    <a:pt x="291518" y="88483"/>
                  </a:lnTo>
                  <a:lnTo>
                    <a:pt x="301235" y="91166"/>
                  </a:lnTo>
                  <a:lnTo>
                    <a:pt x="310952" y="94404"/>
                  </a:lnTo>
                  <a:lnTo>
                    <a:pt x="320670" y="97658"/>
                  </a:lnTo>
                  <a:lnTo>
                    <a:pt x="330387" y="100053"/>
                  </a:lnTo>
                  <a:lnTo>
                    <a:pt x="340104" y="101572"/>
                  </a:lnTo>
                  <a:lnTo>
                    <a:pt x="349821" y="103769"/>
                  </a:lnTo>
                  <a:lnTo>
                    <a:pt x="359539" y="107222"/>
                  </a:lnTo>
                  <a:lnTo>
                    <a:pt x="369256" y="110555"/>
                  </a:lnTo>
                  <a:lnTo>
                    <a:pt x="378973" y="114851"/>
                  </a:lnTo>
                  <a:lnTo>
                    <a:pt x="388691" y="117980"/>
                  </a:lnTo>
                  <a:lnTo>
                    <a:pt x="398408" y="120937"/>
                  </a:lnTo>
                  <a:lnTo>
                    <a:pt x="408125" y="123860"/>
                  </a:lnTo>
                  <a:lnTo>
                    <a:pt x="417842" y="126774"/>
                  </a:lnTo>
                  <a:lnTo>
                    <a:pt x="427560" y="129718"/>
                  </a:lnTo>
                  <a:lnTo>
                    <a:pt x="437277" y="131848"/>
                  </a:lnTo>
                  <a:lnTo>
                    <a:pt x="446994" y="135698"/>
                  </a:lnTo>
                  <a:lnTo>
                    <a:pt x="456712" y="138692"/>
                  </a:lnTo>
                  <a:lnTo>
                    <a:pt x="466429" y="141701"/>
                  </a:lnTo>
                  <a:lnTo>
                    <a:pt x="476146" y="144718"/>
                  </a:lnTo>
                  <a:lnTo>
                    <a:pt x="485863" y="146767"/>
                  </a:lnTo>
                  <a:lnTo>
                    <a:pt x="495581" y="149423"/>
                  </a:lnTo>
                  <a:lnTo>
                    <a:pt x="505298" y="151858"/>
                  </a:lnTo>
                  <a:lnTo>
                    <a:pt x="515015" y="155906"/>
                  </a:lnTo>
                  <a:lnTo>
                    <a:pt x="524732" y="158600"/>
                  </a:lnTo>
                  <a:lnTo>
                    <a:pt x="534450" y="161407"/>
                  </a:lnTo>
                  <a:lnTo>
                    <a:pt x="544167" y="165281"/>
                  </a:lnTo>
                  <a:lnTo>
                    <a:pt x="553884" y="168805"/>
                  </a:lnTo>
                  <a:lnTo>
                    <a:pt x="563602" y="170651"/>
                  </a:lnTo>
                  <a:lnTo>
                    <a:pt x="573319" y="172496"/>
                  </a:lnTo>
                  <a:lnTo>
                    <a:pt x="583036" y="174862"/>
                  </a:lnTo>
                  <a:lnTo>
                    <a:pt x="592753" y="176621"/>
                  </a:lnTo>
                  <a:lnTo>
                    <a:pt x="602471" y="178862"/>
                  </a:lnTo>
                  <a:lnTo>
                    <a:pt x="612188" y="182236"/>
                  </a:lnTo>
                  <a:lnTo>
                    <a:pt x="621905" y="184993"/>
                  </a:lnTo>
                  <a:lnTo>
                    <a:pt x="631623" y="186648"/>
                  </a:lnTo>
                  <a:lnTo>
                    <a:pt x="641340" y="189285"/>
                  </a:lnTo>
                  <a:lnTo>
                    <a:pt x="651057" y="191646"/>
                  </a:lnTo>
                  <a:lnTo>
                    <a:pt x="660774" y="193809"/>
                  </a:lnTo>
                  <a:lnTo>
                    <a:pt x="670492" y="194846"/>
                  </a:lnTo>
                  <a:lnTo>
                    <a:pt x="680209" y="196828"/>
                  </a:lnTo>
                  <a:lnTo>
                    <a:pt x="689926" y="198228"/>
                  </a:lnTo>
                  <a:lnTo>
                    <a:pt x="699643" y="200905"/>
                  </a:lnTo>
                  <a:lnTo>
                    <a:pt x="709361" y="203143"/>
                  </a:lnTo>
                  <a:lnTo>
                    <a:pt x="719078" y="205017"/>
                  </a:lnTo>
                  <a:lnTo>
                    <a:pt x="728795" y="206472"/>
                  </a:lnTo>
                  <a:lnTo>
                    <a:pt x="738513" y="207653"/>
                  </a:lnTo>
                  <a:lnTo>
                    <a:pt x="748230" y="209946"/>
                  </a:lnTo>
                  <a:lnTo>
                    <a:pt x="757947" y="211526"/>
                  </a:lnTo>
                  <a:lnTo>
                    <a:pt x="767664" y="213529"/>
                  </a:lnTo>
                  <a:lnTo>
                    <a:pt x="777382" y="216710"/>
                  </a:lnTo>
                  <a:lnTo>
                    <a:pt x="787099" y="217861"/>
                  </a:lnTo>
                  <a:lnTo>
                    <a:pt x="796816" y="219785"/>
                  </a:lnTo>
                  <a:lnTo>
                    <a:pt x="806534" y="220984"/>
                  </a:lnTo>
                  <a:lnTo>
                    <a:pt x="816251" y="222211"/>
                  </a:lnTo>
                  <a:lnTo>
                    <a:pt x="825968" y="222574"/>
                  </a:lnTo>
                  <a:lnTo>
                    <a:pt x="835685" y="223616"/>
                  </a:lnTo>
                  <a:lnTo>
                    <a:pt x="845403" y="225834"/>
                  </a:lnTo>
                  <a:lnTo>
                    <a:pt x="855120" y="229110"/>
                  </a:lnTo>
                  <a:lnTo>
                    <a:pt x="864837" y="231383"/>
                  </a:lnTo>
                  <a:lnTo>
                    <a:pt x="874554" y="232983"/>
                  </a:lnTo>
                  <a:lnTo>
                    <a:pt x="884272" y="233710"/>
                  </a:lnTo>
                  <a:lnTo>
                    <a:pt x="893989" y="235135"/>
                  </a:lnTo>
                  <a:lnTo>
                    <a:pt x="903706" y="234890"/>
                  </a:lnTo>
                  <a:lnTo>
                    <a:pt x="913424" y="238078"/>
                  </a:lnTo>
                  <a:lnTo>
                    <a:pt x="923141" y="238758"/>
                  </a:lnTo>
                  <a:lnTo>
                    <a:pt x="932858" y="238547"/>
                  </a:lnTo>
                  <a:lnTo>
                    <a:pt x="942575" y="239953"/>
                  </a:lnTo>
                  <a:lnTo>
                    <a:pt x="952293" y="241223"/>
                  </a:lnTo>
                  <a:lnTo>
                    <a:pt x="962010" y="243632"/>
                  </a:lnTo>
                  <a:lnTo>
                    <a:pt x="971727" y="244433"/>
                  </a:lnTo>
                  <a:lnTo>
                    <a:pt x="981445" y="245813"/>
                  </a:lnTo>
                  <a:lnTo>
                    <a:pt x="991162" y="246515"/>
                  </a:lnTo>
                  <a:lnTo>
                    <a:pt x="1000879" y="247944"/>
                  </a:lnTo>
                  <a:lnTo>
                    <a:pt x="1010596" y="247999"/>
                  </a:lnTo>
                  <a:lnTo>
                    <a:pt x="1020314" y="248639"/>
                  </a:lnTo>
                  <a:lnTo>
                    <a:pt x="1030031" y="249352"/>
                  </a:lnTo>
                  <a:lnTo>
                    <a:pt x="1039748" y="250179"/>
                  </a:lnTo>
                  <a:lnTo>
                    <a:pt x="1049465" y="252087"/>
                  </a:lnTo>
                  <a:lnTo>
                    <a:pt x="1059183" y="252692"/>
                  </a:lnTo>
                  <a:lnTo>
                    <a:pt x="1068900" y="253972"/>
                  </a:lnTo>
                  <a:lnTo>
                    <a:pt x="1078617" y="255448"/>
                  </a:lnTo>
                  <a:lnTo>
                    <a:pt x="1088335" y="256926"/>
                  </a:lnTo>
                  <a:lnTo>
                    <a:pt x="1098052" y="257599"/>
                  </a:lnTo>
                  <a:lnTo>
                    <a:pt x="1107769" y="258813"/>
                  </a:lnTo>
                  <a:lnTo>
                    <a:pt x="1117486" y="260075"/>
                  </a:lnTo>
                  <a:lnTo>
                    <a:pt x="1127204" y="260926"/>
                  </a:lnTo>
                  <a:lnTo>
                    <a:pt x="1136921" y="262534"/>
                  </a:lnTo>
                  <a:lnTo>
                    <a:pt x="1146638" y="263799"/>
                  </a:lnTo>
                  <a:lnTo>
                    <a:pt x="1156356" y="265048"/>
                  </a:lnTo>
                  <a:lnTo>
                    <a:pt x="1166073" y="265932"/>
                  </a:lnTo>
                  <a:lnTo>
                    <a:pt x="1175790" y="265678"/>
                  </a:lnTo>
                  <a:lnTo>
                    <a:pt x="1185507" y="265751"/>
                  </a:lnTo>
                  <a:lnTo>
                    <a:pt x="1195225" y="266151"/>
                  </a:lnTo>
                  <a:lnTo>
                    <a:pt x="1204942" y="266573"/>
                  </a:lnTo>
                  <a:lnTo>
                    <a:pt x="1214659" y="267025"/>
                  </a:lnTo>
                  <a:lnTo>
                    <a:pt x="1224376" y="267854"/>
                  </a:lnTo>
                  <a:lnTo>
                    <a:pt x="1234094" y="269363"/>
                  </a:lnTo>
                  <a:lnTo>
                    <a:pt x="1243811" y="269582"/>
                  </a:lnTo>
                  <a:lnTo>
                    <a:pt x="1253528" y="269632"/>
                  </a:lnTo>
                  <a:lnTo>
                    <a:pt x="1263246" y="269550"/>
                  </a:lnTo>
                  <a:lnTo>
                    <a:pt x="1272963" y="268945"/>
                  </a:lnTo>
                  <a:lnTo>
                    <a:pt x="1282680" y="269283"/>
                  </a:lnTo>
                  <a:lnTo>
                    <a:pt x="1292397" y="270211"/>
                  </a:lnTo>
                  <a:lnTo>
                    <a:pt x="1302115" y="270628"/>
                  </a:lnTo>
                  <a:lnTo>
                    <a:pt x="1311832" y="271047"/>
                  </a:lnTo>
                  <a:lnTo>
                    <a:pt x="1321549" y="271128"/>
                  </a:lnTo>
                  <a:lnTo>
                    <a:pt x="1331267" y="271711"/>
                  </a:lnTo>
                  <a:lnTo>
                    <a:pt x="1340984" y="272279"/>
                  </a:lnTo>
                  <a:lnTo>
                    <a:pt x="1350701" y="272696"/>
                  </a:lnTo>
                  <a:lnTo>
                    <a:pt x="1360418" y="273086"/>
                  </a:lnTo>
                  <a:lnTo>
                    <a:pt x="1370136" y="273482"/>
                  </a:lnTo>
                  <a:lnTo>
                    <a:pt x="1379853" y="273320"/>
                  </a:lnTo>
                  <a:lnTo>
                    <a:pt x="1389570" y="273952"/>
                  </a:lnTo>
                  <a:lnTo>
                    <a:pt x="1399287" y="275583"/>
                  </a:lnTo>
                  <a:lnTo>
                    <a:pt x="1409005" y="276135"/>
                  </a:lnTo>
                  <a:lnTo>
                    <a:pt x="1418722" y="275581"/>
                  </a:lnTo>
                  <a:lnTo>
                    <a:pt x="1428439" y="275757"/>
                  </a:lnTo>
                  <a:lnTo>
                    <a:pt x="1438157" y="276007"/>
                  </a:lnTo>
                  <a:lnTo>
                    <a:pt x="1447874" y="276612"/>
                  </a:lnTo>
                  <a:lnTo>
                    <a:pt x="1457591" y="277233"/>
                  </a:lnTo>
                  <a:lnTo>
                    <a:pt x="1467308" y="277836"/>
                  </a:lnTo>
                  <a:lnTo>
                    <a:pt x="1477026" y="278139"/>
                  </a:lnTo>
                  <a:lnTo>
                    <a:pt x="1486743" y="278453"/>
                  </a:lnTo>
                  <a:lnTo>
                    <a:pt x="1496460" y="278850"/>
                  </a:lnTo>
                  <a:lnTo>
                    <a:pt x="1506178" y="279248"/>
                  </a:lnTo>
                  <a:lnTo>
                    <a:pt x="1515895" y="279646"/>
                  </a:lnTo>
                  <a:lnTo>
                    <a:pt x="1525612" y="280044"/>
                  </a:lnTo>
                  <a:lnTo>
                    <a:pt x="1535329" y="280453"/>
                  </a:lnTo>
                  <a:lnTo>
                    <a:pt x="1545047" y="280887"/>
                  </a:lnTo>
                  <a:lnTo>
                    <a:pt x="1554764" y="281321"/>
                  </a:lnTo>
                  <a:lnTo>
                    <a:pt x="1564481" y="281755"/>
                  </a:lnTo>
                  <a:lnTo>
                    <a:pt x="1574198" y="282245"/>
                  </a:lnTo>
                  <a:lnTo>
                    <a:pt x="1583916" y="282603"/>
                  </a:lnTo>
                  <a:lnTo>
                    <a:pt x="1593633" y="283012"/>
                  </a:lnTo>
                  <a:lnTo>
                    <a:pt x="1603350" y="283995"/>
                  </a:lnTo>
                  <a:lnTo>
                    <a:pt x="1613068" y="284314"/>
                  </a:lnTo>
                  <a:lnTo>
                    <a:pt x="1622785" y="284633"/>
                  </a:lnTo>
                  <a:lnTo>
                    <a:pt x="1632502" y="284952"/>
                  </a:lnTo>
                  <a:lnTo>
                    <a:pt x="1642219" y="285091"/>
                  </a:lnTo>
                  <a:lnTo>
                    <a:pt x="1651937" y="285581"/>
                  </a:lnTo>
                  <a:lnTo>
                    <a:pt x="1661654" y="285905"/>
                  </a:lnTo>
                  <a:lnTo>
                    <a:pt x="1671371" y="286217"/>
                  </a:lnTo>
                  <a:lnTo>
                    <a:pt x="1681089" y="286529"/>
                  </a:lnTo>
                  <a:lnTo>
                    <a:pt x="1690806" y="286842"/>
                  </a:lnTo>
                  <a:lnTo>
                    <a:pt x="1700523" y="287146"/>
                  </a:lnTo>
                  <a:lnTo>
                    <a:pt x="1710240" y="287306"/>
                  </a:lnTo>
                  <a:lnTo>
                    <a:pt x="1719958" y="287467"/>
                  </a:lnTo>
                  <a:lnTo>
                    <a:pt x="1729675" y="287640"/>
                  </a:lnTo>
                  <a:lnTo>
                    <a:pt x="1739392" y="287939"/>
                  </a:lnTo>
                  <a:lnTo>
                    <a:pt x="1749109" y="288352"/>
                  </a:lnTo>
                  <a:lnTo>
                    <a:pt x="1758827" y="288138"/>
                  </a:lnTo>
                  <a:lnTo>
                    <a:pt x="1768544" y="288075"/>
                  </a:lnTo>
                  <a:lnTo>
                    <a:pt x="1778261" y="287929"/>
                  </a:lnTo>
                  <a:lnTo>
                    <a:pt x="1787979" y="287797"/>
                  </a:lnTo>
                  <a:lnTo>
                    <a:pt x="1797696" y="287666"/>
                  </a:lnTo>
                  <a:lnTo>
                    <a:pt x="1807413" y="287557"/>
                  </a:lnTo>
                  <a:lnTo>
                    <a:pt x="1817130" y="287675"/>
                  </a:lnTo>
                  <a:lnTo>
                    <a:pt x="1826848" y="287792"/>
                  </a:lnTo>
                  <a:lnTo>
                    <a:pt x="1836565" y="287656"/>
                  </a:lnTo>
                  <a:lnTo>
                    <a:pt x="1846282" y="287271"/>
                  </a:lnTo>
                  <a:lnTo>
                    <a:pt x="1856000" y="286886"/>
                  </a:lnTo>
                  <a:lnTo>
                    <a:pt x="1865717" y="286701"/>
                  </a:lnTo>
                  <a:lnTo>
                    <a:pt x="1875434" y="286615"/>
                  </a:lnTo>
                  <a:lnTo>
                    <a:pt x="1885151" y="287495"/>
                  </a:lnTo>
                  <a:lnTo>
                    <a:pt x="1894869" y="287805"/>
                  </a:lnTo>
                  <a:lnTo>
                    <a:pt x="1904586" y="287724"/>
                  </a:lnTo>
                  <a:lnTo>
                    <a:pt x="1914303" y="287628"/>
                  </a:lnTo>
                  <a:lnTo>
                    <a:pt x="1924020" y="287533"/>
                  </a:lnTo>
                  <a:lnTo>
                    <a:pt x="1933738" y="287437"/>
                  </a:lnTo>
                  <a:lnTo>
                    <a:pt x="1943455" y="287342"/>
                  </a:lnTo>
                  <a:lnTo>
                    <a:pt x="1953172" y="287254"/>
                  </a:lnTo>
                  <a:lnTo>
                    <a:pt x="1962890" y="287187"/>
                  </a:lnTo>
                  <a:lnTo>
                    <a:pt x="1972607" y="287141"/>
                  </a:lnTo>
                  <a:lnTo>
                    <a:pt x="1982324" y="287830"/>
                  </a:lnTo>
                  <a:lnTo>
                    <a:pt x="1992041" y="288519"/>
                  </a:lnTo>
                  <a:lnTo>
                    <a:pt x="2001759" y="289209"/>
                  </a:lnTo>
                  <a:lnTo>
                    <a:pt x="2011476" y="289900"/>
                  </a:lnTo>
                  <a:lnTo>
                    <a:pt x="2021193" y="289992"/>
                  </a:lnTo>
                  <a:lnTo>
                    <a:pt x="2030911" y="289956"/>
                  </a:lnTo>
                  <a:lnTo>
                    <a:pt x="2040628" y="289920"/>
                  </a:lnTo>
                  <a:lnTo>
                    <a:pt x="2050345" y="289884"/>
                  </a:lnTo>
                  <a:lnTo>
                    <a:pt x="2060062" y="289849"/>
                  </a:lnTo>
                  <a:lnTo>
                    <a:pt x="2069780" y="289813"/>
                  </a:lnTo>
                  <a:lnTo>
                    <a:pt x="2079497" y="289777"/>
                  </a:lnTo>
                  <a:lnTo>
                    <a:pt x="2089214" y="289741"/>
                  </a:lnTo>
                  <a:lnTo>
                    <a:pt x="2098931" y="289615"/>
                  </a:lnTo>
                  <a:lnTo>
                    <a:pt x="2108649" y="289118"/>
                  </a:lnTo>
                  <a:lnTo>
                    <a:pt x="2118366" y="288621"/>
                  </a:lnTo>
                  <a:lnTo>
                    <a:pt x="2128083" y="288125"/>
                  </a:lnTo>
                  <a:lnTo>
                    <a:pt x="2137801" y="287629"/>
                  </a:lnTo>
                  <a:lnTo>
                    <a:pt x="2147518" y="287134"/>
                  </a:lnTo>
                  <a:lnTo>
                    <a:pt x="2157235" y="286638"/>
                  </a:lnTo>
                  <a:lnTo>
                    <a:pt x="2166952" y="286143"/>
                  </a:lnTo>
                  <a:lnTo>
                    <a:pt x="2176670" y="285648"/>
                  </a:lnTo>
                  <a:lnTo>
                    <a:pt x="2186387" y="285224"/>
                  </a:lnTo>
                  <a:lnTo>
                    <a:pt x="2196104" y="285622"/>
                  </a:lnTo>
                  <a:lnTo>
                    <a:pt x="2205822" y="286022"/>
                  </a:lnTo>
                  <a:lnTo>
                    <a:pt x="2215539" y="286424"/>
                  </a:lnTo>
                  <a:lnTo>
                    <a:pt x="2225256" y="286825"/>
                  </a:lnTo>
                  <a:lnTo>
                    <a:pt x="2234973" y="287227"/>
                  </a:lnTo>
                  <a:lnTo>
                    <a:pt x="2244691" y="287628"/>
                  </a:lnTo>
                  <a:lnTo>
                    <a:pt x="2254408" y="288030"/>
                  </a:lnTo>
                  <a:lnTo>
                    <a:pt x="2264125" y="288439"/>
                  </a:lnTo>
                  <a:lnTo>
                    <a:pt x="2273842" y="288857"/>
                  </a:lnTo>
                  <a:lnTo>
                    <a:pt x="2283560" y="289137"/>
                  </a:lnTo>
                  <a:lnTo>
                    <a:pt x="2293277" y="289670"/>
                  </a:lnTo>
                  <a:lnTo>
                    <a:pt x="2302994" y="290076"/>
                  </a:lnTo>
                  <a:lnTo>
                    <a:pt x="2312712" y="290472"/>
                  </a:lnTo>
                  <a:lnTo>
                    <a:pt x="2322429" y="290870"/>
                  </a:lnTo>
                  <a:lnTo>
                    <a:pt x="2332146" y="291267"/>
                  </a:lnTo>
                  <a:lnTo>
                    <a:pt x="2341863" y="291665"/>
                  </a:lnTo>
                  <a:lnTo>
                    <a:pt x="2351581" y="291839"/>
                  </a:lnTo>
                  <a:lnTo>
                    <a:pt x="2361298" y="291388"/>
                  </a:lnTo>
                  <a:lnTo>
                    <a:pt x="2371015" y="290938"/>
                  </a:lnTo>
                  <a:lnTo>
                    <a:pt x="2380733" y="290488"/>
                  </a:lnTo>
                  <a:lnTo>
                    <a:pt x="2390450" y="290038"/>
                  </a:lnTo>
                  <a:lnTo>
                    <a:pt x="2400167" y="290134"/>
                  </a:lnTo>
                  <a:lnTo>
                    <a:pt x="2409884" y="290368"/>
                  </a:lnTo>
                  <a:lnTo>
                    <a:pt x="2419602" y="290602"/>
                  </a:lnTo>
                  <a:lnTo>
                    <a:pt x="2429319" y="290951"/>
                  </a:lnTo>
                  <a:lnTo>
                    <a:pt x="2439036" y="291319"/>
                  </a:lnTo>
                  <a:lnTo>
                    <a:pt x="2448753" y="291688"/>
                  </a:lnTo>
                  <a:lnTo>
                    <a:pt x="2458471" y="292056"/>
                  </a:lnTo>
                  <a:lnTo>
                    <a:pt x="2468188" y="292425"/>
                  </a:lnTo>
                  <a:lnTo>
                    <a:pt x="2477905" y="292794"/>
                  </a:lnTo>
                  <a:lnTo>
                    <a:pt x="2487623" y="293163"/>
                  </a:lnTo>
                  <a:lnTo>
                    <a:pt x="2497340" y="293532"/>
                  </a:lnTo>
                  <a:lnTo>
                    <a:pt x="2507057" y="293906"/>
                  </a:lnTo>
                  <a:lnTo>
                    <a:pt x="2516774" y="294282"/>
                  </a:lnTo>
                  <a:lnTo>
                    <a:pt x="2516774" y="1693921"/>
                  </a:lnTo>
                  <a:lnTo>
                    <a:pt x="2507057" y="1686730"/>
                  </a:lnTo>
                  <a:lnTo>
                    <a:pt x="2497340" y="1678404"/>
                  </a:lnTo>
                  <a:lnTo>
                    <a:pt x="2487623" y="1670020"/>
                  </a:lnTo>
                  <a:lnTo>
                    <a:pt x="2477905" y="1661623"/>
                  </a:lnTo>
                  <a:lnTo>
                    <a:pt x="2468188" y="1653191"/>
                  </a:lnTo>
                  <a:lnTo>
                    <a:pt x="2458471" y="1644741"/>
                  </a:lnTo>
                  <a:lnTo>
                    <a:pt x="2448753" y="1636571"/>
                  </a:lnTo>
                  <a:lnTo>
                    <a:pt x="2439036" y="1628971"/>
                  </a:lnTo>
                  <a:lnTo>
                    <a:pt x="2429319" y="1621359"/>
                  </a:lnTo>
                  <a:lnTo>
                    <a:pt x="2419602" y="1613738"/>
                  </a:lnTo>
                  <a:lnTo>
                    <a:pt x="2409884" y="1606105"/>
                  </a:lnTo>
                  <a:lnTo>
                    <a:pt x="2400167" y="1597724"/>
                  </a:lnTo>
                  <a:lnTo>
                    <a:pt x="2390450" y="1589230"/>
                  </a:lnTo>
                  <a:lnTo>
                    <a:pt x="2380733" y="1580723"/>
                  </a:lnTo>
                  <a:lnTo>
                    <a:pt x="2371015" y="1572862"/>
                  </a:lnTo>
                  <a:lnTo>
                    <a:pt x="2361298" y="1566185"/>
                  </a:lnTo>
                  <a:lnTo>
                    <a:pt x="2351581" y="1559492"/>
                  </a:lnTo>
                  <a:lnTo>
                    <a:pt x="2341863" y="1552577"/>
                  </a:lnTo>
                  <a:lnTo>
                    <a:pt x="2332146" y="1544901"/>
                  </a:lnTo>
                  <a:lnTo>
                    <a:pt x="2322429" y="1536495"/>
                  </a:lnTo>
                  <a:lnTo>
                    <a:pt x="2312712" y="1528102"/>
                  </a:lnTo>
                  <a:lnTo>
                    <a:pt x="2302994" y="1521445"/>
                  </a:lnTo>
                  <a:lnTo>
                    <a:pt x="2293277" y="1514118"/>
                  </a:lnTo>
                  <a:lnTo>
                    <a:pt x="2283560" y="1506431"/>
                  </a:lnTo>
                  <a:lnTo>
                    <a:pt x="2273842" y="1498739"/>
                  </a:lnTo>
                  <a:lnTo>
                    <a:pt x="2264125" y="1491041"/>
                  </a:lnTo>
                  <a:lnTo>
                    <a:pt x="2254408" y="1483334"/>
                  </a:lnTo>
                  <a:lnTo>
                    <a:pt x="2244691" y="1475586"/>
                  </a:lnTo>
                  <a:lnTo>
                    <a:pt x="2234973" y="1467835"/>
                  </a:lnTo>
                  <a:lnTo>
                    <a:pt x="2225256" y="1460079"/>
                  </a:lnTo>
                  <a:lnTo>
                    <a:pt x="2215539" y="1452320"/>
                  </a:lnTo>
                  <a:lnTo>
                    <a:pt x="2205822" y="1444558"/>
                  </a:lnTo>
                  <a:lnTo>
                    <a:pt x="2196104" y="1436793"/>
                  </a:lnTo>
                  <a:lnTo>
                    <a:pt x="2186387" y="1429025"/>
                  </a:lnTo>
                  <a:lnTo>
                    <a:pt x="2176670" y="1421132"/>
                  </a:lnTo>
                  <a:lnTo>
                    <a:pt x="2166952" y="1413488"/>
                  </a:lnTo>
                  <a:lnTo>
                    <a:pt x="2157235" y="1406141"/>
                  </a:lnTo>
                  <a:lnTo>
                    <a:pt x="2147518" y="1398815"/>
                  </a:lnTo>
                  <a:lnTo>
                    <a:pt x="2137801" y="1391491"/>
                  </a:lnTo>
                  <a:lnTo>
                    <a:pt x="2128083" y="1384168"/>
                  </a:lnTo>
                  <a:lnTo>
                    <a:pt x="2118366" y="1376847"/>
                  </a:lnTo>
                  <a:lnTo>
                    <a:pt x="2108649" y="1369514"/>
                  </a:lnTo>
                  <a:lnTo>
                    <a:pt x="2098931" y="1362156"/>
                  </a:lnTo>
                  <a:lnTo>
                    <a:pt x="2089214" y="1354800"/>
                  </a:lnTo>
                  <a:lnTo>
                    <a:pt x="2079497" y="1347740"/>
                  </a:lnTo>
                  <a:lnTo>
                    <a:pt x="2069780" y="1340907"/>
                  </a:lnTo>
                  <a:lnTo>
                    <a:pt x="2060062" y="1334065"/>
                  </a:lnTo>
                  <a:lnTo>
                    <a:pt x="2050345" y="1326962"/>
                  </a:lnTo>
                  <a:lnTo>
                    <a:pt x="2040628" y="1318968"/>
                  </a:lnTo>
                  <a:lnTo>
                    <a:pt x="2030911" y="1310966"/>
                  </a:lnTo>
                  <a:lnTo>
                    <a:pt x="2021193" y="1303514"/>
                  </a:lnTo>
                  <a:lnTo>
                    <a:pt x="2011476" y="1296222"/>
                  </a:lnTo>
                  <a:lnTo>
                    <a:pt x="2001759" y="1288936"/>
                  </a:lnTo>
                  <a:lnTo>
                    <a:pt x="1992041" y="1281656"/>
                  </a:lnTo>
                  <a:lnTo>
                    <a:pt x="1982324" y="1274383"/>
                  </a:lnTo>
                  <a:lnTo>
                    <a:pt x="1972607" y="1267116"/>
                  </a:lnTo>
                  <a:lnTo>
                    <a:pt x="1962890" y="1259855"/>
                  </a:lnTo>
                  <a:lnTo>
                    <a:pt x="1953172" y="1252602"/>
                  </a:lnTo>
                  <a:lnTo>
                    <a:pt x="1943455" y="1245356"/>
                  </a:lnTo>
                  <a:lnTo>
                    <a:pt x="1933738" y="1238118"/>
                  </a:lnTo>
                  <a:lnTo>
                    <a:pt x="1924020" y="1230888"/>
                  </a:lnTo>
                  <a:lnTo>
                    <a:pt x="1914303" y="1223640"/>
                  </a:lnTo>
                  <a:lnTo>
                    <a:pt x="1904586" y="1216369"/>
                  </a:lnTo>
                  <a:lnTo>
                    <a:pt x="1894869" y="1209107"/>
                  </a:lnTo>
                  <a:lnTo>
                    <a:pt x="1885151" y="1201854"/>
                  </a:lnTo>
                  <a:lnTo>
                    <a:pt x="1875434" y="1193180"/>
                  </a:lnTo>
                  <a:lnTo>
                    <a:pt x="1865717" y="1184063"/>
                  </a:lnTo>
                  <a:lnTo>
                    <a:pt x="1856000" y="1174964"/>
                  </a:lnTo>
                  <a:lnTo>
                    <a:pt x="1846282" y="1167893"/>
                  </a:lnTo>
                  <a:lnTo>
                    <a:pt x="1836565" y="1161352"/>
                  </a:lnTo>
                  <a:lnTo>
                    <a:pt x="1826848" y="1155119"/>
                  </a:lnTo>
                  <a:lnTo>
                    <a:pt x="1817130" y="1148884"/>
                  </a:lnTo>
                  <a:lnTo>
                    <a:pt x="1807413" y="1142648"/>
                  </a:lnTo>
                  <a:lnTo>
                    <a:pt x="1797696" y="1136411"/>
                  </a:lnTo>
                  <a:lnTo>
                    <a:pt x="1787979" y="1130173"/>
                  </a:lnTo>
                  <a:lnTo>
                    <a:pt x="1778261" y="1123335"/>
                  </a:lnTo>
                  <a:lnTo>
                    <a:pt x="1768544" y="1116289"/>
                  </a:lnTo>
                  <a:lnTo>
                    <a:pt x="1758827" y="1109228"/>
                  </a:lnTo>
                  <a:lnTo>
                    <a:pt x="1749109" y="1101196"/>
                  </a:lnTo>
                  <a:lnTo>
                    <a:pt x="1739392" y="1092011"/>
                  </a:lnTo>
                  <a:lnTo>
                    <a:pt x="1729675" y="1084507"/>
                  </a:lnTo>
                  <a:lnTo>
                    <a:pt x="1719958" y="1077594"/>
                  </a:lnTo>
                  <a:lnTo>
                    <a:pt x="1710240" y="1070687"/>
                  </a:lnTo>
                  <a:lnTo>
                    <a:pt x="1700523" y="1063788"/>
                  </a:lnTo>
                  <a:lnTo>
                    <a:pt x="1690806" y="1056896"/>
                  </a:lnTo>
                  <a:lnTo>
                    <a:pt x="1681089" y="1050011"/>
                  </a:lnTo>
                  <a:lnTo>
                    <a:pt x="1671371" y="1043134"/>
                  </a:lnTo>
                  <a:lnTo>
                    <a:pt x="1661654" y="1036265"/>
                  </a:lnTo>
                  <a:lnTo>
                    <a:pt x="1651937" y="1029380"/>
                  </a:lnTo>
                  <a:lnTo>
                    <a:pt x="1642219" y="1022853"/>
                  </a:lnTo>
                  <a:lnTo>
                    <a:pt x="1632502" y="1015708"/>
                  </a:lnTo>
                  <a:lnTo>
                    <a:pt x="1622785" y="1008873"/>
                  </a:lnTo>
                  <a:lnTo>
                    <a:pt x="1613068" y="1002047"/>
                  </a:lnTo>
                  <a:lnTo>
                    <a:pt x="1603350" y="995231"/>
                  </a:lnTo>
                  <a:lnTo>
                    <a:pt x="1593633" y="988424"/>
                  </a:lnTo>
                  <a:lnTo>
                    <a:pt x="1583916" y="981627"/>
                  </a:lnTo>
                  <a:lnTo>
                    <a:pt x="1574198" y="974841"/>
                  </a:lnTo>
                  <a:lnTo>
                    <a:pt x="1564481" y="968023"/>
                  </a:lnTo>
                  <a:lnTo>
                    <a:pt x="1554764" y="961235"/>
                  </a:lnTo>
                  <a:lnTo>
                    <a:pt x="1545047" y="954532"/>
                  </a:lnTo>
                  <a:lnTo>
                    <a:pt x="1535329" y="947773"/>
                  </a:lnTo>
                  <a:lnTo>
                    <a:pt x="1525612" y="940989"/>
                  </a:lnTo>
                  <a:lnTo>
                    <a:pt x="1515895" y="934292"/>
                  </a:lnTo>
                  <a:lnTo>
                    <a:pt x="1506178" y="927621"/>
                  </a:lnTo>
                  <a:lnTo>
                    <a:pt x="1496460" y="921136"/>
                  </a:lnTo>
                  <a:lnTo>
                    <a:pt x="1486743" y="916226"/>
                  </a:lnTo>
                  <a:lnTo>
                    <a:pt x="1477026" y="911325"/>
                  </a:lnTo>
                  <a:lnTo>
                    <a:pt x="1467308" y="904379"/>
                  </a:lnTo>
                  <a:lnTo>
                    <a:pt x="1457591" y="897100"/>
                  </a:lnTo>
                  <a:lnTo>
                    <a:pt x="1447874" y="889834"/>
                  </a:lnTo>
                  <a:lnTo>
                    <a:pt x="1438157" y="882585"/>
                  </a:lnTo>
                  <a:lnTo>
                    <a:pt x="1428439" y="875354"/>
                  </a:lnTo>
                  <a:lnTo>
                    <a:pt x="1418722" y="868847"/>
                  </a:lnTo>
                  <a:lnTo>
                    <a:pt x="1409005" y="863583"/>
                  </a:lnTo>
                  <a:lnTo>
                    <a:pt x="1399287" y="858326"/>
                  </a:lnTo>
                  <a:lnTo>
                    <a:pt x="1389570" y="853057"/>
                  </a:lnTo>
                  <a:lnTo>
                    <a:pt x="1379853" y="846720"/>
                  </a:lnTo>
                  <a:lnTo>
                    <a:pt x="1370136" y="840357"/>
                  </a:lnTo>
                  <a:lnTo>
                    <a:pt x="1360418" y="834033"/>
                  </a:lnTo>
                  <a:lnTo>
                    <a:pt x="1350701" y="827414"/>
                  </a:lnTo>
                  <a:lnTo>
                    <a:pt x="1340984" y="820910"/>
                  </a:lnTo>
                  <a:lnTo>
                    <a:pt x="1331267" y="814744"/>
                  </a:lnTo>
                  <a:lnTo>
                    <a:pt x="1321549" y="808978"/>
                  </a:lnTo>
                  <a:lnTo>
                    <a:pt x="1311832" y="802168"/>
                  </a:lnTo>
                  <a:lnTo>
                    <a:pt x="1302115" y="796528"/>
                  </a:lnTo>
                  <a:lnTo>
                    <a:pt x="1292397" y="791077"/>
                  </a:lnTo>
                  <a:lnTo>
                    <a:pt x="1282680" y="784417"/>
                  </a:lnTo>
                  <a:lnTo>
                    <a:pt x="1272963" y="777764"/>
                  </a:lnTo>
                  <a:lnTo>
                    <a:pt x="1263246" y="771417"/>
                  </a:lnTo>
                  <a:lnTo>
                    <a:pt x="1253528" y="766800"/>
                  </a:lnTo>
                  <a:lnTo>
                    <a:pt x="1243811" y="762279"/>
                  </a:lnTo>
                  <a:lnTo>
                    <a:pt x="1234094" y="757545"/>
                  </a:lnTo>
                  <a:lnTo>
                    <a:pt x="1224376" y="751905"/>
                  </a:lnTo>
                  <a:lnTo>
                    <a:pt x="1214659" y="746276"/>
                  </a:lnTo>
                  <a:lnTo>
                    <a:pt x="1204942" y="740614"/>
                  </a:lnTo>
                  <a:lnTo>
                    <a:pt x="1195225" y="735592"/>
                  </a:lnTo>
                  <a:lnTo>
                    <a:pt x="1185507" y="729560"/>
                  </a:lnTo>
                  <a:lnTo>
                    <a:pt x="1175790" y="722482"/>
                  </a:lnTo>
                  <a:lnTo>
                    <a:pt x="1166073" y="715578"/>
                  </a:lnTo>
                  <a:lnTo>
                    <a:pt x="1156356" y="708890"/>
                  </a:lnTo>
                  <a:lnTo>
                    <a:pt x="1146638" y="703960"/>
                  </a:lnTo>
                  <a:lnTo>
                    <a:pt x="1136921" y="698631"/>
                  </a:lnTo>
                  <a:lnTo>
                    <a:pt x="1127204" y="691869"/>
                  </a:lnTo>
                  <a:lnTo>
                    <a:pt x="1117486" y="688308"/>
                  </a:lnTo>
                  <a:lnTo>
                    <a:pt x="1107769" y="682009"/>
                  </a:lnTo>
                  <a:lnTo>
                    <a:pt x="1098052" y="674236"/>
                  </a:lnTo>
                  <a:lnTo>
                    <a:pt x="1088335" y="666892"/>
                  </a:lnTo>
                  <a:lnTo>
                    <a:pt x="1078617" y="660513"/>
                  </a:lnTo>
                  <a:lnTo>
                    <a:pt x="1068900" y="654910"/>
                  </a:lnTo>
                  <a:lnTo>
                    <a:pt x="1059183" y="649296"/>
                  </a:lnTo>
                  <a:lnTo>
                    <a:pt x="1049465" y="643493"/>
                  </a:lnTo>
                  <a:lnTo>
                    <a:pt x="1039748" y="636079"/>
                  </a:lnTo>
                  <a:lnTo>
                    <a:pt x="1030031" y="632459"/>
                  </a:lnTo>
                  <a:lnTo>
                    <a:pt x="1020314" y="627121"/>
                  </a:lnTo>
                  <a:lnTo>
                    <a:pt x="1010596" y="621496"/>
                  </a:lnTo>
                  <a:lnTo>
                    <a:pt x="1000879" y="615445"/>
                  </a:lnTo>
                  <a:lnTo>
                    <a:pt x="991162" y="610408"/>
                  </a:lnTo>
                  <a:lnTo>
                    <a:pt x="981445" y="605409"/>
                  </a:lnTo>
                  <a:lnTo>
                    <a:pt x="971727" y="600316"/>
                  </a:lnTo>
                  <a:lnTo>
                    <a:pt x="962010" y="594683"/>
                  </a:lnTo>
                  <a:lnTo>
                    <a:pt x="952293" y="591390"/>
                  </a:lnTo>
                  <a:lnTo>
                    <a:pt x="942575" y="586272"/>
                  </a:lnTo>
                  <a:lnTo>
                    <a:pt x="932858" y="581689"/>
                  </a:lnTo>
                  <a:lnTo>
                    <a:pt x="923141" y="575952"/>
                  </a:lnTo>
                  <a:lnTo>
                    <a:pt x="913424" y="570304"/>
                  </a:lnTo>
                  <a:lnTo>
                    <a:pt x="903706" y="565894"/>
                  </a:lnTo>
                  <a:lnTo>
                    <a:pt x="893989" y="560321"/>
                  </a:lnTo>
                  <a:lnTo>
                    <a:pt x="884272" y="556807"/>
                  </a:lnTo>
                  <a:lnTo>
                    <a:pt x="874554" y="553282"/>
                  </a:lnTo>
                  <a:lnTo>
                    <a:pt x="864837" y="549776"/>
                  </a:lnTo>
                  <a:lnTo>
                    <a:pt x="855120" y="546286"/>
                  </a:lnTo>
                  <a:lnTo>
                    <a:pt x="845403" y="541885"/>
                  </a:lnTo>
                  <a:lnTo>
                    <a:pt x="835685" y="539746"/>
                  </a:lnTo>
                  <a:lnTo>
                    <a:pt x="825968" y="535910"/>
                  </a:lnTo>
                  <a:lnTo>
                    <a:pt x="816251" y="531620"/>
                  </a:lnTo>
                  <a:lnTo>
                    <a:pt x="806534" y="527749"/>
                  </a:lnTo>
                  <a:lnTo>
                    <a:pt x="796816" y="524351"/>
                  </a:lnTo>
                  <a:lnTo>
                    <a:pt x="787099" y="520980"/>
                  </a:lnTo>
                  <a:lnTo>
                    <a:pt x="777382" y="515496"/>
                  </a:lnTo>
                  <a:lnTo>
                    <a:pt x="767664" y="511440"/>
                  </a:lnTo>
                  <a:lnTo>
                    <a:pt x="757947" y="508082"/>
                  </a:lnTo>
                  <a:lnTo>
                    <a:pt x="748230" y="506250"/>
                  </a:lnTo>
                  <a:lnTo>
                    <a:pt x="738513" y="501201"/>
                  </a:lnTo>
                  <a:lnTo>
                    <a:pt x="728795" y="497799"/>
                  </a:lnTo>
                  <a:lnTo>
                    <a:pt x="719078" y="494797"/>
                  </a:lnTo>
                  <a:lnTo>
                    <a:pt x="709361" y="492049"/>
                  </a:lnTo>
                  <a:lnTo>
                    <a:pt x="699643" y="488283"/>
                  </a:lnTo>
                  <a:lnTo>
                    <a:pt x="689926" y="486297"/>
                  </a:lnTo>
                  <a:lnTo>
                    <a:pt x="680209" y="483945"/>
                  </a:lnTo>
                  <a:lnTo>
                    <a:pt x="670492" y="481134"/>
                  </a:lnTo>
                  <a:lnTo>
                    <a:pt x="660774" y="478531"/>
                  </a:lnTo>
                  <a:lnTo>
                    <a:pt x="651057" y="475644"/>
                  </a:lnTo>
                  <a:lnTo>
                    <a:pt x="641340" y="473026"/>
                  </a:lnTo>
                  <a:lnTo>
                    <a:pt x="631623" y="470327"/>
                  </a:lnTo>
                  <a:lnTo>
                    <a:pt x="621905" y="467814"/>
                  </a:lnTo>
                  <a:lnTo>
                    <a:pt x="612188" y="464848"/>
                  </a:lnTo>
                  <a:lnTo>
                    <a:pt x="602471" y="462319"/>
                  </a:lnTo>
                  <a:lnTo>
                    <a:pt x="592753" y="459693"/>
                  </a:lnTo>
                  <a:lnTo>
                    <a:pt x="583036" y="458680"/>
                  </a:lnTo>
                  <a:lnTo>
                    <a:pt x="573319" y="456486"/>
                  </a:lnTo>
                  <a:lnTo>
                    <a:pt x="563602" y="453950"/>
                  </a:lnTo>
                  <a:lnTo>
                    <a:pt x="553884" y="452266"/>
                  </a:lnTo>
                  <a:lnTo>
                    <a:pt x="544167" y="450065"/>
                  </a:lnTo>
                  <a:lnTo>
                    <a:pt x="534450" y="448318"/>
                  </a:lnTo>
                  <a:lnTo>
                    <a:pt x="524732" y="445213"/>
                  </a:lnTo>
                  <a:lnTo>
                    <a:pt x="515015" y="442840"/>
                  </a:lnTo>
                  <a:lnTo>
                    <a:pt x="505298" y="440429"/>
                  </a:lnTo>
                  <a:lnTo>
                    <a:pt x="495581" y="438005"/>
                  </a:lnTo>
                  <a:lnTo>
                    <a:pt x="485863" y="435570"/>
                  </a:lnTo>
                  <a:lnTo>
                    <a:pt x="476146" y="433999"/>
                  </a:lnTo>
                  <a:lnTo>
                    <a:pt x="466429" y="433432"/>
                  </a:lnTo>
                  <a:lnTo>
                    <a:pt x="456712" y="431053"/>
                  </a:lnTo>
                  <a:lnTo>
                    <a:pt x="446994" y="429332"/>
                  </a:lnTo>
                  <a:lnTo>
                    <a:pt x="437277" y="428919"/>
                  </a:lnTo>
                  <a:lnTo>
                    <a:pt x="427560" y="427739"/>
                  </a:lnTo>
                  <a:lnTo>
                    <a:pt x="417842" y="425461"/>
                  </a:lnTo>
                  <a:lnTo>
                    <a:pt x="408125" y="422918"/>
                  </a:lnTo>
                  <a:lnTo>
                    <a:pt x="398408" y="420668"/>
                  </a:lnTo>
                  <a:lnTo>
                    <a:pt x="388691" y="420513"/>
                  </a:lnTo>
                  <a:lnTo>
                    <a:pt x="378973" y="419466"/>
                  </a:lnTo>
                  <a:lnTo>
                    <a:pt x="369256" y="417721"/>
                  </a:lnTo>
                  <a:lnTo>
                    <a:pt x="359539" y="416205"/>
                  </a:lnTo>
                  <a:lnTo>
                    <a:pt x="349821" y="415200"/>
                  </a:lnTo>
                  <a:lnTo>
                    <a:pt x="340104" y="414751"/>
                  </a:lnTo>
                  <a:lnTo>
                    <a:pt x="330387" y="414273"/>
                  </a:lnTo>
                  <a:lnTo>
                    <a:pt x="320670" y="413062"/>
                  </a:lnTo>
                  <a:lnTo>
                    <a:pt x="310952" y="411542"/>
                  </a:lnTo>
                  <a:lnTo>
                    <a:pt x="301235" y="409980"/>
                  </a:lnTo>
                  <a:lnTo>
                    <a:pt x="291518" y="408935"/>
                  </a:lnTo>
                  <a:lnTo>
                    <a:pt x="281801" y="407422"/>
                  </a:lnTo>
                  <a:lnTo>
                    <a:pt x="272083" y="406833"/>
                  </a:lnTo>
                  <a:lnTo>
                    <a:pt x="262366" y="406373"/>
                  </a:lnTo>
                  <a:lnTo>
                    <a:pt x="252649" y="405914"/>
                  </a:lnTo>
                  <a:lnTo>
                    <a:pt x="242931" y="405454"/>
                  </a:lnTo>
                  <a:lnTo>
                    <a:pt x="233214" y="404686"/>
                  </a:lnTo>
                  <a:lnTo>
                    <a:pt x="223497" y="403272"/>
                  </a:lnTo>
                  <a:lnTo>
                    <a:pt x="213780" y="402105"/>
                  </a:lnTo>
                  <a:lnTo>
                    <a:pt x="204062" y="401179"/>
                  </a:lnTo>
                  <a:lnTo>
                    <a:pt x="194345" y="399849"/>
                  </a:lnTo>
                  <a:lnTo>
                    <a:pt x="184628" y="398702"/>
                  </a:lnTo>
                  <a:lnTo>
                    <a:pt x="174910" y="397556"/>
                  </a:lnTo>
                  <a:lnTo>
                    <a:pt x="165193" y="396786"/>
                  </a:lnTo>
                  <a:lnTo>
                    <a:pt x="155476" y="396089"/>
                  </a:lnTo>
                  <a:lnTo>
                    <a:pt x="145759" y="395025"/>
                  </a:lnTo>
                  <a:lnTo>
                    <a:pt x="136041" y="393662"/>
                  </a:lnTo>
                  <a:lnTo>
                    <a:pt x="126324" y="392784"/>
                  </a:lnTo>
                  <a:lnTo>
                    <a:pt x="116607" y="391988"/>
                  </a:lnTo>
                  <a:lnTo>
                    <a:pt x="106890" y="391877"/>
                  </a:lnTo>
                  <a:lnTo>
                    <a:pt x="97172" y="391329"/>
                  </a:lnTo>
                  <a:lnTo>
                    <a:pt x="87455" y="390050"/>
                  </a:lnTo>
                  <a:lnTo>
                    <a:pt x="77738" y="389174"/>
                  </a:lnTo>
                  <a:lnTo>
                    <a:pt x="68020" y="388471"/>
                  </a:lnTo>
                  <a:lnTo>
                    <a:pt x="58303" y="387930"/>
                  </a:lnTo>
                  <a:lnTo>
                    <a:pt x="48586" y="387064"/>
                  </a:lnTo>
                  <a:lnTo>
                    <a:pt x="38869" y="385988"/>
                  </a:lnTo>
                  <a:lnTo>
                    <a:pt x="29151" y="384889"/>
                  </a:lnTo>
                  <a:lnTo>
                    <a:pt x="19434" y="383823"/>
                  </a:lnTo>
                  <a:lnTo>
                    <a:pt x="9717" y="383329"/>
                  </a:lnTo>
                  <a:lnTo>
                    <a:pt x="0" y="382046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648167" y="2964866"/>
              <a:ext cx="2516774" cy="294282"/>
            </a:xfrm>
            <a:custGeom>
              <a:avLst/>
              <a:pathLst>
                <a:path w="2516774" h="294282">
                  <a:moveTo>
                    <a:pt x="0" y="0"/>
                  </a:moveTo>
                  <a:lnTo>
                    <a:pt x="9717" y="3420"/>
                  </a:lnTo>
                  <a:lnTo>
                    <a:pt x="19434" y="5497"/>
                  </a:lnTo>
                  <a:lnTo>
                    <a:pt x="29151" y="7873"/>
                  </a:lnTo>
                  <a:lnTo>
                    <a:pt x="38869" y="11082"/>
                  </a:lnTo>
                  <a:lnTo>
                    <a:pt x="48586" y="13134"/>
                  </a:lnTo>
                  <a:lnTo>
                    <a:pt x="58303" y="15659"/>
                  </a:lnTo>
                  <a:lnTo>
                    <a:pt x="68020" y="19805"/>
                  </a:lnTo>
                  <a:lnTo>
                    <a:pt x="77738" y="23012"/>
                  </a:lnTo>
                  <a:lnTo>
                    <a:pt x="87455" y="26099"/>
                  </a:lnTo>
                  <a:lnTo>
                    <a:pt x="97172" y="29687"/>
                  </a:lnTo>
                  <a:lnTo>
                    <a:pt x="106890" y="33498"/>
                  </a:lnTo>
                  <a:lnTo>
                    <a:pt x="116607" y="36409"/>
                  </a:lnTo>
                  <a:lnTo>
                    <a:pt x="126324" y="39330"/>
                  </a:lnTo>
                  <a:lnTo>
                    <a:pt x="136041" y="42266"/>
                  </a:lnTo>
                  <a:lnTo>
                    <a:pt x="145759" y="45219"/>
                  </a:lnTo>
                  <a:lnTo>
                    <a:pt x="155476" y="47396"/>
                  </a:lnTo>
                  <a:lnTo>
                    <a:pt x="165193" y="50182"/>
                  </a:lnTo>
                  <a:lnTo>
                    <a:pt x="174910" y="52982"/>
                  </a:lnTo>
                  <a:lnTo>
                    <a:pt x="184628" y="55831"/>
                  </a:lnTo>
                  <a:lnTo>
                    <a:pt x="194345" y="58694"/>
                  </a:lnTo>
                  <a:lnTo>
                    <a:pt x="204062" y="61600"/>
                  </a:lnTo>
                  <a:lnTo>
                    <a:pt x="213780" y="65062"/>
                  </a:lnTo>
                  <a:lnTo>
                    <a:pt x="223497" y="67954"/>
                  </a:lnTo>
                  <a:lnTo>
                    <a:pt x="233214" y="70317"/>
                  </a:lnTo>
                  <a:lnTo>
                    <a:pt x="242931" y="73164"/>
                  </a:lnTo>
                  <a:lnTo>
                    <a:pt x="252649" y="75707"/>
                  </a:lnTo>
                  <a:lnTo>
                    <a:pt x="262366" y="78512"/>
                  </a:lnTo>
                  <a:lnTo>
                    <a:pt x="272083" y="82118"/>
                  </a:lnTo>
                  <a:lnTo>
                    <a:pt x="281801" y="85183"/>
                  </a:lnTo>
                  <a:lnTo>
                    <a:pt x="291518" y="88483"/>
                  </a:lnTo>
                  <a:lnTo>
                    <a:pt x="301235" y="91166"/>
                  </a:lnTo>
                  <a:lnTo>
                    <a:pt x="310952" y="94404"/>
                  </a:lnTo>
                  <a:lnTo>
                    <a:pt x="320670" y="97658"/>
                  </a:lnTo>
                  <a:lnTo>
                    <a:pt x="330387" y="100053"/>
                  </a:lnTo>
                  <a:lnTo>
                    <a:pt x="340104" y="101572"/>
                  </a:lnTo>
                  <a:lnTo>
                    <a:pt x="349821" y="103769"/>
                  </a:lnTo>
                  <a:lnTo>
                    <a:pt x="359539" y="107222"/>
                  </a:lnTo>
                  <a:lnTo>
                    <a:pt x="369256" y="110555"/>
                  </a:lnTo>
                  <a:lnTo>
                    <a:pt x="378973" y="114851"/>
                  </a:lnTo>
                  <a:lnTo>
                    <a:pt x="388691" y="117980"/>
                  </a:lnTo>
                  <a:lnTo>
                    <a:pt x="398408" y="120937"/>
                  </a:lnTo>
                  <a:lnTo>
                    <a:pt x="408125" y="123860"/>
                  </a:lnTo>
                  <a:lnTo>
                    <a:pt x="417842" y="126774"/>
                  </a:lnTo>
                  <a:lnTo>
                    <a:pt x="427560" y="129718"/>
                  </a:lnTo>
                  <a:lnTo>
                    <a:pt x="437277" y="131848"/>
                  </a:lnTo>
                  <a:lnTo>
                    <a:pt x="446994" y="135698"/>
                  </a:lnTo>
                  <a:lnTo>
                    <a:pt x="456712" y="138692"/>
                  </a:lnTo>
                  <a:lnTo>
                    <a:pt x="466429" y="141701"/>
                  </a:lnTo>
                  <a:lnTo>
                    <a:pt x="476146" y="144718"/>
                  </a:lnTo>
                  <a:lnTo>
                    <a:pt x="485863" y="146767"/>
                  </a:lnTo>
                  <a:lnTo>
                    <a:pt x="495581" y="149423"/>
                  </a:lnTo>
                  <a:lnTo>
                    <a:pt x="505298" y="151858"/>
                  </a:lnTo>
                  <a:lnTo>
                    <a:pt x="515015" y="155906"/>
                  </a:lnTo>
                  <a:lnTo>
                    <a:pt x="524732" y="158600"/>
                  </a:lnTo>
                  <a:lnTo>
                    <a:pt x="534450" y="161407"/>
                  </a:lnTo>
                  <a:lnTo>
                    <a:pt x="544167" y="165281"/>
                  </a:lnTo>
                  <a:lnTo>
                    <a:pt x="553884" y="168805"/>
                  </a:lnTo>
                  <a:lnTo>
                    <a:pt x="563602" y="170651"/>
                  </a:lnTo>
                  <a:lnTo>
                    <a:pt x="573319" y="172496"/>
                  </a:lnTo>
                  <a:lnTo>
                    <a:pt x="583036" y="174862"/>
                  </a:lnTo>
                  <a:lnTo>
                    <a:pt x="592753" y="176621"/>
                  </a:lnTo>
                  <a:lnTo>
                    <a:pt x="602471" y="178862"/>
                  </a:lnTo>
                  <a:lnTo>
                    <a:pt x="612188" y="182236"/>
                  </a:lnTo>
                  <a:lnTo>
                    <a:pt x="621905" y="184993"/>
                  </a:lnTo>
                  <a:lnTo>
                    <a:pt x="631623" y="186648"/>
                  </a:lnTo>
                  <a:lnTo>
                    <a:pt x="641340" y="189285"/>
                  </a:lnTo>
                  <a:lnTo>
                    <a:pt x="651057" y="191646"/>
                  </a:lnTo>
                  <a:lnTo>
                    <a:pt x="660774" y="193809"/>
                  </a:lnTo>
                  <a:lnTo>
                    <a:pt x="670492" y="194846"/>
                  </a:lnTo>
                  <a:lnTo>
                    <a:pt x="680209" y="196828"/>
                  </a:lnTo>
                  <a:lnTo>
                    <a:pt x="689926" y="198228"/>
                  </a:lnTo>
                  <a:lnTo>
                    <a:pt x="699643" y="200905"/>
                  </a:lnTo>
                  <a:lnTo>
                    <a:pt x="709361" y="203143"/>
                  </a:lnTo>
                  <a:lnTo>
                    <a:pt x="719078" y="205017"/>
                  </a:lnTo>
                  <a:lnTo>
                    <a:pt x="728795" y="206472"/>
                  </a:lnTo>
                  <a:lnTo>
                    <a:pt x="738513" y="207653"/>
                  </a:lnTo>
                  <a:lnTo>
                    <a:pt x="748230" y="209946"/>
                  </a:lnTo>
                  <a:lnTo>
                    <a:pt x="757947" y="211526"/>
                  </a:lnTo>
                  <a:lnTo>
                    <a:pt x="767664" y="213529"/>
                  </a:lnTo>
                  <a:lnTo>
                    <a:pt x="777382" y="216710"/>
                  </a:lnTo>
                  <a:lnTo>
                    <a:pt x="787099" y="217861"/>
                  </a:lnTo>
                  <a:lnTo>
                    <a:pt x="796816" y="219785"/>
                  </a:lnTo>
                  <a:lnTo>
                    <a:pt x="806534" y="220984"/>
                  </a:lnTo>
                  <a:lnTo>
                    <a:pt x="816251" y="222211"/>
                  </a:lnTo>
                  <a:lnTo>
                    <a:pt x="825968" y="222574"/>
                  </a:lnTo>
                  <a:lnTo>
                    <a:pt x="835685" y="223616"/>
                  </a:lnTo>
                  <a:lnTo>
                    <a:pt x="845403" y="225834"/>
                  </a:lnTo>
                  <a:lnTo>
                    <a:pt x="855120" y="229110"/>
                  </a:lnTo>
                  <a:lnTo>
                    <a:pt x="864837" y="231383"/>
                  </a:lnTo>
                  <a:lnTo>
                    <a:pt x="874554" y="232983"/>
                  </a:lnTo>
                  <a:lnTo>
                    <a:pt x="884272" y="233710"/>
                  </a:lnTo>
                  <a:lnTo>
                    <a:pt x="893989" y="235135"/>
                  </a:lnTo>
                  <a:lnTo>
                    <a:pt x="903706" y="234890"/>
                  </a:lnTo>
                  <a:lnTo>
                    <a:pt x="913424" y="238078"/>
                  </a:lnTo>
                  <a:lnTo>
                    <a:pt x="923141" y="238758"/>
                  </a:lnTo>
                  <a:lnTo>
                    <a:pt x="932858" y="238547"/>
                  </a:lnTo>
                  <a:lnTo>
                    <a:pt x="942575" y="239953"/>
                  </a:lnTo>
                  <a:lnTo>
                    <a:pt x="952293" y="241223"/>
                  </a:lnTo>
                  <a:lnTo>
                    <a:pt x="962010" y="243632"/>
                  </a:lnTo>
                  <a:lnTo>
                    <a:pt x="971727" y="244433"/>
                  </a:lnTo>
                  <a:lnTo>
                    <a:pt x="981445" y="245813"/>
                  </a:lnTo>
                  <a:lnTo>
                    <a:pt x="991162" y="246515"/>
                  </a:lnTo>
                  <a:lnTo>
                    <a:pt x="1000879" y="247944"/>
                  </a:lnTo>
                  <a:lnTo>
                    <a:pt x="1010596" y="247999"/>
                  </a:lnTo>
                  <a:lnTo>
                    <a:pt x="1020314" y="248639"/>
                  </a:lnTo>
                  <a:lnTo>
                    <a:pt x="1030031" y="249352"/>
                  </a:lnTo>
                  <a:lnTo>
                    <a:pt x="1039748" y="250179"/>
                  </a:lnTo>
                  <a:lnTo>
                    <a:pt x="1049465" y="252087"/>
                  </a:lnTo>
                  <a:lnTo>
                    <a:pt x="1059183" y="252692"/>
                  </a:lnTo>
                  <a:lnTo>
                    <a:pt x="1068900" y="253972"/>
                  </a:lnTo>
                  <a:lnTo>
                    <a:pt x="1078617" y="255448"/>
                  </a:lnTo>
                  <a:lnTo>
                    <a:pt x="1088335" y="256926"/>
                  </a:lnTo>
                  <a:lnTo>
                    <a:pt x="1098052" y="257599"/>
                  </a:lnTo>
                  <a:lnTo>
                    <a:pt x="1107769" y="258813"/>
                  </a:lnTo>
                  <a:lnTo>
                    <a:pt x="1117486" y="260075"/>
                  </a:lnTo>
                  <a:lnTo>
                    <a:pt x="1127204" y="260926"/>
                  </a:lnTo>
                  <a:lnTo>
                    <a:pt x="1136921" y="262534"/>
                  </a:lnTo>
                  <a:lnTo>
                    <a:pt x="1146638" y="263799"/>
                  </a:lnTo>
                  <a:lnTo>
                    <a:pt x="1156356" y="265048"/>
                  </a:lnTo>
                  <a:lnTo>
                    <a:pt x="1166073" y="265932"/>
                  </a:lnTo>
                  <a:lnTo>
                    <a:pt x="1175790" y="265678"/>
                  </a:lnTo>
                  <a:lnTo>
                    <a:pt x="1185507" y="265751"/>
                  </a:lnTo>
                  <a:lnTo>
                    <a:pt x="1195225" y="266151"/>
                  </a:lnTo>
                  <a:lnTo>
                    <a:pt x="1204942" y="266573"/>
                  </a:lnTo>
                  <a:lnTo>
                    <a:pt x="1214659" y="267025"/>
                  </a:lnTo>
                  <a:lnTo>
                    <a:pt x="1224376" y="267854"/>
                  </a:lnTo>
                  <a:lnTo>
                    <a:pt x="1234094" y="269363"/>
                  </a:lnTo>
                  <a:lnTo>
                    <a:pt x="1243811" y="269582"/>
                  </a:lnTo>
                  <a:lnTo>
                    <a:pt x="1253528" y="269632"/>
                  </a:lnTo>
                  <a:lnTo>
                    <a:pt x="1263246" y="269550"/>
                  </a:lnTo>
                  <a:lnTo>
                    <a:pt x="1272963" y="268945"/>
                  </a:lnTo>
                  <a:lnTo>
                    <a:pt x="1282680" y="269283"/>
                  </a:lnTo>
                  <a:lnTo>
                    <a:pt x="1292397" y="270211"/>
                  </a:lnTo>
                  <a:lnTo>
                    <a:pt x="1302115" y="270628"/>
                  </a:lnTo>
                  <a:lnTo>
                    <a:pt x="1311832" y="271047"/>
                  </a:lnTo>
                  <a:lnTo>
                    <a:pt x="1321549" y="271128"/>
                  </a:lnTo>
                  <a:lnTo>
                    <a:pt x="1331267" y="271711"/>
                  </a:lnTo>
                  <a:lnTo>
                    <a:pt x="1340984" y="272279"/>
                  </a:lnTo>
                  <a:lnTo>
                    <a:pt x="1350701" y="272696"/>
                  </a:lnTo>
                  <a:lnTo>
                    <a:pt x="1360418" y="273086"/>
                  </a:lnTo>
                  <a:lnTo>
                    <a:pt x="1370136" y="273482"/>
                  </a:lnTo>
                  <a:lnTo>
                    <a:pt x="1379853" y="273320"/>
                  </a:lnTo>
                  <a:lnTo>
                    <a:pt x="1389570" y="273952"/>
                  </a:lnTo>
                  <a:lnTo>
                    <a:pt x="1399287" y="275583"/>
                  </a:lnTo>
                  <a:lnTo>
                    <a:pt x="1409005" y="276135"/>
                  </a:lnTo>
                  <a:lnTo>
                    <a:pt x="1418722" y="275581"/>
                  </a:lnTo>
                  <a:lnTo>
                    <a:pt x="1428439" y="275757"/>
                  </a:lnTo>
                  <a:lnTo>
                    <a:pt x="1438157" y="276007"/>
                  </a:lnTo>
                  <a:lnTo>
                    <a:pt x="1447874" y="276612"/>
                  </a:lnTo>
                  <a:lnTo>
                    <a:pt x="1457591" y="277233"/>
                  </a:lnTo>
                  <a:lnTo>
                    <a:pt x="1467308" y="277836"/>
                  </a:lnTo>
                  <a:lnTo>
                    <a:pt x="1477026" y="278139"/>
                  </a:lnTo>
                  <a:lnTo>
                    <a:pt x="1486743" y="278453"/>
                  </a:lnTo>
                  <a:lnTo>
                    <a:pt x="1496460" y="278850"/>
                  </a:lnTo>
                  <a:lnTo>
                    <a:pt x="1506178" y="279248"/>
                  </a:lnTo>
                  <a:lnTo>
                    <a:pt x="1515895" y="279646"/>
                  </a:lnTo>
                  <a:lnTo>
                    <a:pt x="1525612" y="280044"/>
                  </a:lnTo>
                  <a:lnTo>
                    <a:pt x="1535329" y="280453"/>
                  </a:lnTo>
                  <a:lnTo>
                    <a:pt x="1545047" y="280887"/>
                  </a:lnTo>
                  <a:lnTo>
                    <a:pt x="1554764" y="281321"/>
                  </a:lnTo>
                  <a:lnTo>
                    <a:pt x="1564481" y="281755"/>
                  </a:lnTo>
                  <a:lnTo>
                    <a:pt x="1574198" y="282245"/>
                  </a:lnTo>
                  <a:lnTo>
                    <a:pt x="1583916" y="282603"/>
                  </a:lnTo>
                  <a:lnTo>
                    <a:pt x="1593633" y="283012"/>
                  </a:lnTo>
                  <a:lnTo>
                    <a:pt x="1603350" y="283995"/>
                  </a:lnTo>
                  <a:lnTo>
                    <a:pt x="1613068" y="284314"/>
                  </a:lnTo>
                  <a:lnTo>
                    <a:pt x="1622785" y="284633"/>
                  </a:lnTo>
                  <a:lnTo>
                    <a:pt x="1632502" y="284952"/>
                  </a:lnTo>
                  <a:lnTo>
                    <a:pt x="1642219" y="285091"/>
                  </a:lnTo>
                  <a:lnTo>
                    <a:pt x="1651937" y="285581"/>
                  </a:lnTo>
                  <a:lnTo>
                    <a:pt x="1661654" y="285905"/>
                  </a:lnTo>
                  <a:lnTo>
                    <a:pt x="1671371" y="286217"/>
                  </a:lnTo>
                  <a:lnTo>
                    <a:pt x="1681089" y="286529"/>
                  </a:lnTo>
                  <a:lnTo>
                    <a:pt x="1690806" y="286842"/>
                  </a:lnTo>
                  <a:lnTo>
                    <a:pt x="1700523" y="287146"/>
                  </a:lnTo>
                  <a:lnTo>
                    <a:pt x="1710240" y="287306"/>
                  </a:lnTo>
                  <a:lnTo>
                    <a:pt x="1719958" y="287467"/>
                  </a:lnTo>
                  <a:lnTo>
                    <a:pt x="1729675" y="287640"/>
                  </a:lnTo>
                  <a:lnTo>
                    <a:pt x="1739392" y="287939"/>
                  </a:lnTo>
                  <a:lnTo>
                    <a:pt x="1749109" y="288352"/>
                  </a:lnTo>
                  <a:lnTo>
                    <a:pt x="1758827" y="288138"/>
                  </a:lnTo>
                  <a:lnTo>
                    <a:pt x="1768544" y="288075"/>
                  </a:lnTo>
                  <a:lnTo>
                    <a:pt x="1778261" y="287929"/>
                  </a:lnTo>
                  <a:lnTo>
                    <a:pt x="1787979" y="287797"/>
                  </a:lnTo>
                  <a:lnTo>
                    <a:pt x="1797696" y="287666"/>
                  </a:lnTo>
                  <a:lnTo>
                    <a:pt x="1807413" y="287557"/>
                  </a:lnTo>
                  <a:lnTo>
                    <a:pt x="1817130" y="287675"/>
                  </a:lnTo>
                  <a:lnTo>
                    <a:pt x="1826848" y="287792"/>
                  </a:lnTo>
                  <a:lnTo>
                    <a:pt x="1836565" y="287656"/>
                  </a:lnTo>
                  <a:lnTo>
                    <a:pt x="1846282" y="287271"/>
                  </a:lnTo>
                  <a:lnTo>
                    <a:pt x="1856000" y="286886"/>
                  </a:lnTo>
                  <a:lnTo>
                    <a:pt x="1865717" y="286701"/>
                  </a:lnTo>
                  <a:lnTo>
                    <a:pt x="1875434" y="286615"/>
                  </a:lnTo>
                  <a:lnTo>
                    <a:pt x="1885151" y="287495"/>
                  </a:lnTo>
                  <a:lnTo>
                    <a:pt x="1894869" y="287805"/>
                  </a:lnTo>
                  <a:lnTo>
                    <a:pt x="1904586" y="287724"/>
                  </a:lnTo>
                  <a:lnTo>
                    <a:pt x="1914303" y="287628"/>
                  </a:lnTo>
                  <a:lnTo>
                    <a:pt x="1924020" y="287533"/>
                  </a:lnTo>
                  <a:lnTo>
                    <a:pt x="1933738" y="287437"/>
                  </a:lnTo>
                  <a:lnTo>
                    <a:pt x="1943455" y="287342"/>
                  </a:lnTo>
                  <a:lnTo>
                    <a:pt x="1953172" y="287254"/>
                  </a:lnTo>
                  <a:lnTo>
                    <a:pt x="1962890" y="287187"/>
                  </a:lnTo>
                  <a:lnTo>
                    <a:pt x="1972607" y="287141"/>
                  </a:lnTo>
                  <a:lnTo>
                    <a:pt x="1982324" y="287830"/>
                  </a:lnTo>
                  <a:lnTo>
                    <a:pt x="1992041" y="288519"/>
                  </a:lnTo>
                  <a:lnTo>
                    <a:pt x="2001759" y="289209"/>
                  </a:lnTo>
                  <a:lnTo>
                    <a:pt x="2011476" y="289900"/>
                  </a:lnTo>
                  <a:lnTo>
                    <a:pt x="2021193" y="289992"/>
                  </a:lnTo>
                  <a:lnTo>
                    <a:pt x="2030911" y="289956"/>
                  </a:lnTo>
                  <a:lnTo>
                    <a:pt x="2040628" y="289920"/>
                  </a:lnTo>
                  <a:lnTo>
                    <a:pt x="2050345" y="289884"/>
                  </a:lnTo>
                  <a:lnTo>
                    <a:pt x="2060062" y="289849"/>
                  </a:lnTo>
                  <a:lnTo>
                    <a:pt x="2069780" y="289813"/>
                  </a:lnTo>
                  <a:lnTo>
                    <a:pt x="2079497" y="289777"/>
                  </a:lnTo>
                  <a:lnTo>
                    <a:pt x="2089214" y="289741"/>
                  </a:lnTo>
                  <a:lnTo>
                    <a:pt x="2098931" y="289615"/>
                  </a:lnTo>
                  <a:lnTo>
                    <a:pt x="2108649" y="289118"/>
                  </a:lnTo>
                  <a:lnTo>
                    <a:pt x="2118366" y="288621"/>
                  </a:lnTo>
                  <a:lnTo>
                    <a:pt x="2128083" y="288125"/>
                  </a:lnTo>
                  <a:lnTo>
                    <a:pt x="2137801" y="287629"/>
                  </a:lnTo>
                  <a:lnTo>
                    <a:pt x="2147518" y="287134"/>
                  </a:lnTo>
                  <a:lnTo>
                    <a:pt x="2157235" y="286638"/>
                  </a:lnTo>
                  <a:lnTo>
                    <a:pt x="2166952" y="286143"/>
                  </a:lnTo>
                  <a:lnTo>
                    <a:pt x="2176670" y="285648"/>
                  </a:lnTo>
                  <a:lnTo>
                    <a:pt x="2186387" y="285224"/>
                  </a:lnTo>
                  <a:lnTo>
                    <a:pt x="2196104" y="285622"/>
                  </a:lnTo>
                  <a:lnTo>
                    <a:pt x="2205822" y="286022"/>
                  </a:lnTo>
                  <a:lnTo>
                    <a:pt x="2215539" y="286424"/>
                  </a:lnTo>
                  <a:lnTo>
                    <a:pt x="2225256" y="286825"/>
                  </a:lnTo>
                  <a:lnTo>
                    <a:pt x="2234973" y="287227"/>
                  </a:lnTo>
                  <a:lnTo>
                    <a:pt x="2244691" y="287628"/>
                  </a:lnTo>
                  <a:lnTo>
                    <a:pt x="2254408" y="288030"/>
                  </a:lnTo>
                  <a:lnTo>
                    <a:pt x="2264125" y="288439"/>
                  </a:lnTo>
                  <a:lnTo>
                    <a:pt x="2273842" y="288857"/>
                  </a:lnTo>
                  <a:lnTo>
                    <a:pt x="2283560" y="289137"/>
                  </a:lnTo>
                  <a:lnTo>
                    <a:pt x="2293277" y="289670"/>
                  </a:lnTo>
                  <a:lnTo>
                    <a:pt x="2302994" y="290076"/>
                  </a:lnTo>
                  <a:lnTo>
                    <a:pt x="2312712" y="290472"/>
                  </a:lnTo>
                  <a:lnTo>
                    <a:pt x="2322429" y="290870"/>
                  </a:lnTo>
                  <a:lnTo>
                    <a:pt x="2332146" y="291267"/>
                  </a:lnTo>
                  <a:lnTo>
                    <a:pt x="2341863" y="291665"/>
                  </a:lnTo>
                  <a:lnTo>
                    <a:pt x="2351581" y="291839"/>
                  </a:lnTo>
                  <a:lnTo>
                    <a:pt x="2361298" y="291388"/>
                  </a:lnTo>
                  <a:lnTo>
                    <a:pt x="2371015" y="290938"/>
                  </a:lnTo>
                  <a:lnTo>
                    <a:pt x="2380733" y="290488"/>
                  </a:lnTo>
                  <a:lnTo>
                    <a:pt x="2390450" y="290038"/>
                  </a:lnTo>
                  <a:lnTo>
                    <a:pt x="2400167" y="290134"/>
                  </a:lnTo>
                  <a:lnTo>
                    <a:pt x="2409884" y="290368"/>
                  </a:lnTo>
                  <a:lnTo>
                    <a:pt x="2419602" y="290602"/>
                  </a:lnTo>
                  <a:lnTo>
                    <a:pt x="2429319" y="290951"/>
                  </a:lnTo>
                  <a:lnTo>
                    <a:pt x="2439036" y="291319"/>
                  </a:lnTo>
                  <a:lnTo>
                    <a:pt x="2448753" y="291688"/>
                  </a:lnTo>
                  <a:lnTo>
                    <a:pt x="2458471" y="292056"/>
                  </a:lnTo>
                  <a:lnTo>
                    <a:pt x="2468188" y="292425"/>
                  </a:lnTo>
                  <a:lnTo>
                    <a:pt x="2477905" y="292794"/>
                  </a:lnTo>
                  <a:lnTo>
                    <a:pt x="2487623" y="293163"/>
                  </a:lnTo>
                  <a:lnTo>
                    <a:pt x="2497340" y="293532"/>
                  </a:lnTo>
                  <a:lnTo>
                    <a:pt x="2507057" y="293906"/>
                  </a:lnTo>
                  <a:lnTo>
                    <a:pt x="2516774" y="2942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648167" y="3346913"/>
              <a:ext cx="2516774" cy="1311874"/>
            </a:xfrm>
            <a:custGeom>
              <a:avLst/>
              <a:pathLst>
                <a:path w="2516774" h="1311874">
                  <a:moveTo>
                    <a:pt x="2516774" y="1311874"/>
                  </a:moveTo>
                  <a:lnTo>
                    <a:pt x="2507057" y="1304684"/>
                  </a:lnTo>
                  <a:lnTo>
                    <a:pt x="2497340" y="1296358"/>
                  </a:lnTo>
                  <a:lnTo>
                    <a:pt x="2487623" y="1287973"/>
                  </a:lnTo>
                  <a:lnTo>
                    <a:pt x="2477905" y="1279576"/>
                  </a:lnTo>
                  <a:lnTo>
                    <a:pt x="2468188" y="1271145"/>
                  </a:lnTo>
                  <a:lnTo>
                    <a:pt x="2458471" y="1262695"/>
                  </a:lnTo>
                  <a:lnTo>
                    <a:pt x="2448753" y="1254524"/>
                  </a:lnTo>
                  <a:lnTo>
                    <a:pt x="2439036" y="1246924"/>
                  </a:lnTo>
                  <a:lnTo>
                    <a:pt x="2429319" y="1239313"/>
                  </a:lnTo>
                  <a:lnTo>
                    <a:pt x="2419602" y="1231691"/>
                  </a:lnTo>
                  <a:lnTo>
                    <a:pt x="2409884" y="1224059"/>
                  </a:lnTo>
                  <a:lnTo>
                    <a:pt x="2400167" y="1215677"/>
                  </a:lnTo>
                  <a:lnTo>
                    <a:pt x="2390450" y="1207183"/>
                  </a:lnTo>
                  <a:lnTo>
                    <a:pt x="2380733" y="1198676"/>
                  </a:lnTo>
                  <a:lnTo>
                    <a:pt x="2371015" y="1190815"/>
                  </a:lnTo>
                  <a:lnTo>
                    <a:pt x="2361298" y="1184138"/>
                  </a:lnTo>
                  <a:lnTo>
                    <a:pt x="2351581" y="1177445"/>
                  </a:lnTo>
                  <a:lnTo>
                    <a:pt x="2341863" y="1170530"/>
                  </a:lnTo>
                  <a:lnTo>
                    <a:pt x="2332146" y="1162854"/>
                  </a:lnTo>
                  <a:lnTo>
                    <a:pt x="2322429" y="1154449"/>
                  </a:lnTo>
                  <a:lnTo>
                    <a:pt x="2312712" y="1146055"/>
                  </a:lnTo>
                  <a:lnTo>
                    <a:pt x="2302994" y="1139398"/>
                  </a:lnTo>
                  <a:lnTo>
                    <a:pt x="2293277" y="1132072"/>
                  </a:lnTo>
                  <a:lnTo>
                    <a:pt x="2283560" y="1124385"/>
                  </a:lnTo>
                  <a:lnTo>
                    <a:pt x="2273842" y="1116692"/>
                  </a:lnTo>
                  <a:lnTo>
                    <a:pt x="2264125" y="1108994"/>
                  </a:lnTo>
                  <a:lnTo>
                    <a:pt x="2254408" y="1101287"/>
                  </a:lnTo>
                  <a:lnTo>
                    <a:pt x="2244691" y="1093540"/>
                  </a:lnTo>
                  <a:lnTo>
                    <a:pt x="2234973" y="1085788"/>
                  </a:lnTo>
                  <a:lnTo>
                    <a:pt x="2225256" y="1078032"/>
                  </a:lnTo>
                  <a:lnTo>
                    <a:pt x="2215539" y="1070273"/>
                  </a:lnTo>
                  <a:lnTo>
                    <a:pt x="2205822" y="1062511"/>
                  </a:lnTo>
                  <a:lnTo>
                    <a:pt x="2196104" y="1054746"/>
                  </a:lnTo>
                  <a:lnTo>
                    <a:pt x="2186387" y="1046979"/>
                  </a:lnTo>
                  <a:lnTo>
                    <a:pt x="2176670" y="1039086"/>
                  </a:lnTo>
                  <a:lnTo>
                    <a:pt x="2166952" y="1031441"/>
                  </a:lnTo>
                  <a:lnTo>
                    <a:pt x="2157235" y="1024095"/>
                  </a:lnTo>
                  <a:lnTo>
                    <a:pt x="2147518" y="1016769"/>
                  </a:lnTo>
                  <a:lnTo>
                    <a:pt x="2137801" y="1009444"/>
                  </a:lnTo>
                  <a:lnTo>
                    <a:pt x="2128083" y="1002121"/>
                  </a:lnTo>
                  <a:lnTo>
                    <a:pt x="2118366" y="994801"/>
                  </a:lnTo>
                  <a:lnTo>
                    <a:pt x="2108649" y="987468"/>
                  </a:lnTo>
                  <a:lnTo>
                    <a:pt x="2098931" y="980109"/>
                  </a:lnTo>
                  <a:lnTo>
                    <a:pt x="2089214" y="972754"/>
                  </a:lnTo>
                  <a:lnTo>
                    <a:pt x="2079497" y="965694"/>
                  </a:lnTo>
                  <a:lnTo>
                    <a:pt x="2069780" y="958860"/>
                  </a:lnTo>
                  <a:lnTo>
                    <a:pt x="2060062" y="952018"/>
                  </a:lnTo>
                  <a:lnTo>
                    <a:pt x="2050345" y="944915"/>
                  </a:lnTo>
                  <a:lnTo>
                    <a:pt x="2040628" y="936922"/>
                  </a:lnTo>
                  <a:lnTo>
                    <a:pt x="2030911" y="928919"/>
                  </a:lnTo>
                  <a:lnTo>
                    <a:pt x="2021193" y="921467"/>
                  </a:lnTo>
                  <a:lnTo>
                    <a:pt x="2011476" y="914176"/>
                  </a:lnTo>
                  <a:lnTo>
                    <a:pt x="2001759" y="906890"/>
                  </a:lnTo>
                  <a:lnTo>
                    <a:pt x="1992041" y="899610"/>
                  </a:lnTo>
                  <a:lnTo>
                    <a:pt x="1982324" y="892336"/>
                  </a:lnTo>
                  <a:lnTo>
                    <a:pt x="1972607" y="885069"/>
                  </a:lnTo>
                  <a:lnTo>
                    <a:pt x="1962890" y="877809"/>
                  </a:lnTo>
                  <a:lnTo>
                    <a:pt x="1953172" y="870555"/>
                  </a:lnTo>
                  <a:lnTo>
                    <a:pt x="1943455" y="863310"/>
                  </a:lnTo>
                  <a:lnTo>
                    <a:pt x="1933738" y="856072"/>
                  </a:lnTo>
                  <a:lnTo>
                    <a:pt x="1924020" y="848841"/>
                  </a:lnTo>
                  <a:lnTo>
                    <a:pt x="1914303" y="841594"/>
                  </a:lnTo>
                  <a:lnTo>
                    <a:pt x="1904586" y="834322"/>
                  </a:lnTo>
                  <a:lnTo>
                    <a:pt x="1894869" y="827060"/>
                  </a:lnTo>
                  <a:lnTo>
                    <a:pt x="1885151" y="819808"/>
                  </a:lnTo>
                  <a:lnTo>
                    <a:pt x="1875434" y="811133"/>
                  </a:lnTo>
                  <a:lnTo>
                    <a:pt x="1865717" y="802016"/>
                  </a:lnTo>
                  <a:lnTo>
                    <a:pt x="1856000" y="792917"/>
                  </a:lnTo>
                  <a:lnTo>
                    <a:pt x="1846282" y="785847"/>
                  </a:lnTo>
                  <a:lnTo>
                    <a:pt x="1836565" y="779305"/>
                  </a:lnTo>
                  <a:lnTo>
                    <a:pt x="1826848" y="773072"/>
                  </a:lnTo>
                  <a:lnTo>
                    <a:pt x="1817130" y="766837"/>
                  </a:lnTo>
                  <a:lnTo>
                    <a:pt x="1807413" y="760601"/>
                  </a:lnTo>
                  <a:lnTo>
                    <a:pt x="1797696" y="754364"/>
                  </a:lnTo>
                  <a:lnTo>
                    <a:pt x="1787979" y="748127"/>
                  </a:lnTo>
                  <a:lnTo>
                    <a:pt x="1778261" y="741288"/>
                  </a:lnTo>
                  <a:lnTo>
                    <a:pt x="1768544" y="734242"/>
                  </a:lnTo>
                  <a:lnTo>
                    <a:pt x="1758827" y="727181"/>
                  </a:lnTo>
                  <a:lnTo>
                    <a:pt x="1749109" y="719149"/>
                  </a:lnTo>
                  <a:lnTo>
                    <a:pt x="1739392" y="709965"/>
                  </a:lnTo>
                  <a:lnTo>
                    <a:pt x="1729675" y="702460"/>
                  </a:lnTo>
                  <a:lnTo>
                    <a:pt x="1719958" y="695547"/>
                  </a:lnTo>
                  <a:lnTo>
                    <a:pt x="1710240" y="688641"/>
                  </a:lnTo>
                  <a:lnTo>
                    <a:pt x="1700523" y="681741"/>
                  </a:lnTo>
                  <a:lnTo>
                    <a:pt x="1690806" y="674849"/>
                  </a:lnTo>
                  <a:lnTo>
                    <a:pt x="1681089" y="667965"/>
                  </a:lnTo>
                  <a:lnTo>
                    <a:pt x="1671371" y="661088"/>
                  </a:lnTo>
                  <a:lnTo>
                    <a:pt x="1661654" y="654219"/>
                  </a:lnTo>
                  <a:lnTo>
                    <a:pt x="1651937" y="647333"/>
                  </a:lnTo>
                  <a:lnTo>
                    <a:pt x="1642219" y="640806"/>
                  </a:lnTo>
                  <a:lnTo>
                    <a:pt x="1632502" y="633661"/>
                  </a:lnTo>
                  <a:lnTo>
                    <a:pt x="1622785" y="626826"/>
                  </a:lnTo>
                  <a:lnTo>
                    <a:pt x="1613068" y="620001"/>
                  </a:lnTo>
                  <a:lnTo>
                    <a:pt x="1603350" y="613184"/>
                  </a:lnTo>
                  <a:lnTo>
                    <a:pt x="1593633" y="606378"/>
                  </a:lnTo>
                  <a:lnTo>
                    <a:pt x="1583916" y="599581"/>
                  </a:lnTo>
                  <a:lnTo>
                    <a:pt x="1574198" y="592794"/>
                  </a:lnTo>
                  <a:lnTo>
                    <a:pt x="1564481" y="585976"/>
                  </a:lnTo>
                  <a:lnTo>
                    <a:pt x="1554764" y="579188"/>
                  </a:lnTo>
                  <a:lnTo>
                    <a:pt x="1545047" y="572485"/>
                  </a:lnTo>
                  <a:lnTo>
                    <a:pt x="1535329" y="565727"/>
                  </a:lnTo>
                  <a:lnTo>
                    <a:pt x="1525612" y="558942"/>
                  </a:lnTo>
                  <a:lnTo>
                    <a:pt x="1515895" y="552245"/>
                  </a:lnTo>
                  <a:lnTo>
                    <a:pt x="1506178" y="545574"/>
                  </a:lnTo>
                  <a:lnTo>
                    <a:pt x="1496460" y="539089"/>
                  </a:lnTo>
                  <a:lnTo>
                    <a:pt x="1486743" y="534179"/>
                  </a:lnTo>
                  <a:lnTo>
                    <a:pt x="1477026" y="529278"/>
                  </a:lnTo>
                  <a:lnTo>
                    <a:pt x="1467308" y="522332"/>
                  </a:lnTo>
                  <a:lnTo>
                    <a:pt x="1457591" y="515053"/>
                  </a:lnTo>
                  <a:lnTo>
                    <a:pt x="1447874" y="507787"/>
                  </a:lnTo>
                  <a:lnTo>
                    <a:pt x="1438157" y="500538"/>
                  </a:lnTo>
                  <a:lnTo>
                    <a:pt x="1428439" y="493307"/>
                  </a:lnTo>
                  <a:lnTo>
                    <a:pt x="1418722" y="486801"/>
                  </a:lnTo>
                  <a:lnTo>
                    <a:pt x="1409005" y="481536"/>
                  </a:lnTo>
                  <a:lnTo>
                    <a:pt x="1399287" y="476279"/>
                  </a:lnTo>
                  <a:lnTo>
                    <a:pt x="1389570" y="471011"/>
                  </a:lnTo>
                  <a:lnTo>
                    <a:pt x="1379853" y="464674"/>
                  </a:lnTo>
                  <a:lnTo>
                    <a:pt x="1370136" y="458311"/>
                  </a:lnTo>
                  <a:lnTo>
                    <a:pt x="1360418" y="451986"/>
                  </a:lnTo>
                  <a:lnTo>
                    <a:pt x="1350701" y="445368"/>
                  </a:lnTo>
                  <a:lnTo>
                    <a:pt x="1340984" y="438863"/>
                  </a:lnTo>
                  <a:lnTo>
                    <a:pt x="1331267" y="432698"/>
                  </a:lnTo>
                  <a:lnTo>
                    <a:pt x="1321549" y="426932"/>
                  </a:lnTo>
                  <a:lnTo>
                    <a:pt x="1311832" y="420121"/>
                  </a:lnTo>
                  <a:lnTo>
                    <a:pt x="1302115" y="414482"/>
                  </a:lnTo>
                  <a:lnTo>
                    <a:pt x="1292397" y="409030"/>
                  </a:lnTo>
                  <a:lnTo>
                    <a:pt x="1282680" y="402371"/>
                  </a:lnTo>
                  <a:lnTo>
                    <a:pt x="1272963" y="395717"/>
                  </a:lnTo>
                  <a:lnTo>
                    <a:pt x="1263246" y="389370"/>
                  </a:lnTo>
                  <a:lnTo>
                    <a:pt x="1253528" y="384753"/>
                  </a:lnTo>
                  <a:lnTo>
                    <a:pt x="1243811" y="380232"/>
                  </a:lnTo>
                  <a:lnTo>
                    <a:pt x="1234094" y="375498"/>
                  </a:lnTo>
                  <a:lnTo>
                    <a:pt x="1224376" y="369859"/>
                  </a:lnTo>
                  <a:lnTo>
                    <a:pt x="1214659" y="364229"/>
                  </a:lnTo>
                  <a:lnTo>
                    <a:pt x="1204942" y="358567"/>
                  </a:lnTo>
                  <a:lnTo>
                    <a:pt x="1195225" y="353545"/>
                  </a:lnTo>
                  <a:lnTo>
                    <a:pt x="1185507" y="347514"/>
                  </a:lnTo>
                  <a:lnTo>
                    <a:pt x="1175790" y="340436"/>
                  </a:lnTo>
                  <a:lnTo>
                    <a:pt x="1166073" y="333531"/>
                  </a:lnTo>
                  <a:lnTo>
                    <a:pt x="1156356" y="326844"/>
                  </a:lnTo>
                  <a:lnTo>
                    <a:pt x="1146638" y="321914"/>
                  </a:lnTo>
                  <a:lnTo>
                    <a:pt x="1136921" y="316584"/>
                  </a:lnTo>
                  <a:lnTo>
                    <a:pt x="1127204" y="309822"/>
                  </a:lnTo>
                  <a:lnTo>
                    <a:pt x="1117486" y="306261"/>
                  </a:lnTo>
                  <a:lnTo>
                    <a:pt x="1107769" y="299962"/>
                  </a:lnTo>
                  <a:lnTo>
                    <a:pt x="1098052" y="292190"/>
                  </a:lnTo>
                  <a:lnTo>
                    <a:pt x="1088335" y="284845"/>
                  </a:lnTo>
                  <a:lnTo>
                    <a:pt x="1078617" y="278467"/>
                  </a:lnTo>
                  <a:lnTo>
                    <a:pt x="1068900" y="272863"/>
                  </a:lnTo>
                  <a:lnTo>
                    <a:pt x="1059183" y="267249"/>
                  </a:lnTo>
                  <a:lnTo>
                    <a:pt x="1049465" y="261447"/>
                  </a:lnTo>
                  <a:lnTo>
                    <a:pt x="1039748" y="254032"/>
                  </a:lnTo>
                  <a:lnTo>
                    <a:pt x="1030031" y="250413"/>
                  </a:lnTo>
                  <a:lnTo>
                    <a:pt x="1020314" y="245074"/>
                  </a:lnTo>
                  <a:lnTo>
                    <a:pt x="1010596" y="239449"/>
                  </a:lnTo>
                  <a:lnTo>
                    <a:pt x="1000879" y="233398"/>
                  </a:lnTo>
                  <a:lnTo>
                    <a:pt x="991162" y="228362"/>
                  </a:lnTo>
                  <a:lnTo>
                    <a:pt x="981445" y="223362"/>
                  </a:lnTo>
                  <a:lnTo>
                    <a:pt x="971727" y="218269"/>
                  </a:lnTo>
                  <a:lnTo>
                    <a:pt x="962010" y="212637"/>
                  </a:lnTo>
                  <a:lnTo>
                    <a:pt x="952293" y="209344"/>
                  </a:lnTo>
                  <a:lnTo>
                    <a:pt x="942575" y="204225"/>
                  </a:lnTo>
                  <a:lnTo>
                    <a:pt x="932858" y="199642"/>
                  </a:lnTo>
                  <a:lnTo>
                    <a:pt x="923141" y="193905"/>
                  </a:lnTo>
                  <a:lnTo>
                    <a:pt x="913424" y="188257"/>
                  </a:lnTo>
                  <a:lnTo>
                    <a:pt x="903706" y="183848"/>
                  </a:lnTo>
                  <a:lnTo>
                    <a:pt x="893989" y="178274"/>
                  </a:lnTo>
                  <a:lnTo>
                    <a:pt x="884272" y="174760"/>
                  </a:lnTo>
                  <a:lnTo>
                    <a:pt x="874554" y="171235"/>
                  </a:lnTo>
                  <a:lnTo>
                    <a:pt x="864837" y="167730"/>
                  </a:lnTo>
                  <a:lnTo>
                    <a:pt x="855120" y="164240"/>
                  </a:lnTo>
                  <a:lnTo>
                    <a:pt x="845403" y="159838"/>
                  </a:lnTo>
                  <a:lnTo>
                    <a:pt x="835685" y="157700"/>
                  </a:lnTo>
                  <a:lnTo>
                    <a:pt x="825968" y="153863"/>
                  </a:lnTo>
                  <a:lnTo>
                    <a:pt x="816251" y="149574"/>
                  </a:lnTo>
                  <a:lnTo>
                    <a:pt x="806534" y="145702"/>
                  </a:lnTo>
                  <a:lnTo>
                    <a:pt x="796816" y="142305"/>
                  </a:lnTo>
                  <a:lnTo>
                    <a:pt x="787099" y="138933"/>
                  </a:lnTo>
                  <a:lnTo>
                    <a:pt x="777382" y="133449"/>
                  </a:lnTo>
                  <a:lnTo>
                    <a:pt x="767664" y="129393"/>
                  </a:lnTo>
                  <a:lnTo>
                    <a:pt x="757947" y="126036"/>
                  </a:lnTo>
                  <a:lnTo>
                    <a:pt x="748230" y="124204"/>
                  </a:lnTo>
                  <a:lnTo>
                    <a:pt x="738513" y="119155"/>
                  </a:lnTo>
                  <a:lnTo>
                    <a:pt x="728795" y="115752"/>
                  </a:lnTo>
                  <a:lnTo>
                    <a:pt x="719078" y="112750"/>
                  </a:lnTo>
                  <a:lnTo>
                    <a:pt x="709361" y="110003"/>
                  </a:lnTo>
                  <a:lnTo>
                    <a:pt x="699643" y="106237"/>
                  </a:lnTo>
                  <a:lnTo>
                    <a:pt x="689926" y="104251"/>
                  </a:lnTo>
                  <a:lnTo>
                    <a:pt x="680209" y="101898"/>
                  </a:lnTo>
                  <a:lnTo>
                    <a:pt x="670492" y="99087"/>
                  </a:lnTo>
                  <a:lnTo>
                    <a:pt x="660774" y="96484"/>
                  </a:lnTo>
                  <a:lnTo>
                    <a:pt x="651057" y="93597"/>
                  </a:lnTo>
                  <a:lnTo>
                    <a:pt x="641340" y="90979"/>
                  </a:lnTo>
                  <a:lnTo>
                    <a:pt x="631623" y="88281"/>
                  </a:lnTo>
                  <a:lnTo>
                    <a:pt x="621905" y="85767"/>
                  </a:lnTo>
                  <a:lnTo>
                    <a:pt x="612188" y="82801"/>
                  </a:lnTo>
                  <a:lnTo>
                    <a:pt x="602471" y="80272"/>
                  </a:lnTo>
                  <a:lnTo>
                    <a:pt x="592753" y="77646"/>
                  </a:lnTo>
                  <a:lnTo>
                    <a:pt x="583036" y="76633"/>
                  </a:lnTo>
                  <a:lnTo>
                    <a:pt x="573319" y="74440"/>
                  </a:lnTo>
                  <a:lnTo>
                    <a:pt x="563602" y="71904"/>
                  </a:lnTo>
                  <a:lnTo>
                    <a:pt x="553884" y="70219"/>
                  </a:lnTo>
                  <a:lnTo>
                    <a:pt x="544167" y="68018"/>
                  </a:lnTo>
                  <a:lnTo>
                    <a:pt x="534450" y="66271"/>
                  </a:lnTo>
                  <a:lnTo>
                    <a:pt x="524732" y="63166"/>
                  </a:lnTo>
                  <a:lnTo>
                    <a:pt x="515015" y="60793"/>
                  </a:lnTo>
                  <a:lnTo>
                    <a:pt x="505298" y="58383"/>
                  </a:lnTo>
                  <a:lnTo>
                    <a:pt x="495581" y="55958"/>
                  </a:lnTo>
                  <a:lnTo>
                    <a:pt x="485863" y="53524"/>
                  </a:lnTo>
                  <a:lnTo>
                    <a:pt x="476146" y="51952"/>
                  </a:lnTo>
                  <a:lnTo>
                    <a:pt x="466429" y="51385"/>
                  </a:lnTo>
                  <a:lnTo>
                    <a:pt x="456712" y="49006"/>
                  </a:lnTo>
                  <a:lnTo>
                    <a:pt x="446994" y="47286"/>
                  </a:lnTo>
                  <a:lnTo>
                    <a:pt x="437277" y="46872"/>
                  </a:lnTo>
                  <a:lnTo>
                    <a:pt x="427560" y="45693"/>
                  </a:lnTo>
                  <a:lnTo>
                    <a:pt x="417842" y="43415"/>
                  </a:lnTo>
                  <a:lnTo>
                    <a:pt x="408125" y="40872"/>
                  </a:lnTo>
                  <a:lnTo>
                    <a:pt x="398408" y="38621"/>
                  </a:lnTo>
                  <a:lnTo>
                    <a:pt x="388691" y="38467"/>
                  </a:lnTo>
                  <a:lnTo>
                    <a:pt x="378973" y="37419"/>
                  </a:lnTo>
                  <a:lnTo>
                    <a:pt x="369256" y="35674"/>
                  </a:lnTo>
                  <a:lnTo>
                    <a:pt x="359539" y="34158"/>
                  </a:lnTo>
                  <a:lnTo>
                    <a:pt x="349821" y="33154"/>
                  </a:lnTo>
                  <a:lnTo>
                    <a:pt x="340104" y="32704"/>
                  </a:lnTo>
                  <a:lnTo>
                    <a:pt x="330387" y="32226"/>
                  </a:lnTo>
                  <a:lnTo>
                    <a:pt x="320670" y="31016"/>
                  </a:lnTo>
                  <a:lnTo>
                    <a:pt x="310952" y="29495"/>
                  </a:lnTo>
                  <a:lnTo>
                    <a:pt x="301235" y="27933"/>
                  </a:lnTo>
                  <a:lnTo>
                    <a:pt x="291518" y="26888"/>
                  </a:lnTo>
                  <a:lnTo>
                    <a:pt x="281801" y="25376"/>
                  </a:lnTo>
                  <a:lnTo>
                    <a:pt x="272083" y="24786"/>
                  </a:lnTo>
                  <a:lnTo>
                    <a:pt x="262366" y="24327"/>
                  </a:lnTo>
                  <a:lnTo>
                    <a:pt x="252649" y="23867"/>
                  </a:lnTo>
                  <a:lnTo>
                    <a:pt x="242931" y="23408"/>
                  </a:lnTo>
                  <a:lnTo>
                    <a:pt x="233214" y="22639"/>
                  </a:lnTo>
                  <a:lnTo>
                    <a:pt x="223497" y="21226"/>
                  </a:lnTo>
                  <a:lnTo>
                    <a:pt x="213780" y="20058"/>
                  </a:lnTo>
                  <a:lnTo>
                    <a:pt x="204062" y="19132"/>
                  </a:lnTo>
                  <a:lnTo>
                    <a:pt x="194345" y="17802"/>
                  </a:lnTo>
                  <a:lnTo>
                    <a:pt x="184628" y="16655"/>
                  </a:lnTo>
                  <a:lnTo>
                    <a:pt x="174910" y="15510"/>
                  </a:lnTo>
                  <a:lnTo>
                    <a:pt x="165193" y="14739"/>
                  </a:lnTo>
                  <a:lnTo>
                    <a:pt x="155476" y="14042"/>
                  </a:lnTo>
                  <a:lnTo>
                    <a:pt x="145759" y="12978"/>
                  </a:lnTo>
                  <a:lnTo>
                    <a:pt x="136041" y="11616"/>
                  </a:lnTo>
                  <a:lnTo>
                    <a:pt x="126324" y="10737"/>
                  </a:lnTo>
                  <a:lnTo>
                    <a:pt x="116607" y="9941"/>
                  </a:lnTo>
                  <a:lnTo>
                    <a:pt x="106890" y="9830"/>
                  </a:lnTo>
                  <a:lnTo>
                    <a:pt x="97172" y="9283"/>
                  </a:lnTo>
                  <a:lnTo>
                    <a:pt x="87455" y="8003"/>
                  </a:lnTo>
                  <a:lnTo>
                    <a:pt x="77738" y="7127"/>
                  </a:lnTo>
                  <a:lnTo>
                    <a:pt x="68020" y="6424"/>
                  </a:lnTo>
                  <a:lnTo>
                    <a:pt x="58303" y="5883"/>
                  </a:lnTo>
                  <a:lnTo>
                    <a:pt x="48586" y="5017"/>
                  </a:lnTo>
                  <a:lnTo>
                    <a:pt x="38869" y="3941"/>
                  </a:lnTo>
                  <a:lnTo>
                    <a:pt x="29151" y="2842"/>
                  </a:lnTo>
                  <a:lnTo>
                    <a:pt x="19434" y="1777"/>
                  </a:lnTo>
                  <a:lnTo>
                    <a:pt x="9717" y="128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648167" y="2639672"/>
              <a:ext cx="2516774" cy="3050435"/>
            </a:xfrm>
            <a:custGeom>
              <a:avLst/>
              <a:pathLst>
                <a:path w="2516774" h="3050435">
                  <a:moveTo>
                    <a:pt x="0" y="742678"/>
                  </a:moveTo>
                  <a:lnTo>
                    <a:pt x="9717" y="749137"/>
                  </a:lnTo>
                  <a:lnTo>
                    <a:pt x="19434" y="746538"/>
                  </a:lnTo>
                  <a:lnTo>
                    <a:pt x="29151" y="748593"/>
                  </a:lnTo>
                  <a:lnTo>
                    <a:pt x="38869" y="757540"/>
                  </a:lnTo>
                  <a:lnTo>
                    <a:pt x="48586" y="759979"/>
                  </a:lnTo>
                  <a:lnTo>
                    <a:pt x="58303" y="760346"/>
                  </a:lnTo>
                  <a:lnTo>
                    <a:pt x="68020" y="760703"/>
                  </a:lnTo>
                  <a:lnTo>
                    <a:pt x="77738" y="763274"/>
                  </a:lnTo>
                  <a:lnTo>
                    <a:pt x="87455" y="761474"/>
                  </a:lnTo>
                  <a:lnTo>
                    <a:pt x="97172" y="761774"/>
                  </a:lnTo>
                  <a:lnTo>
                    <a:pt x="106890" y="762123"/>
                  </a:lnTo>
                  <a:lnTo>
                    <a:pt x="116607" y="762481"/>
                  </a:lnTo>
                  <a:lnTo>
                    <a:pt x="126324" y="762878"/>
                  </a:lnTo>
                  <a:lnTo>
                    <a:pt x="136041" y="762207"/>
                  </a:lnTo>
                  <a:lnTo>
                    <a:pt x="145759" y="760636"/>
                  </a:lnTo>
                  <a:lnTo>
                    <a:pt x="155476" y="761380"/>
                  </a:lnTo>
                  <a:lnTo>
                    <a:pt x="165193" y="761242"/>
                  </a:lnTo>
                  <a:lnTo>
                    <a:pt x="174910" y="764574"/>
                  </a:lnTo>
                  <a:lnTo>
                    <a:pt x="184628" y="760516"/>
                  </a:lnTo>
                  <a:lnTo>
                    <a:pt x="194345" y="761007"/>
                  </a:lnTo>
                  <a:lnTo>
                    <a:pt x="204062" y="757407"/>
                  </a:lnTo>
                  <a:lnTo>
                    <a:pt x="213780" y="757142"/>
                  </a:lnTo>
                  <a:lnTo>
                    <a:pt x="223497" y="752530"/>
                  </a:lnTo>
                  <a:lnTo>
                    <a:pt x="233214" y="748969"/>
                  </a:lnTo>
                  <a:lnTo>
                    <a:pt x="242931" y="746422"/>
                  </a:lnTo>
                  <a:lnTo>
                    <a:pt x="252649" y="743999"/>
                  </a:lnTo>
                  <a:lnTo>
                    <a:pt x="262366" y="742098"/>
                  </a:lnTo>
                  <a:lnTo>
                    <a:pt x="272083" y="739868"/>
                  </a:lnTo>
                  <a:lnTo>
                    <a:pt x="281801" y="736594"/>
                  </a:lnTo>
                  <a:lnTo>
                    <a:pt x="291518" y="733648"/>
                  </a:lnTo>
                  <a:lnTo>
                    <a:pt x="301235" y="733927"/>
                  </a:lnTo>
                  <a:lnTo>
                    <a:pt x="310952" y="731371"/>
                  </a:lnTo>
                  <a:lnTo>
                    <a:pt x="320670" y="730774"/>
                  </a:lnTo>
                  <a:lnTo>
                    <a:pt x="330387" y="727764"/>
                  </a:lnTo>
                  <a:lnTo>
                    <a:pt x="340104" y="723646"/>
                  </a:lnTo>
                  <a:lnTo>
                    <a:pt x="349821" y="718409"/>
                  </a:lnTo>
                  <a:lnTo>
                    <a:pt x="359539" y="713398"/>
                  </a:lnTo>
                  <a:lnTo>
                    <a:pt x="369256" y="705698"/>
                  </a:lnTo>
                  <a:lnTo>
                    <a:pt x="378973" y="699807"/>
                  </a:lnTo>
                  <a:lnTo>
                    <a:pt x="388691" y="692812"/>
                  </a:lnTo>
                  <a:lnTo>
                    <a:pt x="398408" y="686432"/>
                  </a:lnTo>
                  <a:lnTo>
                    <a:pt x="408125" y="679671"/>
                  </a:lnTo>
                  <a:lnTo>
                    <a:pt x="417842" y="675912"/>
                  </a:lnTo>
                  <a:lnTo>
                    <a:pt x="427560" y="671935"/>
                  </a:lnTo>
                  <a:lnTo>
                    <a:pt x="437277" y="664488"/>
                  </a:lnTo>
                  <a:lnTo>
                    <a:pt x="446994" y="658392"/>
                  </a:lnTo>
                  <a:lnTo>
                    <a:pt x="456712" y="653986"/>
                  </a:lnTo>
                  <a:lnTo>
                    <a:pt x="466429" y="648007"/>
                  </a:lnTo>
                  <a:lnTo>
                    <a:pt x="476146" y="640770"/>
                  </a:lnTo>
                  <a:lnTo>
                    <a:pt x="485863" y="635983"/>
                  </a:lnTo>
                  <a:lnTo>
                    <a:pt x="495581" y="629295"/>
                  </a:lnTo>
                  <a:lnTo>
                    <a:pt x="505298" y="625338"/>
                  </a:lnTo>
                  <a:lnTo>
                    <a:pt x="515015" y="619828"/>
                  </a:lnTo>
                  <a:lnTo>
                    <a:pt x="524732" y="610953"/>
                  </a:lnTo>
                  <a:lnTo>
                    <a:pt x="534450" y="605637"/>
                  </a:lnTo>
                  <a:lnTo>
                    <a:pt x="544167" y="600703"/>
                  </a:lnTo>
                  <a:lnTo>
                    <a:pt x="553884" y="595819"/>
                  </a:lnTo>
                  <a:lnTo>
                    <a:pt x="563602" y="590980"/>
                  </a:lnTo>
                  <a:lnTo>
                    <a:pt x="573319" y="586171"/>
                  </a:lnTo>
                  <a:lnTo>
                    <a:pt x="583036" y="579889"/>
                  </a:lnTo>
                  <a:lnTo>
                    <a:pt x="592753" y="576007"/>
                  </a:lnTo>
                  <a:lnTo>
                    <a:pt x="602471" y="568599"/>
                  </a:lnTo>
                  <a:lnTo>
                    <a:pt x="612188" y="563640"/>
                  </a:lnTo>
                  <a:lnTo>
                    <a:pt x="621905" y="559113"/>
                  </a:lnTo>
                  <a:lnTo>
                    <a:pt x="631623" y="554412"/>
                  </a:lnTo>
                  <a:lnTo>
                    <a:pt x="641340" y="549790"/>
                  </a:lnTo>
                  <a:lnTo>
                    <a:pt x="651057" y="542531"/>
                  </a:lnTo>
                  <a:lnTo>
                    <a:pt x="660774" y="537993"/>
                  </a:lnTo>
                  <a:lnTo>
                    <a:pt x="670492" y="533994"/>
                  </a:lnTo>
                  <a:lnTo>
                    <a:pt x="680209" y="530044"/>
                  </a:lnTo>
                  <a:lnTo>
                    <a:pt x="689926" y="526141"/>
                  </a:lnTo>
                  <a:lnTo>
                    <a:pt x="699643" y="522285"/>
                  </a:lnTo>
                  <a:lnTo>
                    <a:pt x="709361" y="517438"/>
                  </a:lnTo>
                  <a:lnTo>
                    <a:pt x="719078" y="511701"/>
                  </a:lnTo>
                  <a:lnTo>
                    <a:pt x="728795" y="505281"/>
                  </a:lnTo>
                  <a:lnTo>
                    <a:pt x="738513" y="497610"/>
                  </a:lnTo>
                  <a:lnTo>
                    <a:pt x="748230" y="490062"/>
                  </a:lnTo>
                  <a:lnTo>
                    <a:pt x="757947" y="482805"/>
                  </a:lnTo>
                  <a:lnTo>
                    <a:pt x="767664" y="475645"/>
                  </a:lnTo>
                  <a:lnTo>
                    <a:pt x="777382" y="469946"/>
                  </a:lnTo>
                  <a:lnTo>
                    <a:pt x="787099" y="465433"/>
                  </a:lnTo>
                  <a:lnTo>
                    <a:pt x="796816" y="461545"/>
                  </a:lnTo>
                  <a:lnTo>
                    <a:pt x="806534" y="456602"/>
                  </a:lnTo>
                  <a:lnTo>
                    <a:pt x="816251" y="452272"/>
                  </a:lnTo>
                  <a:lnTo>
                    <a:pt x="825968" y="448090"/>
                  </a:lnTo>
                  <a:lnTo>
                    <a:pt x="835685" y="444742"/>
                  </a:lnTo>
                  <a:lnTo>
                    <a:pt x="845403" y="440781"/>
                  </a:lnTo>
                  <a:lnTo>
                    <a:pt x="855120" y="435147"/>
                  </a:lnTo>
                  <a:lnTo>
                    <a:pt x="864837" y="428257"/>
                  </a:lnTo>
                  <a:lnTo>
                    <a:pt x="874554" y="421441"/>
                  </a:lnTo>
                  <a:lnTo>
                    <a:pt x="884272" y="415095"/>
                  </a:lnTo>
                  <a:lnTo>
                    <a:pt x="893989" y="408840"/>
                  </a:lnTo>
                  <a:lnTo>
                    <a:pt x="903706" y="402678"/>
                  </a:lnTo>
                  <a:lnTo>
                    <a:pt x="913424" y="398660"/>
                  </a:lnTo>
                  <a:lnTo>
                    <a:pt x="923141" y="395164"/>
                  </a:lnTo>
                  <a:lnTo>
                    <a:pt x="932858" y="390888"/>
                  </a:lnTo>
                  <a:lnTo>
                    <a:pt x="942575" y="384262"/>
                  </a:lnTo>
                  <a:lnTo>
                    <a:pt x="952293" y="376634"/>
                  </a:lnTo>
                  <a:lnTo>
                    <a:pt x="962010" y="369569"/>
                  </a:lnTo>
                  <a:lnTo>
                    <a:pt x="971727" y="362612"/>
                  </a:lnTo>
                  <a:lnTo>
                    <a:pt x="981445" y="355850"/>
                  </a:lnTo>
                  <a:lnTo>
                    <a:pt x="991162" y="350274"/>
                  </a:lnTo>
                  <a:lnTo>
                    <a:pt x="1000879" y="344822"/>
                  </a:lnTo>
                  <a:lnTo>
                    <a:pt x="1010596" y="341127"/>
                  </a:lnTo>
                  <a:lnTo>
                    <a:pt x="1020314" y="338253"/>
                  </a:lnTo>
                  <a:lnTo>
                    <a:pt x="1030031" y="335411"/>
                  </a:lnTo>
                  <a:lnTo>
                    <a:pt x="1039748" y="332600"/>
                  </a:lnTo>
                  <a:lnTo>
                    <a:pt x="1049465" y="329821"/>
                  </a:lnTo>
                  <a:lnTo>
                    <a:pt x="1059183" y="327073"/>
                  </a:lnTo>
                  <a:lnTo>
                    <a:pt x="1068900" y="324355"/>
                  </a:lnTo>
                  <a:lnTo>
                    <a:pt x="1078617" y="321669"/>
                  </a:lnTo>
                  <a:lnTo>
                    <a:pt x="1088335" y="318115"/>
                  </a:lnTo>
                  <a:lnTo>
                    <a:pt x="1098052" y="313556"/>
                  </a:lnTo>
                  <a:lnTo>
                    <a:pt x="1107769" y="307287"/>
                  </a:lnTo>
                  <a:lnTo>
                    <a:pt x="1117486" y="300914"/>
                  </a:lnTo>
                  <a:lnTo>
                    <a:pt x="1127204" y="294616"/>
                  </a:lnTo>
                  <a:lnTo>
                    <a:pt x="1136921" y="288853"/>
                  </a:lnTo>
                  <a:lnTo>
                    <a:pt x="1146638" y="286012"/>
                  </a:lnTo>
                  <a:lnTo>
                    <a:pt x="1156356" y="283223"/>
                  </a:lnTo>
                  <a:lnTo>
                    <a:pt x="1166073" y="280465"/>
                  </a:lnTo>
                  <a:lnTo>
                    <a:pt x="1175790" y="277452"/>
                  </a:lnTo>
                  <a:lnTo>
                    <a:pt x="1185507" y="272308"/>
                  </a:lnTo>
                  <a:lnTo>
                    <a:pt x="1195225" y="267237"/>
                  </a:lnTo>
                  <a:lnTo>
                    <a:pt x="1204942" y="262238"/>
                  </a:lnTo>
                  <a:lnTo>
                    <a:pt x="1214659" y="258078"/>
                  </a:lnTo>
                  <a:lnTo>
                    <a:pt x="1224376" y="254510"/>
                  </a:lnTo>
                  <a:lnTo>
                    <a:pt x="1234094" y="251028"/>
                  </a:lnTo>
                  <a:lnTo>
                    <a:pt x="1243811" y="247585"/>
                  </a:lnTo>
                  <a:lnTo>
                    <a:pt x="1253528" y="244145"/>
                  </a:lnTo>
                  <a:lnTo>
                    <a:pt x="1263246" y="240722"/>
                  </a:lnTo>
                  <a:lnTo>
                    <a:pt x="1272963" y="237331"/>
                  </a:lnTo>
                  <a:lnTo>
                    <a:pt x="1282680" y="233973"/>
                  </a:lnTo>
                  <a:lnTo>
                    <a:pt x="1292397" y="230647"/>
                  </a:lnTo>
                  <a:lnTo>
                    <a:pt x="1302115" y="227389"/>
                  </a:lnTo>
                  <a:lnTo>
                    <a:pt x="1311832" y="224161"/>
                  </a:lnTo>
                  <a:lnTo>
                    <a:pt x="1321549" y="220610"/>
                  </a:lnTo>
                  <a:lnTo>
                    <a:pt x="1331267" y="217757"/>
                  </a:lnTo>
                  <a:lnTo>
                    <a:pt x="1340984" y="214133"/>
                  </a:lnTo>
                  <a:lnTo>
                    <a:pt x="1350701" y="210956"/>
                  </a:lnTo>
                  <a:lnTo>
                    <a:pt x="1360418" y="208333"/>
                  </a:lnTo>
                  <a:lnTo>
                    <a:pt x="1370136" y="205268"/>
                  </a:lnTo>
                  <a:lnTo>
                    <a:pt x="1379853" y="202255"/>
                  </a:lnTo>
                  <a:lnTo>
                    <a:pt x="1389570" y="199272"/>
                  </a:lnTo>
                  <a:lnTo>
                    <a:pt x="1399287" y="197030"/>
                  </a:lnTo>
                  <a:lnTo>
                    <a:pt x="1409005" y="194230"/>
                  </a:lnTo>
                  <a:lnTo>
                    <a:pt x="1418722" y="191241"/>
                  </a:lnTo>
                  <a:lnTo>
                    <a:pt x="1428439" y="188306"/>
                  </a:lnTo>
                  <a:lnTo>
                    <a:pt x="1438157" y="186423"/>
                  </a:lnTo>
                  <a:lnTo>
                    <a:pt x="1447874" y="183207"/>
                  </a:lnTo>
                  <a:lnTo>
                    <a:pt x="1457591" y="179696"/>
                  </a:lnTo>
                  <a:lnTo>
                    <a:pt x="1467308" y="176885"/>
                  </a:lnTo>
                  <a:lnTo>
                    <a:pt x="1477026" y="174234"/>
                  </a:lnTo>
                  <a:lnTo>
                    <a:pt x="1486743" y="172524"/>
                  </a:lnTo>
                  <a:lnTo>
                    <a:pt x="1496460" y="170837"/>
                  </a:lnTo>
                  <a:lnTo>
                    <a:pt x="1506178" y="169171"/>
                  </a:lnTo>
                  <a:lnTo>
                    <a:pt x="1515895" y="167527"/>
                  </a:lnTo>
                  <a:lnTo>
                    <a:pt x="1525612" y="165904"/>
                  </a:lnTo>
                  <a:lnTo>
                    <a:pt x="1535329" y="164302"/>
                  </a:lnTo>
                  <a:lnTo>
                    <a:pt x="1545047" y="162720"/>
                  </a:lnTo>
                  <a:lnTo>
                    <a:pt x="1554764" y="161162"/>
                  </a:lnTo>
                  <a:lnTo>
                    <a:pt x="1564481" y="159664"/>
                  </a:lnTo>
                  <a:lnTo>
                    <a:pt x="1574198" y="158186"/>
                  </a:lnTo>
                  <a:lnTo>
                    <a:pt x="1583916" y="156517"/>
                  </a:lnTo>
                  <a:lnTo>
                    <a:pt x="1593633" y="153779"/>
                  </a:lnTo>
                  <a:lnTo>
                    <a:pt x="1603350" y="151070"/>
                  </a:lnTo>
                  <a:lnTo>
                    <a:pt x="1613068" y="149250"/>
                  </a:lnTo>
                  <a:lnTo>
                    <a:pt x="1622785" y="148552"/>
                  </a:lnTo>
                  <a:lnTo>
                    <a:pt x="1632502" y="145919"/>
                  </a:lnTo>
                  <a:lnTo>
                    <a:pt x="1642219" y="142708"/>
                  </a:lnTo>
                  <a:lnTo>
                    <a:pt x="1651937" y="139627"/>
                  </a:lnTo>
                  <a:lnTo>
                    <a:pt x="1661654" y="138362"/>
                  </a:lnTo>
                  <a:lnTo>
                    <a:pt x="1671371" y="137116"/>
                  </a:lnTo>
                  <a:lnTo>
                    <a:pt x="1681089" y="135432"/>
                  </a:lnTo>
                  <a:lnTo>
                    <a:pt x="1690806" y="132736"/>
                  </a:lnTo>
                  <a:lnTo>
                    <a:pt x="1700523" y="130075"/>
                  </a:lnTo>
                  <a:lnTo>
                    <a:pt x="1710240" y="127449"/>
                  </a:lnTo>
                  <a:lnTo>
                    <a:pt x="1719958" y="124858"/>
                  </a:lnTo>
                  <a:lnTo>
                    <a:pt x="1729675" y="122301"/>
                  </a:lnTo>
                  <a:lnTo>
                    <a:pt x="1739392" y="119778"/>
                  </a:lnTo>
                  <a:lnTo>
                    <a:pt x="1749109" y="117288"/>
                  </a:lnTo>
                  <a:lnTo>
                    <a:pt x="1758827" y="114848"/>
                  </a:lnTo>
                  <a:lnTo>
                    <a:pt x="1768544" y="112465"/>
                  </a:lnTo>
                  <a:lnTo>
                    <a:pt x="1778261" y="110114"/>
                  </a:lnTo>
                  <a:lnTo>
                    <a:pt x="1787979" y="109435"/>
                  </a:lnTo>
                  <a:lnTo>
                    <a:pt x="1797696" y="108798"/>
                  </a:lnTo>
                  <a:lnTo>
                    <a:pt x="1807413" y="107004"/>
                  </a:lnTo>
                  <a:lnTo>
                    <a:pt x="1817130" y="103366"/>
                  </a:lnTo>
                  <a:lnTo>
                    <a:pt x="1826848" y="99752"/>
                  </a:lnTo>
                  <a:lnTo>
                    <a:pt x="1836565" y="96395"/>
                  </a:lnTo>
                  <a:lnTo>
                    <a:pt x="1846282" y="94199"/>
                  </a:lnTo>
                  <a:lnTo>
                    <a:pt x="1856000" y="92070"/>
                  </a:lnTo>
                  <a:lnTo>
                    <a:pt x="1865717" y="91146"/>
                  </a:lnTo>
                  <a:lnTo>
                    <a:pt x="1875434" y="90349"/>
                  </a:lnTo>
                  <a:lnTo>
                    <a:pt x="1885151" y="89566"/>
                  </a:lnTo>
                  <a:lnTo>
                    <a:pt x="1894869" y="87590"/>
                  </a:lnTo>
                  <a:lnTo>
                    <a:pt x="1904586" y="85865"/>
                  </a:lnTo>
                  <a:lnTo>
                    <a:pt x="1914303" y="84682"/>
                  </a:lnTo>
                  <a:lnTo>
                    <a:pt x="1924020" y="83527"/>
                  </a:lnTo>
                  <a:lnTo>
                    <a:pt x="1933738" y="82405"/>
                  </a:lnTo>
                  <a:lnTo>
                    <a:pt x="1943455" y="81301"/>
                  </a:lnTo>
                  <a:lnTo>
                    <a:pt x="1953172" y="80208"/>
                  </a:lnTo>
                  <a:lnTo>
                    <a:pt x="1962890" y="78259"/>
                  </a:lnTo>
                  <a:lnTo>
                    <a:pt x="1972607" y="76336"/>
                  </a:lnTo>
                  <a:lnTo>
                    <a:pt x="1982324" y="74268"/>
                  </a:lnTo>
                  <a:lnTo>
                    <a:pt x="1992041" y="72471"/>
                  </a:lnTo>
                  <a:lnTo>
                    <a:pt x="2001759" y="70688"/>
                  </a:lnTo>
                  <a:lnTo>
                    <a:pt x="2011476" y="69060"/>
                  </a:lnTo>
                  <a:lnTo>
                    <a:pt x="2021193" y="67799"/>
                  </a:lnTo>
                  <a:lnTo>
                    <a:pt x="2030911" y="66058"/>
                  </a:lnTo>
                  <a:lnTo>
                    <a:pt x="2040628" y="64030"/>
                  </a:lnTo>
                  <a:lnTo>
                    <a:pt x="2050345" y="62760"/>
                  </a:lnTo>
                  <a:lnTo>
                    <a:pt x="2060062" y="60049"/>
                  </a:lnTo>
                  <a:lnTo>
                    <a:pt x="2069780" y="58113"/>
                  </a:lnTo>
                  <a:lnTo>
                    <a:pt x="2079497" y="56144"/>
                  </a:lnTo>
                  <a:lnTo>
                    <a:pt x="2089214" y="54926"/>
                  </a:lnTo>
                  <a:lnTo>
                    <a:pt x="2098931" y="53281"/>
                  </a:lnTo>
                  <a:lnTo>
                    <a:pt x="2108649" y="51657"/>
                  </a:lnTo>
                  <a:lnTo>
                    <a:pt x="2118366" y="50055"/>
                  </a:lnTo>
                  <a:lnTo>
                    <a:pt x="2128083" y="48474"/>
                  </a:lnTo>
                  <a:lnTo>
                    <a:pt x="2137801" y="46913"/>
                  </a:lnTo>
                  <a:lnTo>
                    <a:pt x="2147518" y="45373"/>
                  </a:lnTo>
                  <a:lnTo>
                    <a:pt x="2157235" y="43853"/>
                  </a:lnTo>
                  <a:lnTo>
                    <a:pt x="2166952" y="42372"/>
                  </a:lnTo>
                  <a:lnTo>
                    <a:pt x="2176670" y="40902"/>
                  </a:lnTo>
                  <a:lnTo>
                    <a:pt x="2186387" y="39232"/>
                  </a:lnTo>
                  <a:lnTo>
                    <a:pt x="2196104" y="37897"/>
                  </a:lnTo>
                  <a:lnTo>
                    <a:pt x="2205822" y="37033"/>
                  </a:lnTo>
                  <a:lnTo>
                    <a:pt x="2215539" y="36177"/>
                  </a:lnTo>
                  <a:lnTo>
                    <a:pt x="2225256" y="35336"/>
                  </a:lnTo>
                  <a:lnTo>
                    <a:pt x="2234973" y="33785"/>
                  </a:lnTo>
                  <a:lnTo>
                    <a:pt x="2244691" y="31718"/>
                  </a:lnTo>
                  <a:lnTo>
                    <a:pt x="2254408" y="30090"/>
                  </a:lnTo>
                  <a:lnTo>
                    <a:pt x="2264125" y="29626"/>
                  </a:lnTo>
                  <a:lnTo>
                    <a:pt x="2273842" y="29171"/>
                  </a:lnTo>
                  <a:lnTo>
                    <a:pt x="2283560" y="28730"/>
                  </a:lnTo>
                  <a:lnTo>
                    <a:pt x="2293277" y="28185"/>
                  </a:lnTo>
                  <a:lnTo>
                    <a:pt x="2302994" y="25964"/>
                  </a:lnTo>
                  <a:lnTo>
                    <a:pt x="2312712" y="25495"/>
                  </a:lnTo>
                  <a:lnTo>
                    <a:pt x="2322429" y="24888"/>
                  </a:lnTo>
                  <a:lnTo>
                    <a:pt x="2332146" y="22399"/>
                  </a:lnTo>
                  <a:lnTo>
                    <a:pt x="2341863" y="19953"/>
                  </a:lnTo>
                  <a:lnTo>
                    <a:pt x="2351581" y="18497"/>
                  </a:lnTo>
                  <a:lnTo>
                    <a:pt x="2361298" y="18030"/>
                  </a:lnTo>
                  <a:lnTo>
                    <a:pt x="2371015" y="17570"/>
                  </a:lnTo>
                  <a:lnTo>
                    <a:pt x="2380733" y="17118"/>
                  </a:lnTo>
                  <a:lnTo>
                    <a:pt x="2390450" y="16673"/>
                  </a:lnTo>
                  <a:lnTo>
                    <a:pt x="2400167" y="16234"/>
                  </a:lnTo>
                  <a:lnTo>
                    <a:pt x="2409884" y="15063"/>
                  </a:lnTo>
                  <a:lnTo>
                    <a:pt x="2419602" y="13701"/>
                  </a:lnTo>
                  <a:lnTo>
                    <a:pt x="2429319" y="12352"/>
                  </a:lnTo>
                  <a:lnTo>
                    <a:pt x="2439036" y="11014"/>
                  </a:lnTo>
                  <a:lnTo>
                    <a:pt x="2448753" y="9688"/>
                  </a:lnTo>
                  <a:lnTo>
                    <a:pt x="2458471" y="8373"/>
                  </a:lnTo>
                  <a:lnTo>
                    <a:pt x="2468188" y="7070"/>
                  </a:lnTo>
                  <a:lnTo>
                    <a:pt x="2477905" y="5779"/>
                  </a:lnTo>
                  <a:lnTo>
                    <a:pt x="2487623" y="4498"/>
                  </a:lnTo>
                  <a:lnTo>
                    <a:pt x="2497340" y="3229"/>
                  </a:lnTo>
                  <a:lnTo>
                    <a:pt x="2507057" y="1585"/>
                  </a:lnTo>
                  <a:lnTo>
                    <a:pt x="2516774" y="0"/>
                  </a:lnTo>
                  <a:lnTo>
                    <a:pt x="2516774" y="3050435"/>
                  </a:lnTo>
                  <a:lnTo>
                    <a:pt x="2507057" y="3047518"/>
                  </a:lnTo>
                  <a:lnTo>
                    <a:pt x="2497340" y="3044562"/>
                  </a:lnTo>
                  <a:lnTo>
                    <a:pt x="2487623" y="3041567"/>
                  </a:lnTo>
                  <a:lnTo>
                    <a:pt x="2477905" y="3038532"/>
                  </a:lnTo>
                  <a:lnTo>
                    <a:pt x="2468188" y="3035457"/>
                  </a:lnTo>
                  <a:lnTo>
                    <a:pt x="2458471" y="3032342"/>
                  </a:lnTo>
                  <a:lnTo>
                    <a:pt x="2448753" y="3029185"/>
                  </a:lnTo>
                  <a:lnTo>
                    <a:pt x="2439036" y="3025985"/>
                  </a:lnTo>
                  <a:lnTo>
                    <a:pt x="2429319" y="3022719"/>
                  </a:lnTo>
                  <a:lnTo>
                    <a:pt x="2419602" y="3019410"/>
                  </a:lnTo>
                  <a:lnTo>
                    <a:pt x="2409884" y="3017900"/>
                  </a:lnTo>
                  <a:lnTo>
                    <a:pt x="2400167" y="3016711"/>
                  </a:lnTo>
                  <a:lnTo>
                    <a:pt x="2390450" y="3015503"/>
                  </a:lnTo>
                  <a:lnTo>
                    <a:pt x="2380733" y="3012810"/>
                  </a:lnTo>
                  <a:lnTo>
                    <a:pt x="2371015" y="3008239"/>
                  </a:lnTo>
                  <a:lnTo>
                    <a:pt x="2361298" y="3003620"/>
                  </a:lnTo>
                  <a:lnTo>
                    <a:pt x="2351581" y="2998952"/>
                  </a:lnTo>
                  <a:lnTo>
                    <a:pt x="2341863" y="2994236"/>
                  </a:lnTo>
                  <a:lnTo>
                    <a:pt x="2332146" y="2989470"/>
                  </a:lnTo>
                  <a:lnTo>
                    <a:pt x="2322429" y="2984655"/>
                  </a:lnTo>
                  <a:lnTo>
                    <a:pt x="2312712" y="2980067"/>
                  </a:lnTo>
                  <a:lnTo>
                    <a:pt x="2302994" y="2976269"/>
                  </a:lnTo>
                  <a:lnTo>
                    <a:pt x="2293277" y="2972705"/>
                  </a:lnTo>
                  <a:lnTo>
                    <a:pt x="2283560" y="2969365"/>
                  </a:lnTo>
                  <a:lnTo>
                    <a:pt x="2273842" y="2965534"/>
                  </a:lnTo>
                  <a:lnTo>
                    <a:pt x="2264125" y="2961937"/>
                  </a:lnTo>
                  <a:lnTo>
                    <a:pt x="2254408" y="2958283"/>
                  </a:lnTo>
                  <a:lnTo>
                    <a:pt x="2244691" y="2954538"/>
                  </a:lnTo>
                  <a:lnTo>
                    <a:pt x="2234973" y="2950746"/>
                  </a:lnTo>
                  <a:lnTo>
                    <a:pt x="2225256" y="2946906"/>
                  </a:lnTo>
                  <a:lnTo>
                    <a:pt x="2215539" y="2943019"/>
                  </a:lnTo>
                  <a:lnTo>
                    <a:pt x="2205822" y="2939083"/>
                  </a:lnTo>
                  <a:lnTo>
                    <a:pt x="2196104" y="2935099"/>
                  </a:lnTo>
                  <a:lnTo>
                    <a:pt x="2186387" y="2931065"/>
                  </a:lnTo>
                  <a:lnTo>
                    <a:pt x="2176670" y="2926982"/>
                  </a:lnTo>
                  <a:lnTo>
                    <a:pt x="2166952" y="2923077"/>
                  </a:lnTo>
                  <a:lnTo>
                    <a:pt x="2157235" y="2920623"/>
                  </a:lnTo>
                  <a:lnTo>
                    <a:pt x="2147518" y="2916874"/>
                  </a:lnTo>
                  <a:lnTo>
                    <a:pt x="2137801" y="2913811"/>
                  </a:lnTo>
                  <a:lnTo>
                    <a:pt x="2128083" y="2910708"/>
                  </a:lnTo>
                  <a:lnTo>
                    <a:pt x="2118366" y="2907565"/>
                  </a:lnTo>
                  <a:lnTo>
                    <a:pt x="2108649" y="2904329"/>
                  </a:lnTo>
                  <a:lnTo>
                    <a:pt x="2098931" y="2900755"/>
                  </a:lnTo>
                  <a:lnTo>
                    <a:pt x="2089214" y="2897701"/>
                  </a:lnTo>
                  <a:lnTo>
                    <a:pt x="2079497" y="2894435"/>
                  </a:lnTo>
                  <a:lnTo>
                    <a:pt x="2069780" y="2890327"/>
                  </a:lnTo>
                  <a:lnTo>
                    <a:pt x="2060062" y="2884295"/>
                  </a:lnTo>
                  <a:lnTo>
                    <a:pt x="2050345" y="2878174"/>
                  </a:lnTo>
                  <a:lnTo>
                    <a:pt x="2040628" y="2871981"/>
                  </a:lnTo>
                  <a:lnTo>
                    <a:pt x="2030911" y="2867105"/>
                  </a:lnTo>
                  <a:lnTo>
                    <a:pt x="2021193" y="2862819"/>
                  </a:lnTo>
                  <a:lnTo>
                    <a:pt x="2011476" y="2856921"/>
                  </a:lnTo>
                  <a:lnTo>
                    <a:pt x="2001759" y="2851325"/>
                  </a:lnTo>
                  <a:lnTo>
                    <a:pt x="1992041" y="2847515"/>
                  </a:lnTo>
                  <a:lnTo>
                    <a:pt x="1982324" y="2843665"/>
                  </a:lnTo>
                  <a:lnTo>
                    <a:pt x="1972607" y="2839736"/>
                  </a:lnTo>
                  <a:lnTo>
                    <a:pt x="1962890" y="2835713"/>
                  </a:lnTo>
                  <a:lnTo>
                    <a:pt x="1953172" y="2831647"/>
                  </a:lnTo>
                  <a:lnTo>
                    <a:pt x="1943455" y="2827539"/>
                  </a:lnTo>
                  <a:lnTo>
                    <a:pt x="1933738" y="2823388"/>
                  </a:lnTo>
                  <a:lnTo>
                    <a:pt x="1924020" y="2817579"/>
                  </a:lnTo>
                  <a:lnTo>
                    <a:pt x="1914303" y="2810910"/>
                  </a:lnTo>
                  <a:lnTo>
                    <a:pt x="1904586" y="2804180"/>
                  </a:lnTo>
                  <a:lnTo>
                    <a:pt x="1894869" y="2797389"/>
                  </a:lnTo>
                  <a:lnTo>
                    <a:pt x="1885151" y="2790065"/>
                  </a:lnTo>
                  <a:lnTo>
                    <a:pt x="1875434" y="2782668"/>
                  </a:lnTo>
                  <a:lnTo>
                    <a:pt x="1865717" y="2775214"/>
                  </a:lnTo>
                  <a:lnTo>
                    <a:pt x="1856000" y="2767703"/>
                  </a:lnTo>
                  <a:lnTo>
                    <a:pt x="1846282" y="2762610"/>
                  </a:lnTo>
                  <a:lnTo>
                    <a:pt x="1836565" y="2755552"/>
                  </a:lnTo>
                  <a:lnTo>
                    <a:pt x="1826848" y="2748387"/>
                  </a:lnTo>
                  <a:lnTo>
                    <a:pt x="1817130" y="2741101"/>
                  </a:lnTo>
                  <a:lnTo>
                    <a:pt x="1807413" y="2734393"/>
                  </a:lnTo>
                  <a:lnTo>
                    <a:pt x="1797696" y="2728605"/>
                  </a:lnTo>
                  <a:lnTo>
                    <a:pt x="1787979" y="2722759"/>
                  </a:lnTo>
                  <a:lnTo>
                    <a:pt x="1778261" y="2715325"/>
                  </a:lnTo>
                  <a:lnTo>
                    <a:pt x="1768544" y="2707184"/>
                  </a:lnTo>
                  <a:lnTo>
                    <a:pt x="1758827" y="2699666"/>
                  </a:lnTo>
                  <a:lnTo>
                    <a:pt x="1749109" y="2692746"/>
                  </a:lnTo>
                  <a:lnTo>
                    <a:pt x="1739392" y="2685859"/>
                  </a:lnTo>
                  <a:lnTo>
                    <a:pt x="1729675" y="2679364"/>
                  </a:lnTo>
                  <a:lnTo>
                    <a:pt x="1719958" y="2672818"/>
                  </a:lnTo>
                  <a:lnTo>
                    <a:pt x="1710240" y="2666223"/>
                  </a:lnTo>
                  <a:lnTo>
                    <a:pt x="1700523" y="2659557"/>
                  </a:lnTo>
                  <a:lnTo>
                    <a:pt x="1690806" y="2652835"/>
                  </a:lnTo>
                  <a:lnTo>
                    <a:pt x="1681089" y="2646062"/>
                  </a:lnTo>
                  <a:lnTo>
                    <a:pt x="1671371" y="2639238"/>
                  </a:lnTo>
                  <a:lnTo>
                    <a:pt x="1661654" y="2632719"/>
                  </a:lnTo>
                  <a:lnTo>
                    <a:pt x="1651937" y="2626497"/>
                  </a:lnTo>
                  <a:lnTo>
                    <a:pt x="1642219" y="2620810"/>
                  </a:lnTo>
                  <a:lnTo>
                    <a:pt x="1632502" y="2613963"/>
                  </a:lnTo>
                  <a:lnTo>
                    <a:pt x="1622785" y="2607682"/>
                  </a:lnTo>
                  <a:lnTo>
                    <a:pt x="1613068" y="2601350"/>
                  </a:lnTo>
                  <a:lnTo>
                    <a:pt x="1603350" y="2594965"/>
                  </a:lnTo>
                  <a:lnTo>
                    <a:pt x="1593633" y="2588527"/>
                  </a:lnTo>
                  <a:lnTo>
                    <a:pt x="1583916" y="2582037"/>
                  </a:lnTo>
                  <a:lnTo>
                    <a:pt x="1574198" y="2575491"/>
                  </a:lnTo>
                  <a:lnTo>
                    <a:pt x="1564481" y="2568866"/>
                  </a:lnTo>
                  <a:lnTo>
                    <a:pt x="1554764" y="2562188"/>
                  </a:lnTo>
                  <a:lnTo>
                    <a:pt x="1545047" y="2555457"/>
                  </a:lnTo>
                  <a:lnTo>
                    <a:pt x="1535329" y="2548674"/>
                  </a:lnTo>
                  <a:lnTo>
                    <a:pt x="1525612" y="2541837"/>
                  </a:lnTo>
                  <a:lnTo>
                    <a:pt x="1515895" y="2534947"/>
                  </a:lnTo>
                  <a:lnTo>
                    <a:pt x="1506178" y="2528004"/>
                  </a:lnTo>
                  <a:lnTo>
                    <a:pt x="1496460" y="2520927"/>
                  </a:lnTo>
                  <a:lnTo>
                    <a:pt x="1486743" y="2513252"/>
                  </a:lnTo>
                  <a:lnTo>
                    <a:pt x="1477026" y="2505515"/>
                  </a:lnTo>
                  <a:lnTo>
                    <a:pt x="1467308" y="2497692"/>
                  </a:lnTo>
                  <a:lnTo>
                    <a:pt x="1457591" y="2489696"/>
                  </a:lnTo>
                  <a:lnTo>
                    <a:pt x="1447874" y="2480554"/>
                  </a:lnTo>
                  <a:lnTo>
                    <a:pt x="1438157" y="2473517"/>
                  </a:lnTo>
                  <a:lnTo>
                    <a:pt x="1428439" y="2465806"/>
                  </a:lnTo>
                  <a:lnTo>
                    <a:pt x="1418722" y="2457723"/>
                  </a:lnTo>
                  <a:lnTo>
                    <a:pt x="1409005" y="2450811"/>
                  </a:lnTo>
                  <a:lnTo>
                    <a:pt x="1399287" y="2444548"/>
                  </a:lnTo>
                  <a:lnTo>
                    <a:pt x="1389570" y="2435172"/>
                  </a:lnTo>
                  <a:lnTo>
                    <a:pt x="1379853" y="2424661"/>
                  </a:lnTo>
                  <a:lnTo>
                    <a:pt x="1370136" y="2416196"/>
                  </a:lnTo>
                  <a:lnTo>
                    <a:pt x="1360418" y="2407658"/>
                  </a:lnTo>
                  <a:lnTo>
                    <a:pt x="1350701" y="2399055"/>
                  </a:lnTo>
                  <a:lnTo>
                    <a:pt x="1340984" y="2390391"/>
                  </a:lnTo>
                  <a:lnTo>
                    <a:pt x="1331267" y="2381665"/>
                  </a:lnTo>
                  <a:lnTo>
                    <a:pt x="1321549" y="2371726"/>
                  </a:lnTo>
                  <a:lnTo>
                    <a:pt x="1311832" y="2361471"/>
                  </a:lnTo>
                  <a:lnTo>
                    <a:pt x="1302115" y="2351154"/>
                  </a:lnTo>
                  <a:lnTo>
                    <a:pt x="1292397" y="2340760"/>
                  </a:lnTo>
                  <a:lnTo>
                    <a:pt x="1282680" y="2331338"/>
                  </a:lnTo>
                  <a:lnTo>
                    <a:pt x="1272963" y="2323155"/>
                  </a:lnTo>
                  <a:lnTo>
                    <a:pt x="1263246" y="2314987"/>
                  </a:lnTo>
                  <a:lnTo>
                    <a:pt x="1253528" y="2306522"/>
                  </a:lnTo>
                  <a:lnTo>
                    <a:pt x="1243811" y="2296660"/>
                  </a:lnTo>
                  <a:lnTo>
                    <a:pt x="1234094" y="2286759"/>
                  </a:lnTo>
                  <a:lnTo>
                    <a:pt x="1224376" y="2276820"/>
                  </a:lnTo>
                  <a:lnTo>
                    <a:pt x="1214659" y="2267512"/>
                  </a:lnTo>
                  <a:lnTo>
                    <a:pt x="1204942" y="2259201"/>
                  </a:lnTo>
                  <a:lnTo>
                    <a:pt x="1195225" y="2251497"/>
                  </a:lnTo>
                  <a:lnTo>
                    <a:pt x="1185507" y="2243766"/>
                  </a:lnTo>
                  <a:lnTo>
                    <a:pt x="1175790" y="2234593"/>
                  </a:lnTo>
                  <a:lnTo>
                    <a:pt x="1166073" y="2225838"/>
                  </a:lnTo>
                  <a:lnTo>
                    <a:pt x="1156356" y="2217452"/>
                  </a:lnTo>
                  <a:lnTo>
                    <a:pt x="1146638" y="2209037"/>
                  </a:lnTo>
                  <a:lnTo>
                    <a:pt x="1136921" y="2200594"/>
                  </a:lnTo>
                  <a:lnTo>
                    <a:pt x="1127204" y="2192124"/>
                  </a:lnTo>
                  <a:lnTo>
                    <a:pt x="1117486" y="2183607"/>
                  </a:lnTo>
                  <a:lnTo>
                    <a:pt x="1107769" y="2175012"/>
                  </a:lnTo>
                  <a:lnTo>
                    <a:pt x="1098052" y="2167058"/>
                  </a:lnTo>
                  <a:lnTo>
                    <a:pt x="1088335" y="2159191"/>
                  </a:lnTo>
                  <a:lnTo>
                    <a:pt x="1078617" y="2149287"/>
                  </a:lnTo>
                  <a:lnTo>
                    <a:pt x="1068900" y="2140651"/>
                  </a:lnTo>
                  <a:lnTo>
                    <a:pt x="1059183" y="2131982"/>
                  </a:lnTo>
                  <a:lnTo>
                    <a:pt x="1049465" y="2123256"/>
                  </a:lnTo>
                  <a:lnTo>
                    <a:pt x="1039748" y="2114494"/>
                  </a:lnTo>
                  <a:lnTo>
                    <a:pt x="1030031" y="2105513"/>
                  </a:lnTo>
                  <a:lnTo>
                    <a:pt x="1020314" y="2094854"/>
                  </a:lnTo>
                  <a:lnTo>
                    <a:pt x="1010596" y="2084156"/>
                  </a:lnTo>
                  <a:lnTo>
                    <a:pt x="1000879" y="2073948"/>
                  </a:lnTo>
                  <a:lnTo>
                    <a:pt x="991162" y="2062489"/>
                  </a:lnTo>
                  <a:lnTo>
                    <a:pt x="981445" y="2051850"/>
                  </a:lnTo>
                  <a:lnTo>
                    <a:pt x="971727" y="2040796"/>
                  </a:lnTo>
                  <a:lnTo>
                    <a:pt x="962010" y="2033318"/>
                  </a:lnTo>
                  <a:lnTo>
                    <a:pt x="952293" y="2025015"/>
                  </a:lnTo>
                  <a:lnTo>
                    <a:pt x="942575" y="2008088"/>
                  </a:lnTo>
                  <a:lnTo>
                    <a:pt x="932858" y="1997106"/>
                  </a:lnTo>
                  <a:lnTo>
                    <a:pt x="923141" y="1986094"/>
                  </a:lnTo>
                  <a:lnTo>
                    <a:pt x="913424" y="1975052"/>
                  </a:lnTo>
                  <a:lnTo>
                    <a:pt x="903706" y="1963918"/>
                  </a:lnTo>
                  <a:lnTo>
                    <a:pt x="893989" y="1952713"/>
                  </a:lnTo>
                  <a:lnTo>
                    <a:pt x="884272" y="1941446"/>
                  </a:lnTo>
                  <a:lnTo>
                    <a:pt x="874554" y="1935819"/>
                  </a:lnTo>
                  <a:lnTo>
                    <a:pt x="864837" y="1920968"/>
                  </a:lnTo>
                  <a:lnTo>
                    <a:pt x="855120" y="1913644"/>
                  </a:lnTo>
                  <a:lnTo>
                    <a:pt x="845403" y="1907728"/>
                  </a:lnTo>
                  <a:lnTo>
                    <a:pt x="835685" y="1895792"/>
                  </a:lnTo>
                  <a:lnTo>
                    <a:pt x="825968" y="1883785"/>
                  </a:lnTo>
                  <a:lnTo>
                    <a:pt x="816251" y="1871617"/>
                  </a:lnTo>
                  <a:lnTo>
                    <a:pt x="806534" y="1861177"/>
                  </a:lnTo>
                  <a:lnTo>
                    <a:pt x="796816" y="1852150"/>
                  </a:lnTo>
                  <a:lnTo>
                    <a:pt x="787099" y="1843105"/>
                  </a:lnTo>
                  <a:lnTo>
                    <a:pt x="777382" y="1834019"/>
                  </a:lnTo>
                  <a:lnTo>
                    <a:pt x="767664" y="1823092"/>
                  </a:lnTo>
                  <a:lnTo>
                    <a:pt x="757947" y="1810157"/>
                  </a:lnTo>
                  <a:lnTo>
                    <a:pt x="748230" y="1801379"/>
                  </a:lnTo>
                  <a:lnTo>
                    <a:pt x="738513" y="1791725"/>
                  </a:lnTo>
                  <a:lnTo>
                    <a:pt x="728795" y="1777655"/>
                  </a:lnTo>
                  <a:lnTo>
                    <a:pt x="719078" y="1767950"/>
                  </a:lnTo>
                  <a:lnTo>
                    <a:pt x="709361" y="1758663"/>
                  </a:lnTo>
                  <a:lnTo>
                    <a:pt x="699643" y="1751965"/>
                  </a:lnTo>
                  <a:lnTo>
                    <a:pt x="689926" y="1744027"/>
                  </a:lnTo>
                  <a:lnTo>
                    <a:pt x="680209" y="1735962"/>
                  </a:lnTo>
                  <a:lnTo>
                    <a:pt x="670492" y="1727559"/>
                  </a:lnTo>
                  <a:lnTo>
                    <a:pt x="660774" y="1716813"/>
                  </a:lnTo>
                  <a:lnTo>
                    <a:pt x="651057" y="1706077"/>
                  </a:lnTo>
                  <a:lnTo>
                    <a:pt x="641340" y="1695268"/>
                  </a:lnTo>
                  <a:lnTo>
                    <a:pt x="631623" y="1687126"/>
                  </a:lnTo>
                  <a:lnTo>
                    <a:pt x="621905" y="1675100"/>
                  </a:lnTo>
                  <a:lnTo>
                    <a:pt x="612188" y="1667043"/>
                  </a:lnTo>
                  <a:lnTo>
                    <a:pt x="602471" y="1658978"/>
                  </a:lnTo>
                  <a:lnTo>
                    <a:pt x="592753" y="1650916"/>
                  </a:lnTo>
                  <a:lnTo>
                    <a:pt x="583036" y="1642777"/>
                  </a:lnTo>
                  <a:lnTo>
                    <a:pt x="573319" y="1633888"/>
                  </a:lnTo>
                  <a:lnTo>
                    <a:pt x="563602" y="1624274"/>
                  </a:lnTo>
                  <a:lnTo>
                    <a:pt x="553884" y="1608465"/>
                  </a:lnTo>
                  <a:lnTo>
                    <a:pt x="544167" y="1606777"/>
                  </a:lnTo>
                  <a:lnTo>
                    <a:pt x="534450" y="1600815"/>
                  </a:lnTo>
                  <a:lnTo>
                    <a:pt x="524732" y="1589281"/>
                  </a:lnTo>
                  <a:lnTo>
                    <a:pt x="515015" y="1578024"/>
                  </a:lnTo>
                  <a:lnTo>
                    <a:pt x="505298" y="1571984"/>
                  </a:lnTo>
                  <a:lnTo>
                    <a:pt x="495581" y="1559475"/>
                  </a:lnTo>
                  <a:lnTo>
                    <a:pt x="485863" y="1554350"/>
                  </a:lnTo>
                  <a:lnTo>
                    <a:pt x="476146" y="1546067"/>
                  </a:lnTo>
                  <a:lnTo>
                    <a:pt x="466429" y="1537107"/>
                  </a:lnTo>
                  <a:lnTo>
                    <a:pt x="456712" y="1531673"/>
                  </a:lnTo>
                  <a:lnTo>
                    <a:pt x="446994" y="1525264"/>
                  </a:lnTo>
                  <a:lnTo>
                    <a:pt x="437277" y="1518821"/>
                  </a:lnTo>
                  <a:lnTo>
                    <a:pt x="427560" y="1507774"/>
                  </a:lnTo>
                  <a:lnTo>
                    <a:pt x="417842" y="1498536"/>
                  </a:lnTo>
                  <a:lnTo>
                    <a:pt x="408125" y="1495047"/>
                  </a:lnTo>
                  <a:lnTo>
                    <a:pt x="398408" y="1487306"/>
                  </a:lnTo>
                  <a:lnTo>
                    <a:pt x="388691" y="1483270"/>
                  </a:lnTo>
                  <a:lnTo>
                    <a:pt x="378973" y="1475432"/>
                  </a:lnTo>
                  <a:lnTo>
                    <a:pt x="369256" y="1468972"/>
                  </a:lnTo>
                  <a:lnTo>
                    <a:pt x="359539" y="1463740"/>
                  </a:lnTo>
                  <a:lnTo>
                    <a:pt x="349821" y="1457969"/>
                  </a:lnTo>
                  <a:lnTo>
                    <a:pt x="340104" y="1453142"/>
                  </a:lnTo>
                  <a:lnTo>
                    <a:pt x="330387" y="1448226"/>
                  </a:lnTo>
                  <a:lnTo>
                    <a:pt x="320670" y="1442935"/>
                  </a:lnTo>
                  <a:lnTo>
                    <a:pt x="310952" y="1438775"/>
                  </a:lnTo>
                  <a:lnTo>
                    <a:pt x="301235" y="1435706"/>
                  </a:lnTo>
                  <a:lnTo>
                    <a:pt x="291518" y="1436679"/>
                  </a:lnTo>
                  <a:lnTo>
                    <a:pt x="281801" y="1432749"/>
                  </a:lnTo>
                  <a:lnTo>
                    <a:pt x="272083" y="1434514"/>
                  </a:lnTo>
                  <a:lnTo>
                    <a:pt x="262366" y="1433608"/>
                  </a:lnTo>
                  <a:lnTo>
                    <a:pt x="252649" y="1430420"/>
                  </a:lnTo>
                  <a:lnTo>
                    <a:pt x="242931" y="1427268"/>
                  </a:lnTo>
                  <a:lnTo>
                    <a:pt x="233214" y="1424053"/>
                  </a:lnTo>
                  <a:lnTo>
                    <a:pt x="223497" y="1425691"/>
                  </a:lnTo>
                  <a:lnTo>
                    <a:pt x="213780" y="1419668"/>
                  </a:lnTo>
                  <a:lnTo>
                    <a:pt x="204062" y="1422181"/>
                  </a:lnTo>
                  <a:lnTo>
                    <a:pt x="194345" y="1427197"/>
                  </a:lnTo>
                  <a:lnTo>
                    <a:pt x="184628" y="1424809"/>
                  </a:lnTo>
                  <a:lnTo>
                    <a:pt x="174910" y="1427489"/>
                  </a:lnTo>
                  <a:lnTo>
                    <a:pt x="165193" y="1427403"/>
                  </a:lnTo>
                  <a:lnTo>
                    <a:pt x="155476" y="1427050"/>
                  </a:lnTo>
                  <a:lnTo>
                    <a:pt x="145759" y="1424829"/>
                  </a:lnTo>
                  <a:lnTo>
                    <a:pt x="136041" y="1422655"/>
                  </a:lnTo>
                  <a:lnTo>
                    <a:pt x="126324" y="1431100"/>
                  </a:lnTo>
                  <a:lnTo>
                    <a:pt x="116607" y="1438294"/>
                  </a:lnTo>
                  <a:lnTo>
                    <a:pt x="106890" y="1439495"/>
                  </a:lnTo>
                  <a:lnTo>
                    <a:pt x="97172" y="1447677"/>
                  </a:lnTo>
                  <a:lnTo>
                    <a:pt x="87455" y="1454566"/>
                  </a:lnTo>
                  <a:lnTo>
                    <a:pt x="77738" y="1453259"/>
                  </a:lnTo>
                  <a:lnTo>
                    <a:pt x="68020" y="1456506"/>
                  </a:lnTo>
                  <a:lnTo>
                    <a:pt x="58303" y="1461228"/>
                  </a:lnTo>
                  <a:lnTo>
                    <a:pt x="48586" y="1466338"/>
                  </a:lnTo>
                  <a:lnTo>
                    <a:pt x="38869" y="1469267"/>
                  </a:lnTo>
                  <a:lnTo>
                    <a:pt x="29151" y="1475917"/>
                  </a:lnTo>
                  <a:lnTo>
                    <a:pt x="19434" y="1483446"/>
                  </a:lnTo>
                  <a:lnTo>
                    <a:pt x="9717" y="1489814"/>
                  </a:lnTo>
                  <a:lnTo>
                    <a:pt x="0" y="1495836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648167" y="2639672"/>
              <a:ext cx="2516774" cy="764574"/>
            </a:xfrm>
            <a:custGeom>
              <a:avLst/>
              <a:pathLst>
                <a:path w="2516774" h="764574">
                  <a:moveTo>
                    <a:pt x="0" y="742678"/>
                  </a:moveTo>
                  <a:lnTo>
                    <a:pt x="9717" y="749137"/>
                  </a:lnTo>
                  <a:lnTo>
                    <a:pt x="19434" y="746538"/>
                  </a:lnTo>
                  <a:lnTo>
                    <a:pt x="29151" y="748593"/>
                  </a:lnTo>
                  <a:lnTo>
                    <a:pt x="38869" y="757540"/>
                  </a:lnTo>
                  <a:lnTo>
                    <a:pt x="48586" y="759979"/>
                  </a:lnTo>
                  <a:lnTo>
                    <a:pt x="58303" y="760346"/>
                  </a:lnTo>
                  <a:lnTo>
                    <a:pt x="68020" y="760703"/>
                  </a:lnTo>
                  <a:lnTo>
                    <a:pt x="77738" y="763274"/>
                  </a:lnTo>
                  <a:lnTo>
                    <a:pt x="87455" y="761474"/>
                  </a:lnTo>
                  <a:lnTo>
                    <a:pt x="97172" y="761774"/>
                  </a:lnTo>
                  <a:lnTo>
                    <a:pt x="106890" y="762123"/>
                  </a:lnTo>
                  <a:lnTo>
                    <a:pt x="116607" y="762481"/>
                  </a:lnTo>
                  <a:lnTo>
                    <a:pt x="126324" y="762878"/>
                  </a:lnTo>
                  <a:lnTo>
                    <a:pt x="136041" y="762207"/>
                  </a:lnTo>
                  <a:lnTo>
                    <a:pt x="145759" y="760636"/>
                  </a:lnTo>
                  <a:lnTo>
                    <a:pt x="155476" y="761380"/>
                  </a:lnTo>
                  <a:lnTo>
                    <a:pt x="165193" y="761242"/>
                  </a:lnTo>
                  <a:lnTo>
                    <a:pt x="174910" y="764574"/>
                  </a:lnTo>
                  <a:lnTo>
                    <a:pt x="184628" y="760516"/>
                  </a:lnTo>
                  <a:lnTo>
                    <a:pt x="194345" y="761007"/>
                  </a:lnTo>
                  <a:lnTo>
                    <a:pt x="204062" y="757407"/>
                  </a:lnTo>
                  <a:lnTo>
                    <a:pt x="213780" y="757142"/>
                  </a:lnTo>
                  <a:lnTo>
                    <a:pt x="223497" y="752530"/>
                  </a:lnTo>
                  <a:lnTo>
                    <a:pt x="233214" y="748969"/>
                  </a:lnTo>
                  <a:lnTo>
                    <a:pt x="242931" y="746422"/>
                  </a:lnTo>
                  <a:lnTo>
                    <a:pt x="252649" y="743999"/>
                  </a:lnTo>
                  <a:lnTo>
                    <a:pt x="262366" y="742098"/>
                  </a:lnTo>
                  <a:lnTo>
                    <a:pt x="272083" y="739868"/>
                  </a:lnTo>
                  <a:lnTo>
                    <a:pt x="281801" y="736594"/>
                  </a:lnTo>
                  <a:lnTo>
                    <a:pt x="291518" y="733648"/>
                  </a:lnTo>
                  <a:lnTo>
                    <a:pt x="301235" y="733927"/>
                  </a:lnTo>
                  <a:lnTo>
                    <a:pt x="310952" y="731371"/>
                  </a:lnTo>
                  <a:lnTo>
                    <a:pt x="320670" y="730774"/>
                  </a:lnTo>
                  <a:lnTo>
                    <a:pt x="330387" y="727764"/>
                  </a:lnTo>
                  <a:lnTo>
                    <a:pt x="340104" y="723646"/>
                  </a:lnTo>
                  <a:lnTo>
                    <a:pt x="349821" y="718409"/>
                  </a:lnTo>
                  <a:lnTo>
                    <a:pt x="359539" y="713398"/>
                  </a:lnTo>
                  <a:lnTo>
                    <a:pt x="369256" y="705698"/>
                  </a:lnTo>
                  <a:lnTo>
                    <a:pt x="378973" y="699807"/>
                  </a:lnTo>
                  <a:lnTo>
                    <a:pt x="388691" y="692812"/>
                  </a:lnTo>
                  <a:lnTo>
                    <a:pt x="398408" y="686432"/>
                  </a:lnTo>
                  <a:lnTo>
                    <a:pt x="408125" y="679671"/>
                  </a:lnTo>
                  <a:lnTo>
                    <a:pt x="417842" y="675912"/>
                  </a:lnTo>
                  <a:lnTo>
                    <a:pt x="427560" y="671935"/>
                  </a:lnTo>
                  <a:lnTo>
                    <a:pt x="437277" y="664488"/>
                  </a:lnTo>
                  <a:lnTo>
                    <a:pt x="446994" y="658392"/>
                  </a:lnTo>
                  <a:lnTo>
                    <a:pt x="456712" y="653986"/>
                  </a:lnTo>
                  <a:lnTo>
                    <a:pt x="466429" y="648007"/>
                  </a:lnTo>
                  <a:lnTo>
                    <a:pt x="476146" y="640770"/>
                  </a:lnTo>
                  <a:lnTo>
                    <a:pt x="485863" y="635983"/>
                  </a:lnTo>
                  <a:lnTo>
                    <a:pt x="495581" y="629295"/>
                  </a:lnTo>
                  <a:lnTo>
                    <a:pt x="505298" y="625338"/>
                  </a:lnTo>
                  <a:lnTo>
                    <a:pt x="515015" y="619828"/>
                  </a:lnTo>
                  <a:lnTo>
                    <a:pt x="524732" y="610953"/>
                  </a:lnTo>
                  <a:lnTo>
                    <a:pt x="534450" y="605637"/>
                  </a:lnTo>
                  <a:lnTo>
                    <a:pt x="544167" y="600703"/>
                  </a:lnTo>
                  <a:lnTo>
                    <a:pt x="553884" y="595819"/>
                  </a:lnTo>
                  <a:lnTo>
                    <a:pt x="563602" y="590980"/>
                  </a:lnTo>
                  <a:lnTo>
                    <a:pt x="573319" y="586171"/>
                  </a:lnTo>
                  <a:lnTo>
                    <a:pt x="583036" y="579889"/>
                  </a:lnTo>
                  <a:lnTo>
                    <a:pt x="592753" y="576007"/>
                  </a:lnTo>
                  <a:lnTo>
                    <a:pt x="602471" y="568599"/>
                  </a:lnTo>
                  <a:lnTo>
                    <a:pt x="612188" y="563640"/>
                  </a:lnTo>
                  <a:lnTo>
                    <a:pt x="621905" y="559113"/>
                  </a:lnTo>
                  <a:lnTo>
                    <a:pt x="631623" y="554412"/>
                  </a:lnTo>
                  <a:lnTo>
                    <a:pt x="641340" y="549790"/>
                  </a:lnTo>
                  <a:lnTo>
                    <a:pt x="651057" y="542531"/>
                  </a:lnTo>
                  <a:lnTo>
                    <a:pt x="660774" y="537993"/>
                  </a:lnTo>
                  <a:lnTo>
                    <a:pt x="670492" y="533994"/>
                  </a:lnTo>
                  <a:lnTo>
                    <a:pt x="680209" y="530044"/>
                  </a:lnTo>
                  <a:lnTo>
                    <a:pt x="689926" y="526141"/>
                  </a:lnTo>
                  <a:lnTo>
                    <a:pt x="699643" y="522285"/>
                  </a:lnTo>
                  <a:lnTo>
                    <a:pt x="709361" y="517438"/>
                  </a:lnTo>
                  <a:lnTo>
                    <a:pt x="719078" y="511701"/>
                  </a:lnTo>
                  <a:lnTo>
                    <a:pt x="728795" y="505281"/>
                  </a:lnTo>
                  <a:lnTo>
                    <a:pt x="738513" y="497610"/>
                  </a:lnTo>
                  <a:lnTo>
                    <a:pt x="748230" y="490062"/>
                  </a:lnTo>
                  <a:lnTo>
                    <a:pt x="757947" y="482805"/>
                  </a:lnTo>
                  <a:lnTo>
                    <a:pt x="767664" y="475645"/>
                  </a:lnTo>
                  <a:lnTo>
                    <a:pt x="777382" y="469946"/>
                  </a:lnTo>
                  <a:lnTo>
                    <a:pt x="787099" y="465433"/>
                  </a:lnTo>
                  <a:lnTo>
                    <a:pt x="796816" y="461545"/>
                  </a:lnTo>
                  <a:lnTo>
                    <a:pt x="806534" y="456602"/>
                  </a:lnTo>
                  <a:lnTo>
                    <a:pt x="816251" y="452272"/>
                  </a:lnTo>
                  <a:lnTo>
                    <a:pt x="825968" y="448090"/>
                  </a:lnTo>
                  <a:lnTo>
                    <a:pt x="835685" y="444742"/>
                  </a:lnTo>
                  <a:lnTo>
                    <a:pt x="845403" y="440781"/>
                  </a:lnTo>
                  <a:lnTo>
                    <a:pt x="855120" y="435147"/>
                  </a:lnTo>
                  <a:lnTo>
                    <a:pt x="864837" y="428257"/>
                  </a:lnTo>
                  <a:lnTo>
                    <a:pt x="874554" y="421441"/>
                  </a:lnTo>
                  <a:lnTo>
                    <a:pt x="884272" y="415095"/>
                  </a:lnTo>
                  <a:lnTo>
                    <a:pt x="893989" y="408840"/>
                  </a:lnTo>
                  <a:lnTo>
                    <a:pt x="903706" y="402678"/>
                  </a:lnTo>
                  <a:lnTo>
                    <a:pt x="913424" y="398660"/>
                  </a:lnTo>
                  <a:lnTo>
                    <a:pt x="923141" y="395164"/>
                  </a:lnTo>
                  <a:lnTo>
                    <a:pt x="932858" y="390888"/>
                  </a:lnTo>
                  <a:lnTo>
                    <a:pt x="942575" y="384262"/>
                  </a:lnTo>
                  <a:lnTo>
                    <a:pt x="952293" y="376634"/>
                  </a:lnTo>
                  <a:lnTo>
                    <a:pt x="962010" y="369569"/>
                  </a:lnTo>
                  <a:lnTo>
                    <a:pt x="971727" y="362612"/>
                  </a:lnTo>
                  <a:lnTo>
                    <a:pt x="981445" y="355850"/>
                  </a:lnTo>
                  <a:lnTo>
                    <a:pt x="991162" y="350274"/>
                  </a:lnTo>
                  <a:lnTo>
                    <a:pt x="1000879" y="344822"/>
                  </a:lnTo>
                  <a:lnTo>
                    <a:pt x="1010596" y="341127"/>
                  </a:lnTo>
                  <a:lnTo>
                    <a:pt x="1020314" y="338253"/>
                  </a:lnTo>
                  <a:lnTo>
                    <a:pt x="1030031" y="335411"/>
                  </a:lnTo>
                  <a:lnTo>
                    <a:pt x="1039748" y="332600"/>
                  </a:lnTo>
                  <a:lnTo>
                    <a:pt x="1049465" y="329821"/>
                  </a:lnTo>
                  <a:lnTo>
                    <a:pt x="1059183" y="327073"/>
                  </a:lnTo>
                  <a:lnTo>
                    <a:pt x="1068900" y="324355"/>
                  </a:lnTo>
                  <a:lnTo>
                    <a:pt x="1078617" y="321669"/>
                  </a:lnTo>
                  <a:lnTo>
                    <a:pt x="1088335" y="318115"/>
                  </a:lnTo>
                  <a:lnTo>
                    <a:pt x="1098052" y="313556"/>
                  </a:lnTo>
                  <a:lnTo>
                    <a:pt x="1107769" y="307287"/>
                  </a:lnTo>
                  <a:lnTo>
                    <a:pt x="1117486" y="300914"/>
                  </a:lnTo>
                  <a:lnTo>
                    <a:pt x="1127204" y="294616"/>
                  </a:lnTo>
                  <a:lnTo>
                    <a:pt x="1136921" y="288853"/>
                  </a:lnTo>
                  <a:lnTo>
                    <a:pt x="1146638" y="286012"/>
                  </a:lnTo>
                  <a:lnTo>
                    <a:pt x="1156356" y="283223"/>
                  </a:lnTo>
                  <a:lnTo>
                    <a:pt x="1166073" y="280465"/>
                  </a:lnTo>
                  <a:lnTo>
                    <a:pt x="1175790" y="277452"/>
                  </a:lnTo>
                  <a:lnTo>
                    <a:pt x="1185507" y="272308"/>
                  </a:lnTo>
                  <a:lnTo>
                    <a:pt x="1195225" y="267237"/>
                  </a:lnTo>
                  <a:lnTo>
                    <a:pt x="1204942" y="262238"/>
                  </a:lnTo>
                  <a:lnTo>
                    <a:pt x="1214659" y="258078"/>
                  </a:lnTo>
                  <a:lnTo>
                    <a:pt x="1224376" y="254510"/>
                  </a:lnTo>
                  <a:lnTo>
                    <a:pt x="1234094" y="251028"/>
                  </a:lnTo>
                  <a:lnTo>
                    <a:pt x="1243811" y="247585"/>
                  </a:lnTo>
                  <a:lnTo>
                    <a:pt x="1253528" y="244145"/>
                  </a:lnTo>
                  <a:lnTo>
                    <a:pt x="1263246" y="240722"/>
                  </a:lnTo>
                  <a:lnTo>
                    <a:pt x="1272963" y="237331"/>
                  </a:lnTo>
                  <a:lnTo>
                    <a:pt x="1282680" y="233973"/>
                  </a:lnTo>
                  <a:lnTo>
                    <a:pt x="1292397" y="230647"/>
                  </a:lnTo>
                  <a:lnTo>
                    <a:pt x="1302115" y="227389"/>
                  </a:lnTo>
                  <a:lnTo>
                    <a:pt x="1311832" y="224161"/>
                  </a:lnTo>
                  <a:lnTo>
                    <a:pt x="1321549" y="220610"/>
                  </a:lnTo>
                  <a:lnTo>
                    <a:pt x="1331267" y="217757"/>
                  </a:lnTo>
                  <a:lnTo>
                    <a:pt x="1340984" y="214133"/>
                  </a:lnTo>
                  <a:lnTo>
                    <a:pt x="1350701" y="210956"/>
                  </a:lnTo>
                  <a:lnTo>
                    <a:pt x="1360418" y="208333"/>
                  </a:lnTo>
                  <a:lnTo>
                    <a:pt x="1370136" y="205268"/>
                  </a:lnTo>
                  <a:lnTo>
                    <a:pt x="1379853" y="202255"/>
                  </a:lnTo>
                  <a:lnTo>
                    <a:pt x="1389570" y="199272"/>
                  </a:lnTo>
                  <a:lnTo>
                    <a:pt x="1399287" y="197030"/>
                  </a:lnTo>
                  <a:lnTo>
                    <a:pt x="1409005" y="194230"/>
                  </a:lnTo>
                  <a:lnTo>
                    <a:pt x="1418722" y="191241"/>
                  </a:lnTo>
                  <a:lnTo>
                    <a:pt x="1428439" y="188306"/>
                  </a:lnTo>
                  <a:lnTo>
                    <a:pt x="1438157" y="186423"/>
                  </a:lnTo>
                  <a:lnTo>
                    <a:pt x="1447874" y="183207"/>
                  </a:lnTo>
                  <a:lnTo>
                    <a:pt x="1457591" y="179696"/>
                  </a:lnTo>
                  <a:lnTo>
                    <a:pt x="1467308" y="176885"/>
                  </a:lnTo>
                  <a:lnTo>
                    <a:pt x="1477026" y="174234"/>
                  </a:lnTo>
                  <a:lnTo>
                    <a:pt x="1486743" y="172524"/>
                  </a:lnTo>
                  <a:lnTo>
                    <a:pt x="1496460" y="170837"/>
                  </a:lnTo>
                  <a:lnTo>
                    <a:pt x="1506178" y="169171"/>
                  </a:lnTo>
                  <a:lnTo>
                    <a:pt x="1515895" y="167527"/>
                  </a:lnTo>
                  <a:lnTo>
                    <a:pt x="1525612" y="165904"/>
                  </a:lnTo>
                  <a:lnTo>
                    <a:pt x="1535329" y="164302"/>
                  </a:lnTo>
                  <a:lnTo>
                    <a:pt x="1545047" y="162720"/>
                  </a:lnTo>
                  <a:lnTo>
                    <a:pt x="1554764" y="161162"/>
                  </a:lnTo>
                  <a:lnTo>
                    <a:pt x="1564481" y="159664"/>
                  </a:lnTo>
                  <a:lnTo>
                    <a:pt x="1574198" y="158186"/>
                  </a:lnTo>
                  <a:lnTo>
                    <a:pt x="1583916" y="156517"/>
                  </a:lnTo>
                  <a:lnTo>
                    <a:pt x="1593633" y="153779"/>
                  </a:lnTo>
                  <a:lnTo>
                    <a:pt x="1603350" y="151070"/>
                  </a:lnTo>
                  <a:lnTo>
                    <a:pt x="1613068" y="149250"/>
                  </a:lnTo>
                  <a:lnTo>
                    <a:pt x="1622785" y="148552"/>
                  </a:lnTo>
                  <a:lnTo>
                    <a:pt x="1632502" y="145919"/>
                  </a:lnTo>
                  <a:lnTo>
                    <a:pt x="1642219" y="142708"/>
                  </a:lnTo>
                  <a:lnTo>
                    <a:pt x="1651937" y="139627"/>
                  </a:lnTo>
                  <a:lnTo>
                    <a:pt x="1661654" y="138362"/>
                  </a:lnTo>
                  <a:lnTo>
                    <a:pt x="1671371" y="137116"/>
                  </a:lnTo>
                  <a:lnTo>
                    <a:pt x="1681089" y="135432"/>
                  </a:lnTo>
                  <a:lnTo>
                    <a:pt x="1690806" y="132736"/>
                  </a:lnTo>
                  <a:lnTo>
                    <a:pt x="1700523" y="130075"/>
                  </a:lnTo>
                  <a:lnTo>
                    <a:pt x="1710240" y="127449"/>
                  </a:lnTo>
                  <a:lnTo>
                    <a:pt x="1719958" y="124858"/>
                  </a:lnTo>
                  <a:lnTo>
                    <a:pt x="1729675" y="122301"/>
                  </a:lnTo>
                  <a:lnTo>
                    <a:pt x="1739392" y="119778"/>
                  </a:lnTo>
                  <a:lnTo>
                    <a:pt x="1749109" y="117288"/>
                  </a:lnTo>
                  <a:lnTo>
                    <a:pt x="1758827" y="114848"/>
                  </a:lnTo>
                  <a:lnTo>
                    <a:pt x="1768544" y="112465"/>
                  </a:lnTo>
                  <a:lnTo>
                    <a:pt x="1778261" y="110114"/>
                  </a:lnTo>
                  <a:lnTo>
                    <a:pt x="1787979" y="109435"/>
                  </a:lnTo>
                  <a:lnTo>
                    <a:pt x="1797696" y="108798"/>
                  </a:lnTo>
                  <a:lnTo>
                    <a:pt x="1807413" y="107004"/>
                  </a:lnTo>
                  <a:lnTo>
                    <a:pt x="1817130" y="103366"/>
                  </a:lnTo>
                  <a:lnTo>
                    <a:pt x="1826848" y="99752"/>
                  </a:lnTo>
                  <a:lnTo>
                    <a:pt x="1836565" y="96395"/>
                  </a:lnTo>
                  <a:lnTo>
                    <a:pt x="1846282" y="94199"/>
                  </a:lnTo>
                  <a:lnTo>
                    <a:pt x="1856000" y="92070"/>
                  </a:lnTo>
                  <a:lnTo>
                    <a:pt x="1865717" y="91146"/>
                  </a:lnTo>
                  <a:lnTo>
                    <a:pt x="1875434" y="90349"/>
                  </a:lnTo>
                  <a:lnTo>
                    <a:pt x="1885151" y="89566"/>
                  </a:lnTo>
                  <a:lnTo>
                    <a:pt x="1894869" y="87590"/>
                  </a:lnTo>
                  <a:lnTo>
                    <a:pt x="1904586" y="85865"/>
                  </a:lnTo>
                  <a:lnTo>
                    <a:pt x="1914303" y="84682"/>
                  </a:lnTo>
                  <a:lnTo>
                    <a:pt x="1924020" y="83527"/>
                  </a:lnTo>
                  <a:lnTo>
                    <a:pt x="1933738" y="82405"/>
                  </a:lnTo>
                  <a:lnTo>
                    <a:pt x="1943455" y="81301"/>
                  </a:lnTo>
                  <a:lnTo>
                    <a:pt x="1953172" y="80208"/>
                  </a:lnTo>
                  <a:lnTo>
                    <a:pt x="1962890" y="78259"/>
                  </a:lnTo>
                  <a:lnTo>
                    <a:pt x="1972607" y="76336"/>
                  </a:lnTo>
                  <a:lnTo>
                    <a:pt x="1982324" y="74268"/>
                  </a:lnTo>
                  <a:lnTo>
                    <a:pt x="1992041" y="72471"/>
                  </a:lnTo>
                  <a:lnTo>
                    <a:pt x="2001759" y="70688"/>
                  </a:lnTo>
                  <a:lnTo>
                    <a:pt x="2011476" y="69060"/>
                  </a:lnTo>
                  <a:lnTo>
                    <a:pt x="2021193" y="67799"/>
                  </a:lnTo>
                  <a:lnTo>
                    <a:pt x="2030911" y="66058"/>
                  </a:lnTo>
                  <a:lnTo>
                    <a:pt x="2040628" y="64030"/>
                  </a:lnTo>
                  <a:lnTo>
                    <a:pt x="2050345" y="62760"/>
                  </a:lnTo>
                  <a:lnTo>
                    <a:pt x="2060062" y="60049"/>
                  </a:lnTo>
                  <a:lnTo>
                    <a:pt x="2069780" y="58113"/>
                  </a:lnTo>
                  <a:lnTo>
                    <a:pt x="2079497" y="56144"/>
                  </a:lnTo>
                  <a:lnTo>
                    <a:pt x="2089214" y="54926"/>
                  </a:lnTo>
                  <a:lnTo>
                    <a:pt x="2098931" y="53281"/>
                  </a:lnTo>
                  <a:lnTo>
                    <a:pt x="2108649" y="51657"/>
                  </a:lnTo>
                  <a:lnTo>
                    <a:pt x="2118366" y="50055"/>
                  </a:lnTo>
                  <a:lnTo>
                    <a:pt x="2128083" y="48474"/>
                  </a:lnTo>
                  <a:lnTo>
                    <a:pt x="2137801" y="46913"/>
                  </a:lnTo>
                  <a:lnTo>
                    <a:pt x="2147518" y="45373"/>
                  </a:lnTo>
                  <a:lnTo>
                    <a:pt x="2157235" y="43853"/>
                  </a:lnTo>
                  <a:lnTo>
                    <a:pt x="2166952" y="42372"/>
                  </a:lnTo>
                  <a:lnTo>
                    <a:pt x="2176670" y="40902"/>
                  </a:lnTo>
                  <a:lnTo>
                    <a:pt x="2186387" y="39232"/>
                  </a:lnTo>
                  <a:lnTo>
                    <a:pt x="2196104" y="37897"/>
                  </a:lnTo>
                  <a:lnTo>
                    <a:pt x="2205822" y="37033"/>
                  </a:lnTo>
                  <a:lnTo>
                    <a:pt x="2215539" y="36177"/>
                  </a:lnTo>
                  <a:lnTo>
                    <a:pt x="2225256" y="35336"/>
                  </a:lnTo>
                  <a:lnTo>
                    <a:pt x="2234973" y="33785"/>
                  </a:lnTo>
                  <a:lnTo>
                    <a:pt x="2244691" y="31718"/>
                  </a:lnTo>
                  <a:lnTo>
                    <a:pt x="2254408" y="30090"/>
                  </a:lnTo>
                  <a:lnTo>
                    <a:pt x="2264125" y="29626"/>
                  </a:lnTo>
                  <a:lnTo>
                    <a:pt x="2273842" y="29171"/>
                  </a:lnTo>
                  <a:lnTo>
                    <a:pt x="2283560" y="28730"/>
                  </a:lnTo>
                  <a:lnTo>
                    <a:pt x="2293277" y="28185"/>
                  </a:lnTo>
                  <a:lnTo>
                    <a:pt x="2302994" y="25964"/>
                  </a:lnTo>
                  <a:lnTo>
                    <a:pt x="2312712" y="25495"/>
                  </a:lnTo>
                  <a:lnTo>
                    <a:pt x="2322429" y="24888"/>
                  </a:lnTo>
                  <a:lnTo>
                    <a:pt x="2332146" y="22399"/>
                  </a:lnTo>
                  <a:lnTo>
                    <a:pt x="2341863" y="19953"/>
                  </a:lnTo>
                  <a:lnTo>
                    <a:pt x="2351581" y="18497"/>
                  </a:lnTo>
                  <a:lnTo>
                    <a:pt x="2361298" y="18030"/>
                  </a:lnTo>
                  <a:lnTo>
                    <a:pt x="2371015" y="17570"/>
                  </a:lnTo>
                  <a:lnTo>
                    <a:pt x="2380733" y="17118"/>
                  </a:lnTo>
                  <a:lnTo>
                    <a:pt x="2390450" y="16673"/>
                  </a:lnTo>
                  <a:lnTo>
                    <a:pt x="2400167" y="16234"/>
                  </a:lnTo>
                  <a:lnTo>
                    <a:pt x="2409884" y="15063"/>
                  </a:lnTo>
                  <a:lnTo>
                    <a:pt x="2419602" y="13701"/>
                  </a:lnTo>
                  <a:lnTo>
                    <a:pt x="2429319" y="12352"/>
                  </a:lnTo>
                  <a:lnTo>
                    <a:pt x="2439036" y="11014"/>
                  </a:lnTo>
                  <a:lnTo>
                    <a:pt x="2448753" y="9688"/>
                  </a:lnTo>
                  <a:lnTo>
                    <a:pt x="2458471" y="8373"/>
                  </a:lnTo>
                  <a:lnTo>
                    <a:pt x="2468188" y="7070"/>
                  </a:lnTo>
                  <a:lnTo>
                    <a:pt x="2477905" y="5779"/>
                  </a:lnTo>
                  <a:lnTo>
                    <a:pt x="2487623" y="4498"/>
                  </a:lnTo>
                  <a:lnTo>
                    <a:pt x="2497340" y="3229"/>
                  </a:lnTo>
                  <a:lnTo>
                    <a:pt x="2507057" y="1585"/>
                  </a:lnTo>
                  <a:lnTo>
                    <a:pt x="251677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648167" y="4059340"/>
              <a:ext cx="2516774" cy="1630766"/>
            </a:xfrm>
            <a:custGeom>
              <a:avLst/>
              <a:pathLst>
                <a:path w="2516774" h="1630766">
                  <a:moveTo>
                    <a:pt x="2516774" y="1630766"/>
                  </a:moveTo>
                  <a:lnTo>
                    <a:pt x="2507057" y="1627850"/>
                  </a:lnTo>
                  <a:lnTo>
                    <a:pt x="2497340" y="1624894"/>
                  </a:lnTo>
                  <a:lnTo>
                    <a:pt x="2487623" y="1621899"/>
                  </a:lnTo>
                  <a:lnTo>
                    <a:pt x="2477905" y="1618864"/>
                  </a:lnTo>
                  <a:lnTo>
                    <a:pt x="2468188" y="1615789"/>
                  </a:lnTo>
                  <a:lnTo>
                    <a:pt x="2458471" y="1612673"/>
                  </a:lnTo>
                  <a:lnTo>
                    <a:pt x="2448753" y="1609516"/>
                  </a:lnTo>
                  <a:lnTo>
                    <a:pt x="2439036" y="1606317"/>
                  </a:lnTo>
                  <a:lnTo>
                    <a:pt x="2429319" y="1603050"/>
                  </a:lnTo>
                  <a:lnTo>
                    <a:pt x="2419602" y="1599741"/>
                  </a:lnTo>
                  <a:lnTo>
                    <a:pt x="2409884" y="1598232"/>
                  </a:lnTo>
                  <a:lnTo>
                    <a:pt x="2400167" y="1597043"/>
                  </a:lnTo>
                  <a:lnTo>
                    <a:pt x="2390450" y="1595834"/>
                  </a:lnTo>
                  <a:lnTo>
                    <a:pt x="2380733" y="1593142"/>
                  </a:lnTo>
                  <a:lnTo>
                    <a:pt x="2371015" y="1588571"/>
                  </a:lnTo>
                  <a:lnTo>
                    <a:pt x="2361298" y="1583952"/>
                  </a:lnTo>
                  <a:lnTo>
                    <a:pt x="2351581" y="1579284"/>
                  </a:lnTo>
                  <a:lnTo>
                    <a:pt x="2341863" y="1574568"/>
                  </a:lnTo>
                  <a:lnTo>
                    <a:pt x="2332146" y="1569802"/>
                  </a:lnTo>
                  <a:lnTo>
                    <a:pt x="2322429" y="1564987"/>
                  </a:lnTo>
                  <a:lnTo>
                    <a:pt x="2312712" y="1560398"/>
                  </a:lnTo>
                  <a:lnTo>
                    <a:pt x="2302994" y="1556601"/>
                  </a:lnTo>
                  <a:lnTo>
                    <a:pt x="2293277" y="1553036"/>
                  </a:lnTo>
                  <a:lnTo>
                    <a:pt x="2283560" y="1549696"/>
                  </a:lnTo>
                  <a:lnTo>
                    <a:pt x="2273842" y="1545865"/>
                  </a:lnTo>
                  <a:lnTo>
                    <a:pt x="2264125" y="1542269"/>
                  </a:lnTo>
                  <a:lnTo>
                    <a:pt x="2254408" y="1538615"/>
                  </a:lnTo>
                  <a:lnTo>
                    <a:pt x="2244691" y="1534869"/>
                  </a:lnTo>
                  <a:lnTo>
                    <a:pt x="2234973" y="1531077"/>
                  </a:lnTo>
                  <a:lnTo>
                    <a:pt x="2225256" y="1527238"/>
                  </a:lnTo>
                  <a:lnTo>
                    <a:pt x="2215539" y="1523350"/>
                  </a:lnTo>
                  <a:lnTo>
                    <a:pt x="2205822" y="1519415"/>
                  </a:lnTo>
                  <a:lnTo>
                    <a:pt x="2196104" y="1515430"/>
                  </a:lnTo>
                  <a:lnTo>
                    <a:pt x="2186387" y="1511397"/>
                  </a:lnTo>
                  <a:lnTo>
                    <a:pt x="2176670" y="1507314"/>
                  </a:lnTo>
                  <a:lnTo>
                    <a:pt x="2166952" y="1503409"/>
                  </a:lnTo>
                  <a:lnTo>
                    <a:pt x="2157235" y="1500955"/>
                  </a:lnTo>
                  <a:lnTo>
                    <a:pt x="2147518" y="1497206"/>
                  </a:lnTo>
                  <a:lnTo>
                    <a:pt x="2137801" y="1494143"/>
                  </a:lnTo>
                  <a:lnTo>
                    <a:pt x="2128083" y="1491040"/>
                  </a:lnTo>
                  <a:lnTo>
                    <a:pt x="2118366" y="1487896"/>
                  </a:lnTo>
                  <a:lnTo>
                    <a:pt x="2108649" y="1484660"/>
                  </a:lnTo>
                  <a:lnTo>
                    <a:pt x="2098931" y="1481086"/>
                  </a:lnTo>
                  <a:lnTo>
                    <a:pt x="2089214" y="1478032"/>
                  </a:lnTo>
                  <a:lnTo>
                    <a:pt x="2079497" y="1474766"/>
                  </a:lnTo>
                  <a:lnTo>
                    <a:pt x="2069780" y="1470659"/>
                  </a:lnTo>
                  <a:lnTo>
                    <a:pt x="2060062" y="1464626"/>
                  </a:lnTo>
                  <a:lnTo>
                    <a:pt x="2050345" y="1458506"/>
                  </a:lnTo>
                  <a:lnTo>
                    <a:pt x="2040628" y="1452313"/>
                  </a:lnTo>
                  <a:lnTo>
                    <a:pt x="2030911" y="1447437"/>
                  </a:lnTo>
                  <a:lnTo>
                    <a:pt x="2021193" y="1443150"/>
                  </a:lnTo>
                  <a:lnTo>
                    <a:pt x="2011476" y="1437253"/>
                  </a:lnTo>
                  <a:lnTo>
                    <a:pt x="2001759" y="1431656"/>
                  </a:lnTo>
                  <a:lnTo>
                    <a:pt x="1992041" y="1427847"/>
                  </a:lnTo>
                  <a:lnTo>
                    <a:pt x="1982324" y="1423996"/>
                  </a:lnTo>
                  <a:lnTo>
                    <a:pt x="1972607" y="1420068"/>
                  </a:lnTo>
                  <a:lnTo>
                    <a:pt x="1962890" y="1416044"/>
                  </a:lnTo>
                  <a:lnTo>
                    <a:pt x="1953172" y="1411979"/>
                  </a:lnTo>
                  <a:lnTo>
                    <a:pt x="1943455" y="1407870"/>
                  </a:lnTo>
                  <a:lnTo>
                    <a:pt x="1933738" y="1403719"/>
                  </a:lnTo>
                  <a:lnTo>
                    <a:pt x="1924020" y="1397910"/>
                  </a:lnTo>
                  <a:lnTo>
                    <a:pt x="1914303" y="1391241"/>
                  </a:lnTo>
                  <a:lnTo>
                    <a:pt x="1904586" y="1384512"/>
                  </a:lnTo>
                  <a:lnTo>
                    <a:pt x="1894869" y="1377721"/>
                  </a:lnTo>
                  <a:lnTo>
                    <a:pt x="1885151" y="1370397"/>
                  </a:lnTo>
                  <a:lnTo>
                    <a:pt x="1875434" y="1363000"/>
                  </a:lnTo>
                  <a:lnTo>
                    <a:pt x="1865717" y="1355546"/>
                  </a:lnTo>
                  <a:lnTo>
                    <a:pt x="1856000" y="1348035"/>
                  </a:lnTo>
                  <a:lnTo>
                    <a:pt x="1846282" y="1342941"/>
                  </a:lnTo>
                  <a:lnTo>
                    <a:pt x="1836565" y="1335884"/>
                  </a:lnTo>
                  <a:lnTo>
                    <a:pt x="1826848" y="1328718"/>
                  </a:lnTo>
                  <a:lnTo>
                    <a:pt x="1817130" y="1321433"/>
                  </a:lnTo>
                  <a:lnTo>
                    <a:pt x="1807413" y="1314725"/>
                  </a:lnTo>
                  <a:lnTo>
                    <a:pt x="1797696" y="1308937"/>
                  </a:lnTo>
                  <a:lnTo>
                    <a:pt x="1787979" y="1303091"/>
                  </a:lnTo>
                  <a:lnTo>
                    <a:pt x="1778261" y="1295657"/>
                  </a:lnTo>
                  <a:lnTo>
                    <a:pt x="1768544" y="1287515"/>
                  </a:lnTo>
                  <a:lnTo>
                    <a:pt x="1758827" y="1279997"/>
                  </a:lnTo>
                  <a:lnTo>
                    <a:pt x="1749109" y="1273078"/>
                  </a:lnTo>
                  <a:lnTo>
                    <a:pt x="1739392" y="1266191"/>
                  </a:lnTo>
                  <a:lnTo>
                    <a:pt x="1729675" y="1259695"/>
                  </a:lnTo>
                  <a:lnTo>
                    <a:pt x="1719958" y="1253150"/>
                  </a:lnTo>
                  <a:lnTo>
                    <a:pt x="1710240" y="1246554"/>
                  </a:lnTo>
                  <a:lnTo>
                    <a:pt x="1700523" y="1239889"/>
                  </a:lnTo>
                  <a:lnTo>
                    <a:pt x="1690806" y="1233166"/>
                  </a:lnTo>
                  <a:lnTo>
                    <a:pt x="1681089" y="1226393"/>
                  </a:lnTo>
                  <a:lnTo>
                    <a:pt x="1671371" y="1219570"/>
                  </a:lnTo>
                  <a:lnTo>
                    <a:pt x="1661654" y="1213051"/>
                  </a:lnTo>
                  <a:lnTo>
                    <a:pt x="1651937" y="1206828"/>
                  </a:lnTo>
                  <a:lnTo>
                    <a:pt x="1642219" y="1201142"/>
                  </a:lnTo>
                  <a:lnTo>
                    <a:pt x="1632502" y="1194294"/>
                  </a:lnTo>
                  <a:lnTo>
                    <a:pt x="1622785" y="1188014"/>
                  </a:lnTo>
                  <a:lnTo>
                    <a:pt x="1613068" y="1181681"/>
                  </a:lnTo>
                  <a:lnTo>
                    <a:pt x="1603350" y="1175296"/>
                  </a:lnTo>
                  <a:lnTo>
                    <a:pt x="1593633" y="1168859"/>
                  </a:lnTo>
                  <a:lnTo>
                    <a:pt x="1583916" y="1162369"/>
                  </a:lnTo>
                  <a:lnTo>
                    <a:pt x="1574198" y="1155822"/>
                  </a:lnTo>
                  <a:lnTo>
                    <a:pt x="1564481" y="1149197"/>
                  </a:lnTo>
                  <a:lnTo>
                    <a:pt x="1554764" y="1142520"/>
                  </a:lnTo>
                  <a:lnTo>
                    <a:pt x="1545047" y="1135789"/>
                  </a:lnTo>
                  <a:lnTo>
                    <a:pt x="1535329" y="1129005"/>
                  </a:lnTo>
                  <a:lnTo>
                    <a:pt x="1525612" y="1122168"/>
                  </a:lnTo>
                  <a:lnTo>
                    <a:pt x="1515895" y="1115279"/>
                  </a:lnTo>
                  <a:lnTo>
                    <a:pt x="1506178" y="1108336"/>
                  </a:lnTo>
                  <a:lnTo>
                    <a:pt x="1496460" y="1101258"/>
                  </a:lnTo>
                  <a:lnTo>
                    <a:pt x="1486743" y="1093584"/>
                  </a:lnTo>
                  <a:lnTo>
                    <a:pt x="1477026" y="1085847"/>
                  </a:lnTo>
                  <a:lnTo>
                    <a:pt x="1467308" y="1078023"/>
                  </a:lnTo>
                  <a:lnTo>
                    <a:pt x="1457591" y="1070027"/>
                  </a:lnTo>
                  <a:lnTo>
                    <a:pt x="1447874" y="1060886"/>
                  </a:lnTo>
                  <a:lnTo>
                    <a:pt x="1438157" y="1053849"/>
                  </a:lnTo>
                  <a:lnTo>
                    <a:pt x="1428439" y="1046137"/>
                  </a:lnTo>
                  <a:lnTo>
                    <a:pt x="1418722" y="1038054"/>
                  </a:lnTo>
                  <a:lnTo>
                    <a:pt x="1409005" y="1031143"/>
                  </a:lnTo>
                  <a:lnTo>
                    <a:pt x="1399287" y="1024880"/>
                  </a:lnTo>
                  <a:lnTo>
                    <a:pt x="1389570" y="1015504"/>
                  </a:lnTo>
                  <a:lnTo>
                    <a:pt x="1379853" y="1004992"/>
                  </a:lnTo>
                  <a:lnTo>
                    <a:pt x="1370136" y="996527"/>
                  </a:lnTo>
                  <a:lnTo>
                    <a:pt x="1360418" y="987989"/>
                  </a:lnTo>
                  <a:lnTo>
                    <a:pt x="1350701" y="979386"/>
                  </a:lnTo>
                  <a:lnTo>
                    <a:pt x="1340984" y="970722"/>
                  </a:lnTo>
                  <a:lnTo>
                    <a:pt x="1331267" y="961997"/>
                  </a:lnTo>
                  <a:lnTo>
                    <a:pt x="1321549" y="952058"/>
                  </a:lnTo>
                  <a:lnTo>
                    <a:pt x="1311832" y="941803"/>
                  </a:lnTo>
                  <a:lnTo>
                    <a:pt x="1302115" y="931485"/>
                  </a:lnTo>
                  <a:lnTo>
                    <a:pt x="1292397" y="921092"/>
                  </a:lnTo>
                  <a:lnTo>
                    <a:pt x="1282680" y="911670"/>
                  </a:lnTo>
                  <a:lnTo>
                    <a:pt x="1272963" y="903486"/>
                  </a:lnTo>
                  <a:lnTo>
                    <a:pt x="1263246" y="895318"/>
                  </a:lnTo>
                  <a:lnTo>
                    <a:pt x="1253528" y="886854"/>
                  </a:lnTo>
                  <a:lnTo>
                    <a:pt x="1243811" y="876992"/>
                  </a:lnTo>
                  <a:lnTo>
                    <a:pt x="1234094" y="867091"/>
                  </a:lnTo>
                  <a:lnTo>
                    <a:pt x="1224376" y="857151"/>
                  </a:lnTo>
                  <a:lnTo>
                    <a:pt x="1214659" y="847843"/>
                  </a:lnTo>
                  <a:lnTo>
                    <a:pt x="1204942" y="839533"/>
                  </a:lnTo>
                  <a:lnTo>
                    <a:pt x="1195225" y="831828"/>
                  </a:lnTo>
                  <a:lnTo>
                    <a:pt x="1185507" y="824098"/>
                  </a:lnTo>
                  <a:lnTo>
                    <a:pt x="1175790" y="814925"/>
                  </a:lnTo>
                  <a:lnTo>
                    <a:pt x="1166073" y="806170"/>
                  </a:lnTo>
                  <a:lnTo>
                    <a:pt x="1156356" y="797783"/>
                  </a:lnTo>
                  <a:lnTo>
                    <a:pt x="1146638" y="789368"/>
                  </a:lnTo>
                  <a:lnTo>
                    <a:pt x="1136921" y="780925"/>
                  </a:lnTo>
                  <a:lnTo>
                    <a:pt x="1127204" y="772455"/>
                  </a:lnTo>
                  <a:lnTo>
                    <a:pt x="1117486" y="763938"/>
                  </a:lnTo>
                  <a:lnTo>
                    <a:pt x="1107769" y="755344"/>
                  </a:lnTo>
                  <a:lnTo>
                    <a:pt x="1098052" y="747390"/>
                  </a:lnTo>
                  <a:lnTo>
                    <a:pt x="1088335" y="739522"/>
                  </a:lnTo>
                  <a:lnTo>
                    <a:pt x="1078617" y="729619"/>
                  </a:lnTo>
                  <a:lnTo>
                    <a:pt x="1068900" y="720982"/>
                  </a:lnTo>
                  <a:lnTo>
                    <a:pt x="1059183" y="712313"/>
                  </a:lnTo>
                  <a:lnTo>
                    <a:pt x="1049465" y="703588"/>
                  </a:lnTo>
                  <a:lnTo>
                    <a:pt x="1039748" y="694826"/>
                  </a:lnTo>
                  <a:lnTo>
                    <a:pt x="1030031" y="685845"/>
                  </a:lnTo>
                  <a:lnTo>
                    <a:pt x="1020314" y="675186"/>
                  </a:lnTo>
                  <a:lnTo>
                    <a:pt x="1010596" y="664488"/>
                  </a:lnTo>
                  <a:lnTo>
                    <a:pt x="1000879" y="654279"/>
                  </a:lnTo>
                  <a:lnTo>
                    <a:pt x="991162" y="642820"/>
                  </a:lnTo>
                  <a:lnTo>
                    <a:pt x="981445" y="632181"/>
                  </a:lnTo>
                  <a:lnTo>
                    <a:pt x="971727" y="621127"/>
                  </a:lnTo>
                  <a:lnTo>
                    <a:pt x="962010" y="613650"/>
                  </a:lnTo>
                  <a:lnTo>
                    <a:pt x="952293" y="605347"/>
                  </a:lnTo>
                  <a:lnTo>
                    <a:pt x="942575" y="588420"/>
                  </a:lnTo>
                  <a:lnTo>
                    <a:pt x="932858" y="577438"/>
                  </a:lnTo>
                  <a:lnTo>
                    <a:pt x="923141" y="566426"/>
                  </a:lnTo>
                  <a:lnTo>
                    <a:pt x="913424" y="555383"/>
                  </a:lnTo>
                  <a:lnTo>
                    <a:pt x="903706" y="544250"/>
                  </a:lnTo>
                  <a:lnTo>
                    <a:pt x="893989" y="533044"/>
                  </a:lnTo>
                  <a:lnTo>
                    <a:pt x="884272" y="521778"/>
                  </a:lnTo>
                  <a:lnTo>
                    <a:pt x="874554" y="516150"/>
                  </a:lnTo>
                  <a:lnTo>
                    <a:pt x="864837" y="501300"/>
                  </a:lnTo>
                  <a:lnTo>
                    <a:pt x="855120" y="493976"/>
                  </a:lnTo>
                  <a:lnTo>
                    <a:pt x="845403" y="488060"/>
                  </a:lnTo>
                  <a:lnTo>
                    <a:pt x="835685" y="476124"/>
                  </a:lnTo>
                  <a:lnTo>
                    <a:pt x="825968" y="464117"/>
                  </a:lnTo>
                  <a:lnTo>
                    <a:pt x="816251" y="451948"/>
                  </a:lnTo>
                  <a:lnTo>
                    <a:pt x="806534" y="441509"/>
                  </a:lnTo>
                  <a:lnTo>
                    <a:pt x="796816" y="432482"/>
                  </a:lnTo>
                  <a:lnTo>
                    <a:pt x="787099" y="423437"/>
                  </a:lnTo>
                  <a:lnTo>
                    <a:pt x="777382" y="414350"/>
                  </a:lnTo>
                  <a:lnTo>
                    <a:pt x="767664" y="403423"/>
                  </a:lnTo>
                  <a:lnTo>
                    <a:pt x="757947" y="390488"/>
                  </a:lnTo>
                  <a:lnTo>
                    <a:pt x="748230" y="381711"/>
                  </a:lnTo>
                  <a:lnTo>
                    <a:pt x="738513" y="372056"/>
                  </a:lnTo>
                  <a:lnTo>
                    <a:pt x="728795" y="357987"/>
                  </a:lnTo>
                  <a:lnTo>
                    <a:pt x="719078" y="348281"/>
                  </a:lnTo>
                  <a:lnTo>
                    <a:pt x="709361" y="338994"/>
                  </a:lnTo>
                  <a:lnTo>
                    <a:pt x="699643" y="332296"/>
                  </a:lnTo>
                  <a:lnTo>
                    <a:pt x="689926" y="324358"/>
                  </a:lnTo>
                  <a:lnTo>
                    <a:pt x="680209" y="316294"/>
                  </a:lnTo>
                  <a:lnTo>
                    <a:pt x="670492" y="307891"/>
                  </a:lnTo>
                  <a:lnTo>
                    <a:pt x="660774" y="297145"/>
                  </a:lnTo>
                  <a:lnTo>
                    <a:pt x="651057" y="286408"/>
                  </a:lnTo>
                  <a:lnTo>
                    <a:pt x="641340" y="275599"/>
                  </a:lnTo>
                  <a:lnTo>
                    <a:pt x="631623" y="267458"/>
                  </a:lnTo>
                  <a:lnTo>
                    <a:pt x="621905" y="255432"/>
                  </a:lnTo>
                  <a:lnTo>
                    <a:pt x="612188" y="247374"/>
                  </a:lnTo>
                  <a:lnTo>
                    <a:pt x="602471" y="239310"/>
                  </a:lnTo>
                  <a:lnTo>
                    <a:pt x="592753" y="231248"/>
                  </a:lnTo>
                  <a:lnTo>
                    <a:pt x="583036" y="223109"/>
                  </a:lnTo>
                  <a:lnTo>
                    <a:pt x="573319" y="214220"/>
                  </a:lnTo>
                  <a:lnTo>
                    <a:pt x="563602" y="204605"/>
                  </a:lnTo>
                  <a:lnTo>
                    <a:pt x="553884" y="188796"/>
                  </a:lnTo>
                  <a:lnTo>
                    <a:pt x="544167" y="187109"/>
                  </a:lnTo>
                  <a:lnTo>
                    <a:pt x="534450" y="181147"/>
                  </a:lnTo>
                  <a:lnTo>
                    <a:pt x="524732" y="169612"/>
                  </a:lnTo>
                  <a:lnTo>
                    <a:pt x="515015" y="158356"/>
                  </a:lnTo>
                  <a:lnTo>
                    <a:pt x="505298" y="152316"/>
                  </a:lnTo>
                  <a:lnTo>
                    <a:pt x="495581" y="139806"/>
                  </a:lnTo>
                  <a:lnTo>
                    <a:pt x="485863" y="134682"/>
                  </a:lnTo>
                  <a:lnTo>
                    <a:pt x="476146" y="126399"/>
                  </a:lnTo>
                  <a:lnTo>
                    <a:pt x="466429" y="117439"/>
                  </a:lnTo>
                  <a:lnTo>
                    <a:pt x="456712" y="112004"/>
                  </a:lnTo>
                  <a:lnTo>
                    <a:pt x="446994" y="105596"/>
                  </a:lnTo>
                  <a:lnTo>
                    <a:pt x="437277" y="99152"/>
                  </a:lnTo>
                  <a:lnTo>
                    <a:pt x="427560" y="88106"/>
                  </a:lnTo>
                  <a:lnTo>
                    <a:pt x="417842" y="78867"/>
                  </a:lnTo>
                  <a:lnTo>
                    <a:pt x="408125" y="75378"/>
                  </a:lnTo>
                  <a:lnTo>
                    <a:pt x="398408" y="67638"/>
                  </a:lnTo>
                  <a:lnTo>
                    <a:pt x="388691" y="63601"/>
                  </a:lnTo>
                  <a:lnTo>
                    <a:pt x="378973" y="55764"/>
                  </a:lnTo>
                  <a:lnTo>
                    <a:pt x="369256" y="49304"/>
                  </a:lnTo>
                  <a:lnTo>
                    <a:pt x="359539" y="44071"/>
                  </a:lnTo>
                  <a:lnTo>
                    <a:pt x="349821" y="38301"/>
                  </a:lnTo>
                  <a:lnTo>
                    <a:pt x="340104" y="33473"/>
                  </a:lnTo>
                  <a:lnTo>
                    <a:pt x="330387" y="28558"/>
                  </a:lnTo>
                  <a:lnTo>
                    <a:pt x="320670" y="23266"/>
                  </a:lnTo>
                  <a:lnTo>
                    <a:pt x="310952" y="19107"/>
                  </a:lnTo>
                  <a:lnTo>
                    <a:pt x="301235" y="16038"/>
                  </a:lnTo>
                  <a:lnTo>
                    <a:pt x="291518" y="17011"/>
                  </a:lnTo>
                  <a:lnTo>
                    <a:pt x="281801" y="13081"/>
                  </a:lnTo>
                  <a:lnTo>
                    <a:pt x="272083" y="14846"/>
                  </a:lnTo>
                  <a:lnTo>
                    <a:pt x="262366" y="13940"/>
                  </a:lnTo>
                  <a:lnTo>
                    <a:pt x="252649" y="10751"/>
                  </a:lnTo>
                  <a:lnTo>
                    <a:pt x="242931" y="7599"/>
                  </a:lnTo>
                  <a:lnTo>
                    <a:pt x="233214" y="4385"/>
                  </a:lnTo>
                  <a:lnTo>
                    <a:pt x="223497" y="6023"/>
                  </a:lnTo>
                  <a:lnTo>
                    <a:pt x="213780" y="0"/>
                  </a:lnTo>
                  <a:lnTo>
                    <a:pt x="204062" y="2512"/>
                  </a:lnTo>
                  <a:lnTo>
                    <a:pt x="194345" y="7528"/>
                  </a:lnTo>
                  <a:lnTo>
                    <a:pt x="184628" y="5140"/>
                  </a:lnTo>
                  <a:lnTo>
                    <a:pt x="174910" y="7820"/>
                  </a:lnTo>
                  <a:lnTo>
                    <a:pt x="165193" y="7735"/>
                  </a:lnTo>
                  <a:lnTo>
                    <a:pt x="155476" y="7382"/>
                  </a:lnTo>
                  <a:lnTo>
                    <a:pt x="145759" y="5160"/>
                  </a:lnTo>
                  <a:lnTo>
                    <a:pt x="136041" y="2986"/>
                  </a:lnTo>
                  <a:lnTo>
                    <a:pt x="126324" y="11432"/>
                  </a:lnTo>
                  <a:lnTo>
                    <a:pt x="116607" y="18626"/>
                  </a:lnTo>
                  <a:lnTo>
                    <a:pt x="106890" y="19827"/>
                  </a:lnTo>
                  <a:lnTo>
                    <a:pt x="97172" y="28009"/>
                  </a:lnTo>
                  <a:lnTo>
                    <a:pt x="87455" y="34897"/>
                  </a:lnTo>
                  <a:lnTo>
                    <a:pt x="77738" y="33590"/>
                  </a:lnTo>
                  <a:lnTo>
                    <a:pt x="68020" y="36837"/>
                  </a:lnTo>
                  <a:lnTo>
                    <a:pt x="58303" y="41560"/>
                  </a:lnTo>
                  <a:lnTo>
                    <a:pt x="48586" y="46670"/>
                  </a:lnTo>
                  <a:lnTo>
                    <a:pt x="38869" y="49598"/>
                  </a:lnTo>
                  <a:lnTo>
                    <a:pt x="29151" y="56248"/>
                  </a:lnTo>
                  <a:lnTo>
                    <a:pt x="19434" y="63777"/>
                  </a:lnTo>
                  <a:lnTo>
                    <a:pt x="9717" y="70145"/>
                  </a:lnTo>
                  <a:lnTo>
                    <a:pt x="0" y="761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648167" y="3281567"/>
              <a:ext cx="2516774" cy="735285"/>
            </a:xfrm>
            <a:custGeom>
              <a:avLst/>
              <a:pathLst>
                <a:path w="2516774" h="735285">
                  <a:moveTo>
                    <a:pt x="0" y="0"/>
                  </a:moveTo>
                  <a:lnTo>
                    <a:pt x="9717" y="2076"/>
                  </a:lnTo>
                  <a:lnTo>
                    <a:pt x="19434" y="4160"/>
                  </a:lnTo>
                  <a:lnTo>
                    <a:pt x="29151" y="6250"/>
                  </a:lnTo>
                  <a:lnTo>
                    <a:pt x="38869" y="8359"/>
                  </a:lnTo>
                  <a:lnTo>
                    <a:pt x="48586" y="10520"/>
                  </a:lnTo>
                  <a:lnTo>
                    <a:pt x="58303" y="12685"/>
                  </a:lnTo>
                  <a:lnTo>
                    <a:pt x="68020" y="14855"/>
                  </a:lnTo>
                  <a:lnTo>
                    <a:pt x="77738" y="17029"/>
                  </a:lnTo>
                  <a:lnTo>
                    <a:pt x="87455" y="19208"/>
                  </a:lnTo>
                  <a:lnTo>
                    <a:pt x="97172" y="21384"/>
                  </a:lnTo>
                  <a:lnTo>
                    <a:pt x="106890" y="23535"/>
                  </a:lnTo>
                  <a:lnTo>
                    <a:pt x="116607" y="25686"/>
                  </a:lnTo>
                  <a:lnTo>
                    <a:pt x="126324" y="27833"/>
                  </a:lnTo>
                  <a:lnTo>
                    <a:pt x="136041" y="29981"/>
                  </a:lnTo>
                  <a:lnTo>
                    <a:pt x="145759" y="32155"/>
                  </a:lnTo>
                  <a:lnTo>
                    <a:pt x="155476" y="34350"/>
                  </a:lnTo>
                  <a:lnTo>
                    <a:pt x="165193" y="36551"/>
                  </a:lnTo>
                  <a:lnTo>
                    <a:pt x="174910" y="38760"/>
                  </a:lnTo>
                  <a:lnTo>
                    <a:pt x="184628" y="40964"/>
                  </a:lnTo>
                  <a:lnTo>
                    <a:pt x="194345" y="43147"/>
                  </a:lnTo>
                  <a:lnTo>
                    <a:pt x="204062" y="45333"/>
                  </a:lnTo>
                  <a:lnTo>
                    <a:pt x="213780" y="47537"/>
                  </a:lnTo>
                  <a:lnTo>
                    <a:pt x="223497" y="49747"/>
                  </a:lnTo>
                  <a:lnTo>
                    <a:pt x="233214" y="51946"/>
                  </a:lnTo>
                  <a:lnTo>
                    <a:pt x="242931" y="54152"/>
                  </a:lnTo>
                  <a:lnTo>
                    <a:pt x="252649" y="56366"/>
                  </a:lnTo>
                  <a:lnTo>
                    <a:pt x="262366" y="58624"/>
                  </a:lnTo>
                  <a:lnTo>
                    <a:pt x="272083" y="60872"/>
                  </a:lnTo>
                  <a:lnTo>
                    <a:pt x="281801" y="63124"/>
                  </a:lnTo>
                  <a:lnTo>
                    <a:pt x="291518" y="65395"/>
                  </a:lnTo>
                  <a:lnTo>
                    <a:pt x="301235" y="67679"/>
                  </a:lnTo>
                  <a:lnTo>
                    <a:pt x="310952" y="69971"/>
                  </a:lnTo>
                  <a:lnTo>
                    <a:pt x="320670" y="72268"/>
                  </a:lnTo>
                  <a:lnTo>
                    <a:pt x="330387" y="74561"/>
                  </a:lnTo>
                  <a:lnTo>
                    <a:pt x="340104" y="76853"/>
                  </a:lnTo>
                  <a:lnTo>
                    <a:pt x="349821" y="79153"/>
                  </a:lnTo>
                  <a:lnTo>
                    <a:pt x="359539" y="81453"/>
                  </a:lnTo>
                  <a:lnTo>
                    <a:pt x="369256" y="83758"/>
                  </a:lnTo>
                  <a:lnTo>
                    <a:pt x="378973" y="86080"/>
                  </a:lnTo>
                  <a:lnTo>
                    <a:pt x="388691" y="88414"/>
                  </a:lnTo>
                  <a:lnTo>
                    <a:pt x="398408" y="90755"/>
                  </a:lnTo>
                  <a:lnTo>
                    <a:pt x="408125" y="93101"/>
                  </a:lnTo>
                  <a:lnTo>
                    <a:pt x="417842" y="95457"/>
                  </a:lnTo>
                  <a:lnTo>
                    <a:pt x="427560" y="97815"/>
                  </a:lnTo>
                  <a:lnTo>
                    <a:pt x="437277" y="100180"/>
                  </a:lnTo>
                  <a:lnTo>
                    <a:pt x="446994" y="102551"/>
                  </a:lnTo>
                  <a:lnTo>
                    <a:pt x="456712" y="104928"/>
                  </a:lnTo>
                  <a:lnTo>
                    <a:pt x="466429" y="107311"/>
                  </a:lnTo>
                  <a:lnTo>
                    <a:pt x="476146" y="109701"/>
                  </a:lnTo>
                  <a:lnTo>
                    <a:pt x="485863" y="112096"/>
                  </a:lnTo>
                  <a:lnTo>
                    <a:pt x="495581" y="114497"/>
                  </a:lnTo>
                  <a:lnTo>
                    <a:pt x="505298" y="116904"/>
                  </a:lnTo>
                  <a:lnTo>
                    <a:pt x="515015" y="119319"/>
                  </a:lnTo>
                  <a:lnTo>
                    <a:pt x="524732" y="121738"/>
                  </a:lnTo>
                  <a:lnTo>
                    <a:pt x="534450" y="124163"/>
                  </a:lnTo>
                  <a:lnTo>
                    <a:pt x="544167" y="126592"/>
                  </a:lnTo>
                  <a:lnTo>
                    <a:pt x="553884" y="129028"/>
                  </a:lnTo>
                  <a:lnTo>
                    <a:pt x="563602" y="131470"/>
                  </a:lnTo>
                  <a:lnTo>
                    <a:pt x="573319" y="133919"/>
                  </a:lnTo>
                  <a:lnTo>
                    <a:pt x="583036" y="136377"/>
                  </a:lnTo>
                  <a:lnTo>
                    <a:pt x="592753" y="138844"/>
                  </a:lnTo>
                  <a:lnTo>
                    <a:pt x="602471" y="141316"/>
                  </a:lnTo>
                  <a:lnTo>
                    <a:pt x="612188" y="143793"/>
                  </a:lnTo>
                  <a:lnTo>
                    <a:pt x="621905" y="146272"/>
                  </a:lnTo>
                  <a:lnTo>
                    <a:pt x="631623" y="148764"/>
                  </a:lnTo>
                  <a:lnTo>
                    <a:pt x="641340" y="151261"/>
                  </a:lnTo>
                  <a:lnTo>
                    <a:pt x="651057" y="153760"/>
                  </a:lnTo>
                  <a:lnTo>
                    <a:pt x="660774" y="156257"/>
                  </a:lnTo>
                  <a:lnTo>
                    <a:pt x="670492" y="158758"/>
                  </a:lnTo>
                  <a:lnTo>
                    <a:pt x="680209" y="161265"/>
                  </a:lnTo>
                  <a:lnTo>
                    <a:pt x="689926" y="163774"/>
                  </a:lnTo>
                  <a:lnTo>
                    <a:pt x="699643" y="166286"/>
                  </a:lnTo>
                  <a:lnTo>
                    <a:pt x="709361" y="168810"/>
                  </a:lnTo>
                  <a:lnTo>
                    <a:pt x="719078" y="171347"/>
                  </a:lnTo>
                  <a:lnTo>
                    <a:pt x="728795" y="173886"/>
                  </a:lnTo>
                  <a:lnTo>
                    <a:pt x="738513" y="176417"/>
                  </a:lnTo>
                  <a:lnTo>
                    <a:pt x="748230" y="178972"/>
                  </a:lnTo>
                  <a:lnTo>
                    <a:pt x="757947" y="181531"/>
                  </a:lnTo>
                  <a:lnTo>
                    <a:pt x="767664" y="184092"/>
                  </a:lnTo>
                  <a:lnTo>
                    <a:pt x="777382" y="186655"/>
                  </a:lnTo>
                  <a:lnTo>
                    <a:pt x="787099" y="189222"/>
                  </a:lnTo>
                  <a:lnTo>
                    <a:pt x="796816" y="191820"/>
                  </a:lnTo>
                  <a:lnTo>
                    <a:pt x="806534" y="194437"/>
                  </a:lnTo>
                  <a:lnTo>
                    <a:pt x="816251" y="197062"/>
                  </a:lnTo>
                  <a:lnTo>
                    <a:pt x="825968" y="199680"/>
                  </a:lnTo>
                  <a:lnTo>
                    <a:pt x="835685" y="202280"/>
                  </a:lnTo>
                  <a:lnTo>
                    <a:pt x="845403" y="204875"/>
                  </a:lnTo>
                  <a:lnTo>
                    <a:pt x="855120" y="207460"/>
                  </a:lnTo>
                  <a:lnTo>
                    <a:pt x="864837" y="210051"/>
                  </a:lnTo>
                  <a:lnTo>
                    <a:pt x="874554" y="212702"/>
                  </a:lnTo>
                  <a:lnTo>
                    <a:pt x="884272" y="215360"/>
                  </a:lnTo>
                  <a:lnTo>
                    <a:pt x="893989" y="217994"/>
                  </a:lnTo>
                  <a:lnTo>
                    <a:pt x="903706" y="220631"/>
                  </a:lnTo>
                  <a:lnTo>
                    <a:pt x="913424" y="223273"/>
                  </a:lnTo>
                  <a:lnTo>
                    <a:pt x="923141" y="225921"/>
                  </a:lnTo>
                  <a:lnTo>
                    <a:pt x="932858" y="228574"/>
                  </a:lnTo>
                  <a:lnTo>
                    <a:pt x="942575" y="231244"/>
                  </a:lnTo>
                  <a:lnTo>
                    <a:pt x="952293" y="233922"/>
                  </a:lnTo>
                  <a:lnTo>
                    <a:pt x="962010" y="236606"/>
                  </a:lnTo>
                  <a:lnTo>
                    <a:pt x="971727" y="239296"/>
                  </a:lnTo>
                  <a:lnTo>
                    <a:pt x="981445" y="241991"/>
                  </a:lnTo>
                  <a:lnTo>
                    <a:pt x="991162" y="244693"/>
                  </a:lnTo>
                  <a:lnTo>
                    <a:pt x="1000879" y="247400"/>
                  </a:lnTo>
                  <a:lnTo>
                    <a:pt x="1010596" y="250107"/>
                  </a:lnTo>
                  <a:lnTo>
                    <a:pt x="1020314" y="252813"/>
                  </a:lnTo>
                  <a:lnTo>
                    <a:pt x="1030031" y="255524"/>
                  </a:lnTo>
                  <a:lnTo>
                    <a:pt x="1039748" y="258241"/>
                  </a:lnTo>
                  <a:lnTo>
                    <a:pt x="1049465" y="260963"/>
                  </a:lnTo>
                  <a:lnTo>
                    <a:pt x="1059183" y="263690"/>
                  </a:lnTo>
                  <a:lnTo>
                    <a:pt x="1068900" y="266422"/>
                  </a:lnTo>
                  <a:lnTo>
                    <a:pt x="1078617" y="269160"/>
                  </a:lnTo>
                  <a:lnTo>
                    <a:pt x="1088335" y="271891"/>
                  </a:lnTo>
                  <a:lnTo>
                    <a:pt x="1098052" y="274627"/>
                  </a:lnTo>
                  <a:lnTo>
                    <a:pt x="1107769" y="277396"/>
                  </a:lnTo>
                  <a:lnTo>
                    <a:pt x="1117486" y="280172"/>
                  </a:lnTo>
                  <a:lnTo>
                    <a:pt x="1127204" y="282953"/>
                  </a:lnTo>
                  <a:lnTo>
                    <a:pt x="1136921" y="285739"/>
                  </a:lnTo>
                  <a:lnTo>
                    <a:pt x="1146638" y="288597"/>
                  </a:lnTo>
                  <a:lnTo>
                    <a:pt x="1156356" y="291412"/>
                  </a:lnTo>
                  <a:lnTo>
                    <a:pt x="1166073" y="294184"/>
                  </a:lnTo>
                  <a:lnTo>
                    <a:pt x="1175790" y="296947"/>
                  </a:lnTo>
                  <a:lnTo>
                    <a:pt x="1185507" y="299706"/>
                  </a:lnTo>
                  <a:lnTo>
                    <a:pt x="1195225" y="302469"/>
                  </a:lnTo>
                  <a:lnTo>
                    <a:pt x="1204942" y="305236"/>
                  </a:lnTo>
                  <a:lnTo>
                    <a:pt x="1214659" y="308007"/>
                  </a:lnTo>
                  <a:lnTo>
                    <a:pt x="1224376" y="310782"/>
                  </a:lnTo>
                  <a:lnTo>
                    <a:pt x="1234094" y="313613"/>
                  </a:lnTo>
                  <a:lnTo>
                    <a:pt x="1243811" y="316453"/>
                  </a:lnTo>
                  <a:lnTo>
                    <a:pt x="1253528" y="319298"/>
                  </a:lnTo>
                  <a:lnTo>
                    <a:pt x="1263246" y="322148"/>
                  </a:lnTo>
                  <a:lnTo>
                    <a:pt x="1272963" y="325004"/>
                  </a:lnTo>
                  <a:lnTo>
                    <a:pt x="1282680" y="327923"/>
                  </a:lnTo>
                  <a:lnTo>
                    <a:pt x="1292397" y="330896"/>
                  </a:lnTo>
                  <a:lnTo>
                    <a:pt x="1302115" y="333826"/>
                  </a:lnTo>
                  <a:lnTo>
                    <a:pt x="1311832" y="336729"/>
                  </a:lnTo>
                  <a:lnTo>
                    <a:pt x="1321549" y="339610"/>
                  </a:lnTo>
                  <a:lnTo>
                    <a:pt x="1331267" y="342533"/>
                  </a:lnTo>
                  <a:lnTo>
                    <a:pt x="1340984" y="345448"/>
                  </a:lnTo>
                  <a:lnTo>
                    <a:pt x="1350701" y="348369"/>
                  </a:lnTo>
                  <a:lnTo>
                    <a:pt x="1360418" y="351295"/>
                  </a:lnTo>
                  <a:lnTo>
                    <a:pt x="1370136" y="354298"/>
                  </a:lnTo>
                  <a:lnTo>
                    <a:pt x="1379853" y="357340"/>
                  </a:lnTo>
                  <a:lnTo>
                    <a:pt x="1389570" y="360371"/>
                  </a:lnTo>
                  <a:lnTo>
                    <a:pt x="1399287" y="363302"/>
                  </a:lnTo>
                  <a:lnTo>
                    <a:pt x="1409005" y="366237"/>
                  </a:lnTo>
                  <a:lnTo>
                    <a:pt x="1418722" y="369178"/>
                  </a:lnTo>
                  <a:lnTo>
                    <a:pt x="1428439" y="372218"/>
                  </a:lnTo>
                  <a:lnTo>
                    <a:pt x="1438157" y="375177"/>
                  </a:lnTo>
                  <a:lnTo>
                    <a:pt x="1447874" y="378084"/>
                  </a:lnTo>
                  <a:lnTo>
                    <a:pt x="1457591" y="380995"/>
                  </a:lnTo>
                  <a:lnTo>
                    <a:pt x="1467308" y="383909"/>
                  </a:lnTo>
                  <a:lnTo>
                    <a:pt x="1477026" y="386828"/>
                  </a:lnTo>
                  <a:lnTo>
                    <a:pt x="1486743" y="389882"/>
                  </a:lnTo>
                  <a:lnTo>
                    <a:pt x="1496460" y="392958"/>
                  </a:lnTo>
                  <a:lnTo>
                    <a:pt x="1506178" y="396041"/>
                  </a:lnTo>
                  <a:lnTo>
                    <a:pt x="1515895" y="398989"/>
                  </a:lnTo>
                  <a:lnTo>
                    <a:pt x="1525612" y="401913"/>
                  </a:lnTo>
                  <a:lnTo>
                    <a:pt x="1535329" y="404877"/>
                  </a:lnTo>
                  <a:lnTo>
                    <a:pt x="1545047" y="407846"/>
                  </a:lnTo>
                  <a:lnTo>
                    <a:pt x="1554764" y="410820"/>
                  </a:lnTo>
                  <a:lnTo>
                    <a:pt x="1564481" y="413798"/>
                  </a:lnTo>
                  <a:lnTo>
                    <a:pt x="1574198" y="416812"/>
                  </a:lnTo>
                  <a:lnTo>
                    <a:pt x="1583916" y="419931"/>
                  </a:lnTo>
                  <a:lnTo>
                    <a:pt x="1593633" y="423158"/>
                  </a:lnTo>
                  <a:lnTo>
                    <a:pt x="1603350" y="426395"/>
                  </a:lnTo>
                  <a:lnTo>
                    <a:pt x="1613068" y="429468"/>
                  </a:lnTo>
                  <a:lnTo>
                    <a:pt x="1622785" y="432575"/>
                  </a:lnTo>
                  <a:lnTo>
                    <a:pt x="1632502" y="435614"/>
                  </a:lnTo>
                  <a:lnTo>
                    <a:pt x="1642219" y="438600"/>
                  </a:lnTo>
                  <a:lnTo>
                    <a:pt x="1651937" y="441588"/>
                  </a:lnTo>
                  <a:lnTo>
                    <a:pt x="1661654" y="444653"/>
                  </a:lnTo>
                  <a:lnTo>
                    <a:pt x="1671371" y="447729"/>
                  </a:lnTo>
                  <a:lnTo>
                    <a:pt x="1681089" y="450809"/>
                  </a:lnTo>
                  <a:lnTo>
                    <a:pt x="1690806" y="453894"/>
                  </a:lnTo>
                  <a:lnTo>
                    <a:pt x="1700523" y="456984"/>
                  </a:lnTo>
                  <a:lnTo>
                    <a:pt x="1710240" y="460116"/>
                  </a:lnTo>
                  <a:lnTo>
                    <a:pt x="1719958" y="463234"/>
                  </a:lnTo>
                  <a:lnTo>
                    <a:pt x="1729675" y="466344"/>
                  </a:lnTo>
                  <a:lnTo>
                    <a:pt x="1739392" y="469555"/>
                  </a:lnTo>
                  <a:lnTo>
                    <a:pt x="1749109" y="472839"/>
                  </a:lnTo>
                  <a:lnTo>
                    <a:pt x="1758827" y="476052"/>
                  </a:lnTo>
                  <a:lnTo>
                    <a:pt x="1768544" y="479257"/>
                  </a:lnTo>
                  <a:lnTo>
                    <a:pt x="1778261" y="482469"/>
                  </a:lnTo>
                  <a:lnTo>
                    <a:pt x="1787979" y="485686"/>
                  </a:lnTo>
                  <a:lnTo>
                    <a:pt x="1797696" y="488909"/>
                  </a:lnTo>
                  <a:lnTo>
                    <a:pt x="1807413" y="492138"/>
                  </a:lnTo>
                  <a:lnTo>
                    <a:pt x="1817130" y="495372"/>
                  </a:lnTo>
                  <a:lnTo>
                    <a:pt x="1826848" y="498591"/>
                  </a:lnTo>
                  <a:lnTo>
                    <a:pt x="1836565" y="501662"/>
                  </a:lnTo>
                  <a:lnTo>
                    <a:pt x="1846282" y="504780"/>
                  </a:lnTo>
                  <a:lnTo>
                    <a:pt x="1856000" y="508018"/>
                  </a:lnTo>
                  <a:lnTo>
                    <a:pt x="1865717" y="511262"/>
                  </a:lnTo>
                  <a:lnTo>
                    <a:pt x="1875434" y="514511"/>
                  </a:lnTo>
                  <a:lnTo>
                    <a:pt x="1885151" y="517765"/>
                  </a:lnTo>
                  <a:lnTo>
                    <a:pt x="1894869" y="521025"/>
                  </a:lnTo>
                  <a:lnTo>
                    <a:pt x="1904586" y="524290"/>
                  </a:lnTo>
                  <a:lnTo>
                    <a:pt x="1914303" y="527527"/>
                  </a:lnTo>
                  <a:lnTo>
                    <a:pt x="1924020" y="530723"/>
                  </a:lnTo>
                  <a:lnTo>
                    <a:pt x="1933738" y="533924"/>
                  </a:lnTo>
                  <a:lnTo>
                    <a:pt x="1943455" y="537128"/>
                  </a:lnTo>
                  <a:lnTo>
                    <a:pt x="1953172" y="540369"/>
                  </a:lnTo>
                  <a:lnTo>
                    <a:pt x="1962890" y="543679"/>
                  </a:lnTo>
                  <a:lnTo>
                    <a:pt x="1972607" y="546994"/>
                  </a:lnTo>
                  <a:lnTo>
                    <a:pt x="1982324" y="550314"/>
                  </a:lnTo>
                  <a:lnTo>
                    <a:pt x="1992041" y="553594"/>
                  </a:lnTo>
                  <a:lnTo>
                    <a:pt x="2001759" y="556765"/>
                  </a:lnTo>
                  <a:lnTo>
                    <a:pt x="2011476" y="559940"/>
                  </a:lnTo>
                  <a:lnTo>
                    <a:pt x="2021193" y="563117"/>
                  </a:lnTo>
                  <a:lnTo>
                    <a:pt x="2030911" y="566298"/>
                  </a:lnTo>
                  <a:lnTo>
                    <a:pt x="2040628" y="569609"/>
                  </a:lnTo>
                  <a:lnTo>
                    <a:pt x="2050345" y="572962"/>
                  </a:lnTo>
                  <a:lnTo>
                    <a:pt x="2060062" y="576273"/>
                  </a:lnTo>
                  <a:lnTo>
                    <a:pt x="2069780" y="579551"/>
                  </a:lnTo>
                  <a:lnTo>
                    <a:pt x="2079497" y="582647"/>
                  </a:lnTo>
                  <a:lnTo>
                    <a:pt x="2089214" y="585658"/>
                  </a:lnTo>
                  <a:lnTo>
                    <a:pt x="2098931" y="588700"/>
                  </a:lnTo>
                  <a:lnTo>
                    <a:pt x="2108649" y="591925"/>
                  </a:lnTo>
                  <a:lnTo>
                    <a:pt x="2118366" y="595295"/>
                  </a:lnTo>
                  <a:lnTo>
                    <a:pt x="2128083" y="598693"/>
                  </a:lnTo>
                  <a:lnTo>
                    <a:pt x="2137801" y="602064"/>
                  </a:lnTo>
                  <a:lnTo>
                    <a:pt x="2147518" y="605372"/>
                  </a:lnTo>
                  <a:lnTo>
                    <a:pt x="2157235" y="608684"/>
                  </a:lnTo>
                  <a:lnTo>
                    <a:pt x="2166952" y="612040"/>
                  </a:lnTo>
                  <a:lnTo>
                    <a:pt x="2176670" y="615435"/>
                  </a:lnTo>
                  <a:lnTo>
                    <a:pt x="2186387" y="618835"/>
                  </a:lnTo>
                  <a:lnTo>
                    <a:pt x="2196104" y="622239"/>
                  </a:lnTo>
                  <a:lnTo>
                    <a:pt x="2205822" y="625649"/>
                  </a:lnTo>
                  <a:lnTo>
                    <a:pt x="2215539" y="629063"/>
                  </a:lnTo>
                  <a:lnTo>
                    <a:pt x="2225256" y="632481"/>
                  </a:lnTo>
                  <a:lnTo>
                    <a:pt x="2234973" y="635905"/>
                  </a:lnTo>
                  <a:lnTo>
                    <a:pt x="2244691" y="639332"/>
                  </a:lnTo>
                  <a:lnTo>
                    <a:pt x="2254408" y="642765"/>
                  </a:lnTo>
                  <a:lnTo>
                    <a:pt x="2264125" y="646202"/>
                  </a:lnTo>
                  <a:lnTo>
                    <a:pt x="2273842" y="649643"/>
                  </a:lnTo>
                  <a:lnTo>
                    <a:pt x="2283560" y="653089"/>
                  </a:lnTo>
                  <a:lnTo>
                    <a:pt x="2293277" y="656540"/>
                  </a:lnTo>
                  <a:lnTo>
                    <a:pt x="2302994" y="659994"/>
                  </a:lnTo>
                  <a:lnTo>
                    <a:pt x="2312712" y="663454"/>
                  </a:lnTo>
                  <a:lnTo>
                    <a:pt x="2322429" y="666917"/>
                  </a:lnTo>
                  <a:lnTo>
                    <a:pt x="2332146" y="670385"/>
                  </a:lnTo>
                  <a:lnTo>
                    <a:pt x="2341863" y="673857"/>
                  </a:lnTo>
                  <a:lnTo>
                    <a:pt x="2351581" y="677334"/>
                  </a:lnTo>
                  <a:lnTo>
                    <a:pt x="2361298" y="680812"/>
                  </a:lnTo>
                  <a:lnTo>
                    <a:pt x="2371015" y="684185"/>
                  </a:lnTo>
                  <a:lnTo>
                    <a:pt x="2380733" y="687502"/>
                  </a:lnTo>
                  <a:lnTo>
                    <a:pt x="2390450" y="690762"/>
                  </a:lnTo>
                  <a:lnTo>
                    <a:pt x="2400167" y="694024"/>
                  </a:lnTo>
                  <a:lnTo>
                    <a:pt x="2409884" y="697287"/>
                  </a:lnTo>
                  <a:lnTo>
                    <a:pt x="2419602" y="700749"/>
                  </a:lnTo>
                  <a:lnTo>
                    <a:pt x="2429319" y="704269"/>
                  </a:lnTo>
                  <a:lnTo>
                    <a:pt x="2439036" y="707625"/>
                  </a:lnTo>
                  <a:lnTo>
                    <a:pt x="2448753" y="710980"/>
                  </a:lnTo>
                  <a:lnTo>
                    <a:pt x="2458471" y="714557"/>
                  </a:lnTo>
                  <a:lnTo>
                    <a:pt x="2468188" y="718152"/>
                  </a:lnTo>
                  <a:lnTo>
                    <a:pt x="2477905" y="721599"/>
                  </a:lnTo>
                  <a:lnTo>
                    <a:pt x="2487623" y="725017"/>
                  </a:lnTo>
                  <a:lnTo>
                    <a:pt x="2497340" y="728437"/>
                  </a:lnTo>
                  <a:lnTo>
                    <a:pt x="2507057" y="731860"/>
                  </a:lnTo>
                  <a:lnTo>
                    <a:pt x="2516774" y="735285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648167" y="3148519"/>
              <a:ext cx="2516774" cy="406842"/>
            </a:xfrm>
            <a:custGeom>
              <a:avLst/>
              <a:pathLst>
                <a:path w="2516774" h="406842">
                  <a:moveTo>
                    <a:pt x="0" y="0"/>
                  </a:moveTo>
                  <a:lnTo>
                    <a:pt x="9717" y="1102"/>
                  </a:lnTo>
                  <a:lnTo>
                    <a:pt x="19434" y="2016"/>
                  </a:lnTo>
                  <a:lnTo>
                    <a:pt x="29151" y="2997"/>
                  </a:lnTo>
                  <a:lnTo>
                    <a:pt x="38869" y="4259"/>
                  </a:lnTo>
                  <a:lnTo>
                    <a:pt x="48586" y="5353"/>
                  </a:lnTo>
                  <a:lnTo>
                    <a:pt x="58303" y="6344"/>
                  </a:lnTo>
                  <a:lnTo>
                    <a:pt x="68020" y="7527"/>
                  </a:lnTo>
                  <a:lnTo>
                    <a:pt x="77738" y="8935"/>
                  </a:lnTo>
                  <a:lnTo>
                    <a:pt x="87455" y="10204"/>
                  </a:lnTo>
                  <a:lnTo>
                    <a:pt x="97172" y="11743"/>
                  </a:lnTo>
                  <a:lnTo>
                    <a:pt x="106890" y="13106"/>
                  </a:lnTo>
                  <a:lnTo>
                    <a:pt x="116607" y="14279"/>
                  </a:lnTo>
                  <a:lnTo>
                    <a:pt x="126324" y="15379"/>
                  </a:lnTo>
                  <a:lnTo>
                    <a:pt x="136041" y="16666"/>
                  </a:lnTo>
                  <a:lnTo>
                    <a:pt x="145759" y="17905"/>
                  </a:lnTo>
                  <a:lnTo>
                    <a:pt x="155476" y="19497"/>
                  </a:lnTo>
                  <a:lnTo>
                    <a:pt x="165193" y="20774"/>
                  </a:lnTo>
                  <a:lnTo>
                    <a:pt x="174910" y="21879"/>
                  </a:lnTo>
                  <a:lnTo>
                    <a:pt x="184628" y="23233"/>
                  </a:lnTo>
                  <a:lnTo>
                    <a:pt x="194345" y="24308"/>
                  </a:lnTo>
                  <a:lnTo>
                    <a:pt x="204062" y="24685"/>
                  </a:lnTo>
                  <a:lnTo>
                    <a:pt x="213780" y="26068"/>
                  </a:lnTo>
                  <a:lnTo>
                    <a:pt x="223497" y="27535"/>
                  </a:lnTo>
                  <a:lnTo>
                    <a:pt x="233214" y="29384"/>
                  </a:lnTo>
                  <a:lnTo>
                    <a:pt x="242931" y="30593"/>
                  </a:lnTo>
                  <a:lnTo>
                    <a:pt x="252649" y="32075"/>
                  </a:lnTo>
                  <a:lnTo>
                    <a:pt x="262366" y="33029"/>
                  </a:lnTo>
                  <a:lnTo>
                    <a:pt x="272083" y="34434"/>
                  </a:lnTo>
                  <a:lnTo>
                    <a:pt x="281801" y="36129"/>
                  </a:lnTo>
                  <a:lnTo>
                    <a:pt x="291518" y="37707"/>
                  </a:lnTo>
                  <a:lnTo>
                    <a:pt x="301235" y="39160"/>
                  </a:lnTo>
                  <a:lnTo>
                    <a:pt x="310952" y="40923"/>
                  </a:lnTo>
                  <a:lnTo>
                    <a:pt x="320670" y="41996"/>
                  </a:lnTo>
                  <a:lnTo>
                    <a:pt x="330387" y="43104"/>
                  </a:lnTo>
                  <a:lnTo>
                    <a:pt x="340104" y="44373"/>
                  </a:lnTo>
                  <a:lnTo>
                    <a:pt x="349821" y="45685"/>
                  </a:lnTo>
                  <a:lnTo>
                    <a:pt x="359539" y="46658"/>
                  </a:lnTo>
                  <a:lnTo>
                    <a:pt x="369256" y="47728"/>
                  </a:lnTo>
                  <a:lnTo>
                    <a:pt x="378973" y="48680"/>
                  </a:lnTo>
                  <a:lnTo>
                    <a:pt x="388691" y="49911"/>
                  </a:lnTo>
                  <a:lnTo>
                    <a:pt x="398408" y="51514"/>
                  </a:lnTo>
                  <a:lnTo>
                    <a:pt x="408125" y="53236"/>
                  </a:lnTo>
                  <a:lnTo>
                    <a:pt x="417842" y="54458"/>
                  </a:lnTo>
                  <a:lnTo>
                    <a:pt x="427560" y="55633"/>
                  </a:lnTo>
                  <a:lnTo>
                    <a:pt x="437277" y="57051"/>
                  </a:lnTo>
                  <a:lnTo>
                    <a:pt x="446994" y="58021"/>
                  </a:lnTo>
                  <a:lnTo>
                    <a:pt x="456712" y="59279"/>
                  </a:lnTo>
                  <a:lnTo>
                    <a:pt x="466429" y="60384"/>
                  </a:lnTo>
                  <a:lnTo>
                    <a:pt x="476146" y="61468"/>
                  </a:lnTo>
                  <a:lnTo>
                    <a:pt x="485863" y="63486"/>
                  </a:lnTo>
                  <a:lnTo>
                    <a:pt x="495581" y="64526"/>
                  </a:lnTo>
                  <a:lnTo>
                    <a:pt x="505298" y="65742"/>
                  </a:lnTo>
                  <a:lnTo>
                    <a:pt x="515015" y="67324"/>
                  </a:lnTo>
                  <a:lnTo>
                    <a:pt x="524732" y="69223"/>
                  </a:lnTo>
                  <a:lnTo>
                    <a:pt x="534450" y="70726"/>
                  </a:lnTo>
                  <a:lnTo>
                    <a:pt x="544167" y="72467"/>
                  </a:lnTo>
                  <a:lnTo>
                    <a:pt x="553884" y="74184"/>
                  </a:lnTo>
                  <a:lnTo>
                    <a:pt x="563602" y="75407"/>
                  </a:lnTo>
                  <a:lnTo>
                    <a:pt x="573319" y="76549"/>
                  </a:lnTo>
                  <a:lnTo>
                    <a:pt x="583036" y="77801"/>
                  </a:lnTo>
                  <a:lnTo>
                    <a:pt x="592753" y="79680"/>
                  </a:lnTo>
                  <a:lnTo>
                    <a:pt x="602471" y="81148"/>
                  </a:lnTo>
                  <a:lnTo>
                    <a:pt x="612188" y="81832"/>
                  </a:lnTo>
                  <a:lnTo>
                    <a:pt x="621905" y="83289"/>
                  </a:lnTo>
                  <a:lnTo>
                    <a:pt x="631623" y="84438"/>
                  </a:lnTo>
                  <a:lnTo>
                    <a:pt x="641340" y="85726"/>
                  </a:lnTo>
                  <a:lnTo>
                    <a:pt x="651057" y="86683"/>
                  </a:lnTo>
                  <a:lnTo>
                    <a:pt x="660774" y="88208"/>
                  </a:lnTo>
                  <a:lnTo>
                    <a:pt x="670492" y="89434"/>
                  </a:lnTo>
                  <a:lnTo>
                    <a:pt x="680209" y="90796"/>
                  </a:lnTo>
                  <a:lnTo>
                    <a:pt x="689926" y="92284"/>
                  </a:lnTo>
                  <a:lnTo>
                    <a:pt x="699643" y="93610"/>
                  </a:lnTo>
                  <a:lnTo>
                    <a:pt x="709361" y="94992"/>
                  </a:lnTo>
                  <a:lnTo>
                    <a:pt x="719078" y="96311"/>
                  </a:lnTo>
                  <a:lnTo>
                    <a:pt x="728795" y="97846"/>
                  </a:lnTo>
                  <a:lnTo>
                    <a:pt x="738513" y="99545"/>
                  </a:lnTo>
                  <a:lnTo>
                    <a:pt x="748230" y="100502"/>
                  </a:lnTo>
                  <a:lnTo>
                    <a:pt x="757947" y="101853"/>
                  </a:lnTo>
                  <a:lnTo>
                    <a:pt x="767664" y="103261"/>
                  </a:lnTo>
                  <a:lnTo>
                    <a:pt x="777382" y="104770"/>
                  </a:lnTo>
                  <a:lnTo>
                    <a:pt x="787099" y="105897"/>
                  </a:lnTo>
                  <a:lnTo>
                    <a:pt x="796816" y="107099"/>
                  </a:lnTo>
                  <a:lnTo>
                    <a:pt x="806534" y="108498"/>
                  </a:lnTo>
                  <a:lnTo>
                    <a:pt x="816251" y="110466"/>
                  </a:lnTo>
                  <a:lnTo>
                    <a:pt x="825968" y="111952"/>
                  </a:lnTo>
                  <a:lnTo>
                    <a:pt x="835685" y="113365"/>
                  </a:lnTo>
                  <a:lnTo>
                    <a:pt x="845403" y="114831"/>
                  </a:lnTo>
                  <a:lnTo>
                    <a:pt x="855120" y="116625"/>
                  </a:lnTo>
                  <a:lnTo>
                    <a:pt x="864837" y="118237"/>
                  </a:lnTo>
                  <a:lnTo>
                    <a:pt x="874554" y="119533"/>
                  </a:lnTo>
                  <a:lnTo>
                    <a:pt x="884272" y="120669"/>
                  </a:lnTo>
                  <a:lnTo>
                    <a:pt x="893989" y="122169"/>
                  </a:lnTo>
                  <a:lnTo>
                    <a:pt x="903706" y="123435"/>
                  </a:lnTo>
                  <a:lnTo>
                    <a:pt x="913424" y="124614"/>
                  </a:lnTo>
                  <a:lnTo>
                    <a:pt x="923141" y="125863"/>
                  </a:lnTo>
                  <a:lnTo>
                    <a:pt x="932858" y="126944"/>
                  </a:lnTo>
                  <a:lnTo>
                    <a:pt x="942575" y="128577"/>
                  </a:lnTo>
                  <a:lnTo>
                    <a:pt x="952293" y="130321"/>
                  </a:lnTo>
                  <a:lnTo>
                    <a:pt x="962010" y="132073"/>
                  </a:lnTo>
                  <a:lnTo>
                    <a:pt x="971727" y="133927"/>
                  </a:lnTo>
                  <a:lnTo>
                    <a:pt x="981445" y="135678"/>
                  </a:lnTo>
                  <a:lnTo>
                    <a:pt x="991162" y="137344"/>
                  </a:lnTo>
                  <a:lnTo>
                    <a:pt x="1000879" y="138461"/>
                  </a:lnTo>
                  <a:lnTo>
                    <a:pt x="1010596" y="139820"/>
                  </a:lnTo>
                  <a:lnTo>
                    <a:pt x="1020314" y="140889"/>
                  </a:lnTo>
                  <a:lnTo>
                    <a:pt x="1030031" y="142340"/>
                  </a:lnTo>
                  <a:lnTo>
                    <a:pt x="1039748" y="143926"/>
                  </a:lnTo>
                  <a:lnTo>
                    <a:pt x="1049465" y="145490"/>
                  </a:lnTo>
                  <a:lnTo>
                    <a:pt x="1059183" y="146848"/>
                  </a:lnTo>
                  <a:lnTo>
                    <a:pt x="1068900" y="148739"/>
                  </a:lnTo>
                  <a:lnTo>
                    <a:pt x="1078617" y="150128"/>
                  </a:lnTo>
                  <a:lnTo>
                    <a:pt x="1088335" y="151047"/>
                  </a:lnTo>
                  <a:lnTo>
                    <a:pt x="1098052" y="152197"/>
                  </a:lnTo>
                  <a:lnTo>
                    <a:pt x="1107769" y="154012"/>
                  </a:lnTo>
                  <a:lnTo>
                    <a:pt x="1117486" y="155554"/>
                  </a:lnTo>
                  <a:lnTo>
                    <a:pt x="1127204" y="157092"/>
                  </a:lnTo>
                  <a:lnTo>
                    <a:pt x="1136921" y="158935"/>
                  </a:lnTo>
                  <a:lnTo>
                    <a:pt x="1146638" y="160690"/>
                  </a:lnTo>
                  <a:lnTo>
                    <a:pt x="1156356" y="162354"/>
                  </a:lnTo>
                  <a:lnTo>
                    <a:pt x="1166073" y="164000"/>
                  </a:lnTo>
                  <a:lnTo>
                    <a:pt x="1175790" y="166036"/>
                  </a:lnTo>
                  <a:lnTo>
                    <a:pt x="1185507" y="168174"/>
                  </a:lnTo>
                  <a:lnTo>
                    <a:pt x="1195225" y="169385"/>
                  </a:lnTo>
                  <a:lnTo>
                    <a:pt x="1204942" y="170792"/>
                  </a:lnTo>
                  <a:lnTo>
                    <a:pt x="1214659" y="173071"/>
                  </a:lnTo>
                  <a:lnTo>
                    <a:pt x="1224376" y="174599"/>
                  </a:lnTo>
                  <a:lnTo>
                    <a:pt x="1234094" y="176445"/>
                  </a:lnTo>
                  <a:lnTo>
                    <a:pt x="1243811" y="177948"/>
                  </a:lnTo>
                  <a:lnTo>
                    <a:pt x="1253528" y="179439"/>
                  </a:lnTo>
                  <a:lnTo>
                    <a:pt x="1263246" y="180946"/>
                  </a:lnTo>
                  <a:lnTo>
                    <a:pt x="1272963" y="182497"/>
                  </a:lnTo>
                  <a:lnTo>
                    <a:pt x="1282680" y="183852"/>
                  </a:lnTo>
                  <a:lnTo>
                    <a:pt x="1292397" y="185328"/>
                  </a:lnTo>
                  <a:lnTo>
                    <a:pt x="1302115" y="186907"/>
                  </a:lnTo>
                  <a:lnTo>
                    <a:pt x="1311832" y="188480"/>
                  </a:lnTo>
                  <a:lnTo>
                    <a:pt x="1321549" y="189403"/>
                  </a:lnTo>
                  <a:lnTo>
                    <a:pt x="1331267" y="191405"/>
                  </a:lnTo>
                  <a:lnTo>
                    <a:pt x="1340984" y="193344"/>
                  </a:lnTo>
                  <a:lnTo>
                    <a:pt x="1350701" y="194894"/>
                  </a:lnTo>
                  <a:lnTo>
                    <a:pt x="1360418" y="196337"/>
                  </a:lnTo>
                  <a:lnTo>
                    <a:pt x="1370136" y="197934"/>
                  </a:lnTo>
                  <a:lnTo>
                    <a:pt x="1379853" y="199810"/>
                  </a:lnTo>
                  <a:lnTo>
                    <a:pt x="1389570" y="201623"/>
                  </a:lnTo>
                  <a:lnTo>
                    <a:pt x="1399287" y="203686"/>
                  </a:lnTo>
                  <a:lnTo>
                    <a:pt x="1409005" y="205597"/>
                  </a:lnTo>
                  <a:lnTo>
                    <a:pt x="1418722" y="207622"/>
                  </a:lnTo>
                  <a:lnTo>
                    <a:pt x="1428439" y="208566"/>
                  </a:lnTo>
                  <a:lnTo>
                    <a:pt x="1438157" y="209705"/>
                  </a:lnTo>
                  <a:lnTo>
                    <a:pt x="1447874" y="211274"/>
                  </a:lnTo>
                  <a:lnTo>
                    <a:pt x="1457591" y="213350"/>
                  </a:lnTo>
                  <a:lnTo>
                    <a:pt x="1467308" y="214747"/>
                  </a:lnTo>
                  <a:lnTo>
                    <a:pt x="1477026" y="216468"/>
                  </a:lnTo>
                  <a:lnTo>
                    <a:pt x="1486743" y="218340"/>
                  </a:lnTo>
                  <a:lnTo>
                    <a:pt x="1496460" y="219784"/>
                  </a:lnTo>
                  <a:lnTo>
                    <a:pt x="1506178" y="221646"/>
                  </a:lnTo>
                  <a:lnTo>
                    <a:pt x="1515895" y="223523"/>
                  </a:lnTo>
                  <a:lnTo>
                    <a:pt x="1525612" y="225200"/>
                  </a:lnTo>
                  <a:lnTo>
                    <a:pt x="1535329" y="226653"/>
                  </a:lnTo>
                  <a:lnTo>
                    <a:pt x="1545047" y="228113"/>
                  </a:lnTo>
                  <a:lnTo>
                    <a:pt x="1554764" y="229785"/>
                  </a:lnTo>
                  <a:lnTo>
                    <a:pt x="1564481" y="231528"/>
                  </a:lnTo>
                  <a:lnTo>
                    <a:pt x="1574198" y="233123"/>
                  </a:lnTo>
                  <a:lnTo>
                    <a:pt x="1583916" y="234996"/>
                  </a:lnTo>
                  <a:lnTo>
                    <a:pt x="1593633" y="236207"/>
                  </a:lnTo>
                  <a:lnTo>
                    <a:pt x="1603350" y="238011"/>
                  </a:lnTo>
                  <a:lnTo>
                    <a:pt x="1613068" y="240141"/>
                  </a:lnTo>
                  <a:lnTo>
                    <a:pt x="1622785" y="241542"/>
                  </a:lnTo>
                  <a:lnTo>
                    <a:pt x="1632502" y="242947"/>
                  </a:lnTo>
                  <a:lnTo>
                    <a:pt x="1642219" y="244787"/>
                  </a:lnTo>
                  <a:lnTo>
                    <a:pt x="1651937" y="246549"/>
                  </a:lnTo>
                  <a:lnTo>
                    <a:pt x="1661654" y="248043"/>
                  </a:lnTo>
                  <a:lnTo>
                    <a:pt x="1671371" y="249247"/>
                  </a:lnTo>
                  <a:lnTo>
                    <a:pt x="1681089" y="251291"/>
                  </a:lnTo>
                  <a:lnTo>
                    <a:pt x="1690806" y="252776"/>
                  </a:lnTo>
                  <a:lnTo>
                    <a:pt x="1700523" y="254494"/>
                  </a:lnTo>
                  <a:lnTo>
                    <a:pt x="1710240" y="255783"/>
                  </a:lnTo>
                  <a:lnTo>
                    <a:pt x="1719958" y="257009"/>
                  </a:lnTo>
                  <a:lnTo>
                    <a:pt x="1729675" y="258624"/>
                  </a:lnTo>
                  <a:lnTo>
                    <a:pt x="1739392" y="260350"/>
                  </a:lnTo>
                  <a:lnTo>
                    <a:pt x="1749109" y="262078"/>
                  </a:lnTo>
                  <a:lnTo>
                    <a:pt x="1758827" y="264070"/>
                  </a:lnTo>
                  <a:lnTo>
                    <a:pt x="1768544" y="265715"/>
                  </a:lnTo>
                  <a:lnTo>
                    <a:pt x="1778261" y="267283"/>
                  </a:lnTo>
                  <a:lnTo>
                    <a:pt x="1787979" y="269037"/>
                  </a:lnTo>
                  <a:lnTo>
                    <a:pt x="1797696" y="270744"/>
                  </a:lnTo>
                  <a:lnTo>
                    <a:pt x="1807413" y="272492"/>
                  </a:lnTo>
                  <a:lnTo>
                    <a:pt x="1817130" y="274307"/>
                  </a:lnTo>
                  <a:lnTo>
                    <a:pt x="1826848" y="276138"/>
                  </a:lnTo>
                  <a:lnTo>
                    <a:pt x="1836565" y="277676"/>
                  </a:lnTo>
                  <a:lnTo>
                    <a:pt x="1846282" y="279615"/>
                  </a:lnTo>
                  <a:lnTo>
                    <a:pt x="1856000" y="281517"/>
                  </a:lnTo>
                  <a:lnTo>
                    <a:pt x="1865717" y="283499"/>
                  </a:lnTo>
                  <a:lnTo>
                    <a:pt x="1875434" y="284780"/>
                  </a:lnTo>
                  <a:lnTo>
                    <a:pt x="1885151" y="286682"/>
                  </a:lnTo>
                  <a:lnTo>
                    <a:pt x="1894869" y="288671"/>
                  </a:lnTo>
                  <a:lnTo>
                    <a:pt x="1904586" y="290117"/>
                  </a:lnTo>
                  <a:lnTo>
                    <a:pt x="1914303" y="291644"/>
                  </a:lnTo>
                  <a:lnTo>
                    <a:pt x="1924020" y="293486"/>
                  </a:lnTo>
                  <a:lnTo>
                    <a:pt x="1933738" y="294512"/>
                  </a:lnTo>
                  <a:lnTo>
                    <a:pt x="1943455" y="295975"/>
                  </a:lnTo>
                  <a:lnTo>
                    <a:pt x="1953172" y="297663"/>
                  </a:lnTo>
                  <a:lnTo>
                    <a:pt x="1962890" y="299416"/>
                  </a:lnTo>
                  <a:lnTo>
                    <a:pt x="1972607" y="301268"/>
                  </a:lnTo>
                  <a:lnTo>
                    <a:pt x="1982324" y="302978"/>
                  </a:lnTo>
                  <a:lnTo>
                    <a:pt x="1992041" y="304905"/>
                  </a:lnTo>
                  <a:lnTo>
                    <a:pt x="2001759" y="307231"/>
                  </a:lnTo>
                  <a:lnTo>
                    <a:pt x="2011476" y="309385"/>
                  </a:lnTo>
                  <a:lnTo>
                    <a:pt x="2021193" y="311193"/>
                  </a:lnTo>
                  <a:lnTo>
                    <a:pt x="2030911" y="312606"/>
                  </a:lnTo>
                  <a:lnTo>
                    <a:pt x="2040628" y="313903"/>
                  </a:lnTo>
                  <a:lnTo>
                    <a:pt x="2050345" y="315647"/>
                  </a:lnTo>
                  <a:lnTo>
                    <a:pt x="2060062" y="317424"/>
                  </a:lnTo>
                  <a:lnTo>
                    <a:pt x="2069780" y="319364"/>
                  </a:lnTo>
                  <a:lnTo>
                    <a:pt x="2079497" y="321430"/>
                  </a:lnTo>
                  <a:lnTo>
                    <a:pt x="2089214" y="323474"/>
                  </a:lnTo>
                  <a:lnTo>
                    <a:pt x="2098931" y="325422"/>
                  </a:lnTo>
                  <a:lnTo>
                    <a:pt x="2108649" y="327569"/>
                  </a:lnTo>
                  <a:lnTo>
                    <a:pt x="2118366" y="329720"/>
                  </a:lnTo>
                  <a:lnTo>
                    <a:pt x="2128083" y="331798"/>
                  </a:lnTo>
                  <a:lnTo>
                    <a:pt x="2137801" y="333844"/>
                  </a:lnTo>
                  <a:lnTo>
                    <a:pt x="2147518" y="336007"/>
                  </a:lnTo>
                  <a:lnTo>
                    <a:pt x="2157235" y="337854"/>
                  </a:lnTo>
                  <a:lnTo>
                    <a:pt x="2166952" y="339753"/>
                  </a:lnTo>
                  <a:lnTo>
                    <a:pt x="2176670" y="341615"/>
                  </a:lnTo>
                  <a:lnTo>
                    <a:pt x="2186387" y="344098"/>
                  </a:lnTo>
                  <a:lnTo>
                    <a:pt x="2196104" y="346402"/>
                  </a:lnTo>
                  <a:lnTo>
                    <a:pt x="2205822" y="348289"/>
                  </a:lnTo>
                  <a:lnTo>
                    <a:pt x="2215539" y="349950"/>
                  </a:lnTo>
                  <a:lnTo>
                    <a:pt x="2225256" y="351439"/>
                  </a:lnTo>
                  <a:lnTo>
                    <a:pt x="2234973" y="352929"/>
                  </a:lnTo>
                  <a:lnTo>
                    <a:pt x="2244691" y="354422"/>
                  </a:lnTo>
                  <a:lnTo>
                    <a:pt x="2254408" y="355943"/>
                  </a:lnTo>
                  <a:lnTo>
                    <a:pt x="2264125" y="357951"/>
                  </a:lnTo>
                  <a:lnTo>
                    <a:pt x="2273842" y="359853"/>
                  </a:lnTo>
                  <a:lnTo>
                    <a:pt x="2283560" y="361510"/>
                  </a:lnTo>
                  <a:lnTo>
                    <a:pt x="2293277" y="363170"/>
                  </a:lnTo>
                  <a:lnTo>
                    <a:pt x="2302994" y="364831"/>
                  </a:lnTo>
                  <a:lnTo>
                    <a:pt x="2312712" y="366496"/>
                  </a:lnTo>
                  <a:lnTo>
                    <a:pt x="2322429" y="368417"/>
                  </a:lnTo>
                  <a:lnTo>
                    <a:pt x="2332146" y="370533"/>
                  </a:lnTo>
                  <a:lnTo>
                    <a:pt x="2341863" y="372164"/>
                  </a:lnTo>
                  <a:lnTo>
                    <a:pt x="2351581" y="373551"/>
                  </a:lnTo>
                  <a:lnTo>
                    <a:pt x="2361298" y="375451"/>
                  </a:lnTo>
                  <a:lnTo>
                    <a:pt x="2371015" y="377211"/>
                  </a:lnTo>
                  <a:lnTo>
                    <a:pt x="2380733" y="378936"/>
                  </a:lnTo>
                  <a:lnTo>
                    <a:pt x="2390450" y="380929"/>
                  </a:lnTo>
                  <a:lnTo>
                    <a:pt x="2400167" y="383265"/>
                  </a:lnTo>
                  <a:lnTo>
                    <a:pt x="2409884" y="385580"/>
                  </a:lnTo>
                  <a:lnTo>
                    <a:pt x="2419602" y="387148"/>
                  </a:lnTo>
                  <a:lnTo>
                    <a:pt x="2429319" y="388817"/>
                  </a:lnTo>
                  <a:lnTo>
                    <a:pt x="2439036" y="390824"/>
                  </a:lnTo>
                  <a:lnTo>
                    <a:pt x="2448753" y="392948"/>
                  </a:lnTo>
                  <a:lnTo>
                    <a:pt x="2458471" y="394754"/>
                  </a:lnTo>
                  <a:lnTo>
                    <a:pt x="2468188" y="396705"/>
                  </a:lnTo>
                  <a:lnTo>
                    <a:pt x="2477905" y="398720"/>
                  </a:lnTo>
                  <a:lnTo>
                    <a:pt x="2487623" y="400919"/>
                  </a:lnTo>
                  <a:lnTo>
                    <a:pt x="2497340" y="403074"/>
                  </a:lnTo>
                  <a:lnTo>
                    <a:pt x="2507057" y="404957"/>
                  </a:lnTo>
                  <a:lnTo>
                    <a:pt x="2516774" y="406842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648167" y="3100198"/>
              <a:ext cx="2516774" cy="1026554"/>
            </a:xfrm>
            <a:custGeom>
              <a:avLst/>
              <a:pathLst>
                <a:path w="2516774" h="1026554">
                  <a:moveTo>
                    <a:pt x="0" y="0"/>
                  </a:moveTo>
                  <a:lnTo>
                    <a:pt x="9717" y="2467"/>
                  </a:lnTo>
                  <a:lnTo>
                    <a:pt x="19434" y="4651"/>
                  </a:lnTo>
                  <a:lnTo>
                    <a:pt x="29151" y="6475"/>
                  </a:lnTo>
                  <a:lnTo>
                    <a:pt x="38869" y="8716"/>
                  </a:lnTo>
                  <a:lnTo>
                    <a:pt x="48586" y="10895"/>
                  </a:lnTo>
                  <a:lnTo>
                    <a:pt x="58303" y="13197"/>
                  </a:lnTo>
                  <a:lnTo>
                    <a:pt x="68020" y="15554"/>
                  </a:lnTo>
                  <a:lnTo>
                    <a:pt x="77738" y="17976"/>
                  </a:lnTo>
                  <a:lnTo>
                    <a:pt x="87455" y="20328"/>
                  </a:lnTo>
                  <a:lnTo>
                    <a:pt x="97172" y="22724"/>
                  </a:lnTo>
                  <a:lnTo>
                    <a:pt x="106890" y="25308"/>
                  </a:lnTo>
                  <a:lnTo>
                    <a:pt x="116607" y="27914"/>
                  </a:lnTo>
                  <a:lnTo>
                    <a:pt x="126324" y="30652"/>
                  </a:lnTo>
                  <a:lnTo>
                    <a:pt x="136041" y="33563"/>
                  </a:lnTo>
                  <a:lnTo>
                    <a:pt x="145759" y="36324"/>
                  </a:lnTo>
                  <a:lnTo>
                    <a:pt x="155476" y="39050"/>
                  </a:lnTo>
                  <a:lnTo>
                    <a:pt x="165193" y="41684"/>
                  </a:lnTo>
                  <a:lnTo>
                    <a:pt x="174910" y="44376"/>
                  </a:lnTo>
                  <a:lnTo>
                    <a:pt x="184628" y="46976"/>
                  </a:lnTo>
                  <a:lnTo>
                    <a:pt x="194345" y="49459"/>
                  </a:lnTo>
                  <a:lnTo>
                    <a:pt x="204062" y="52171"/>
                  </a:lnTo>
                  <a:lnTo>
                    <a:pt x="213780" y="54729"/>
                  </a:lnTo>
                  <a:lnTo>
                    <a:pt x="223497" y="57198"/>
                  </a:lnTo>
                  <a:lnTo>
                    <a:pt x="233214" y="59709"/>
                  </a:lnTo>
                  <a:lnTo>
                    <a:pt x="242931" y="62634"/>
                  </a:lnTo>
                  <a:lnTo>
                    <a:pt x="252649" y="65081"/>
                  </a:lnTo>
                  <a:lnTo>
                    <a:pt x="262366" y="67779"/>
                  </a:lnTo>
                  <a:lnTo>
                    <a:pt x="272083" y="70420"/>
                  </a:lnTo>
                  <a:lnTo>
                    <a:pt x="281801" y="72872"/>
                  </a:lnTo>
                  <a:lnTo>
                    <a:pt x="291518" y="74910"/>
                  </a:lnTo>
                  <a:lnTo>
                    <a:pt x="301235" y="77287"/>
                  </a:lnTo>
                  <a:lnTo>
                    <a:pt x="310952" y="79725"/>
                  </a:lnTo>
                  <a:lnTo>
                    <a:pt x="320670" y="82526"/>
                  </a:lnTo>
                  <a:lnTo>
                    <a:pt x="330387" y="85293"/>
                  </a:lnTo>
                  <a:lnTo>
                    <a:pt x="340104" y="88174"/>
                  </a:lnTo>
                  <a:lnTo>
                    <a:pt x="349821" y="90847"/>
                  </a:lnTo>
                  <a:lnTo>
                    <a:pt x="359539" y="93516"/>
                  </a:lnTo>
                  <a:lnTo>
                    <a:pt x="369256" y="96443"/>
                  </a:lnTo>
                  <a:lnTo>
                    <a:pt x="378973" y="98540"/>
                  </a:lnTo>
                  <a:lnTo>
                    <a:pt x="388691" y="101099"/>
                  </a:lnTo>
                  <a:lnTo>
                    <a:pt x="398408" y="104184"/>
                  </a:lnTo>
                  <a:lnTo>
                    <a:pt x="408125" y="107192"/>
                  </a:lnTo>
                  <a:lnTo>
                    <a:pt x="417842" y="110112"/>
                  </a:lnTo>
                  <a:lnTo>
                    <a:pt x="427560" y="113161"/>
                  </a:lnTo>
                  <a:lnTo>
                    <a:pt x="437277" y="115966"/>
                  </a:lnTo>
                  <a:lnTo>
                    <a:pt x="446994" y="119225"/>
                  </a:lnTo>
                  <a:lnTo>
                    <a:pt x="456712" y="122020"/>
                  </a:lnTo>
                  <a:lnTo>
                    <a:pt x="466429" y="124667"/>
                  </a:lnTo>
                  <a:lnTo>
                    <a:pt x="476146" y="127803"/>
                  </a:lnTo>
                  <a:lnTo>
                    <a:pt x="485863" y="130406"/>
                  </a:lnTo>
                  <a:lnTo>
                    <a:pt x="495581" y="133713"/>
                  </a:lnTo>
                  <a:lnTo>
                    <a:pt x="505298" y="137013"/>
                  </a:lnTo>
                  <a:lnTo>
                    <a:pt x="515015" y="140018"/>
                  </a:lnTo>
                  <a:lnTo>
                    <a:pt x="524732" y="142867"/>
                  </a:lnTo>
                  <a:lnTo>
                    <a:pt x="534450" y="145599"/>
                  </a:lnTo>
                  <a:lnTo>
                    <a:pt x="544167" y="148916"/>
                  </a:lnTo>
                  <a:lnTo>
                    <a:pt x="553884" y="151974"/>
                  </a:lnTo>
                  <a:lnTo>
                    <a:pt x="563602" y="155018"/>
                  </a:lnTo>
                  <a:lnTo>
                    <a:pt x="573319" y="158019"/>
                  </a:lnTo>
                  <a:lnTo>
                    <a:pt x="583036" y="160821"/>
                  </a:lnTo>
                  <a:lnTo>
                    <a:pt x="592753" y="163803"/>
                  </a:lnTo>
                  <a:lnTo>
                    <a:pt x="602471" y="167123"/>
                  </a:lnTo>
                  <a:lnTo>
                    <a:pt x="612188" y="170636"/>
                  </a:lnTo>
                  <a:lnTo>
                    <a:pt x="621905" y="173938"/>
                  </a:lnTo>
                  <a:lnTo>
                    <a:pt x="631623" y="176277"/>
                  </a:lnTo>
                  <a:lnTo>
                    <a:pt x="641340" y="179391"/>
                  </a:lnTo>
                  <a:lnTo>
                    <a:pt x="651057" y="182672"/>
                  </a:lnTo>
                  <a:lnTo>
                    <a:pt x="660774" y="186257"/>
                  </a:lnTo>
                  <a:lnTo>
                    <a:pt x="670492" y="189466"/>
                  </a:lnTo>
                  <a:lnTo>
                    <a:pt x="680209" y="192503"/>
                  </a:lnTo>
                  <a:lnTo>
                    <a:pt x="689926" y="195693"/>
                  </a:lnTo>
                  <a:lnTo>
                    <a:pt x="699643" y="199251"/>
                  </a:lnTo>
                  <a:lnTo>
                    <a:pt x="709361" y="202695"/>
                  </a:lnTo>
                  <a:lnTo>
                    <a:pt x="719078" y="206334"/>
                  </a:lnTo>
                  <a:lnTo>
                    <a:pt x="728795" y="209716"/>
                  </a:lnTo>
                  <a:lnTo>
                    <a:pt x="738513" y="213046"/>
                  </a:lnTo>
                  <a:lnTo>
                    <a:pt x="748230" y="216400"/>
                  </a:lnTo>
                  <a:lnTo>
                    <a:pt x="757947" y="220067"/>
                  </a:lnTo>
                  <a:lnTo>
                    <a:pt x="767664" y="223555"/>
                  </a:lnTo>
                  <a:lnTo>
                    <a:pt x="777382" y="226753"/>
                  </a:lnTo>
                  <a:lnTo>
                    <a:pt x="787099" y="230240"/>
                  </a:lnTo>
                  <a:lnTo>
                    <a:pt x="796816" y="233471"/>
                  </a:lnTo>
                  <a:lnTo>
                    <a:pt x="806534" y="237129"/>
                  </a:lnTo>
                  <a:lnTo>
                    <a:pt x="816251" y="240746"/>
                  </a:lnTo>
                  <a:lnTo>
                    <a:pt x="825968" y="244052"/>
                  </a:lnTo>
                  <a:lnTo>
                    <a:pt x="835685" y="248026"/>
                  </a:lnTo>
                  <a:lnTo>
                    <a:pt x="845403" y="250967"/>
                  </a:lnTo>
                  <a:lnTo>
                    <a:pt x="855120" y="254235"/>
                  </a:lnTo>
                  <a:lnTo>
                    <a:pt x="864837" y="257463"/>
                  </a:lnTo>
                  <a:lnTo>
                    <a:pt x="874554" y="260548"/>
                  </a:lnTo>
                  <a:lnTo>
                    <a:pt x="884272" y="263606"/>
                  </a:lnTo>
                  <a:lnTo>
                    <a:pt x="893989" y="267337"/>
                  </a:lnTo>
                  <a:lnTo>
                    <a:pt x="903706" y="271133"/>
                  </a:lnTo>
                  <a:lnTo>
                    <a:pt x="913424" y="274330"/>
                  </a:lnTo>
                  <a:lnTo>
                    <a:pt x="923141" y="278537"/>
                  </a:lnTo>
                  <a:lnTo>
                    <a:pt x="932858" y="282203"/>
                  </a:lnTo>
                  <a:lnTo>
                    <a:pt x="942575" y="285720"/>
                  </a:lnTo>
                  <a:lnTo>
                    <a:pt x="952293" y="289313"/>
                  </a:lnTo>
                  <a:lnTo>
                    <a:pt x="962010" y="292658"/>
                  </a:lnTo>
                  <a:lnTo>
                    <a:pt x="971727" y="296439"/>
                  </a:lnTo>
                  <a:lnTo>
                    <a:pt x="981445" y="300234"/>
                  </a:lnTo>
                  <a:lnTo>
                    <a:pt x="991162" y="303949"/>
                  </a:lnTo>
                  <a:lnTo>
                    <a:pt x="1000879" y="307275"/>
                  </a:lnTo>
                  <a:lnTo>
                    <a:pt x="1010596" y="311471"/>
                  </a:lnTo>
                  <a:lnTo>
                    <a:pt x="1020314" y="314982"/>
                  </a:lnTo>
                  <a:lnTo>
                    <a:pt x="1030031" y="318047"/>
                  </a:lnTo>
                  <a:lnTo>
                    <a:pt x="1039748" y="321947"/>
                  </a:lnTo>
                  <a:lnTo>
                    <a:pt x="1049465" y="325239"/>
                  </a:lnTo>
                  <a:lnTo>
                    <a:pt x="1059183" y="329799"/>
                  </a:lnTo>
                  <a:lnTo>
                    <a:pt x="1068900" y="333975"/>
                  </a:lnTo>
                  <a:lnTo>
                    <a:pt x="1078617" y="337268"/>
                  </a:lnTo>
                  <a:lnTo>
                    <a:pt x="1088335" y="340902"/>
                  </a:lnTo>
                  <a:lnTo>
                    <a:pt x="1098052" y="345110"/>
                  </a:lnTo>
                  <a:lnTo>
                    <a:pt x="1107769" y="349009"/>
                  </a:lnTo>
                  <a:lnTo>
                    <a:pt x="1117486" y="353957"/>
                  </a:lnTo>
                  <a:lnTo>
                    <a:pt x="1127204" y="357469"/>
                  </a:lnTo>
                  <a:lnTo>
                    <a:pt x="1136921" y="361268"/>
                  </a:lnTo>
                  <a:lnTo>
                    <a:pt x="1146638" y="365151"/>
                  </a:lnTo>
                  <a:lnTo>
                    <a:pt x="1156356" y="368925"/>
                  </a:lnTo>
                  <a:lnTo>
                    <a:pt x="1166073" y="372894"/>
                  </a:lnTo>
                  <a:lnTo>
                    <a:pt x="1175790" y="377030"/>
                  </a:lnTo>
                  <a:lnTo>
                    <a:pt x="1185507" y="380931"/>
                  </a:lnTo>
                  <a:lnTo>
                    <a:pt x="1195225" y="384998"/>
                  </a:lnTo>
                  <a:lnTo>
                    <a:pt x="1204942" y="388694"/>
                  </a:lnTo>
                  <a:lnTo>
                    <a:pt x="1214659" y="393021"/>
                  </a:lnTo>
                  <a:lnTo>
                    <a:pt x="1224376" y="396755"/>
                  </a:lnTo>
                  <a:lnTo>
                    <a:pt x="1234094" y="400427"/>
                  </a:lnTo>
                  <a:lnTo>
                    <a:pt x="1243811" y="404057"/>
                  </a:lnTo>
                  <a:lnTo>
                    <a:pt x="1253528" y="408239"/>
                  </a:lnTo>
                  <a:lnTo>
                    <a:pt x="1263246" y="412185"/>
                  </a:lnTo>
                  <a:lnTo>
                    <a:pt x="1272963" y="416308"/>
                  </a:lnTo>
                  <a:lnTo>
                    <a:pt x="1282680" y="419890"/>
                  </a:lnTo>
                  <a:lnTo>
                    <a:pt x="1292397" y="423921"/>
                  </a:lnTo>
                  <a:lnTo>
                    <a:pt x="1302115" y="427933"/>
                  </a:lnTo>
                  <a:lnTo>
                    <a:pt x="1311832" y="431865"/>
                  </a:lnTo>
                  <a:lnTo>
                    <a:pt x="1321549" y="435599"/>
                  </a:lnTo>
                  <a:lnTo>
                    <a:pt x="1331267" y="440197"/>
                  </a:lnTo>
                  <a:lnTo>
                    <a:pt x="1340984" y="443860"/>
                  </a:lnTo>
                  <a:lnTo>
                    <a:pt x="1350701" y="447631"/>
                  </a:lnTo>
                  <a:lnTo>
                    <a:pt x="1360418" y="451607"/>
                  </a:lnTo>
                  <a:lnTo>
                    <a:pt x="1370136" y="455464"/>
                  </a:lnTo>
                  <a:lnTo>
                    <a:pt x="1379853" y="460198"/>
                  </a:lnTo>
                  <a:lnTo>
                    <a:pt x="1389570" y="464093"/>
                  </a:lnTo>
                  <a:lnTo>
                    <a:pt x="1399287" y="468471"/>
                  </a:lnTo>
                  <a:lnTo>
                    <a:pt x="1409005" y="472901"/>
                  </a:lnTo>
                  <a:lnTo>
                    <a:pt x="1418722" y="477573"/>
                  </a:lnTo>
                  <a:lnTo>
                    <a:pt x="1428439" y="481947"/>
                  </a:lnTo>
                  <a:lnTo>
                    <a:pt x="1438157" y="486538"/>
                  </a:lnTo>
                  <a:lnTo>
                    <a:pt x="1447874" y="491493"/>
                  </a:lnTo>
                  <a:lnTo>
                    <a:pt x="1457591" y="496103"/>
                  </a:lnTo>
                  <a:lnTo>
                    <a:pt x="1467308" y="500215"/>
                  </a:lnTo>
                  <a:lnTo>
                    <a:pt x="1477026" y="504701"/>
                  </a:lnTo>
                  <a:lnTo>
                    <a:pt x="1486743" y="508991"/>
                  </a:lnTo>
                  <a:lnTo>
                    <a:pt x="1496460" y="513780"/>
                  </a:lnTo>
                  <a:lnTo>
                    <a:pt x="1506178" y="518170"/>
                  </a:lnTo>
                  <a:lnTo>
                    <a:pt x="1515895" y="522055"/>
                  </a:lnTo>
                  <a:lnTo>
                    <a:pt x="1525612" y="526833"/>
                  </a:lnTo>
                  <a:lnTo>
                    <a:pt x="1535329" y="531332"/>
                  </a:lnTo>
                  <a:lnTo>
                    <a:pt x="1545047" y="535977"/>
                  </a:lnTo>
                  <a:lnTo>
                    <a:pt x="1554764" y="540348"/>
                  </a:lnTo>
                  <a:lnTo>
                    <a:pt x="1564481" y="544769"/>
                  </a:lnTo>
                  <a:lnTo>
                    <a:pt x="1574198" y="548785"/>
                  </a:lnTo>
                  <a:lnTo>
                    <a:pt x="1583916" y="553733"/>
                  </a:lnTo>
                  <a:lnTo>
                    <a:pt x="1593633" y="557865"/>
                  </a:lnTo>
                  <a:lnTo>
                    <a:pt x="1603350" y="562533"/>
                  </a:lnTo>
                  <a:lnTo>
                    <a:pt x="1613068" y="567087"/>
                  </a:lnTo>
                  <a:lnTo>
                    <a:pt x="1622785" y="571236"/>
                  </a:lnTo>
                  <a:lnTo>
                    <a:pt x="1632502" y="575390"/>
                  </a:lnTo>
                  <a:lnTo>
                    <a:pt x="1642219" y="579799"/>
                  </a:lnTo>
                  <a:lnTo>
                    <a:pt x="1651937" y="583921"/>
                  </a:lnTo>
                  <a:lnTo>
                    <a:pt x="1661654" y="587673"/>
                  </a:lnTo>
                  <a:lnTo>
                    <a:pt x="1671371" y="592367"/>
                  </a:lnTo>
                  <a:lnTo>
                    <a:pt x="1681089" y="596665"/>
                  </a:lnTo>
                  <a:lnTo>
                    <a:pt x="1690806" y="600739"/>
                  </a:lnTo>
                  <a:lnTo>
                    <a:pt x="1700523" y="605620"/>
                  </a:lnTo>
                  <a:lnTo>
                    <a:pt x="1710240" y="610484"/>
                  </a:lnTo>
                  <a:lnTo>
                    <a:pt x="1719958" y="615811"/>
                  </a:lnTo>
                  <a:lnTo>
                    <a:pt x="1729675" y="620163"/>
                  </a:lnTo>
                  <a:lnTo>
                    <a:pt x="1739392" y="625127"/>
                  </a:lnTo>
                  <a:lnTo>
                    <a:pt x="1749109" y="629795"/>
                  </a:lnTo>
                  <a:lnTo>
                    <a:pt x="1758827" y="634364"/>
                  </a:lnTo>
                  <a:lnTo>
                    <a:pt x="1768544" y="638955"/>
                  </a:lnTo>
                  <a:lnTo>
                    <a:pt x="1778261" y="643917"/>
                  </a:lnTo>
                  <a:lnTo>
                    <a:pt x="1787979" y="648786"/>
                  </a:lnTo>
                  <a:lnTo>
                    <a:pt x="1797696" y="653533"/>
                  </a:lnTo>
                  <a:lnTo>
                    <a:pt x="1807413" y="657992"/>
                  </a:lnTo>
                  <a:lnTo>
                    <a:pt x="1817130" y="662753"/>
                  </a:lnTo>
                  <a:lnTo>
                    <a:pt x="1826848" y="667719"/>
                  </a:lnTo>
                  <a:lnTo>
                    <a:pt x="1836565" y="672742"/>
                  </a:lnTo>
                  <a:lnTo>
                    <a:pt x="1846282" y="677384"/>
                  </a:lnTo>
                  <a:lnTo>
                    <a:pt x="1856000" y="682249"/>
                  </a:lnTo>
                  <a:lnTo>
                    <a:pt x="1865717" y="687635"/>
                  </a:lnTo>
                  <a:lnTo>
                    <a:pt x="1875434" y="692720"/>
                  </a:lnTo>
                  <a:lnTo>
                    <a:pt x="1885151" y="697735"/>
                  </a:lnTo>
                  <a:lnTo>
                    <a:pt x="1894869" y="702606"/>
                  </a:lnTo>
                  <a:lnTo>
                    <a:pt x="1904586" y="707903"/>
                  </a:lnTo>
                  <a:lnTo>
                    <a:pt x="1914303" y="712698"/>
                  </a:lnTo>
                  <a:lnTo>
                    <a:pt x="1924020" y="717603"/>
                  </a:lnTo>
                  <a:lnTo>
                    <a:pt x="1933738" y="722805"/>
                  </a:lnTo>
                  <a:lnTo>
                    <a:pt x="1943455" y="728268"/>
                  </a:lnTo>
                  <a:lnTo>
                    <a:pt x="1953172" y="733401"/>
                  </a:lnTo>
                  <a:lnTo>
                    <a:pt x="1962890" y="738631"/>
                  </a:lnTo>
                  <a:lnTo>
                    <a:pt x="1972607" y="743607"/>
                  </a:lnTo>
                  <a:lnTo>
                    <a:pt x="1982324" y="748608"/>
                  </a:lnTo>
                  <a:lnTo>
                    <a:pt x="1992041" y="752973"/>
                  </a:lnTo>
                  <a:lnTo>
                    <a:pt x="2001759" y="757310"/>
                  </a:lnTo>
                  <a:lnTo>
                    <a:pt x="2011476" y="761983"/>
                  </a:lnTo>
                  <a:lnTo>
                    <a:pt x="2021193" y="765912"/>
                  </a:lnTo>
                  <a:lnTo>
                    <a:pt x="2030911" y="770783"/>
                  </a:lnTo>
                  <a:lnTo>
                    <a:pt x="2040628" y="775474"/>
                  </a:lnTo>
                  <a:lnTo>
                    <a:pt x="2050345" y="780541"/>
                  </a:lnTo>
                  <a:lnTo>
                    <a:pt x="2060062" y="785855"/>
                  </a:lnTo>
                  <a:lnTo>
                    <a:pt x="2069780" y="790533"/>
                  </a:lnTo>
                  <a:lnTo>
                    <a:pt x="2079497" y="795572"/>
                  </a:lnTo>
                  <a:lnTo>
                    <a:pt x="2089214" y="800874"/>
                  </a:lnTo>
                  <a:lnTo>
                    <a:pt x="2098931" y="805958"/>
                  </a:lnTo>
                  <a:lnTo>
                    <a:pt x="2108649" y="810996"/>
                  </a:lnTo>
                  <a:lnTo>
                    <a:pt x="2118366" y="816298"/>
                  </a:lnTo>
                  <a:lnTo>
                    <a:pt x="2128083" y="821530"/>
                  </a:lnTo>
                  <a:lnTo>
                    <a:pt x="2137801" y="827000"/>
                  </a:lnTo>
                  <a:lnTo>
                    <a:pt x="2147518" y="831941"/>
                  </a:lnTo>
                  <a:lnTo>
                    <a:pt x="2157235" y="837622"/>
                  </a:lnTo>
                  <a:lnTo>
                    <a:pt x="2166952" y="842839"/>
                  </a:lnTo>
                  <a:lnTo>
                    <a:pt x="2176670" y="847624"/>
                  </a:lnTo>
                  <a:lnTo>
                    <a:pt x="2186387" y="852194"/>
                  </a:lnTo>
                  <a:lnTo>
                    <a:pt x="2196104" y="856878"/>
                  </a:lnTo>
                  <a:lnTo>
                    <a:pt x="2205822" y="861789"/>
                  </a:lnTo>
                  <a:lnTo>
                    <a:pt x="2215539" y="866902"/>
                  </a:lnTo>
                  <a:lnTo>
                    <a:pt x="2225256" y="871914"/>
                  </a:lnTo>
                  <a:lnTo>
                    <a:pt x="2234973" y="876927"/>
                  </a:lnTo>
                  <a:lnTo>
                    <a:pt x="2244691" y="882112"/>
                  </a:lnTo>
                  <a:lnTo>
                    <a:pt x="2254408" y="887105"/>
                  </a:lnTo>
                  <a:lnTo>
                    <a:pt x="2264125" y="892201"/>
                  </a:lnTo>
                  <a:lnTo>
                    <a:pt x="2273842" y="897182"/>
                  </a:lnTo>
                  <a:lnTo>
                    <a:pt x="2283560" y="901850"/>
                  </a:lnTo>
                  <a:lnTo>
                    <a:pt x="2293277" y="907099"/>
                  </a:lnTo>
                  <a:lnTo>
                    <a:pt x="2302994" y="912331"/>
                  </a:lnTo>
                  <a:lnTo>
                    <a:pt x="2312712" y="917324"/>
                  </a:lnTo>
                  <a:lnTo>
                    <a:pt x="2322429" y="922229"/>
                  </a:lnTo>
                  <a:lnTo>
                    <a:pt x="2332146" y="927187"/>
                  </a:lnTo>
                  <a:lnTo>
                    <a:pt x="2341863" y="932198"/>
                  </a:lnTo>
                  <a:lnTo>
                    <a:pt x="2351581" y="937119"/>
                  </a:lnTo>
                  <a:lnTo>
                    <a:pt x="2361298" y="942566"/>
                  </a:lnTo>
                  <a:lnTo>
                    <a:pt x="2371015" y="947689"/>
                  </a:lnTo>
                  <a:lnTo>
                    <a:pt x="2380733" y="952554"/>
                  </a:lnTo>
                  <a:lnTo>
                    <a:pt x="2390450" y="957427"/>
                  </a:lnTo>
                  <a:lnTo>
                    <a:pt x="2400167" y="963112"/>
                  </a:lnTo>
                  <a:lnTo>
                    <a:pt x="2409884" y="968985"/>
                  </a:lnTo>
                  <a:lnTo>
                    <a:pt x="2419602" y="974282"/>
                  </a:lnTo>
                  <a:lnTo>
                    <a:pt x="2429319" y="979490"/>
                  </a:lnTo>
                  <a:lnTo>
                    <a:pt x="2439036" y="984424"/>
                  </a:lnTo>
                  <a:lnTo>
                    <a:pt x="2448753" y="989873"/>
                  </a:lnTo>
                  <a:lnTo>
                    <a:pt x="2458471" y="995398"/>
                  </a:lnTo>
                  <a:lnTo>
                    <a:pt x="2468188" y="1000948"/>
                  </a:lnTo>
                  <a:lnTo>
                    <a:pt x="2477905" y="1006454"/>
                  </a:lnTo>
                  <a:lnTo>
                    <a:pt x="2487623" y="1011453"/>
                  </a:lnTo>
                  <a:lnTo>
                    <a:pt x="2497340" y="1016394"/>
                  </a:lnTo>
                  <a:lnTo>
                    <a:pt x="2507057" y="1021455"/>
                  </a:lnTo>
                  <a:lnTo>
                    <a:pt x="2516774" y="1026554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648167" y="3160857"/>
              <a:ext cx="2516774" cy="695736"/>
            </a:xfrm>
            <a:custGeom>
              <a:avLst/>
              <a:pathLst>
                <a:path w="2516774" h="695736">
                  <a:moveTo>
                    <a:pt x="0" y="0"/>
                  </a:moveTo>
                  <a:lnTo>
                    <a:pt x="9717" y="2088"/>
                  </a:lnTo>
                  <a:lnTo>
                    <a:pt x="19434" y="3795"/>
                  </a:lnTo>
                  <a:lnTo>
                    <a:pt x="29151" y="5595"/>
                  </a:lnTo>
                  <a:lnTo>
                    <a:pt x="38869" y="7518"/>
                  </a:lnTo>
                  <a:lnTo>
                    <a:pt x="48586" y="9217"/>
                  </a:lnTo>
                  <a:lnTo>
                    <a:pt x="58303" y="11472"/>
                  </a:lnTo>
                  <a:lnTo>
                    <a:pt x="68020" y="13546"/>
                  </a:lnTo>
                  <a:lnTo>
                    <a:pt x="77738" y="15501"/>
                  </a:lnTo>
                  <a:lnTo>
                    <a:pt x="87455" y="17164"/>
                  </a:lnTo>
                  <a:lnTo>
                    <a:pt x="97172" y="19038"/>
                  </a:lnTo>
                  <a:lnTo>
                    <a:pt x="106890" y="20775"/>
                  </a:lnTo>
                  <a:lnTo>
                    <a:pt x="116607" y="22559"/>
                  </a:lnTo>
                  <a:lnTo>
                    <a:pt x="126324" y="24542"/>
                  </a:lnTo>
                  <a:lnTo>
                    <a:pt x="136041" y="26854"/>
                  </a:lnTo>
                  <a:lnTo>
                    <a:pt x="145759" y="28890"/>
                  </a:lnTo>
                  <a:lnTo>
                    <a:pt x="155476" y="31296"/>
                  </a:lnTo>
                  <a:lnTo>
                    <a:pt x="165193" y="33550"/>
                  </a:lnTo>
                  <a:lnTo>
                    <a:pt x="174910" y="35679"/>
                  </a:lnTo>
                  <a:lnTo>
                    <a:pt x="184628" y="38132"/>
                  </a:lnTo>
                  <a:lnTo>
                    <a:pt x="194345" y="40307"/>
                  </a:lnTo>
                  <a:lnTo>
                    <a:pt x="204062" y="42235"/>
                  </a:lnTo>
                  <a:lnTo>
                    <a:pt x="213780" y="43902"/>
                  </a:lnTo>
                  <a:lnTo>
                    <a:pt x="223497" y="46306"/>
                  </a:lnTo>
                  <a:lnTo>
                    <a:pt x="233214" y="48810"/>
                  </a:lnTo>
                  <a:lnTo>
                    <a:pt x="242931" y="50981"/>
                  </a:lnTo>
                  <a:lnTo>
                    <a:pt x="252649" y="52310"/>
                  </a:lnTo>
                  <a:lnTo>
                    <a:pt x="262366" y="54055"/>
                  </a:lnTo>
                  <a:lnTo>
                    <a:pt x="272083" y="56039"/>
                  </a:lnTo>
                  <a:lnTo>
                    <a:pt x="281801" y="58355"/>
                  </a:lnTo>
                  <a:lnTo>
                    <a:pt x="291518" y="60541"/>
                  </a:lnTo>
                  <a:lnTo>
                    <a:pt x="301235" y="62648"/>
                  </a:lnTo>
                  <a:lnTo>
                    <a:pt x="310952" y="64680"/>
                  </a:lnTo>
                  <a:lnTo>
                    <a:pt x="320670" y="66451"/>
                  </a:lnTo>
                  <a:lnTo>
                    <a:pt x="330387" y="68599"/>
                  </a:lnTo>
                  <a:lnTo>
                    <a:pt x="340104" y="70338"/>
                  </a:lnTo>
                  <a:lnTo>
                    <a:pt x="349821" y="72471"/>
                  </a:lnTo>
                  <a:lnTo>
                    <a:pt x="359539" y="74621"/>
                  </a:lnTo>
                  <a:lnTo>
                    <a:pt x="369256" y="76573"/>
                  </a:lnTo>
                  <a:lnTo>
                    <a:pt x="378973" y="78212"/>
                  </a:lnTo>
                  <a:lnTo>
                    <a:pt x="388691" y="80069"/>
                  </a:lnTo>
                  <a:lnTo>
                    <a:pt x="398408" y="82193"/>
                  </a:lnTo>
                  <a:lnTo>
                    <a:pt x="408125" y="84355"/>
                  </a:lnTo>
                  <a:lnTo>
                    <a:pt x="417842" y="86268"/>
                  </a:lnTo>
                  <a:lnTo>
                    <a:pt x="427560" y="88643"/>
                  </a:lnTo>
                  <a:lnTo>
                    <a:pt x="437277" y="91092"/>
                  </a:lnTo>
                  <a:lnTo>
                    <a:pt x="446994" y="93595"/>
                  </a:lnTo>
                  <a:lnTo>
                    <a:pt x="456712" y="96001"/>
                  </a:lnTo>
                  <a:lnTo>
                    <a:pt x="466429" y="98067"/>
                  </a:lnTo>
                  <a:lnTo>
                    <a:pt x="476146" y="100484"/>
                  </a:lnTo>
                  <a:lnTo>
                    <a:pt x="485863" y="102391"/>
                  </a:lnTo>
                  <a:lnTo>
                    <a:pt x="495581" y="104428"/>
                  </a:lnTo>
                  <a:lnTo>
                    <a:pt x="505298" y="106247"/>
                  </a:lnTo>
                  <a:lnTo>
                    <a:pt x="515015" y="108672"/>
                  </a:lnTo>
                  <a:lnTo>
                    <a:pt x="524732" y="110657"/>
                  </a:lnTo>
                  <a:lnTo>
                    <a:pt x="534450" y="112470"/>
                  </a:lnTo>
                  <a:lnTo>
                    <a:pt x="544167" y="115020"/>
                  </a:lnTo>
                  <a:lnTo>
                    <a:pt x="553884" y="117057"/>
                  </a:lnTo>
                  <a:lnTo>
                    <a:pt x="563602" y="119887"/>
                  </a:lnTo>
                  <a:lnTo>
                    <a:pt x="573319" y="121915"/>
                  </a:lnTo>
                  <a:lnTo>
                    <a:pt x="583036" y="123980"/>
                  </a:lnTo>
                  <a:lnTo>
                    <a:pt x="592753" y="126310"/>
                  </a:lnTo>
                  <a:lnTo>
                    <a:pt x="602471" y="128247"/>
                  </a:lnTo>
                  <a:lnTo>
                    <a:pt x="612188" y="129970"/>
                  </a:lnTo>
                  <a:lnTo>
                    <a:pt x="621905" y="132629"/>
                  </a:lnTo>
                  <a:lnTo>
                    <a:pt x="631623" y="134689"/>
                  </a:lnTo>
                  <a:lnTo>
                    <a:pt x="641340" y="136811"/>
                  </a:lnTo>
                  <a:lnTo>
                    <a:pt x="651057" y="139113"/>
                  </a:lnTo>
                  <a:lnTo>
                    <a:pt x="660774" y="141267"/>
                  </a:lnTo>
                  <a:lnTo>
                    <a:pt x="670492" y="143700"/>
                  </a:lnTo>
                  <a:lnTo>
                    <a:pt x="680209" y="145562"/>
                  </a:lnTo>
                  <a:lnTo>
                    <a:pt x="689926" y="148153"/>
                  </a:lnTo>
                  <a:lnTo>
                    <a:pt x="699643" y="150715"/>
                  </a:lnTo>
                  <a:lnTo>
                    <a:pt x="709361" y="153449"/>
                  </a:lnTo>
                  <a:lnTo>
                    <a:pt x="719078" y="155838"/>
                  </a:lnTo>
                  <a:lnTo>
                    <a:pt x="728795" y="158103"/>
                  </a:lnTo>
                  <a:lnTo>
                    <a:pt x="738513" y="160764"/>
                  </a:lnTo>
                  <a:lnTo>
                    <a:pt x="748230" y="163271"/>
                  </a:lnTo>
                  <a:lnTo>
                    <a:pt x="757947" y="165079"/>
                  </a:lnTo>
                  <a:lnTo>
                    <a:pt x="767664" y="167599"/>
                  </a:lnTo>
                  <a:lnTo>
                    <a:pt x="777382" y="170156"/>
                  </a:lnTo>
                  <a:lnTo>
                    <a:pt x="787099" y="172900"/>
                  </a:lnTo>
                  <a:lnTo>
                    <a:pt x="796816" y="175212"/>
                  </a:lnTo>
                  <a:lnTo>
                    <a:pt x="806534" y="177518"/>
                  </a:lnTo>
                  <a:lnTo>
                    <a:pt x="816251" y="179559"/>
                  </a:lnTo>
                  <a:lnTo>
                    <a:pt x="825968" y="181455"/>
                  </a:lnTo>
                  <a:lnTo>
                    <a:pt x="835685" y="183753"/>
                  </a:lnTo>
                  <a:lnTo>
                    <a:pt x="845403" y="186140"/>
                  </a:lnTo>
                  <a:lnTo>
                    <a:pt x="855120" y="188783"/>
                  </a:lnTo>
                  <a:lnTo>
                    <a:pt x="864837" y="191195"/>
                  </a:lnTo>
                  <a:lnTo>
                    <a:pt x="874554" y="193521"/>
                  </a:lnTo>
                  <a:lnTo>
                    <a:pt x="884272" y="196195"/>
                  </a:lnTo>
                  <a:lnTo>
                    <a:pt x="893989" y="198611"/>
                  </a:lnTo>
                  <a:lnTo>
                    <a:pt x="903706" y="201479"/>
                  </a:lnTo>
                  <a:lnTo>
                    <a:pt x="913424" y="204299"/>
                  </a:lnTo>
                  <a:lnTo>
                    <a:pt x="923141" y="206976"/>
                  </a:lnTo>
                  <a:lnTo>
                    <a:pt x="932858" y="210064"/>
                  </a:lnTo>
                  <a:lnTo>
                    <a:pt x="942575" y="212989"/>
                  </a:lnTo>
                  <a:lnTo>
                    <a:pt x="952293" y="215250"/>
                  </a:lnTo>
                  <a:lnTo>
                    <a:pt x="962010" y="218090"/>
                  </a:lnTo>
                  <a:lnTo>
                    <a:pt x="971727" y="220828"/>
                  </a:lnTo>
                  <a:lnTo>
                    <a:pt x="981445" y="223427"/>
                  </a:lnTo>
                  <a:lnTo>
                    <a:pt x="991162" y="225670"/>
                  </a:lnTo>
                  <a:lnTo>
                    <a:pt x="1000879" y="228112"/>
                  </a:lnTo>
                  <a:lnTo>
                    <a:pt x="1010596" y="230554"/>
                  </a:lnTo>
                  <a:lnTo>
                    <a:pt x="1020314" y="233092"/>
                  </a:lnTo>
                  <a:lnTo>
                    <a:pt x="1030031" y="235836"/>
                  </a:lnTo>
                  <a:lnTo>
                    <a:pt x="1039748" y="238357"/>
                  </a:lnTo>
                  <a:lnTo>
                    <a:pt x="1049465" y="241227"/>
                  </a:lnTo>
                  <a:lnTo>
                    <a:pt x="1059183" y="243637"/>
                  </a:lnTo>
                  <a:lnTo>
                    <a:pt x="1068900" y="246054"/>
                  </a:lnTo>
                  <a:lnTo>
                    <a:pt x="1078617" y="248058"/>
                  </a:lnTo>
                  <a:lnTo>
                    <a:pt x="1088335" y="250542"/>
                  </a:lnTo>
                  <a:lnTo>
                    <a:pt x="1098052" y="252908"/>
                  </a:lnTo>
                  <a:lnTo>
                    <a:pt x="1107769" y="254978"/>
                  </a:lnTo>
                  <a:lnTo>
                    <a:pt x="1117486" y="257159"/>
                  </a:lnTo>
                  <a:lnTo>
                    <a:pt x="1127204" y="259897"/>
                  </a:lnTo>
                  <a:lnTo>
                    <a:pt x="1136921" y="262412"/>
                  </a:lnTo>
                  <a:lnTo>
                    <a:pt x="1146638" y="264856"/>
                  </a:lnTo>
                  <a:lnTo>
                    <a:pt x="1156356" y="267123"/>
                  </a:lnTo>
                  <a:lnTo>
                    <a:pt x="1166073" y="269990"/>
                  </a:lnTo>
                  <a:lnTo>
                    <a:pt x="1175790" y="272561"/>
                  </a:lnTo>
                  <a:lnTo>
                    <a:pt x="1185507" y="275428"/>
                  </a:lnTo>
                  <a:lnTo>
                    <a:pt x="1195225" y="278200"/>
                  </a:lnTo>
                  <a:lnTo>
                    <a:pt x="1204942" y="280301"/>
                  </a:lnTo>
                  <a:lnTo>
                    <a:pt x="1214659" y="282432"/>
                  </a:lnTo>
                  <a:lnTo>
                    <a:pt x="1224376" y="284914"/>
                  </a:lnTo>
                  <a:lnTo>
                    <a:pt x="1234094" y="287448"/>
                  </a:lnTo>
                  <a:lnTo>
                    <a:pt x="1243811" y="290116"/>
                  </a:lnTo>
                  <a:lnTo>
                    <a:pt x="1253528" y="292393"/>
                  </a:lnTo>
                  <a:lnTo>
                    <a:pt x="1263246" y="294572"/>
                  </a:lnTo>
                  <a:lnTo>
                    <a:pt x="1272963" y="297203"/>
                  </a:lnTo>
                  <a:lnTo>
                    <a:pt x="1282680" y="300012"/>
                  </a:lnTo>
                  <a:lnTo>
                    <a:pt x="1292397" y="303239"/>
                  </a:lnTo>
                  <a:lnTo>
                    <a:pt x="1302115" y="305814"/>
                  </a:lnTo>
                  <a:lnTo>
                    <a:pt x="1311832" y="308709"/>
                  </a:lnTo>
                  <a:lnTo>
                    <a:pt x="1321549" y="311901"/>
                  </a:lnTo>
                  <a:lnTo>
                    <a:pt x="1331267" y="314905"/>
                  </a:lnTo>
                  <a:lnTo>
                    <a:pt x="1340984" y="317804"/>
                  </a:lnTo>
                  <a:lnTo>
                    <a:pt x="1350701" y="320994"/>
                  </a:lnTo>
                  <a:lnTo>
                    <a:pt x="1360418" y="323521"/>
                  </a:lnTo>
                  <a:lnTo>
                    <a:pt x="1370136" y="326005"/>
                  </a:lnTo>
                  <a:lnTo>
                    <a:pt x="1379853" y="328005"/>
                  </a:lnTo>
                  <a:lnTo>
                    <a:pt x="1389570" y="331243"/>
                  </a:lnTo>
                  <a:lnTo>
                    <a:pt x="1399287" y="333986"/>
                  </a:lnTo>
                  <a:lnTo>
                    <a:pt x="1409005" y="337140"/>
                  </a:lnTo>
                  <a:lnTo>
                    <a:pt x="1418722" y="340619"/>
                  </a:lnTo>
                  <a:lnTo>
                    <a:pt x="1428439" y="343384"/>
                  </a:lnTo>
                  <a:lnTo>
                    <a:pt x="1438157" y="345951"/>
                  </a:lnTo>
                  <a:lnTo>
                    <a:pt x="1447874" y="348820"/>
                  </a:lnTo>
                  <a:lnTo>
                    <a:pt x="1457591" y="351978"/>
                  </a:lnTo>
                  <a:lnTo>
                    <a:pt x="1467308" y="355125"/>
                  </a:lnTo>
                  <a:lnTo>
                    <a:pt x="1477026" y="357630"/>
                  </a:lnTo>
                  <a:lnTo>
                    <a:pt x="1486743" y="360680"/>
                  </a:lnTo>
                  <a:lnTo>
                    <a:pt x="1496460" y="363801"/>
                  </a:lnTo>
                  <a:lnTo>
                    <a:pt x="1506178" y="366344"/>
                  </a:lnTo>
                  <a:lnTo>
                    <a:pt x="1515895" y="369882"/>
                  </a:lnTo>
                  <a:lnTo>
                    <a:pt x="1525612" y="372389"/>
                  </a:lnTo>
                  <a:lnTo>
                    <a:pt x="1535329" y="375152"/>
                  </a:lnTo>
                  <a:lnTo>
                    <a:pt x="1545047" y="378371"/>
                  </a:lnTo>
                  <a:lnTo>
                    <a:pt x="1554764" y="381391"/>
                  </a:lnTo>
                  <a:lnTo>
                    <a:pt x="1564481" y="384847"/>
                  </a:lnTo>
                  <a:lnTo>
                    <a:pt x="1574198" y="388213"/>
                  </a:lnTo>
                  <a:lnTo>
                    <a:pt x="1583916" y="390938"/>
                  </a:lnTo>
                  <a:lnTo>
                    <a:pt x="1593633" y="393574"/>
                  </a:lnTo>
                  <a:lnTo>
                    <a:pt x="1603350" y="396243"/>
                  </a:lnTo>
                  <a:lnTo>
                    <a:pt x="1613068" y="398995"/>
                  </a:lnTo>
                  <a:lnTo>
                    <a:pt x="1622785" y="401685"/>
                  </a:lnTo>
                  <a:lnTo>
                    <a:pt x="1632502" y="404697"/>
                  </a:lnTo>
                  <a:lnTo>
                    <a:pt x="1642219" y="407615"/>
                  </a:lnTo>
                  <a:lnTo>
                    <a:pt x="1651937" y="410139"/>
                  </a:lnTo>
                  <a:lnTo>
                    <a:pt x="1661654" y="412609"/>
                  </a:lnTo>
                  <a:lnTo>
                    <a:pt x="1671371" y="414896"/>
                  </a:lnTo>
                  <a:lnTo>
                    <a:pt x="1681089" y="417712"/>
                  </a:lnTo>
                  <a:lnTo>
                    <a:pt x="1690806" y="420635"/>
                  </a:lnTo>
                  <a:lnTo>
                    <a:pt x="1700523" y="422974"/>
                  </a:lnTo>
                  <a:lnTo>
                    <a:pt x="1710240" y="426228"/>
                  </a:lnTo>
                  <a:lnTo>
                    <a:pt x="1719958" y="429096"/>
                  </a:lnTo>
                  <a:lnTo>
                    <a:pt x="1729675" y="432280"/>
                  </a:lnTo>
                  <a:lnTo>
                    <a:pt x="1739392" y="435471"/>
                  </a:lnTo>
                  <a:lnTo>
                    <a:pt x="1749109" y="438523"/>
                  </a:lnTo>
                  <a:lnTo>
                    <a:pt x="1758827" y="440992"/>
                  </a:lnTo>
                  <a:lnTo>
                    <a:pt x="1768544" y="444453"/>
                  </a:lnTo>
                  <a:lnTo>
                    <a:pt x="1778261" y="447846"/>
                  </a:lnTo>
                  <a:lnTo>
                    <a:pt x="1787979" y="450756"/>
                  </a:lnTo>
                  <a:lnTo>
                    <a:pt x="1797696" y="453913"/>
                  </a:lnTo>
                  <a:lnTo>
                    <a:pt x="1807413" y="456938"/>
                  </a:lnTo>
                  <a:lnTo>
                    <a:pt x="1817130" y="460243"/>
                  </a:lnTo>
                  <a:lnTo>
                    <a:pt x="1826848" y="463840"/>
                  </a:lnTo>
                  <a:lnTo>
                    <a:pt x="1836565" y="467046"/>
                  </a:lnTo>
                  <a:lnTo>
                    <a:pt x="1846282" y="469997"/>
                  </a:lnTo>
                  <a:lnTo>
                    <a:pt x="1856000" y="473452"/>
                  </a:lnTo>
                  <a:lnTo>
                    <a:pt x="1865717" y="476633"/>
                  </a:lnTo>
                  <a:lnTo>
                    <a:pt x="1875434" y="479494"/>
                  </a:lnTo>
                  <a:lnTo>
                    <a:pt x="1885151" y="482170"/>
                  </a:lnTo>
                  <a:lnTo>
                    <a:pt x="1894869" y="485323"/>
                  </a:lnTo>
                  <a:lnTo>
                    <a:pt x="1904586" y="488442"/>
                  </a:lnTo>
                  <a:lnTo>
                    <a:pt x="1914303" y="491374"/>
                  </a:lnTo>
                  <a:lnTo>
                    <a:pt x="1924020" y="494267"/>
                  </a:lnTo>
                  <a:lnTo>
                    <a:pt x="1933738" y="497381"/>
                  </a:lnTo>
                  <a:lnTo>
                    <a:pt x="1943455" y="500575"/>
                  </a:lnTo>
                  <a:lnTo>
                    <a:pt x="1953172" y="503669"/>
                  </a:lnTo>
                  <a:lnTo>
                    <a:pt x="1962890" y="506902"/>
                  </a:lnTo>
                  <a:lnTo>
                    <a:pt x="1972607" y="510366"/>
                  </a:lnTo>
                  <a:lnTo>
                    <a:pt x="1982324" y="512986"/>
                  </a:lnTo>
                  <a:lnTo>
                    <a:pt x="1992041" y="515951"/>
                  </a:lnTo>
                  <a:lnTo>
                    <a:pt x="2001759" y="519496"/>
                  </a:lnTo>
                  <a:lnTo>
                    <a:pt x="2011476" y="522950"/>
                  </a:lnTo>
                  <a:lnTo>
                    <a:pt x="2021193" y="526372"/>
                  </a:lnTo>
                  <a:lnTo>
                    <a:pt x="2030911" y="529780"/>
                  </a:lnTo>
                  <a:lnTo>
                    <a:pt x="2040628" y="532879"/>
                  </a:lnTo>
                  <a:lnTo>
                    <a:pt x="2050345" y="536445"/>
                  </a:lnTo>
                  <a:lnTo>
                    <a:pt x="2060062" y="539570"/>
                  </a:lnTo>
                  <a:lnTo>
                    <a:pt x="2069780" y="543297"/>
                  </a:lnTo>
                  <a:lnTo>
                    <a:pt x="2079497" y="546279"/>
                  </a:lnTo>
                  <a:lnTo>
                    <a:pt x="2089214" y="549383"/>
                  </a:lnTo>
                  <a:lnTo>
                    <a:pt x="2098931" y="552617"/>
                  </a:lnTo>
                  <a:lnTo>
                    <a:pt x="2108649" y="555699"/>
                  </a:lnTo>
                  <a:lnTo>
                    <a:pt x="2118366" y="559455"/>
                  </a:lnTo>
                  <a:lnTo>
                    <a:pt x="2128083" y="562874"/>
                  </a:lnTo>
                  <a:lnTo>
                    <a:pt x="2137801" y="565698"/>
                  </a:lnTo>
                  <a:lnTo>
                    <a:pt x="2147518" y="568320"/>
                  </a:lnTo>
                  <a:lnTo>
                    <a:pt x="2157235" y="570998"/>
                  </a:lnTo>
                  <a:lnTo>
                    <a:pt x="2166952" y="574040"/>
                  </a:lnTo>
                  <a:lnTo>
                    <a:pt x="2176670" y="577643"/>
                  </a:lnTo>
                  <a:lnTo>
                    <a:pt x="2186387" y="581152"/>
                  </a:lnTo>
                  <a:lnTo>
                    <a:pt x="2196104" y="584389"/>
                  </a:lnTo>
                  <a:lnTo>
                    <a:pt x="2205822" y="587667"/>
                  </a:lnTo>
                  <a:lnTo>
                    <a:pt x="2215539" y="591332"/>
                  </a:lnTo>
                  <a:lnTo>
                    <a:pt x="2225256" y="594732"/>
                  </a:lnTo>
                  <a:lnTo>
                    <a:pt x="2234973" y="598458"/>
                  </a:lnTo>
                  <a:lnTo>
                    <a:pt x="2244691" y="601545"/>
                  </a:lnTo>
                  <a:lnTo>
                    <a:pt x="2254408" y="604986"/>
                  </a:lnTo>
                  <a:lnTo>
                    <a:pt x="2264125" y="608165"/>
                  </a:lnTo>
                  <a:lnTo>
                    <a:pt x="2273842" y="611682"/>
                  </a:lnTo>
                  <a:lnTo>
                    <a:pt x="2283560" y="615007"/>
                  </a:lnTo>
                  <a:lnTo>
                    <a:pt x="2293277" y="618022"/>
                  </a:lnTo>
                  <a:lnTo>
                    <a:pt x="2302994" y="621874"/>
                  </a:lnTo>
                  <a:lnTo>
                    <a:pt x="2312712" y="625103"/>
                  </a:lnTo>
                  <a:lnTo>
                    <a:pt x="2322429" y="628809"/>
                  </a:lnTo>
                  <a:lnTo>
                    <a:pt x="2332146" y="632456"/>
                  </a:lnTo>
                  <a:lnTo>
                    <a:pt x="2341863" y="635978"/>
                  </a:lnTo>
                  <a:lnTo>
                    <a:pt x="2351581" y="639462"/>
                  </a:lnTo>
                  <a:lnTo>
                    <a:pt x="2361298" y="642889"/>
                  </a:lnTo>
                  <a:lnTo>
                    <a:pt x="2371015" y="646481"/>
                  </a:lnTo>
                  <a:lnTo>
                    <a:pt x="2380733" y="649731"/>
                  </a:lnTo>
                  <a:lnTo>
                    <a:pt x="2390450" y="652911"/>
                  </a:lnTo>
                  <a:lnTo>
                    <a:pt x="2400167" y="656096"/>
                  </a:lnTo>
                  <a:lnTo>
                    <a:pt x="2409884" y="659341"/>
                  </a:lnTo>
                  <a:lnTo>
                    <a:pt x="2419602" y="662367"/>
                  </a:lnTo>
                  <a:lnTo>
                    <a:pt x="2429319" y="665516"/>
                  </a:lnTo>
                  <a:lnTo>
                    <a:pt x="2439036" y="668553"/>
                  </a:lnTo>
                  <a:lnTo>
                    <a:pt x="2448753" y="671960"/>
                  </a:lnTo>
                  <a:lnTo>
                    <a:pt x="2458471" y="675564"/>
                  </a:lnTo>
                  <a:lnTo>
                    <a:pt x="2468188" y="678793"/>
                  </a:lnTo>
                  <a:lnTo>
                    <a:pt x="2477905" y="681933"/>
                  </a:lnTo>
                  <a:lnTo>
                    <a:pt x="2487623" y="685043"/>
                  </a:lnTo>
                  <a:lnTo>
                    <a:pt x="2497340" y="688147"/>
                  </a:lnTo>
                  <a:lnTo>
                    <a:pt x="2507057" y="692087"/>
                  </a:lnTo>
                  <a:lnTo>
                    <a:pt x="2516774" y="695736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648167" y="3561666"/>
              <a:ext cx="2516774" cy="133063"/>
            </a:xfrm>
            <a:custGeom>
              <a:avLst/>
              <a:pathLst>
                <a:path w="2516774" h="133063">
                  <a:moveTo>
                    <a:pt x="0" y="132853"/>
                  </a:moveTo>
                  <a:lnTo>
                    <a:pt x="9717" y="133063"/>
                  </a:lnTo>
                  <a:lnTo>
                    <a:pt x="19434" y="132337"/>
                  </a:lnTo>
                  <a:lnTo>
                    <a:pt x="29151" y="131148"/>
                  </a:lnTo>
                  <a:lnTo>
                    <a:pt x="38869" y="129037"/>
                  </a:lnTo>
                  <a:lnTo>
                    <a:pt x="48586" y="130007"/>
                  </a:lnTo>
                  <a:lnTo>
                    <a:pt x="58303" y="129327"/>
                  </a:lnTo>
                  <a:lnTo>
                    <a:pt x="68020" y="129840"/>
                  </a:lnTo>
                  <a:lnTo>
                    <a:pt x="77738" y="129785"/>
                  </a:lnTo>
                  <a:lnTo>
                    <a:pt x="87455" y="128632"/>
                  </a:lnTo>
                  <a:lnTo>
                    <a:pt x="97172" y="129823"/>
                  </a:lnTo>
                  <a:lnTo>
                    <a:pt x="106890" y="128197"/>
                  </a:lnTo>
                  <a:lnTo>
                    <a:pt x="116607" y="129429"/>
                  </a:lnTo>
                  <a:lnTo>
                    <a:pt x="126324" y="129729"/>
                  </a:lnTo>
                  <a:lnTo>
                    <a:pt x="136041" y="129246"/>
                  </a:lnTo>
                  <a:lnTo>
                    <a:pt x="145759" y="126713"/>
                  </a:lnTo>
                  <a:lnTo>
                    <a:pt x="155476" y="126324"/>
                  </a:lnTo>
                  <a:lnTo>
                    <a:pt x="165193" y="127483"/>
                  </a:lnTo>
                  <a:lnTo>
                    <a:pt x="174910" y="127807"/>
                  </a:lnTo>
                  <a:lnTo>
                    <a:pt x="184628" y="128193"/>
                  </a:lnTo>
                  <a:lnTo>
                    <a:pt x="194345" y="126098"/>
                  </a:lnTo>
                  <a:lnTo>
                    <a:pt x="204062" y="126041"/>
                  </a:lnTo>
                  <a:lnTo>
                    <a:pt x="213780" y="123738"/>
                  </a:lnTo>
                  <a:lnTo>
                    <a:pt x="223497" y="123071"/>
                  </a:lnTo>
                  <a:lnTo>
                    <a:pt x="233214" y="121902"/>
                  </a:lnTo>
                  <a:lnTo>
                    <a:pt x="242931" y="122704"/>
                  </a:lnTo>
                  <a:lnTo>
                    <a:pt x="252649" y="121777"/>
                  </a:lnTo>
                  <a:lnTo>
                    <a:pt x="262366" y="121114"/>
                  </a:lnTo>
                  <a:lnTo>
                    <a:pt x="272083" y="120230"/>
                  </a:lnTo>
                  <a:lnTo>
                    <a:pt x="281801" y="120203"/>
                  </a:lnTo>
                  <a:lnTo>
                    <a:pt x="291518" y="119941"/>
                  </a:lnTo>
                  <a:lnTo>
                    <a:pt x="301235" y="119448"/>
                  </a:lnTo>
                  <a:lnTo>
                    <a:pt x="310952" y="119193"/>
                  </a:lnTo>
                  <a:lnTo>
                    <a:pt x="320670" y="118244"/>
                  </a:lnTo>
                  <a:lnTo>
                    <a:pt x="330387" y="118001"/>
                  </a:lnTo>
                  <a:lnTo>
                    <a:pt x="340104" y="118305"/>
                  </a:lnTo>
                  <a:lnTo>
                    <a:pt x="349821" y="116596"/>
                  </a:lnTo>
                  <a:lnTo>
                    <a:pt x="359539" y="114941"/>
                  </a:lnTo>
                  <a:lnTo>
                    <a:pt x="369256" y="115427"/>
                  </a:lnTo>
                  <a:lnTo>
                    <a:pt x="378973" y="115958"/>
                  </a:lnTo>
                  <a:lnTo>
                    <a:pt x="388691" y="115048"/>
                  </a:lnTo>
                  <a:lnTo>
                    <a:pt x="398408" y="113506"/>
                  </a:lnTo>
                  <a:lnTo>
                    <a:pt x="408125" y="111453"/>
                  </a:lnTo>
                  <a:lnTo>
                    <a:pt x="417842" y="111613"/>
                  </a:lnTo>
                  <a:lnTo>
                    <a:pt x="427560" y="112228"/>
                  </a:lnTo>
                  <a:lnTo>
                    <a:pt x="437277" y="111950"/>
                  </a:lnTo>
                  <a:lnTo>
                    <a:pt x="446994" y="113135"/>
                  </a:lnTo>
                  <a:lnTo>
                    <a:pt x="456712" y="114396"/>
                  </a:lnTo>
                  <a:lnTo>
                    <a:pt x="466429" y="114808"/>
                  </a:lnTo>
                  <a:lnTo>
                    <a:pt x="476146" y="115175"/>
                  </a:lnTo>
                  <a:lnTo>
                    <a:pt x="485863" y="115036"/>
                  </a:lnTo>
                  <a:lnTo>
                    <a:pt x="495581" y="113188"/>
                  </a:lnTo>
                  <a:lnTo>
                    <a:pt x="505298" y="112830"/>
                  </a:lnTo>
                  <a:lnTo>
                    <a:pt x="515015" y="112072"/>
                  </a:lnTo>
                  <a:lnTo>
                    <a:pt x="524732" y="111875"/>
                  </a:lnTo>
                  <a:lnTo>
                    <a:pt x="534450" y="111964"/>
                  </a:lnTo>
                  <a:lnTo>
                    <a:pt x="544167" y="111496"/>
                  </a:lnTo>
                  <a:lnTo>
                    <a:pt x="553884" y="111865"/>
                  </a:lnTo>
                  <a:lnTo>
                    <a:pt x="563602" y="111011"/>
                  </a:lnTo>
                  <a:lnTo>
                    <a:pt x="573319" y="111342"/>
                  </a:lnTo>
                  <a:lnTo>
                    <a:pt x="583036" y="110784"/>
                  </a:lnTo>
                  <a:lnTo>
                    <a:pt x="592753" y="108219"/>
                  </a:lnTo>
                  <a:lnTo>
                    <a:pt x="602471" y="107006"/>
                  </a:lnTo>
                  <a:lnTo>
                    <a:pt x="612188" y="107477"/>
                  </a:lnTo>
                  <a:lnTo>
                    <a:pt x="621905" y="105622"/>
                  </a:lnTo>
                  <a:lnTo>
                    <a:pt x="631623" y="104733"/>
                  </a:lnTo>
                  <a:lnTo>
                    <a:pt x="641340" y="105021"/>
                  </a:lnTo>
                  <a:lnTo>
                    <a:pt x="651057" y="105632"/>
                  </a:lnTo>
                  <a:lnTo>
                    <a:pt x="660774" y="105216"/>
                  </a:lnTo>
                  <a:lnTo>
                    <a:pt x="670492" y="105067"/>
                  </a:lnTo>
                  <a:lnTo>
                    <a:pt x="680209" y="104393"/>
                  </a:lnTo>
                  <a:lnTo>
                    <a:pt x="689926" y="103242"/>
                  </a:lnTo>
                  <a:lnTo>
                    <a:pt x="699643" y="101903"/>
                  </a:lnTo>
                  <a:lnTo>
                    <a:pt x="709361" y="101321"/>
                  </a:lnTo>
                  <a:lnTo>
                    <a:pt x="719078" y="99856"/>
                  </a:lnTo>
                  <a:lnTo>
                    <a:pt x="728795" y="97635"/>
                  </a:lnTo>
                  <a:lnTo>
                    <a:pt x="738513" y="95748"/>
                  </a:lnTo>
                  <a:lnTo>
                    <a:pt x="748230" y="94411"/>
                  </a:lnTo>
                  <a:lnTo>
                    <a:pt x="757947" y="94054"/>
                  </a:lnTo>
                  <a:lnTo>
                    <a:pt x="767664" y="93509"/>
                  </a:lnTo>
                  <a:lnTo>
                    <a:pt x="777382" y="93073"/>
                  </a:lnTo>
                  <a:lnTo>
                    <a:pt x="787099" y="91079"/>
                  </a:lnTo>
                  <a:lnTo>
                    <a:pt x="796816" y="90602"/>
                  </a:lnTo>
                  <a:lnTo>
                    <a:pt x="806534" y="90259"/>
                  </a:lnTo>
                  <a:lnTo>
                    <a:pt x="816251" y="90249"/>
                  </a:lnTo>
                  <a:lnTo>
                    <a:pt x="825968" y="89204"/>
                  </a:lnTo>
                  <a:lnTo>
                    <a:pt x="835685" y="89144"/>
                  </a:lnTo>
                  <a:lnTo>
                    <a:pt x="845403" y="90501"/>
                  </a:lnTo>
                  <a:lnTo>
                    <a:pt x="855120" y="90937"/>
                  </a:lnTo>
                  <a:lnTo>
                    <a:pt x="864837" y="91007"/>
                  </a:lnTo>
                  <a:lnTo>
                    <a:pt x="874554" y="91138"/>
                  </a:lnTo>
                  <a:lnTo>
                    <a:pt x="884272" y="91049"/>
                  </a:lnTo>
                  <a:lnTo>
                    <a:pt x="893989" y="90282"/>
                  </a:lnTo>
                  <a:lnTo>
                    <a:pt x="903706" y="89763"/>
                  </a:lnTo>
                  <a:lnTo>
                    <a:pt x="913424" y="89103"/>
                  </a:lnTo>
                  <a:lnTo>
                    <a:pt x="923141" y="87148"/>
                  </a:lnTo>
                  <a:lnTo>
                    <a:pt x="932858" y="87506"/>
                  </a:lnTo>
                  <a:lnTo>
                    <a:pt x="942575" y="88932"/>
                  </a:lnTo>
                  <a:lnTo>
                    <a:pt x="952293" y="89824"/>
                  </a:lnTo>
                  <a:lnTo>
                    <a:pt x="962010" y="87532"/>
                  </a:lnTo>
                  <a:lnTo>
                    <a:pt x="971727" y="87479"/>
                  </a:lnTo>
                  <a:lnTo>
                    <a:pt x="981445" y="84830"/>
                  </a:lnTo>
                  <a:lnTo>
                    <a:pt x="991162" y="84227"/>
                  </a:lnTo>
                  <a:lnTo>
                    <a:pt x="1000879" y="84881"/>
                  </a:lnTo>
                  <a:lnTo>
                    <a:pt x="1010596" y="85165"/>
                  </a:lnTo>
                  <a:lnTo>
                    <a:pt x="1020314" y="85508"/>
                  </a:lnTo>
                  <a:lnTo>
                    <a:pt x="1030031" y="84955"/>
                  </a:lnTo>
                  <a:lnTo>
                    <a:pt x="1039748" y="85231"/>
                  </a:lnTo>
                  <a:lnTo>
                    <a:pt x="1049465" y="85508"/>
                  </a:lnTo>
                  <a:lnTo>
                    <a:pt x="1059183" y="84945"/>
                  </a:lnTo>
                  <a:lnTo>
                    <a:pt x="1068900" y="85137"/>
                  </a:lnTo>
                  <a:lnTo>
                    <a:pt x="1078617" y="86020"/>
                  </a:lnTo>
                  <a:lnTo>
                    <a:pt x="1088335" y="85671"/>
                  </a:lnTo>
                  <a:lnTo>
                    <a:pt x="1098052" y="85448"/>
                  </a:lnTo>
                  <a:lnTo>
                    <a:pt x="1107769" y="84091"/>
                  </a:lnTo>
                  <a:lnTo>
                    <a:pt x="1117486" y="84309"/>
                  </a:lnTo>
                  <a:lnTo>
                    <a:pt x="1127204" y="83001"/>
                  </a:lnTo>
                  <a:lnTo>
                    <a:pt x="1136921" y="82166"/>
                  </a:lnTo>
                  <a:lnTo>
                    <a:pt x="1146638" y="80965"/>
                  </a:lnTo>
                  <a:lnTo>
                    <a:pt x="1156356" y="81122"/>
                  </a:lnTo>
                  <a:lnTo>
                    <a:pt x="1166073" y="80796"/>
                  </a:lnTo>
                  <a:lnTo>
                    <a:pt x="1175790" y="79455"/>
                  </a:lnTo>
                  <a:lnTo>
                    <a:pt x="1185507" y="78296"/>
                  </a:lnTo>
                  <a:lnTo>
                    <a:pt x="1195225" y="77723"/>
                  </a:lnTo>
                  <a:lnTo>
                    <a:pt x="1204942" y="78002"/>
                  </a:lnTo>
                  <a:lnTo>
                    <a:pt x="1214659" y="78055"/>
                  </a:lnTo>
                  <a:lnTo>
                    <a:pt x="1224376" y="76467"/>
                  </a:lnTo>
                  <a:lnTo>
                    <a:pt x="1234094" y="74598"/>
                  </a:lnTo>
                  <a:lnTo>
                    <a:pt x="1243811" y="74058"/>
                  </a:lnTo>
                  <a:lnTo>
                    <a:pt x="1253528" y="74502"/>
                  </a:lnTo>
                  <a:lnTo>
                    <a:pt x="1263246" y="75127"/>
                  </a:lnTo>
                  <a:lnTo>
                    <a:pt x="1272963" y="74020"/>
                  </a:lnTo>
                  <a:lnTo>
                    <a:pt x="1282680" y="73975"/>
                  </a:lnTo>
                  <a:lnTo>
                    <a:pt x="1292397" y="72971"/>
                  </a:lnTo>
                  <a:lnTo>
                    <a:pt x="1302115" y="71498"/>
                  </a:lnTo>
                  <a:lnTo>
                    <a:pt x="1311832" y="70730"/>
                  </a:lnTo>
                  <a:lnTo>
                    <a:pt x="1321549" y="69737"/>
                  </a:lnTo>
                  <a:lnTo>
                    <a:pt x="1331267" y="69143"/>
                  </a:lnTo>
                  <a:lnTo>
                    <a:pt x="1340984" y="68491"/>
                  </a:lnTo>
                  <a:lnTo>
                    <a:pt x="1350701" y="68033"/>
                  </a:lnTo>
                  <a:lnTo>
                    <a:pt x="1360418" y="66664"/>
                  </a:lnTo>
                  <a:lnTo>
                    <a:pt x="1370136" y="66535"/>
                  </a:lnTo>
                  <a:lnTo>
                    <a:pt x="1379853" y="67199"/>
                  </a:lnTo>
                  <a:lnTo>
                    <a:pt x="1389570" y="67146"/>
                  </a:lnTo>
                  <a:lnTo>
                    <a:pt x="1399287" y="65972"/>
                  </a:lnTo>
                  <a:lnTo>
                    <a:pt x="1409005" y="65950"/>
                  </a:lnTo>
                  <a:lnTo>
                    <a:pt x="1418722" y="65207"/>
                  </a:lnTo>
                  <a:lnTo>
                    <a:pt x="1428439" y="64257"/>
                  </a:lnTo>
                  <a:lnTo>
                    <a:pt x="1438157" y="64345"/>
                  </a:lnTo>
                  <a:lnTo>
                    <a:pt x="1447874" y="63468"/>
                  </a:lnTo>
                  <a:lnTo>
                    <a:pt x="1457591" y="61855"/>
                  </a:lnTo>
                  <a:lnTo>
                    <a:pt x="1467308" y="61326"/>
                  </a:lnTo>
                  <a:lnTo>
                    <a:pt x="1477026" y="61647"/>
                  </a:lnTo>
                  <a:lnTo>
                    <a:pt x="1486743" y="60236"/>
                  </a:lnTo>
                  <a:lnTo>
                    <a:pt x="1496460" y="60289"/>
                  </a:lnTo>
                  <a:lnTo>
                    <a:pt x="1506178" y="59994"/>
                  </a:lnTo>
                  <a:lnTo>
                    <a:pt x="1515895" y="59961"/>
                  </a:lnTo>
                  <a:lnTo>
                    <a:pt x="1525612" y="59565"/>
                  </a:lnTo>
                  <a:lnTo>
                    <a:pt x="1535329" y="59170"/>
                  </a:lnTo>
                  <a:lnTo>
                    <a:pt x="1545047" y="58775"/>
                  </a:lnTo>
                  <a:lnTo>
                    <a:pt x="1554764" y="57748"/>
                  </a:lnTo>
                  <a:lnTo>
                    <a:pt x="1564481" y="56492"/>
                  </a:lnTo>
                  <a:lnTo>
                    <a:pt x="1574198" y="55942"/>
                  </a:lnTo>
                  <a:lnTo>
                    <a:pt x="1583916" y="54759"/>
                  </a:lnTo>
                  <a:lnTo>
                    <a:pt x="1593633" y="53250"/>
                  </a:lnTo>
                  <a:lnTo>
                    <a:pt x="1603350" y="52393"/>
                  </a:lnTo>
                  <a:lnTo>
                    <a:pt x="1613068" y="52372"/>
                  </a:lnTo>
                  <a:lnTo>
                    <a:pt x="1622785" y="52420"/>
                  </a:lnTo>
                  <a:lnTo>
                    <a:pt x="1632502" y="51751"/>
                  </a:lnTo>
                  <a:lnTo>
                    <a:pt x="1642219" y="51142"/>
                  </a:lnTo>
                  <a:lnTo>
                    <a:pt x="1651937" y="50796"/>
                  </a:lnTo>
                  <a:lnTo>
                    <a:pt x="1661654" y="50532"/>
                  </a:lnTo>
                  <a:lnTo>
                    <a:pt x="1671371" y="49788"/>
                  </a:lnTo>
                  <a:lnTo>
                    <a:pt x="1681089" y="48957"/>
                  </a:lnTo>
                  <a:lnTo>
                    <a:pt x="1690806" y="47993"/>
                  </a:lnTo>
                  <a:lnTo>
                    <a:pt x="1700523" y="46900"/>
                  </a:lnTo>
                  <a:lnTo>
                    <a:pt x="1710240" y="46481"/>
                  </a:lnTo>
                  <a:lnTo>
                    <a:pt x="1719958" y="45244"/>
                  </a:lnTo>
                  <a:lnTo>
                    <a:pt x="1729675" y="44259"/>
                  </a:lnTo>
                  <a:lnTo>
                    <a:pt x="1739392" y="43247"/>
                  </a:lnTo>
                  <a:lnTo>
                    <a:pt x="1749109" y="43019"/>
                  </a:lnTo>
                  <a:lnTo>
                    <a:pt x="1758827" y="41953"/>
                  </a:lnTo>
                  <a:lnTo>
                    <a:pt x="1768544" y="41166"/>
                  </a:lnTo>
                  <a:lnTo>
                    <a:pt x="1778261" y="41047"/>
                  </a:lnTo>
                  <a:lnTo>
                    <a:pt x="1787979" y="40538"/>
                  </a:lnTo>
                  <a:lnTo>
                    <a:pt x="1797696" y="40224"/>
                  </a:lnTo>
                  <a:lnTo>
                    <a:pt x="1807413" y="39910"/>
                  </a:lnTo>
                  <a:lnTo>
                    <a:pt x="1817130" y="39452"/>
                  </a:lnTo>
                  <a:lnTo>
                    <a:pt x="1826848" y="38380"/>
                  </a:lnTo>
                  <a:lnTo>
                    <a:pt x="1836565" y="38290"/>
                  </a:lnTo>
                  <a:lnTo>
                    <a:pt x="1846282" y="38037"/>
                  </a:lnTo>
                  <a:lnTo>
                    <a:pt x="1856000" y="37257"/>
                  </a:lnTo>
                  <a:lnTo>
                    <a:pt x="1865717" y="35774"/>
                  </a:lnTo>
                  <a:lnTo>
                    <a:pt x="1875434" y="34831"/>
                  </a:lnTo>
                  <a:lnTo>
                    <a:pt x="1885151" y="34430"/>
                  </a:lnTo>
                  <a:lnTo>
                    <a:pt x="1894869" y="34682"/>
                  </a:lnTo>
                  <a:lnTo>
                    <a:pt x="1904586" y="34304"/>
                  </a:lnTo>
                  <a:lnTo>
                    <a:pt x="1914303" y="33762"/>
                  </a:lnTo>
                  <a:lnTo>
                    <a:pt x="1924020" y="32901"/>
                  </a:lnTo>
                  <a:lnTo>
                    <a:pt x="1933738" y="32123"/>
                  </a:lnTo>
                  <a:lnTo>
                    <a:pt x="1943455" y="31617"/>
                  </a:lnTo>
                  <a:lnTo>
                    <a:pt x="1953172" y="30592"/>
                  </a:lnTo>
                  <a:lnTo>
                    <a:pt x="1962890" y="29846"/>
                  </a:lnTo>
                  <a:lnTo>
                    <a:pt x="1972607" y="29289"/>
                  </a:lnTo>
                  <a:lnTo>
                    <a:pt x="1982324" y="27997"/>
                  </a:lnTo>
                  <a:lnTo>
                    <a:pt x="1992041" y="27592"/>
                  </a:lnTo>
                  <a:lnTo>
                    <a:pt x="2001759" y="27270"/>
                  </a:lnTo>
                  <a:lnTo>
                    <a:pt x="2011476" y="26948"/>
                  </a:lnTo>
                  <a:lnTo>
                    <a:pt x="2021193" y="26514"/>
                  </a:lnTo>
                  <a:lnTo>
                    <a:pt x="2030911" y="25959"/>
                  </a:lnTo>
                  <a:lnTo>
                    <a:pt x="2040628" y="25405"/>
                  </a:lnTo>
                  <a:lnTo>
                    <a:pt x="2050345" y="25110"/>
                  </a:lnTo>
                  <a:lnTo>
                    <a:pt x="2060062" y="25266"/>
                  </a:lnTo>
                  <a:lnTo>
                    <a:pt x="2069780" y="25421"/>
                  </a:lnTo>
                  <a:lnTo>
                    <a:pt x="2079497" y="25577"/>
                  </a:lnTo>
                  <a:lnTo>
                    <a:pt x="2089214" y="25733"/>
                  </a:lnTo>
                  <a:lnTo>
                    <a:pt x="2098931" y="25889"/>
                  </a:lnTo>
                  <a:lnTo>
                    <a:pt x="2108649" y="25994"/>
                  </a:lnTo>
                  <a:lnTo>
                    <a:pt x="2118366" y="25212"/>
                  </a:lnTo>
                  <a:lnTo>
                    <a:pt x="2128083" y="24376"/>
                  </a:lnTo>
                  <a:lnTo>
                    <a:pt x="2137801" y="23216"/>
                  </a:lnTo>
                  <a:lnTo>
                    <a:pt x="2147518" y="21532"/>
                  </a:lnTo>
                  <a:lnTo>
                    <a:pt x="2157235" y="19544"/>
                  </a:lnTo>
                  <a:lnTo>
                    <a:pt x="2166952" y="18190"/>
                  </a:lnTo>
                  <a:lnTo>
                    <a:pt x="2176670" y="17781"/>
                  </a:lnTo>
                  <a:lnTo>
                    <a:pt x="2186387" y="16891"/>
                  </a:lnTo>
                  <a:lnTo>
                    <a:pt x="2196104" y="16690"/>
                  </a:lnTo>
                  <a:lnTo>
                    <a:pt x="2205822" y="16491"/>
                  </a:lnTo>
                  <a:lnTo>
                    <a:pt x="2215539" y="16292"/>
                  </a:lnTo>
                  <a:lnTo>
                    <a:pt x="2225256" y="15901"/>
                  </a:lnTo>
                  <a:lnTo>
                    <a:pt x="2234973" y="15302"/>
                  </a:lnTo>
                  <a:lnTo>
                    <a:pt x="2244691" y="14746"/>
                  </a:lnTo>
                  <a:lnTo>
                    <a:pt x="2254408" y="14191"/>
                  </a:lnTo>
                  <a:lnTo>
                    <a:pt x="2264125" y="13636"/>
                  </a:lnTo>
                  <a:lnTo>
                    <a:pt x="2273842" y="13082"/>
                  </a:lnTo>
                  <a:lnTo>
                    <a:pt x="2283560" y="12528"/>
                  </a:lnTo>
                  <a:lnTo>
                    <a:pt x="2293277" y="11975"/>
                  </a:lnTo>
                  <a:lnTo>
                    <a:pt x="2302994" y="11891"/>
                  </a:lnTo>
                  <a:lnTo>
                    <a:pt x="2312712" y="11596"/>
                  </a:lnTo>
                  <a:lnTo>
                    <a:pt x="2322429" y="11322"/>
                  </a:lnTo>
                  <a:lnTo>
                    <a:pt x="2332146" y="11652"/>
                  </a:lnTo>
                  <a:lnTo>
                    <a:pt x="2341863" y="11372"/>
                  </a:lnTo>
                  <a:lnTo>
                    <a:pt x="2351581" y="10777"/>
                  </a:lnTo>
                  <a:lnTo>
                    <a:pt x="2361298" y="10413"/>
                  </a:lnTo>
                  <a:lnTo>
                    <a:pt x="2371015" y="9445"/>
                  </a:lnTo>
                  <a:lnTo>
                    <a:pt x="2380733" y="8825"/>
                  </a:lnTo>
                  <a:lnTo>
                    <a:pt x="2390450" y="8634"/>
                  </a:lnTo>
                  <a:lnTo>
                    <a:pt x="2400167" y="8444"/>
                  </a:lnTo>
                  <a:lnTo>
                    <a:pt x="2409884" y="8586"/>
                  </a:lnTo>
                  <a:lnTo>
                    <a:pt x="2419602" y="8815"/>
                  </a:lnTo>
                  <a:lnTo>
                    <a:pt x="2429319" y="8030"/>
                  </a:lnTo>
                  <a:lnTo>
                    <a:pt x="2439036" y="7055"/>
                  </a:lnTo>
                  <a:lnTo>
                    <a:pt x="2448753" y="5819"/>
                  </a:lnTo>
                  <a:lnTo>
                    <a:pt x="2458471" y="4332"/>
                  </a:lnTo>
                  <a:lnTo>
                    <a:pt x="2468188" y="3469"/>
                  </a:lnTo>
                  <a:lnTo>
                    <a:pt x="2477905" y="2572"/>
                  </a:lnTo>
                  <a:lnTo>
                    <a:pt x="2487623" y="795"/>
                  </a:lnTo>
                  <a:lnTo>
                    <a:pt x="2497340" y="0"/>
                  </a:lnTo>
                  <a:lnTo>
                    <a:pt x="2507057" y="204"/>
                  </a:lnTo>
                  <a:lnTo>
                    <a:pt x="2516774" y="413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522328" y="745738"/>
              <a:ext cx="2768452" cy="5179814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3360370" y="745738"/>
              <a:ext cx="2768452" cy="51798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3360370" y="4697133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3360370" y="3407035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360370" y="2116937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3360370" y="826839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3383038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4025882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4668727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5311571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5954416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3360370" y="3407035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3486209" y="2269958"/>
              <a:ext cx="2516774" cy="1596890"/>
            </a:xfrm>
            <a:custGeom>
              <a:avLst/>
              <a:pathLst>
                <a:path w="2516774" h="1596890">
                  <a:moveTo>
                    <a:pt x="0" y="997048"/>
                  </a:moveTo>
                  <a:lnTo>
                    <a:pt x="9717" y="999597"/>
                  </a:lnTo>
                  <a:lnTo>
                    <a:pt x="19434" y="1002144"/>
                  </a:lnTo>
                  <a:lnTo>
                    <a:pt x="29151" y="1004691"/>
                  </a:lnTo>
                  <a:lnTo>
                    <a:pt x="38869" y="1007238"/>
                  </a:lnTo>
                  <a:lnTo>
                    <a:pt x="48586" y="1009797"/>
                  </a:lnTo>
                  <a:lnTo>
                    <a:pt x="58303" y="1012370"/>
                  </a:lnTo>
                  <a:lnTo>
                    <a:pt x="68020" y="1014941"/>
                  </a:lnTo>
                  <a:lnTo>
                    <a:pt x="77738" y="1017509"/>
                  </a:lnTo>
                  <a:lnTo>
                    <a:pt x="87455" y="1020076"/>
                  </a:lnTo>
                  <a:lnTo>
                    <a:pt x="97172" y="1022641"/>
                  </a:lnTo>
                  <a:lnTo>
                    <a:pt x="106890" y="1025204"/>
                  </a:lnTo>
                  <a:lnTo>
                    <a:pt x="116607" y="1027764"/>
                  </a:lnTo>
                  <a:lnTo>
                    <a:pt x="126324" y="1030323"/>
                  </a:lnTo>
                  <a:lnTo>
                    <a:pt x="136041" y="1032879"/>
                  </a:lnTo>
                  <a:lnTo>
                    <a:pt x="145759" y="1035434"/>
                  </a:lnTo>
                  <a:lnTo>
                    <a:pt x="155476" y="1037986"/>
                  </a:lnTo>
                  <a:lnTo>
                    <a:pt x="165193" y="1040536"/>
                  </a:lnTo>
                  <a:lnTo>
                    <a:pt x="174910" y="1043084"/>
                  </a:lnTo>
                  <a:lnTo>
                    <a:pt x="184628" y="1045600"/>
                  </a:lnTo>
                  <a:lnTo>
                    <a:pt x="194345" y="1048114"/>
                  </a:lnTo>
                  <a:lnTo>
                    <a:pt x="204062" y="1050629"/>
                  </a:lnTo>
                  <a:lnTo>
                    <a:pt x="213780" y="1053142"/>
                  </a:lnTo>
                  <a:lnTo>
                    <a:pt x="223497" y="1055655"/>
                  </a:lnTo>
                  <a:lnTo>
                    <a:pt x="233214" y="1058168"/>
                  </a:lnTo>
                  <a:lnTo>
                    <a:pt x="242931" y="1060680"/>
                  </a:lnTo>
                  <a:lnTo>
                    <a:pt x="252649" y="1063191"/>
                  </a:lnTo>
                  <a:lnTo>
                    <a:pt x="262366" y="1065702"/>
                  </a:lnTo>
                  <a:lnTo>
                    <a:pt x="272083" y="1068213"/>
                  </a:lnTo>
                  <a:lnTo>
                    <a:pt x="281801" y="1070723"/>
                  </a:lnTo>
                  <a:lnTo>
                    <a:pt x="291518" y="1073232"/>
                  </a:lnTo>
                  <a:lnTo>
                    <a:pt x="301235" y="1075741"/>
                  </a:lnTo>
                  <a:lnTo>
                    <a:pt x="310952" y="1078249"/>
                  </a:lnTo>
                  <a:lnTo>
                    <a:pt x="320670" y="1080756"/>
                  </a:lnTo>
                  <a:lnTo>
                    <a:pt x="330387" y="1083263"/>
                  </a:lnTo>
                  <a:lnTo>
                    <a:pt x="340104" y="1085769"/>
                  </a:lnTo>
                  <a:lnTo>
                    <a:pt x="349821" y="1088274"/>
                  </a:lnTo>
                  <a:lnTo>
                    <a:pt x="359539" y="1090779"/>
                  </a:lnTo>
                  <a:lnTo>
                    <a:pt x="369256" y="1093283"/>
                  </a:lnTo>
                  <a:lnTo>
                    <a:pt x="378973" y="1095787"/>
                  </a:lnTo>
                  <a:lnTo>
                    <a:pt x="388691" y="1098290"/>
                  </a:lnTo>
                  <a:lnTo>
                    <a:pt x="398408" y="1100792"/>
                  </a:lnTo>
                  <a:lnTo>
                    <a:pt x="408125" y="1103293"/>
                  </a:lnTo>
                  <a:lnTo>
                    <a:pt x="417842" y="1105794"/>
                  </a:lnTo>
                  <a:lnTo>
                    <a:pt x="427560" y="1108293"/>
                  </a:lnTo>
                  <a:lnTo>
                    <a:pt x="437277" y="1110793"/>
                  </a:lnTo>
                  <a:lnTo>
                    <a:pt x="446994" y="1113291"/>
                  </a:lnTo>
                  <a:lnTo>
                    <a:pt x="456712" y="1115788"/>
                  </a:lnTo>
                  <a:lnTo>
                    <a:pt x="466429" y="1118285"/>
                  </a:lnTo>
                  <a:lnTo>
                    <a:pt x="476146" y="1120781"/>
                  </a:lnTo>
                  <a:lnTo>
                    <a:pt x="485863" y="1123277"/>
                  </a:lnTo>
                  <a:lnTo>
                    <a:pt x="495581" y="1125772"/>
                  </a:lnTo>
                  <a:lnTo>
                    <a:pt x="505298" y="1128266"/>
                  </a:lnTo>
                  <a:lnTo>
                    <a:pt x="515015" y="1130759"/>
                  </a:lnTo>
                  <a:lnTo>
                    <a:pt x="524732" y="1133250"/>
                  </a:lnTo>
                  <a:lnTo>
                    <a:pt x="534450" y="1135739"/>
                  </a:lnTo>
                  <a:lnTo>
                    <a:pt x="544167" y="1134574"/>
                  </a:lnTo>
                  <a:lnTo>
                    <a:pt x="553884" y="1129153"/>
                  </a:lnTo>
                  <a:lnTo>
                    <a:pt x="563602" y="1123718"/>
                  </a:lnTo>
                  <a:lnTo>
                    <a:pt x="573319" y="1118271"/>
                  </a:lnTo>
                  <a:lnTo>
                    <a:pt x="583036" y="1112810"/>
                  </a:lnTo>
                  <a:lnTo>
                    <a:pt x="592753" y="1107337"/>
                  </a:lnTo>
                  <a:lnTo>
                    <a:pt x="602471" y="1101850"/>
                  </a:lnTo>
                  <a:lnTo>
                    <a:pt x="612188" y="1096352"/>
                  </a:lnTo>
                  <a:lnTo>
                    <a:pt x="621905" y="1090815"/>
                  </a:lnTo>
                  <a:lnTo>
                    <a:pt x="631623" y="1085240"/>
                  </a:lnTo>
                  <a:lnTo>
                    <a:pt x="641340" y="1079643"/>
                  </a:lnTo>
                  <a:lnTo>
                    <a:pt x="651057" y="1074025"/>
                  </a:lnTo>
                  <a:lnTo>
                    <a:pt x="660774" y="1068384"/>
                  </a:lnTo>
                  <a:lnTo>
                    <a:pt x="670492" y="1062721"/>
                  </a:lnTo>
                  <a:lnTo>
                    <a:pt x="680209" y="1057142"/>
                  </a:lnTo>
                  <a:lnTo>
                    <a:pt x="689926" y="1051598"/>
                  </a:lnTo>
                  <a:lnTo>
                    <a:pt x="699643" y="1046053"/>
                  </a:lnTo>
                  <a:lnTo>
                    <a:pt x="709361" y="1040506"/>
                  </a:lnTo>
                  <a:lnTo>
                    <a:pt x="719078" y="1034792"/>
                  </a:lnTo>
                  <a:lnTo>
                    <a:pt x="728795" y="1028971"/>
                  </a:lnTo>
                  <a:lnTo>
                    <a:pt x="738513" y="1023123"/>
                  </a:lnTo>
                  <a:lnTo>
                    <a:pt x="748230" y="1017247"/>
                  </a:lnTo>
                  <a:lnTo>
                    <a:pt x="757947" y="1011543"/>
                  </a:lnTo>
                  <a:lnTo>
                    <a:pt x="767664" y="1005930"/>
                  </a:lnTo>
                  <a:lnTo>
                    <a:pt x="777382" y="1000317"/>
                  </a:lnTo>
                  <a:lnTo>
                    <a:pt x="787099" y="994702"/>
                  </a:lnTo>
                  <a:lnTo>
                    <a:pt x="796816" y="989087"/>
                  </a:lnTo>
                  <a:lnTo>
                    <a:pt x="806534" y="983471"/>
                  </a:lnTo>
                  <a:lnTo>
                    <a:pt x="816251" y="977855"/>
                  </a:lnTo>
                  <a:lnTo>
                    <a:pt x="825968" y="972239"/>
                  </a:lnTo>
                  <a:lnTo>
                    <a:pt x="835685" y="966638"/>
                  </a:lnTo>
                  <a:lnTo>
                    <a:pt x="845403" y="961006"/>
                  </a:lnTo>
                  <a:lnTo>
                    <a:pt x="855120" y="955252"/>
                  </a:lnTo>
                  <a:lnTo>
                    <a:pt x="864837" y="949457"/>
                  </a:lnTo>
                  <a:lnTo>
                    <a:pt x="874554" y="943666"/>
                  </a:lnTo>
                  <a:lnTo>
                    <a:pt x="884272" y="937866"/>
                  </a:lnTo>
                  <a:lnTo>
                    <a:pt x="893989" y="932057"/>
                  </a:lnTo>
                  <a:lnTo>
                    <a:pt x="903706" y="926240"/>
                  </a:lnTo>
                  <a:lnTo>
                    <a:pt x="913424" y="920414"/>
                  </a:lnTo>
                  <a:lnTo>
                    <a:pt x="923141" y="914579"/>
                  </a:lnTo>
                  <a:lnTo>
                    <a:pt x="932858" y="908739"/>
                  </a:lnTo>
                  <a:lnTo>
                    <a:pt x="942575" y="902896"/>
                  </a:lnTo>
                  <a:lnTo>
                    <a:pt x="952293" y="897045"/>
                  </a:lnTo>
                  <a:lnTo>
                    <a:pt x="962010" y="891187"/>
                  </a:lnTo>
                  <a:lnTo>
                    <a:pt x="971727" y="885321"/>
                  </a:lnTo>
                  <a:lnTo>
                    <a:pt x="981445" y="879448"/>
                  </a:lnTo>
                  <a:lnTo>
                    <a:pt x="991162" y="873568"/>
                  </a:lnTo>
                  <a:lnTo>
                    <a:pt x="1000879" y="867681"/>
                  </a:lnTo>
                  <a:lnTo>
                    <a:pt x="1010596" y="861788"/>
                  </a:lnTo>
                  <a:lnTo>
                    <a:pt x="1020314" y="855897"/>
                  </a:lnTo>
                  <a:lnTo>
                    <a:pt x="1030031" y="850155"/>
                  </a:lnTo>
                  <a:lnTo>
                    <a:pt x="1039748" y="844413"/>
                  </a:lnTo>
                  <a:lnTo>
                    <a:pt x="1049465" y="838522"/>
                  </a:lnTo>
                  <a:lnTo>
                    <a:pt x="1059183" y="832519"/>
                  </a:lnTo>
                  <a:lnTo>
                    <a:pt x="1068900" y="826507"/>
                  </a:lnTo>
                  <a:lnTo>
                    <a:pt x="1078617" y="820489"/>
                  </a:lnTo>
                  <a:lnTo>
                    <a:pt x="1088335" y="814665"/>
                  </a:lnTo>
                  <a:lnTo>
                    <a:pt x="1098052" y="808858"/>
                  </a:lnTo>
                  <a:lnTo>
                    <a:pt x="1107769" y="803052"/>
                  </a:lnTo>
                  <a:lnTo>
                    <a:pt x="1117486" y="797247"/>
                  </a:lnTo>
                  <a:lnTo>
                    <a:pt x="1127204" y="791441"/>
                  </a:lnTo>
                  <a:lnTo>
                    <a:pt x="1136921" y="785635"/>
                  </a:lnTo>
                  <a:lnTo>
                    <a:pt x="1146638" y="779829"/>
                  </a:lnTo>
                  <a:lnTo>
                    <a:pt x="1156356" y="774024"/>
                  </a:lnTo>
                  <a:lnTo>
                    <a:pt x="1166073" y="768219"/>
                  </a:lnTo>
                  <a:lnTo>
                    <a:pt x="1175790" y="762415"/>
                  </a:lnTo>
                  <a:lnTo>
                    <a:pt x="1185507" y="756469"/>
                  </a:lnTo>
                  <a:lnTo>
                    <a:pt x="1195225" y="750416"/>
                  </a:lnTo>
                  <a:lnTo>
                    <a:pt x="1204942" y="744357"/>
                  </a:lnTo>
                  <a:lnTo>
                    <a:pt x="1214659" y="738292"/>
                  </a:lnTo>
                  <a:lnTo>
                    <a:pt x="1224376" y="732222"/>
                  </a:lnTo>
                  <a:lnTo>
                    <a:pt x="1234094" y="726145"/>
                  </a:lnTo>
                  <a:lnTo>
                    <a:pt x="1243811" y="720063"/>
                  </a:lnTo>
                  <a:lnTo>
                    <a:pt x="1253528" y="713976"/>
                  </a:lnTo>
                  <a:lnTo>
                    <a:pt x="1263246" y="707884"/>
                  </a:lnTo>
                  <a:lnTo>
                    <a:pt x="1272963" y="701788"/>
                  </a:lnTo>
                  <a:lnTo>
                    <a:pt x="1282680" y="695693"/>
                  </a:lnTo>
                  <a:lnTo>
                    <a:pt x="1292397" y="689595"/>
                  </a:lnTo>
                  <a:lnTo>
                    <a:pt x="1302115" y="683492"/>
                  </a:lnTo>
                  <a:lnTo>
                    <a:pt x="1311832" y="677756"/>
                  </a:lnTo>
                  <a:lnTo>
                    <a:pt x="1321549" y="672064"/>
                  </a:lnTo>
                  <a:lnTo>
                    <a:pt x="1331267" y="665316"/>
                  </a:lnTo>
                  <a:lnTo>
                    <a:pt x="1340984" y="658985"/>
                  </a:lnTo>
                  <a:lnTo>
                    <a:pt x="1350701" y="652848"/>
                  </a:lnTo>
                  <a:lnTo>
                    <a:pt x="1360418" y="646716"/>
                  </a:lnTo>
                  <a:lnTo>
                    <a:pt x="1370136" y="640584"/>
                  </a:lnTo>
                  <a:lnTo>
                    <a:pt x="1379853" y="634670"/>
                  </a:lnTo>
                  <a:lnTo>
                    <a:pt x="1389570" y="628856"/>
                  </a:lnTo>
                  <a:lnTo>
                    <a:pt x="1399287" y="623046"/>
                  </a:lnTo>
                  <a:lnTo>
                    <a:pt x="1409005" y="617240"/>
                  </a:lnTo>
                  <a:lnTo>
                    <a:pt x="1418722" y="611442"/>
                  </a:lnTo>
                  <a:lnTo>
                    <a:pt x="1428439" y="605649"/>
                  </a:lnTo>
                  <a:lnTo>
                    <a:pt x="1438157" y="599861"/>
                  </a:lnTo>
                  <a:lnTo>
                    <a:pt x="1447874" y="594078"/>
                  </a:lnTo>
                  <a:lnTo>
                    <a:pt x="1457591" y="588300"/>
                  </a:lnTo>
                  <a:lnTo>
                    <a:pt x="1467308" y="582529"/>
                  </a:lnTo>
                  <a:lnTo>
                    <a:pt x="1477026" y="576762"/>
                  </a:lnTo>
                  <a:lnTo>
                    <a:pt x="1486743" y="571002"/>
                  </a:lnTo>
                  <a:lnTo>
                    <a:pt x="1496460" y="565248"/>
                  </a:lnTo>
                  <a:lnTo>
                    <a:pt x="1506178" y="559499"/>
                  </a:lnTo>
                  <a:lnTo>
                    <a:pt x="1515895" y="553757"/>
                  </a:lnTo>
                  <a:lnTo>
                    <a:pt x="1525612" y="548022"/>
                  </a:lnTo>
                  <a:lnTo>
                    <a:pt x="1535329" y="542292"/>
                  </a:lnTo>
                  <a:lnTo>
                    <a:pt x="1545047" y="536570"/>
                  </a:lnTo>
                  <a:lnTo>
                    <a:pt x="1554764" y="530854"/>
                  </a:lnTo>
                  <a:lnTo>
                    <a:pt x="1564481" y="525145"/>
                  </a:lnTo>
                  <a:lnTo>
                    <a:pt x="1574198" y="519451"/>
                  </a:lnTo>
                  <a:lnTo>
                    <a:pt x="1583916" y="513352"/>
                  </a:lnTo>
                  <a:lnTo>
                    <a:pt x="1593633" y="506918"/>
                  </a:lnTo>
                  <a:lnTo>
                    <a:pt x="1603350" y="500478"/>
                  </a:lnTo>
                  <a:lnTo>
                    <a:pt x="1613068" y="494033"/>
                  </a:lnTo>
                  <a:lnTo>
                    <a:pt x="1622785" y="487583"/>
                  </a:lnTo>
                  <a:lnTo>
                    <a:pt x="1632502" y="481129"/>
                  </a:lnTo>
                  <a:lnTo>
                    <a:pt x="1642219" y="474950"/>
                  </a:lnTo>
                  <a:lnTo>
                    <a:pt x="1651937" y="469438"/>
                  </a:lnTo>
                  <a:lnTo>
                    <a:pt x="1661654" y="463962"/>
                  </a:lnTo>
                  <a:lnTo>
                    <a:pt x="1671371" y="458497"/>
                  </a:lnTo>
                  <a:lnTo>
                    <a:pt x="1681089" y="453045"/>
                  </a:lnTo>
                  <a:lnTo>
                    <a:pt x="1690806" y="447604"/>
                  </a:lnTo>
                  <a:lnTo>
                    <a:pt x="1700523" y="442175"/>
                  </a:lnTo>
                  <a:lnTo>
                    <a:pt x="1710240" y="436758"/>
                  </a:lnTo>
                  <a:lnTo>
                    <a:pt x="1719958" y="431354"/>
                  </a:lnTo>
                  <a:lnTo>
                    <a:pt x="1729675" y="425658"/>
                  </a:lnTo>
                  <a:lnTo>
                    <a:pt x="1739392" y="419459"/>
                  </a:lnTo>
                  <a:lnTo>
                    <a:pt x="1749109" y="413577"/>
                  </a:lnTo>
                  <a:lnTo>
                    <a:pt x="1758827" y="408168"/>
                  </a:lnTo>
                  <a:lnTo>
                    <a:pt x="1768544" y="402772"/>
                  </a:lnTo>
                  <a:lnTo>
                    <a:pt x="1778261" y="397388"/>
                  </a:lnTo>
                  <a:lnTo>
                    <a:pt x="1787979" y="392015"/>
                  </a:lnTo>
                  <a:lnTo>
                    <a:pt x="1797696" y="386656"/>
                  </a:lnTo>
                  <a:lnTo>
                    <a:pt x="1807413" y="380852"/>
                  </a:lnTo>
                  <a:lnTo>
                    <a:pt x="1817130" y="374406"/>
                  </a:lnTo>
                  <a:lnTo>
                    <a:pt x="1826848" y="367959"/>
                  </a:lnTo>
                  <a:lnTo>
                    <a:pt x="1836565" y="361510"/>
                  </a:lnTo>
                  <a:lnTo>
                    <a:pt x="1846282" y="355059"/>
                  </a:lnTo>
                  <a:lnTo>
                    <a:pt x="1856000" y="348606"/>
                  </a:lnTo>
                  <a:lnTo>
                    <a:pt x="1865717" y="342153"/>
                  </a:lnTo>
                  <a:lnTo>
                    <a:pt x="1875434" y="335698"/>
                  </a:lnTo>
                  <a:lnTo>
                    <a:pt x="1885151" y="329243"/>
                  </a:lnTo>
                  <a:lnTo>
                    <a:pt x="1894869" y="322787"/>
                  </a:lnTo>
                  <a:lnTo>
                    <a:pt x="1904586" y="316331"/>
                  </a:lnTo>
                  <a:lnTo>
                    <a:pt x="1914303" y="309889"/>
                  </a:lnTo>
                  <a:lnTo>
                    <a:pt x="1924020" y="303458"/>
                  </a:lnTo>
                  <a:lnTo>
                    <a:pt x="1933738" y="298028"/>
                  </a:lnTo>
                  <a:lnTo>
                    <a:pt x="1943455" y="292862"/>
                  </a:lnTo>
                  <a:lnTo>
                    <a:pt x="1953172" y="287712"/>
                  </a:lnTo>
                  <a:lnTo>
                    <a:pt x="1962890" y="282585"/>
                  </a:lnTo>
                  <a:lnTo>
                    <a:pt x="1972607" y="277497"/>
                  </a:lnTo>
                  <a:lnTo>
                    <a:pt x="1982324" y="272425"/>
                  </a:lnTo>
                  <a:lnTo>
                    <a:pt x="1992041" y="267368"/>
                  </a:lnTo>
                  <a:lnTo>
                    <a:pt x="2001759" y="262328"/>
                  </a:lnTo>
                  <a:lnTo>
                    <a:pt x="2011476" y="257304"/>
                  </a:lnTo>
                  <a:lnTo>
                    <a:pt x="2021193" y="252296"/>
                  </a:lnTo>
                  <a:lnTo>
                    <a:pt x="2030911" y="247305"/>
                  </a:lnTo>
                  <a:lnTo>
                    <a:pt x="2040628" y="242330"/>
                  </a:lnTo>
                  <a:lnTo>
                    <a:pt x="2050345" y="237371"/>
                  </a:lnTo>
                  <a:lnTo>
                    <a:pt x="2060062" y="232428"/>
                  </a:lnTo>
                  <a:lnTo>
                    <a:pt x="2069780" y="227502"/>
                  </a:lnTo>
                  <a:lnTo>
                    <a:pt x="2079497" y="222593"/>
                  </a:lnTo>
                  <a:lnTo>
                    <a:pt x="2089214" y="217700"/>
                  </a:lnTo>
                  <a:lnTo>
                    <a:pt x="2098931" y="212824"/>
                  </a:lnTo>
                  <a:lnTo>
                    <a:pt x="2108649" y="207965"/>
                  </a:lnTo>
                  <a:lnTo>
                    <a:pt x="2118366" y="203122"/>
                  </a:lnTo>
                  <a:lnTo>
                    <a:pt x="2128083" y="198296"/>
                  </a:lnTo>
                  <a:lnTo>
                    <a:pt x="2137801" y="193487"/>
                  </a:lnTo>
                  <a:lnTo>
                    <a:pt x="2147518" y="188695"/>
                  </a:lnTo>
                  <a:lnTo>
                    <a:pt x="2157235" y="182863"/>
                  </a:lnTo>
                  <a:lnTo>
                    <a:pt x="2166952" y="176992"/>
                  </a:lnTo>
                  <a:lnTo>
                    <a:pt x="2176670" y="171129"/>
                  </a:lnTo>
                  <a:lnTo>
                    <a:pt x="2186387" y="165273"/>
                  </a:lnTo>
                  <a:lnTo>
                    <a:pt x="2196104" y="159424"/>
                  </a:lnTo>
                  <a:lnTo>
                    <a:pt x="2205822" y="153584"/>
                  </a:lnTo>
                  <a:lnTo>
                    <a:pt x="2215539" y="148354"/>
                  </a:lnTo>
                  <a:lnTo>
                    <a:pt x="2225256" y="143565"/>
                  </a:lnTo>
                  <a:lnTo>
                    <a:pt x="2234973" y="138825"/>
                  </a:lnTo>
                  <a:lnTo>
                    <a:pt x="2244691" y="134104"/>
                  </a:lnTo>
                  <a:lnTo>
                    <a:pt x="2254408" y="129401"/>
                  </a:lnTo>
                  <a:lnTo>
                    <a:pt x="2264125" y="124715"/>
                  </a:lnTo>
                  <a:lnTo>
                    <a:pt x="2273842" y="120046"/>
                  </a:lnTo>
                  <a:lnTo>
                    <a:pt x="2283560" y="115395"/>
                  </a:lnTo>
                  <a:lnTo>
                    <a:pt x="2293277" y="110906"/>
                  </a:lnTo>
                  <a:lnTo>
                    <a:pt x="2302994" y="106568"/>
                  </a:lnTo>
                  <a:lnTo>
                    <a:pt x="2312712" y="101519"/>
                  </a:lnTo>
                  <a:lnTo>
                    <a:pt x="2322429" y="96907"/>
                  </a:lnTo>
                  <a:lnTo>
                    <a:pt x="2332146" y="92313"/>
                  </a:lnTo>
                  <a:lnTo>
                    <a:pt x="2341863" y="87736"/>
                  </a:lnTo>
                  <a:lnTo>
                    <a:pt x="2351581" y="83176"/>
                  </a:lnTo>
                  <a:lnTo>
                    <a:pt x="2361298" y="78633"/>
                  </a:lnTo>
                  <a:lnTo>
                    <a:pt x="2371015" y="74108"/>
                  </a:lnTo>
                  <a:lnTo>
                    <a:pt x="2380733" y="69600"/>
                  </a:lnTo>
                  <a:lnTo>
                    <a:pt x="2390450" y="65110"/>
                  </a:lnTo>
                  <a:lnTo>
                    <a:pt x="2400167" y="60637"/>
                  </a:lnTo>
                  <a:lnTo>
                    <a:pt x="2409884" y="55956"/>
                  </a:lnTo>
                  <a:lnTo>
                    <a:pt x="2419602" y="50943"/>
                  </a:lnTo>
                  <a:lnTo>
                    <a:pt x="2429319" y="45965"/>
                  </a:lnTo>
                  <a:lnTo>
                    <a:pt x="2439036" y="41001"/>
                  </a:lnTo>
                  <a:lnTo>
                    <a:pt x="2448753" y="36051"/>
                  </a:lnTo>
                  <a:lnTo>
                    <a:pt x="2458471" y="31116"/>
                  </a:lnTo>
                  <a:lnTo>
                    <a:pt x="2468188" y="26194"/>
                  </a:lnTo>
                  <a:lnTo>
                    <a:pt x="2477905" y="20757"/>
                  </a:lnTo>
                  <a:lnTo>
                    <a:pt x="2487623" y="15010"/>
                  </a:lnTo>
                  <a:lnTo>
                    <a:pt x="2497340" y="9271"/>
                  </a:lnTo>
                  <a:lnTo>
                    <a:pt x="2507057" y="4136"/>
                  </a:lnTo>
                  <a:lnTo>
                    <a:pt x="2516774" y="0"/>
                  </a:lnTo>
                  <a:lnTo>
                    <a:pt x="2516774" y="1596890"/>
                  </a:lnTo>
                  <a:lnTo>
                    <a:pt x="2507057" y="1594815"/>
                  </a:lnTo>
                  <a:lnTo>
                    <a:pt x="2497340" y="1592737"/>
                  </a:lnTo>
                  <a:lnTo>
                    <a:pt x="2487623" y="1590657"/>
                  </a:lnTo>
                  <a:lnTo>
                    <a:pt x="2477905" y="1588574"/>
                  </a:lnTo>
                  <a:lnTo>
                    <a:pt x="2468188" y="1586489"/>
                  </a:lnTo>
                  <a:lnTo>
                    <a:pt x="2458471" y="1584402"/>
                  </a:lnTo>
                  <a:lnTo>
                    <a:pt x="2448753" y="1582313"/>
                  </a:lnTo>
                  <a:lnTo>
                    <a:pt x="2439036" y="1580220"/>
                  </a:lnTo>
                  <a:lnTo>
                    <a:pt x="2429319" y="1578123"/>
                  </a:lnTo>
                  <a:lnTo>
                    <a:pt x="2419602" y="1576023"/>
                  </a:lnTo>
                  <a:lnTo>
                    <a:pt x="2409884" y="1573922"/>
                  </a:lnTo>
                  <a:lnTo>
                    <a:pt x="2400167" y="1571818"/>
                  </a:lnTo>
                  <a:lnTo>
                    <a:pt x="2390450" y="1569712"/>
                  </a:lnTo>
                  <a:lnTo>
                    <a:pt x="2380733" y="1567619"/>
                  </a:lnTo>
                  <a:lnTo>
                    <a:pt x="2371015" y="1565641"/>
                  </a:lnTo>
                  <a:lnTo>
                    <a:pt x="2361298" y="1563659"/>
                  </a:lnTo>
                  <a:lnTo>
                    <a:pt x="2351581" y="1561674"/>
                  </a:lnTo>
                  <a:lnTo>
                    <a:pt x="2341863" y="1559686"/>
                  </a:lnTo>
                  <a:lnTo>
                    <a:pt x="2332146" y="1557695"/>
                  </a:lnTo>
                  <a:lnTo>
                    <a:pt x="2322429" y="1555700"/>
                  </a:lnTo>
                  <a:lnTo>
                    <a:pt x="2312712" y="1553701"/>
                  </a:lnTo>
                  <a:lnTo>
                    <a:pt x="2302994" y="1551700"/>
                  </a:lnTo>
                  <a:lnTo>
                    <a:pt x="2293277" y="1549695"/>
                  </a:lnTo>
                  <a:lnTo>
                    <a:pt x="2283560" y="1547686"/>
                  </a:lnTo>
                  <a:lnTo>
                    <a:pt x="2273842" y="1545674"/>
                  </a:lnTo>
                  <a:lnTo>
                    <a:pt x="2264125" y="1543659"/>
                  </a:lnTo>
                  <a:lnTo>
                    <a:pt x="2254408" y="1541640"/>
                  </a:lnTo>
                  <a:lnTo>
                    <a:pt x="2244691" y="1539618"/>
                  </a:lnTo>
                  <a:lnTo>
                    <a:pt x="2234973" y="1537593"/>
                  </a:lnTo>
                  <a:lnTo>
                    <a:pt x="2225256" y="1535564"/>
                  </a:lnTo>
                  <a:lnTo>
                    <a:pt x="2215539" y="1533532"/>
                  </a:lnTo>
                  <a:lnTo>
                    <a:pt x="2205822" y="1531496"/>
                  </a:lnTo>
                  <a:lnTo>
                    <a:pt x="2196104" y="1529457"/>
                  </a:lnTo>
                  <a:lnTo>
                    <a:pt x="2186387" y="1527415"/>
                  </a:lnTo>
                  <a:lnTo>
                    <a:pt x="2176670" y="1525304"/>
                  </a:lnTo>
                  <a:lnTo>
                    <a:pt x="2166952" y="1523151"/>
                  </a:lnTo>
                  <a:lnTo>
                    <a:pt x="2157235" y="1520995"/>
                  </a:lnTo>
                  <a:lnTo>
                    <a:pt x="2147518" y="1518837"/>
                  </a:lnTo>
                  <a:lnTo>
                    <a:pt x="2137801" y="1516676"/>
                  </a:lnTo>
                  <a:lnTo>
                    <a:pt x="2128083" y="1514514"/>
                  </a:lnTo>
                  <a:lnTo>
                    <a:pt x="2118366" y="1512349"/>
                  </a:lnTo>
                  <a:lnTo>
                    <a:pt x="2108649" y="1510182"/>
                  </a:lnTo>
                  <a:lnTo>
                    <a:pt x="2098931" y="1508013"/>
                  </a:lnTo>
                  <a:lnTo>
                    <a:pt x="2089214" y="1505842"/>
                  </a:lnTo>
                  <a:lnTo>
                    <a:pt x="2079497" y="1503668"/>
                  </a:lnTo>
                  <a:lnTo>
                    <a:pt x="2069780" y="1501493"/>
                  </a:lnTo>
                  <a:lnTo>
                    <a:pt x="2060062" y="1499315"/>
                  </a:lnTo>
                  <a:lnTo>
                    <a:pt x="2050345" y="1497135"/>
                  </a:lnTo>
                  <a:lnTo>
                    <a:pt x="2040628" y="1494953"/>
                  </a:lnTo>
                  <a:lnTo>
                    <a:pt x="2030911" y="1492768"/>
                  </a:lnTo>
                  <a:lnTo>
                    <a:pt x="2021193" y="1490582"/>
                  </a:lnTo>
                  <a:lnTo>
                    <a:pt x="2011476" y="1488394"/>
                  </a:lnTo>
                  <a:lnTo>
                    <a:pt x="2001759" y="1486203"/>
                  </a:lnTo>
                  <a:lnTo>
                    <a:pt x="1992041" y="1484010"/>
                  </a:lnTo>
                  <a:lnTo>
                    <a:pt x="1982324" y="1481815"/>
                  </a:lnTo>
                  <a:lnTo>
                    <a:pt x="1972607" y="1479618"/>
                  </a:lnTo>
                  <a:lnTo>
                    <a:pt x="1962890" y="1477419"/>
                  </a:lnTo>
                  <a:lnTo>
                    <a:pt x="1953172" y="1475218"/>
                  </a:lnTo>
                  <a:lnTo>
                    <a:pt x="1943455" y="1473015"/>
                  </a:lnTo>
                  <a:lnTo>
                    <a:pt x="1933738" y="1470810"/>
                  </a:lnTo>
                  <a:lnTo>
                    <a:pt x="1924020" y="1468602"/>
                  </a:lnTo>
                  <a:lnTo>
                    <a:pt x="1914303" y="1466393"/>
                  </a:lnTo>
                  <a:lnTo>
                    <a:pt x="1904586" y="1464181"/>
                  </a:lnTo>
                  <a:lnTo>
                    <a:pt x="1894869" y="1461968"/>
                  </a:lnTo>
                  <a:lnTo>
                    <a:pt x="1885151" y="1459752"/>
                  </a:lnTo>
                  <a:lnTo>
                    <a:pt x="1875434" y="1457534"/>
                  </a:lnTo>
                  <a:lnTo>
                    <a:pt x="1865717" y="1455315"/>
                  </a:lnTo>
                  <a:lnTo>
                    <a:pt x="1856000" y="1453093"/>
                  </a:lnTo>
                  <a:lnTo>
                    <a:pt x="1846282" y="1450870"/>
                  </a:lnTo>
                  <a:lnTo>
                    <a:pt x="1836565" y="1448644"/>
                  </a:lnTo>
                  <a:lnTo>
                    <a:pt x="1826848" y="1446416"/>
                  </a:lnTo>
                  <a:lnTo>
                    <a:pt x="1817130" y="1444187"/>
                  </a:lnTo>
                  <a:lnTo>
                    <a:pt x="1807413" y="1441955"/>
                  </a:lnTo>
                  <a:lnTo>
                    <a:pt x="1797696" y="1439820"/>
                  </a:lnTo>
                  <a:lnTo>
                    <a:pt x="1787979" y="1437683"/>
                  </a:lnTo>
                  <a:lnTo>
                    <a:pt x="1778261" y="1435543"/>
                  </a:lnTo>
                  <a:lnTo>
                    <a:pt x="1768544" y="1433399"/>
                  </a:lnTo>
                  <a:lnTo>
                    <a:pt x="1758827" y="1431252"/>
                  </a:lnTo>
                  <a:lnTo>
                    <a:pt x="1749109" y="1429102"/>
                  </a:lnTo>
                  <a:lnTo>
                    <a:pt x="1739392" y="1426948"/>
                  </a:lnTo>
                  <a:lnTo>
                    <a:pt x="1729675" y="1424791"/>
                  </a:lnTo>
                  <a:lnTo>
                    <a:pt x="1719958" y="1422631"/>
                  </a:lnTo>
                  <a:lnTo>
                    <a:pt x="1710240" y="1420467"/>
                  </a:lnTo>
                  <a:lnTo>
                    <a:pt x="1700523" y="1418300"/>
                  </a:lnTo>
                  <a:lnTo>
                    <a:pt x="1690806" y="1416129"/>
                  </a:lnTo>
                  <a:lnTo>
                    <a:pt x="1681089" y="1413955"/>
                  </a:lnTo>
                  <a:lnTo>
                    <a:pt x="1671371" y="1411778"/>
                  </a:lnTo>
                  <a:lnTo>
                    <a:pt x="1661654" y="1409596"/>
                  </a:lnTo>
                  <a:lnTo>
                    <a:pt x="1651937" y="1407411"/>
                  </a:lnTo>
                  <a:lnTo>
                    <a:pt x="1642219" y="1405223"/>
                  </a:lnTo>
                  <a:lnTo>
                    <a:pt x="1632502" y="1403032"/>
                  </a:lnTo>
                  <a:lnTo>
                    <a:pt x="1622785" y="1400837"/>
                  </a:lnTo>
                  <a:lnTo>
                    <a:pt x="1613068" y="1398639"/>
                  </a:lnTo>
                  <a:lnTo>
                    <a:pt x="1603350" y="1396437"/>
                  </a:lnTo>
                  <a:lnTo>
                    <a:pt x="1593633" y="1394233"/>
                  </a:lnTo>
                  <a:lnTo>
                    <a:pt x="1583916" y="1392025"/>
                  </a:lnTo>
                  <a:lnTo>
                    <a:pt x="1574198" y="1389814"/>
                  </a:lnTo>
                  <a:lnTo>
                    <a:pt x="1564481" y="1387599"/>
                  </a:lnTo>
                  <a:lnTo>
                    <a:pt x="1554764" y="1385381"/>
                  </a:lnTo>
                  <a:lnTo>
                    <a:pt x="1545047" y="1383160"/>
                  </a:lnTo>
                  <a:lnTo>
                    <a:pt x="1535329" y="1380936"/>
                  </a:lnTo>
                  <a:lnTo>
                    <a:pt x="1525612" y="1378708"/>
                  </a:lnTo>
                  <a:lnTo>
                    <a:pt x="1515895" y="1376478"/>
                  </a:lnTo>
                  <a:lnTo>
                    <a:pt x="1506178" y="1374244"/>
                  </a:lnTo>
                  <a:lnTo>
                    <a:pt x="1496460" y="1372007"/>
                  </a:lnTo>
                  <a:lnTo>
                    <a:pt x="1486743" y="1369766"/>
                  </a:lnTo>
                  <a:lnTo>
                    <a:pt x="1477026" y="1367522"/>
                  </a:lnTo>
                  <a:lnTo>
                    <a:pt x="1467308" y="1365276"/>
                  </a:lnTo>
                  <a:lnTo>
                    <a:pt x="1457591" y="1363025"/>
                  </a:lnTo>
                  <a:lnTo>
                    <a:pt x="1447874" y="1360772"/>
                  </a:lnTo>
                  <a:lnTo>
                    <a:pt x="1438157" y="1358516"/>
                  </a:lnTo>
                  <a:lnTo>
                    <a:pt x="1428439" y="1356256"/>
                  </a:lnTo>
                  <a:lnTo>
                    <a:pt x="1418722" y="1353993"/>
                  </a:lnTo>
                  <a:lnTo>
                    <a:pt x="1409005" y="1351727"/>
                  </a:lnTo>
                  <a:lnTo>
                    <a:pt x="1399287" y="1349458"/>
                  </a:lnTo>
                  <a:lnTo>
                    <a:pt x="1389570" y="1347185"/>
                  </a:lnTo>
                  <a:lnTo>
                    <a:pt x="1379853" y="1344910"/>
                  </a:lnTo>
                  <a:lnTo>
                    <a:pt x="1370136" y="1342631"/>
                  </a:lnTo>
                  <a:lnTo>
                    <a:pt x="1360418" y="1340349"/>
                  </a:lnTo>
                  <a:lnTo>
                    <a:pt x="1350701" y="1338064"/>
                  </a:lnTo>
                  <a:lnTo>
                    <a:pt x="1340984" y="1335776"/>
                  </a:lnTo>
                  <a:lnTo>
                    <a:pt x="1331267" y="1333485"/>
                  </a:lnTo>
                  <a:lnTo>
                    <a:pt x="1321549" y="1331191"/>
                  </a:lnTo>
                  <a:lnTo>
                    <a:pt x="1311832" y="1328893"/>
                  </a:lnTo>
                  <a:lnTo>
                    <a:pt x="1302115" y="1326593"/>
                  </a:lnTo>
                  <a:lnTo>
                    <a:pt x="1292397" y="1324289"/>
                  </a:lnTo>
                  <a:lnTo>
                    <a:pt x="1282680" y="1321982"/>
                  </a:lnTo>
                  <a:lnTo>
                    <a:pt x="1272963" y="1319673"/>
                  </a:lnTo>
                  <a:lnTo>
                    <a:pt x="1263246" y="1317360"/>
                  </a:lnTo>
                  <a:lnTo>
                    <a:pt x="1253528" y="1315044"/>
                  </a:lnTo>
                  <a:lnTo>
                    <a:pt x="1243811" y="1312725"/>
                  </a:lnTo>
                  <a:lnTo>
                    <a:pt x="1234094" y="1310403"/>
                  </a:lnTo>
                  <a:lnTo>
                    <a:pt x="1224376" y="1308078"/>
                  </a:lnTo>
                  <a:lnTo>
                    <a:pt x="1214659" y="1305749"/>
                  </a:lnTo>
                  <a:lnTo>
                    <a:pt x="1204942" y="1303418"/>
                  </a:lnTo>
                  <a:lnTo>
                    <a:pt x="1195225" y="1301084"/>
                  </a:lnTo>
                  <a:lnTo>
                    <a:pt x="1185507" y="1298747"/>
                  </a:lnTo>
                  <a:lnTo>
                    <a:pt x="1175790" y="1296406"/>
                  </a:lnTo>
                  <a:lnTo>
                    <a:pt x="1166073" y="1294061"/>
                  </a:lnTo>
                  <a:lnTo>
                    <a:pt x="1156356" y="1291686"/>
                  </a:lnTo>
                  <a:lnTo>
                    <a:pt x="1146638" y="1289308"/>
                  </a:lnTo>
                  <a:lnTo>
                    <a:pt x="1136921" y="1286929"/>
                  </a:lnTo>
                  <a:lnTo>
                    <a:pt x="1127204" y="1284547"/>
                  </a:lnTo>
                  <a:lnTo>
                    <a:pt x="1117486" y="1282163"/>
                  </a:lnTo>
                  <a:lnTo>
                    <a:pt x="1107769" y="1279778"/>
                  </a:lnTo>
                  <a:lnTo>
                    <a:pt x="1098052" y="1277390"/>
                  </a:lnTo>
                  <a:lnTo>
                    <a:pt x="1088335" y="1275000"/>
                  </a:lnTo>
                  <a:lnTo>
                    <a:pt x="1078617" y="1272608"/>
                  </a:lnTo>
                  <a:lnTo>
                    <a:pt x="1068900" y="1270214"/>
                  </a:lnTo>
                  <a:lnTo>
                    <a:pt x="1059183" y="1267819"/>
                  </a:lnTo>
                  <a:lnTo>
                    <a:pt x="1049465" y="1265421"/>
                  </a:lnTo>
                  <a:lnTo>
                    <a:pt x="1039748" y="1263021"/>
                  </a:lnTo>
                  <a:lnTo>
                    <a:pt x="1030031" y="1260619"/>
                  </a:lnTo>
                  <a:lnTo>
                    <a:pt x="1020314" y="1258215"/>
                  </a:lnTo>
                  <a:lnTo>
                    <a:pt x="1010596" y="1255809"/>
                  </a:lnTo>
                  <a:lnTo>
                    <a:pt x="1000879" y="1253402"/>
                  </a:lnTo>
                  <a:lnTo>
                    <a:pt x="991162" y="1250992"/>
                  </a:lnTo>
                  <a:lnTo>
                    <a:pt x="981445" y="1248580"/>
                  </a:lnTo>
                  <a:lnTo>
                    <a:pt x="971727" y="1246167"/>
                  </a:lnTo>
                  <a:lnTo>
                    <a:pt x="962010" y="1243751"/>
                  </a:lnTo>
                  <a:lnTo>
                    <a:pt x="952293" y="1241334"/>
                  </a:lnTo>
                  <a:lnTo>
                    <a:pt x="942575" y="1238915"/>
                  </a:lnTo>
                  <a:lnTo>
                    <a:pt x="932858" y="1236494"/>
                  </a:lnTo>
                  <a:lnTo>
                    <a:pt x="923141" y="1234070"/>
                  </a:lnTo>
                  <a:lnTo>
                    <a:pt x="913424" y="1231645"/>
                  </a:lnTo>
                  <a:lnTo>
                    <a:pt x="903706" y="1229218"/>
                  </a:lnTo>
                  <a:lnTo>
                    <a:pt x="893989" y="1226788"/>
                  </a:lnTo>
                  <a:lnTo>
                    <a:pt x="884272" y="1224357"/>
                  </a:lnTo>
                  <a:lnTo>
                    <a:pt x="874554" y="1221925"/>
                  </a:lnTo>
                  <a:lnTo>
                    <a:pt x="864837" y="1219490"/>
                  </a:lnTo>
                  <a:lnTo>
                    <a:pt x="855120" y="1217054"/>
                  </a:lnTo>
                  <a:lnTo>
                    <a:pt x="845403" y="1214616"/>
                  </a:lnTo>
                  <a:lnTo>
                    <a:pt x="835685" y="1212176"/>
                  </a:lnTo>
                  <a:lnTo>
                    <a:pt x="825968" y="1209735"/>
                  </a:lnTo>
                  <a:lnTo>
                    <a:pt x="816251" y="1207292"/>
                  </a:lnTo>
                  <a:lnTo>
                    <a:pt x="806534" y="1204847"/>
                  </a:lnTo>
                  <a:lnTo>
                    <a:pt x="796816" y="1202400"/>
                  </a:lnTo>
                  <a:lnTo>
                    <a:pt x="787099" y="1199952"/>
                  </a:lnTo>
                  <a:lnTo>
                    <a:pt x="777382" y="1197502"/>
                  </a:lnTo>
                  <a:lnTo>
                    <a:pt x="767664" y="1195050"/>
                  </a:lnTo>
                  <a:lnTo>
                    <a:pt x="757947" y="1192597"/>
                  </a:lnTo>
                  <a:lnTo>
                    <a:pt x="748230" y="1190142"/>
                  </a:lnTo>
                  <a:lnTo>
                    <a:pt x="738513" y="1187685"/>
                  </a:lnTo>
                  <a:lnTo>
                    <a:pt x="728795" y="1185227"/>
                  </a:lnTo>
                  <a:lnTo>
                    <a:pt x="719078" y="1182767"/>
                  </a:lnTo>
                  <a:lnTo>
                    <a:pt x="709361" y="1180306"/>
                  </a:lnTo>
                  <a:lnTo>
                    <a:pt x="699643" y="1177843"/>
                  </a:lnTo>
                  <a:lnTo>
                    <a:pt x="689926" y="1175378"/>
                  </a:lnTo>
                  <a:lnTo>
                    <a:pt x="680209" y="1172912"/>
                  </a:lnTo>
                  <a:lnTo>
                    <a:pt x="670492" y="1170444"/>
                  </a:lnTo>
                  <a:lnTo>
                    <a:pt x="660774" y="1167975"/>
                  </a:lnTo>
                  <a:lnTo>
                    <a:pt x="651057" y="1165504"/>
                  </a:lnTo>
                  <a:lnTo>
                    <a:pt x="641340" y="1163032"/>
                  </a:lnTo>
                  <a:lnTo>
                    <a:pt x="631623" y="1160558"/>
                  </a:lnTo>
                  <a:lnTo>
                    <a:pt x="621905" y="1158083"/>
                  </a:lnTo>
                  <a:lnTo>
                    <a:pt x="612188" y="1155606"/>
                  </a:lnTo>
                  <a:lnTo>
                    <a:pt x="602471" y="1153128"/>
                  </a:lnTo>
                  <a:lnTo>
                    <a:pt x="592753" y="1150648"/>
                  </a:lnTo>
                  <a:lnTo>
                    <a:pt x="583036" y="1148167"/>
                  </a:lnTo>
                  <a:lnTo>
                    <a:pt x="573319" y="1145684"/>
                  </a:lnTo>
                  <a:lnTo>
                    <a:pt x="563602" y="1143200"/>
                  </a:lnTo>
                  <a:lnTo>
                    <a:pt x="553884" y="1140715"/>
                  </a:lnTo>
                  <a:lnTo>
                    <a:pt x="544167" y="1138228"/>
                  </a:lnTo>
                  <a:lnTo>
                    <a:pt x="534450" y="1139983"/>
                  </a:lnTo>
                  <a:lnTo>
                    <a:pt x="524732" y="1145377"/>
                  </a:lnTo>
                  <a:lnTo>
                    <a:pt x="515015" y="1150759"/>
                  </a:lnTo>
                  <a:lnTo>
                    <a:pt x="505298" y="1156127"/>
                  </a:lnTo>
                  <a:lnTo>
                    <a:pt x="495581" y="1161481"/>
                  </a:lnTo>
                  <a:lnTo>
                    <a:pt x="485863" y="1166821"/>
                  </a:lnTo>
                  <a:lnTo>
                    <a:pt x="476146" y="1172147"/>
                  </a:lnTo>
                  <a:lnTo>
                    <a:pt x="466429" y="1177442"/>
                  </a:lnTo>
                  <a:lnTo>
                    <a:pt x="456712" y="1182711"/>
                  </a:lnTo>
                  <a:lnTo>
                    <a:pt x="446994" y="1187961"/>
                  </a:lnTo>
                  <a:lnTo>
                    <a:pt x="437277" y="1193189"/>
                  </a:lnTo>
                  <a:lnTo>
                    <a:pt x="427560" y="1198398"/>
                  </a:lnTo>
                  <a:lnTo>
                    <a:pt x="417842" y="1203585"/>
                  </a:lnTo>
                  <a:lnTo>
                    <a:pt x="408125" y="1208801"/>
                  </a:lnTo>
                  <a:lnTo>
                    <a:pt x="398408" y="1214027"/>
                  </a:lnTo>
                  <a:lnTo>
                    <a:pt x="388691" y="1219243"/>
                  </a:lnTo>
                  <a:lnTo>
                    <a:pt x="378973" y="1224448"/>
                  </a:lnTo>
                  <a:lnTo>
                    <a:pt x="369256" y="1229643"/>
                  </a:lnTo>
                  <a:lnTo>
                    <a:pt x="359539" y="1234827"/>
                  </a:lnTo>
                  <a:lnTo>
                    <a:pt x="349821" y="1240000"/>
                  </a:lnTo>
                  <a:lnTo>
                    <a:pt x="340104" y="1245162"/>
                  </a:lnTo>
                  <a:lnTo>
                    <a:pt x="330387" y="1250313"/>
                  </a:lnTo>
                  <a:lnTo>
                    <a:pt x="320670" y="1255440"/>
                  </a:lnTo>
                  <a:lnTo>
                    <a:pt x="310952" y="1260513"/>
                  </a:lnTo>
                  <a:lnTo>
                    <a:pt x="301235" y="1265579"/>
                  </a:lnTo>
                  <a:lnTo>
                    <a:pt x="291518" y="1270636"/>
                  </a:lnTo>
                  <a:lnTo>
                    <a:pt x="281801" y="1275695"/>
                  </a:lnTo>
                  <a:lnTo>
                    <a:pt x="272083" y="1280779"/>
                  </a:lnTo>
                  <a:lnTo>
                    <a:pt x="262366" y="1285853"/>
                  </a:lnTo>
                  <a:lnTo>
                    <a:pt x="252649" y="1290916"/>
                  </a:lnTo>
                  <a:lnTo>
                    <a:pt x="242931" y="1295966"/>
                  </a:lnTo>
                  <a:lnTo>
                    <a:pt x="233214" y="1301006"/>
                  </a:lnTo>
                  <a:lnTo>
                    <a:pt x="223497" y="1306034"/>
                  </a:lnTo>
                  <a:lnTo>
                    <a:pt x="213780" y="1311051"/>
                  </a:lnTo>
                  <a:lnTo>
                    <a:pt x="204062" y="1316056"/>
                  </a:lnTo>
                  <a:lnTo>
                    <a:pt x="194345" y="1321049"/>
                  </a:lnTo>
                  <a:lnTo>
                    <a:pt x="184628" y="1326031"/>
                  </a:lnTo>
                  <a:lnTo>
                    <a:pt x="174910" y="1331001"/>
                  </a:lnTo>
                  <a:lnTo>
                    <a:pt x="165193" y="1335959"/>
                  </a:lnTo>
                  <a:lnTo>
                    <a:pt x="155476" y="1340905"/>
                  </a:lnTo>
                  <a:lnTo>
                    <a:pt x="145759" y="1345840"/>
                  </a:lnTo>
                  <a:lnTo>
                    <a:pt x="136041" y="1350762"/>
                  </a:lnTo>
                  <a:lnTo>
                    <a:pt x="126324" y="1355669"/>
                  </a:lnTo>
                  <a:lnTo>
                    <a:pt x="116607" y="1360530"/>
                  </a:lnTo>
                  <a:lnTo>
                    <a:pt x="106890" y="1365297"/>
                  </a:lnTo>
                  <a:lnTo>
                    <a:pt x="97172" y="1370046"/>
                  </a:lnTo>
                  <a:lnTo>
                    <a:pt x="87455" y="1374852"/>
                  </a:lnTo>
                  <a:lnTo>
                    <a:pt x="77738" y="1379760"/>
                  </a:lnTo>
                  <a:lnTo>
                    <a:pt x="68020" y="1384658"/>
                  </a:lnTo>
                  <a:lnTo>
                    <a:pt x="58303" y="1389546"/>
                  </a:lnTo>
                  <a:lnTo>
                    <a:pt x="48586" y="1394424"/>
                  </a:lnTo>
                  <a:lnTo>
                    <a:pt x="38869" y="1399292"/>
                  </a:lnTo>
                  <a:lnTo>
                    <a:pt x="29151" y="1404087"/>
                  </a:lnTo>
                  <a:lnTo>
                    <a:pt x="19434" y="1408859"/>
                  </a:lnTo>
                  <a:lnTo>
                    <a:pt x="9717" y="1413617"/>
                  </a:lnTo>
                  <a:lnTo>
                    <a:pt x="0" y="1418363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3486209" y="2269958"/>
              <a:ext cx="2516774" cy="1135739"/>
            </a:xfrm>
            <a:custGeom>
              <a:avLst/>
              <a:pathLst>
                <a:path w="2516774" h="1135739">
                  <a:moveTo>
                    <a:pt x="0" y="997048"/>
                  </a:moveTo>
                  <a:lnTo>
                    <a:pt x="9717" y="999597"/>
                  </a:lnTo>
                  <a:lnTo>
                    <a:pt x="19434" y="1002144"/>
                  </a:lnTo>
                  <a:lnTo>
                    <a:pt x="29151" y="1004691"/>
                  </a:lnTo>
                  <a:lnTo>
                    <a:pt x="38869" y="1007238"/>
                  </a:lnTo>
                  <a:lnTo>
                    <a:pt x="48586" y="1009797"/>
                  </a:lnTo>
                  <a:lnTo>
                    <a:pt x="58303" y="1012370"/>
                  </a:lnTo>
                  <a:lnTo>
                    <a:pt x="68020" y="1014941"/>
                  </a:lnTo>
                  <a:lnTo>
                    <a:pt x="77738" y="1017509"/>
                  </a:lnTo>
                  <a:lnTo>
                    <a:pt x="87455" y="1020076"/>
                  </a:lnTo>
                  <a:lnTo>
                    <a:pt x="97172" y="1022641"/>
                  </a:lnTo>
                  <a:lnTo>
                    <a:pt x="106890" y="1025204"/>
                  </a:lnTo>
                  <a:lnTo>
                    <a:pt x="116607" y="1027764"/>
                  </a:lnTo>
                  <a:lnTo>
                    <a:pt x="126324" y="1030323"/>
                  </a:lnTo>
                  <a:lnTo>
                    <a:pt x="136041" y="1032879"/>
                  </a:lnTo>
                  <a:lnTo>
                    <a:pt x="145759" y="1035434"/>
                  </a:lnTo>
                  <a:lnTo>
                    <a:pt x="155476" y="1037986"/>
                  </a:lnTo>
                  <a:lnTo>
                    <a:pt x="165193" y="1040536"/>
                  </a:lnTo>
                  <a:lnTo>
                    <a:pt x="174910" y="1043084"/>
                  </a:lnTo>
                  <a:lnTo>
                    <a:pt x="184628" y="1045600"/>
                  </a:lnTo>
                  <a:lnTo>
                    <a:pt x="194345" y="1048114"/>
                  </a:lnTo>
                  <a:lnTo>
                    <a:pt x="204062" y="1050629"/>
                  </a:lnTo>
                  <a:lnTo>
                    <a:pt x="213780" y="1053142"/>
                  </a:lnTo>
                  <a:lnTo>
                    <a:pt x="223497" y="1055655"/>
                  </a:lnTo>
                  <a:lnTo>
                    <a:pt x="233214" y="1058168"/>
                  </a:lnTo>
                  <a:lnTo>
                    <a:pt x="242931" y="1060680"/>
                  </a:lnTo>
                  <a:lnTo>
                    <a:pt x="252649" y="1063191"/>
                  </a:lnTo>
                  <a:lnTo>
                    <a:pt x="262366" y="1065702"/>
                  </a:lnTo>
                  <a:lnTo>
                    <a:pt x="272083" y="1068213"/>
                  </a:lnTo>
                  <a:lnTo>
                    <a:pt x="281801" y="1070723"/>
                  </a:lnTo>
                  <a:lnTo>
                    <a:pt x="291518" y="1073232"/>
                  </a:lnTo>
                  <a:lnTo>
                    <a:pt x="301235" y="1075741"/>
                  </a:lnTo>
                  <a:lnTo>
                    <a:pt x="310952" y="1078249"/>
                  </a:lnTo>
                  <a:lnTo>
                    <a:pt x="320670" y="1080756"/>
                  </a:lnTo>
                  <a:lnTo>
                    <a:pt x="330387" y="1083263"/>
                  </a:lnTo>
                  <a:lnTo>
                    <a:pt x="340104" y="1085769"/>
                  </a:lnTo>
                  <a:lnTo>
                    <a:pt x="349821" y="1088274"/>
                  </a:lnTo>
                  <a:lnTo>
                    <a:pt x="359539" y="1090779"/>
                  </a:lnTo>
                  <a:lnTo>
                    <a:pt x="369256" y="1093283"/>
                  </a:lnTo>
                  <a:lnTo>
                    <a:pt x="378973" y="1095787"/>
                  </a:lnTo>
                  <a:lnTo>
                    <a:pt x="388691" y="1098290"/>
                  </a:lnTo>
                  <a:lnTo>
                    <a:pt x="398408" y="1100792"/>
                  </a:lnTo>
                  <a:lnTo>
                    <a:pt x="408125" y="1103293"/>
                  </a:lnTo>
                  <a:lnTo>
                    <a:pt x="417842" y="1105794"/>
                  </a:lnTo>
                  <a:lnTo>
                    <a:pt x="427560" y="1108293"/>
                  </a:lnTo>
                  <a:lnTo>
                    <a:pt x="437277" y="1110793"/>
                  </a:lnTo>
                  <a:lnTo>
                    <a:pt x="446994" y="1113291"/>
                  </a:lnTo>
                  <a:lnTo>
                    <a:pt x="456712" y="1115788"/>
                  </a:lnTo>
                  <a:lnTo>
                    <a:pt x="466429" y="1118285"/>
                  </a:lnTo>
                  <a:lnTo>
                    <a:pt x="476146" y="1120781"/>
                  </a:lnTo>
                  <a:lnTo>
                    <a:pt x="485863" y="1123277"/>
                  </a:lnTo>
                  <a:lnTo>
                    <a:pt x="495581" y="1125772"/>
                  </a:lnTo>
                  <a:lnTo>
                    <a:pt x="505298" y="1128266"/>
                  </a:lnTo>
                  <a:lnTo>
                    <a:pt x="515015" y="1130759"/>
                  </a:lnTo>
                  <a:lnTo>
                    <a:pt x="524732" y="1133250"/>
                  </a:lnTo>
                  <a:lnTo>
                    <a:pt x="534450" y="1135739"/>
                  </a:lnTo>
                  <a:lnTo>
                    <a:pt x="544167" y="1134574"/>
                  </a:lnTo>
                  <a:lnTo>
                    <a:pt x="553884" y="1129153"/>
                  </a:lnTo>
                  <a:lnTo>
                    <a:pt x="563602" y="1123718"/>
                  </a:lnTo>
                  <a:lnTo>
                    <a:pt x="573319" y="1118271"/>
                  </a:lnTo>
                  <a:lnTo>
                    <a:pt x="583036" y="1112810"/>
                  </a:lnTo>
                  <a:lnTo>
                    <a:pt x="592753" y="1107337"/>
                  </a:lnTo>
                  <a:lnTo>
                    <a:pt x="602471" y="1101850"/>
                  </a:lnTo>
                  <a:lnTo>
                    <a:pt x="612188" y="1096352"/>
                  </a:lnTo>
                  <a:lnTo>
                    <a:pt x="621905" y="1090815"/>
                  </a:lnTo>
                  <a:lnTo>
                    <a:pt x="631623" y="1085240"/>
                  </a:lnTo>
                  <a:lnTo>
                    <a:pt x="641340" y="1079643"/>
                  </a:lnTo>
                  <a:lnTo>
                    <a:pt x="651057" y="1074025"/>
                  </a:lnTo>
                  <a:lnTo>
                    <a:pt x="660774" y="1068384"/>
                  </a:lnTo>
                  <a:lnTo>
                    <a:pt x="670492" y="1062721"/>
                  </a:lnTo>
                  <a:lnTo>
                    <a:pt x="680209" y="1057142"/>
                  </a:lnTo>
                  <a:lnTo>
                    <a:pt x="689926" y="1051598"/>
                  </a:lnTo>
                  <a:lnTo>
                    <a:pt x="699643" y="1046053"/>
                  </a:lnTo>
                  <a:lnTo>
                    <a:pt x="709361" y="1040506"/>
                  </a:lnTo>
                  <a:lnTo>
                    <a:pt x="719078" y="1034792"/>
                  </a:lnTo>
                  <a:lnTo>
                    <a:pt x="728795" y="1028971"/>
                  </a:lnTo>
                  <a:lnTo>
                    <a:pt x="738513" y="1023123"/>
                  </a:lnTo>
                  <a:lnTo>
                    <a:pt x="748230" y="1017247"/>
                  </a:lnTo>
                  <a:lnTo>
                    <a:pt x="757947" y="1011543"/>
                  </a:lnTo>
                  <a:lnTo>
                    <a:pt x="767664" y="1005930"/>
                  </a:lnTo>
                  <a:lnTo>
                    <a:pt x="777382" y="1000317"/>
                  </a:lnTo>
                  <a:lnTo>
                    <a:pt x="787099" y="994702"/>
                  </a:lnTo>
                  <a:lnTo>
                    <a:pt x="796816" y="989087"/>
                  </a:lnTo>
                  <a:lnTo>
                    <a:pt x="806534" y="983471"/>
                  </a:lnTo>
                  <a:lnTo>
                    <a:pt x="816251" y="977855"/>
                  </a:lnTo>
                  <a:lnTo>
                    <a:pt x="825968" y="972239"/>
                  </a:lnTo>
                  <a:lnTo>
                    <a:pt x="835685" y="966638"/>
                  </a:lnTo>
                  <a:lnTo>
                    <a:pt x="845403" y="961006"/>
                  </a:lnTo>
                  <a:lnTo>
                    <a:pt x="855120" y="955252"/>
                  </a:lnTo>
                  <a:lnTo>
                    <a:pt x="864837" y="949457"/>
                  </a:lnTo>
                  <a:lnTo>
                    <a:pt x="874554" y="943666"/>
                  </a:lnTo>
                  <a:lnTo>
                    <a:pt x="884272" y="937866"/>
                  </a:lnTo>
                  <a:lnTo>
                    <a:pt x="893989" y="932057"/>
                  </a:lnTo>
                  <a:lnTo>
                    <a:pt x="903706" y="926240"/>
                  </a:lnTo>
                  <a:lnTo>
                    <a:pt x="913424" y="920414"/>
                  </a:lnTo>
                  <a:lnTo>
                    <a:pt x="923141" y="914579"/>
                  </a:lnTo>
                  <a:lnTo>
                    <a:pt x="932858" y="908739"/>
                  </a:lnTo>
                  <a:lnTo>
                    <a:pt x="942575" y="902896"/>
                  </a:lnTo>
                  <a:lnTo>
                    <a:pt x="952293" y="897045"/>
                  </a:lnTo>
                  <a:lnTo>
                    <a:pt x="962010" y="891187"/>
                  </a:lnTo>
                  <a:lnTo>
                    <a:pt x="971727" y="885321"/>
                  </a:lnTo>
                  <a:lnTo>
                    <a:pt x="981445" y="879448"/>
                  </a:lnTo>
                  <a:lnTo>
                    <a:pt x="991162" y="873568"/>
                  </a:lnTo>
                  <a:lnTo>
                    <a:pt x="1000879" y="867681"/>
                  </a:lnTo>
                  <a:lnTo>
                    <a:pt x="1010596" y="861788"/>
                  </a:lnTo>
                  <a:lnTo>
                    <a:pt x="1020314" y="855897"/>
                  </a:lnTo>
                  <a:lnTo>
                    <a:pt x="1030031" y="850155"/>
                  </a:lnTo>
                  <a:lnTo>
                    <a:pt x="1039748" y="844413"/>
                  </a:lnTo>
                  <a:lnTo>
                    <a:pt x="1049465" y="838522"/>
                  </a:lnTo>
                  <a:lnTo>
                    <a:pt x="1059183" y="832519"/>
                  </a:lnTo>
                  <a:lnTo>
                    <a:pt x="1068900" y="826507"/>
                  </a:lnTo>
                  <a:lnTo>
                    <a:pt x="1078617" y="820489"/>
                  </a:lnTo>
                  <a:lnTo>
                    <a:pt x="1088335" y="814665"/>
                  </a:lnTo>
                  <a:lnTo>
                    <a:pt x="1098052" y="808858"/>
                  </a:lnTo>
                  <a:lnTo>
                    <a:pt x="1107769" y="803052"/>
                  </a:lnTo>
                  <a:lnTo>
                    <a:pt x="1117486" y="797247"/>
                  </a:lnTo>
                  <a:lnTo>
                    <a:pt x="1127204" y="791441"/>
                  </a:lnTo>
                  <a:lnTo>
                    <a:pt x="1136921" y="785635"/>
                  </a:lnTo>
                  <a:lnTo>
                    <a:pt x="1146638" y="779829"/>
                  </a:lnTo>
                  <a:lnTo>
                    <a:pt x="1156356" y="774024"/>
                  </a:lnTo>
                  <a:lnTo>
                    <a:pt x="1166073" y="768219"/>
                  </a:lnTo>
                  <a:lnTo>
                    <a:pt x="1175790" y="762415"/>
                  </a:lnTo>
                  <a:lnTo>
                    <a:pt x="1185507" y="756469"/>
                  </a:lnTo>
                  <a:lnTo>
                    <a:pt x="1195225" y="750416"/>
                  </a:lnTo>
                  <a:lnTo>
                    <a:pt x="1204942" y="744357"/>
                  </a:lnTo>
                  <a:lnTo>
                    <a:pt x="1214659" y="738292"/>
                  </a:lnTo>
                  <a:lnTo>
                    <a:pt x="1224376" y="732222"/>
                  </a:lnTo>
                  <a:lnTo>
                    <a:pt x="1234094" y="726145"/>
                  </a:lnTo>
                  <a:lnTo>
                    <a:pt x="1243811" y="720063"/>
                  </a:lnTo>
                  <a:lnTo>
                    <a:pt x="1253528" y="713976"/>
                  </a:lnTo>
                  <a:lnTo>
                    <a:pt x="1263246" y="707884"/>
                  </a:lnTo>
                  <a:lnTo>
                    <a:pt x="1272963" y="701788"/>
                  </a:lnTo>
                  <a:lnTo>
                    <a:pt x="1282680" y="695693"/>
                  </a:lnTo>
                  <a:lnTo>
                    <a:pt x="1292397" y="689595"/>
                  </a:lnTo>
                  <a:lnTo>
                    <a:pt x="1302115" y="683492"/>
                  </a:lnTo>
                  <a:lnTo>
                    <a:pt x="1311832" y="677756"/>
                  </a:lnTo>
                  <a:lnTo>
                    <a:pt x="1321549" y="672064"/>
                  </a:lnTo>
                  <a:lnTo>
                    <a:pt x="1331267" y="665316"/>
                  </a:lnTo>
                  <a:lnTo>
                    <a:pt x="1340984" y="658985"/>
                  </a:lnTo>
                  <a:lnTo>
                    <a:pt x="1350701" y="652848"/>
                  </a:lnTo>
                  <a:lnTo>
                    <a:pt x="1360418" y="646716"/>
                  </a:lnTo>
                  <a:lnTo>
                    <a:pt x="1370136" y="640584"/>
                  </a:lnTo>
                  <a:lnTo>
                    <a:pt x="1379853" y="634670"/>
                  </a:lnTo>
                  <a:lnTo>
                    <a:pt x="1389570" y="628856"/>
                  </a:lnTo>
                  <a:lnTo>
                    <a:pt x="1399287" y="623046"/>
                  </a:lnTo>
                  <a:lnTo>
                    <a:pt x="1409005" y="617240"/>
                  </a:lnTo>
                  <a:lnTo>
                    <a:pt x="1418722" y="611442"/>
                  </a:lnTo>
                  <a:lnTo>
                    <a:pt x="1428439" y="605649"/>
                  </a:lnTo>
                  <a:lnTo>
                    <a:pt x="1438157" y="599861"/>
                  </a:lnTo>
                  <a:lnTo>
                    <a:pt x="1447874" y="594078"/>
                  </a:lnTo>
                  <a:lnTo>
                    <a:pt x="1457591" y="588300"/>
                  </a:lnTo>
                  <a:lnTo>
                    <a:pt x="1467308" y="582529"/>
                  </a:lnTo>
                  <a:lnTo>
                    <a:pt x="1477026" y="576762"/>
                  </a:lnTo>
                  <a:lnTo>
                    <a:pt x="1486743" y="571002"/>
                  </a:lnTo>
                  <a:lnTo>
                    <a:pt x="1496460" y="565248"/>
                  </a:lnTo>
                  <a:lnTo>
                    <a:pt x="1506178" y="559499"/>
                  </a:lnTo>
                  <a:lnTo>
                    <a:pt x="1515895" y="553757"/>
                  </a:lnTo>
                  <a:lnTo>
                    <a:pt x="1525612" y="548022"/>
                  </a:lnTo>
                  <a:lnTo>
                    <a:pt x="1535329" y="542292"/>
                  </a:lnTo>
                  <a:lnTo>
                    <a:pt x="1545047" y="536570"/>
                  </a:lnTo>
                  <a:lnTo>
                    <a:pt x="1554764" y="530854"/>
                  </a:lnTo>
                  <a:lnTo>
                    <a:pt x="1564481" y="525145"/>
                  </a:lnTo>
                  <a:lnTo>
                    <a:pt x="1574198" y="519451"/>
                  </a:lnTo>
                  <a:lnTo>
                    <a:pt x="1583916" y="513352"/>
                  </a:lnTo>
                  <a:lnTo>
                    <a:pt x="1593633" y="506918"/>
                  </a:lnTo>
                  <a:lnTo>
                    <a:pt x="1603350" y="500478"/>
                  </a:lnTo>
                  <a:lnTo>
                    <a:pt x="1613068" y="494033"/>
                  </a:lnTo>
                  <a:lnTo>
                    <a:pt x="1622785" y="487583"/>
                  </a:lnTo>
                  <a:lnTo>
                    <a:pt x="1632502" y="481129"/>
                  </a:lnTo>
                  <a:lnTo>
                    <a:pt x="1642219" y="474950"/>
                  </a:lnTo>
                  <a:lnTo>
                    <a:pt x="1651937" y="469438"/>
                  </a:lnTo>
                  <a:lnTo>
                    <a:pt x="1661654" y="463962"/>
                  </a:lnTo>
                  <a:lnTo>
                    <a:pt x="1671371" y="458497"/>
                  </a:lnTo>
                  <a:lnTo>
                    <a:pt x="1681089" y="453045"/>
                  </a:lnTo>
                  <a:lnTo>
                    <a:pt x="1690806" y="447604"/>
                  </a:lnTo>
                  <a:lnTo>
                    <a:pt x="1700523" y="442175"/>
                  </a:lnTo>
                  <a:lnTo>
                    <a:pt x="1710240" y="436758"/>
                  </a:lnTo>
                  <a:lnTo>
                    <a:pt x="1719958" y="431354"/>
                  </a:lnTo>
                  <a:lnTo>
                    <a:pt x="1729675" y="425658"/>
                  </a:lnTo>
                  <a:lnTo>
                    <a:pt x="1739392" y="419459"/>
                  </a:lnTo>
                  <a:lnTo>
                    <a:pt x="1749109" y="413577"/>
                  </a:lnTo>
                  <a:lnTo>
                    <a:pt x="1758827" y="408168"/>
                  </a:lnTo>
                  <a:lnTo>
                    <a:pt x="1768544" y="402772"/>
                  </a:lnTo>
                  <a:lnTo>
                    <a:pt x="1778261" y="397388"/>
                  </a:lnTo>
                  <a:lnTo>
                    <a:pt x="1787979" y="392015"/>
                  </a:lnTo>
                  <a:lnTo>
                    <a:pt x="1797696" y="386656"/>
                  </a:lnTo>
                  <a:lnTo>
                    <a:pt x="1807413" y="380852"/>
                  </a:lnTo>
                  <a:lnTo>
                    <a:pt x="1817130" y="374406"/>
                  </a:lnTo>
                  <a:lnTo>
                    <a:pt x="1826848" y="367959"/>
                  </a:lnTo>
                  <a:lnTo>
                    <a:pt x="1836565" y="361510"/>
                  </a:lnTo>
                  <a:lnTo>
                    <a:pt x="1846282" y="355059"/>
                  </a:lnTo>
                  <a:lnTo>
                    <a:pt x="1856000" y="348606"/>
                  </a:lnTo>
                  <a:lnTo>
                    <a:pt x="1865717" y="342153"/>
                  </a:lnTo>
                  <a:lnTo>
                    <a:pt x="1875434" y="335698"/>
                  </a:lnTo>
                  <a:lnTo>
                    <a:pt x="1885151" y="329243"/>
                  </a:lnTo>
                  <a:lnTo>
                    <a:pt x="1894869" y="322787"/>
                  </a:lnTo>
                  <a:lnTo>
                    <a:pt x="1904586" y="316331"/>
                  </a:lnTo>
                  <a:lnTo>
                    <a:pt x="1914303" y="309889"/>
                  </a:lnTo>
                  <a:lnTo>
                    <a:pt x="1924020" y="303458"/>
                  </a:lnTo>
                  <a:lnTo>
                    <a:pt x="1933738" y="298028"/>
                  </a:lnTo>
                  <a:lnTo>
                    <a:pt x="1943455" y="292862"/>
                  </a:lnTo>
                  <a:lnTo>
                    <a:pt x="1953172" y="287712"/>
                  </a:lnTo>
                  <a:lnTo>
                    <a:pt x="1962890" y="282585"/>
                  </a:lnTo>
                  <a:lnTo>
                    <a:pt x="1972607" y="277497"/>
                  </a:lnTo>
                  <a:lnTo>
                    <a:pt x="1982324" y="272425"/>
                  </a:lnTo>
                  <a:lnTo>
                    <a:pt x="1992041" y="267368"/>
                  </a:lnTo>
                  <a:lnTo>
                    <a:pt x="2001759" y="262328"/>
                  </a:lnTo>
                  <a:lnTo>
                    <a:pt x="2011476" y="257304"/>
                  </a:lnTo>
                  <a:lnTo>
                    <a:pt x="2021193" y="252296"/>
                  </a:lnTo>
                  <a:lnTo>
                    <a:pt x="2030911" y="247305"/>
                  </a:lnTo>
                  <a:lnTo>
                    <a:pt x="2040628" y="242330"/>
                  </a:lnTo>
                  <a:lnTo>
                    <a:pt x="2050345" y="237371"/>
                  </a:lnTo>
                  <a:lnTo>
                    <a:pt x="2060062" y="232428"/>
                  </a:lnTo>
                  <a:lnTo>
                    <a:pt x="2069780" y="227502"/>
                  </a:lnTo>
                  <a:lnTo>
                    <a:pt x="2079497" y="222593"/>
                  </a:lnTo>
                  <a:lnTo>
                    <a:pt x="2089214" y="217700"/>
                  </a:lnTo>
                  <a:lnTo>
                    <a:pt x="2098931" y="212824"/>
                  </a:lnTo>
                  <a:lnTo>
                    <a:pt x="2108649" y="207965"/>
                  </a:lnTo>
                  <a:lnTo>
                    <a:pt x="2118366" y="203122"/>
                  </a:lnTo>
                  <a:lnTo>
                    <a:pt x="2128083" y="198296"/>
                  </a:lnTo>
                  <a:lnTo>
                    <a:pt x="2137801" y="193487"/>
                  </a:lnTo>
                  <a:lnTo>
                    <a:pt x="2147518" y="188695"/>
                  </a:lnTo>
                  <a:lnTo>
                    <a:pt x="2157235" y="182863"/>
                  </a:lnTo>
                  <a:lnTo>
                    <a:pt x="2166952" y="176992"/>
                  </a:lnTo>
                  <a:lnTo>
                    <a:pt x="2176670" y="171129"/>
                  </a:lnTo>
                  <a:lnTo>
                    <a:pt x="2186387" y="165273"/>
                  </a:lnTo>
                  <a:lnTo>
                    <a:pt x="2196104" y="159424"/>
                  </a:lnTo>
                  <a:lnTo>
                    <a:pt x="2205822" y="153584"/>
                  </a:lnTo>
                  <a:lnTo>
                    <a:pt x="2215539" y="148354"/>
                  </a:lnTo>
                  <a:lnTo>
                    <a:pt x="2225256" y="143565"/>
                  </a:lnTo>
                  <a:lnTo>
                    <a:pt x="2234973" y="138825"/>
                  </a:lnTo>
                  <a:lnTo>
                    <a:pt x="2244691" y="134104"/>
                  </a:lnTo>
                  <a:lnTo>
                    <a:pt x="2254408" y="129401"/>
                  </a:lnTo>
                  <a:lnTo>
                    <a:pt x="2264125" y="124715"/>
                  </a:lnTo>
                  <a:lnTo>
                    <a:pt x="2273842" y="120046"/>
                  </a:lnTo>
                  <a:lnTo>
                    <a:pt x="2283560" y="115395"/>
                  </a:lnTo>
                  <a:lnTo>
                    <a:pt x="2293277" y="110906"/>
                  </a:lnTo>
                  <a:lnTo>
                    <a:pt x="2302994" y="106568"/>
                  </a:lnTo>
                  <a:lnTo>
                    <a:pt x="2312712" y="101519"/>
                  </a:lnTo>
                  <a:lnTo>
                    <a:pt x="2322429" y="96907"/>
                  </a:lnTo>
                  <a:lnTo>
                    <a:pt x="2332146" y="92313"/>
                  </a:lnTo>
                  <a:lnTo>
                    <a:pt x="2341863" y="87736"/>
                  </a:lnTo>
                  <a:lnTo>
                    <a:pt x="2351581" y="83176"/>
                  </a:lnTo>
                  <a:lnTo>
                    <a:pt x="2361298" y="78633"/>
                  </a:lnTo>
                  <a:lnTo>
                    <a:pt x="2371015" y="74108"/>
                  </a:lnTo>
                  <a:lnTo>
                    <a:pt x="2380733" y="69600"/>
                  </a:lnTo>
                  <a:lnTo>
                    <a:pt x="2390450" y="65110"/>
                  </a:lnTo>
                  <a:lnTo>
                    <a:pt x="2400167" y="60637"/>
                  </a:lnTo>
                  <a:lnTo>
                    <a:pt x="2409884" y="55956"/>
                  </a:lnTo>
                  <a:lnTo>
                    <a:pt x="2419602" y="50943"/>
                  </a:lnTo>
                  <a:lnTo>
                    <a:pt x="2429319" y="45965"/>
                  </a:lnTo>
                  <a:lnTo>
                    <a:pt x="2439036" y="41001"/>
                  </a:lnTo>
                  <a:lnTo>
                    <a:pt x="2448753" y="36051"/>
                  </a:lnTo>
                  <a:lnTo>
                    <a:pt x="2458471" y="31116"/>
                  </a:lnTo>
                  <a:lnTo>
                    <a:pt x="2468188" y="26194"/>
                  </a:lnTo>
                  <a:lnTo>
                    <a:pt x="2477905" y="20757"/>
                  </a:lnTo>
                  <a:lnTo>
                    <a:pt x="2487623" y="15010"/>
                  </a:lnTo>
                  <a:lnTo>
                    <a:pt x="2497340" y="9271"/>
                  </a:lnTo>
                  <a:lnTo>
                    <a:pt x="2507057" y="4136"/>
                  </a:lnTo>
                  <a:lnTo>
                    <a:pt x="251677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3486209" y="3408186"/>
              <a:ext cx="2516774" cy="458662"/>
            </a:xfrm>
            <a:custGeom>
              <a:avLst/>
              <a:pathLst>
                <a:path w="2516774" h="458662">
                  <a:moveTo>
                    <a:pt x="2516774" y="458662"/>
                  </a:moveTo>
                  <a:lnTo>
                    <a:pt x="2507057" y="456587"/>
                  </a:lnTo>
                  <a:lnTo>
                    <a:pt x="2497340" y="454509"/>
                  </a:lnTo>
                  <a:lnTo>
                    <a:pt x="2487623" y="452428"/>
                  </a:lnTo>
                  <a:lnTo>
                    <a:pt x="2477905" y="450346"/>
                  </a:lnTo>
                  <a:lnTo>
                    <a:pt x="2468188" y="448261"/>
                  </a:lnTo>
                  <a:lnTo>
                    <a:pt x="2458471" y="446174"/>
                  </a:lnTo>
                  <a:lnTo>
                    <a:pt x="2448753" y="444085"/>
                  </a:lnTo>
                  <a:lnTo>
                    <a:pt x="2439036" y="441992"/>
                  </a:lnTo>
                  <a:lnTo>
                    <a:pt x="2429319" y="439894"/>
                  </a:lnTo>
                  <a:lnTo>
                    <a:pt x="2419602" y="437795"/>
                  </a:lnTo>
                  <a:lnTo>
                    <a:pt x="2409884" y="435694"/>
                  </a:lnTo>
                  <a:lnTo>
                    <a:pt x="2400167" y="433590"/>
                  </a:lnTo>
                  <a:lnTo>
                    <a:pt x="2390450" y="431484"/>
                  </a:lnTo>
                  <a:lnTo>
                    <a:pt x="2380733" y="429390"/>
                  </a:lnTo>
                  <a:lnTo>
                    <a:pt x="2371015" y="427412"/>
                  </a:lnTo>
                  <a:lnTo>
                    <a:pt x="2361298" y="425431"/>
                  </a:lnTo>
                  <a:lnTo>
                    <a:pt x="2351581" y="423446"/>
                  </a:lnTo>
                  <a:lnTo>
                    <a:pt x="2341863" y="421458"/>
                  </a:lnTo>
                  <a:lnTo>
                    <a:pt x="2332146" y="419467"/>
                  </a:lnTo>
                  <a:lnTo>
                    <a:pt x="2322429" y="417472"/>
                  </a:lnTo>
                  <a:lnTo>
                    <a:pt x="2312712" y="415473"/>
                  </a:lnTo>
                  <a:lnTo>
                    <a:pt x="2302994" y="413472"/>
                  </a:lnTo>
                  <a:lnTo>
                    <a:pt x="2293277" y="411466"/>
                  </a:lnTo>
                  <a:lnTo>
                    <a:pt x="2283560" y="409458"/>
                  </a:lnTo>
                  <a:lnTo>
                    <a:pt x="2273842" y="407446"/>
                  </a:lnTo>
                  <a:lnTo>
                    <a:pt x="2264125" y="405431"/>
                  </a:lnTo>
                  <a:lnTo>
                    <a:pt x="2254408" y="403412"/>
                  </a:lnTo>
                  <a:lnTo>
                    <a:pt x="2244691" y="401390"/>
                  </a:lnTo>
                  <a:lnTo>
                    <a:pt x="2234973" y="399364"/>
                  </a:lnTo>
                  <a:lnTo>
                    <a:pt x="2225256" y="397336"/>
                  </a:lnTo>
                  <a:lnTo>
                    <a:pt x="2215539" y="395303"/>
                  </a:lnTo>
                  <a:lnTo>
                    <a:pt x="2205822" y="393268"/>
                  </a:lnTo>
                  <a:lnTo>
                    <a:pt x="2196104" y="391229"/>
                  </a:lnTo>
                  <a:lnTo>
                    <a:pt x="2186387" y="389187"/>
                  </a:lnTo>
                  <a:lnTo>
                    <a:pt x="2176670" y="387076"/>
                  </a:lnTo>
                  <a:lnTo>
                    <a:pt x="2166952" y="384922"/>
                  </a:lnTo>
                  <a:lnTo>
                    <a:pt x="2157235" y="382767"/>
                  </a:lnTo>
                  <a:lnTo>
                    <a:pt x="2147518" y="380608"/>
                  </a:lnTo>
                  <a:lnTo>
                    <a:pt x="2137801" y="378448"/>
                  </a:lnTo>
                  <a:lnTo>
                    <a:pt x="2128083" y="376286"/>
                  </a:lnTo>
                  <a:lnTo>
                    <a:pt x="2118366" y="374121"/>
                  </a:lnTo>
                  <a:lnTo>
                    <a:pt x="2108649" y="371954"/>
                  </a:lnTo>
                  <a:lnTo>
                    <a:pt x="2098931" y="369785"/>
                  </a:lnTo>
                  <a:lnTo>
                    <a:pt x="2089214" y="367614"/>
                  </a:lnTo>
                  <a:lnTo>
                    <a:pt x="2079497" y="365440"/>
                  </a:lnTo>
                  <a:lnTo>
                    <a:pt x="2069780" y="363264"/>
                  </a:lnTo>
                  <a:lnTo>
                    <a:pt x="2060062" y="361087"/>
                  </a:lnTo>
                  <a:lnTo>
                    <a:pt x="2050345" y="358907"/>
                  </a:lnTo>
                  <a:lnTo>
                    <a:pt x="2040628" y="356725"/>
                  </a:lnTo>
                  <a:lnTo>
                    <a:pt x="2030911" y="354540"/>
                  </a:lnTo>
                  <a:lnTo>
                    <a:pt x="2021193" y="352354"/>
                  </a:lnTo>
                  <a:lnTo>
                    <a:pt x="2011476" y="350165"/>
                  </a:lnTo>
                  <a:lnTo>
                    <a:pt x="2001759" y="347975"/>
                  </a:lnTo>
                  <a:lnTo>
                    <a:pt x="1992041" y="345782"/>
                  </a:lnTo>
                  <a:lnTo>
                    <a:pt x="1982324" y="343587"/>
                  </a:lnTo>
                  <a:lnTo>
                    <a:pt x="1972607" y="341390"/>
                  </a:lnTo>
                  <a:lnTo>
                    <a:pt x="1962890" y="339191"/>
                  </a:lnTo>
                  <a:lnTo>
                    <a:pt x="1953172" y="336990"/>
                  </a:lnTo>
                  <a:lnTo>
                    <a:pt x="1943455" y="334787"/>
                  </a:lnTo>
                  <a:lnTo>
                    <a:pt x="1933738" y="332581"/>
                  </a:lnTo>
                  <a:lnTo>
                    <a:pt x="1924020" y="330374"/>
                  </a:lnTo>
                  <a:lnTo>
                    <a:pt x="1914303" y="328165"/>
                  </a:lnTo>
                  <a:lnTo>
                    <a:pt x="1904586" y="325953"/>
                  </a:lnTo>
                  <a:lnTo>
                    <a:pt x="1894869" y="323740"/>
                  </a:lnTo>
                  <a:lnTo>
                    <a:pt x="1885151" y="321524"/>
                  </a:lnTo>
                  <a:lnTo>
                    <a:pt x="1875434" y="319306"/>
                  </a:lnTo>
                  <a:lnTo>
                    <a:pt x="1865717" y="317087"/>
                  </a:lnTo>
                  <a:lnTo>
                    <a:pt x="1856000" y="314865"/>
                  </a:lnTo>
                  <a:lnTo>
                    <a:pt x="1846282" y="312641"/>
                  </a:lnTo>
                  <a:lnTo>
                    <a:pt x="1836565" y="310416"/>
                  </a:lnTo>
                  <a:lnTo>
                    <a:pt x="1826848" y="308188"/>
                  </a:lnTo>
                  <a:lnTo>
                    <a:pt x="1817130" y="305958"/>
                  </a:lnTo>
                  <a:lnTo>
                    <a:pt x="1807413" y="303727"/>
                  </a:lnTo>
                  <a:lnTo>
                    <a:pt x="1797696" y="301592"/>
                  </a:lnTo>
                  <a:lnTo>
                    <a:pt x="1787979" y="299455"/>
                  </a:lnTo>
                  <a:lnTo>
                    <a:pt x="1778261" y="297315"/>
                  </a:lnTo>
                  <a:lnTo>
                    <a:pt x="1768544" y="295171"/>
                  </a:lnTo>
                  <a:lnTo>
                    <a:pt x="1758827" y="293024"/>
                  </a:lnTo>
                  <a:lnTo>
                    <a:pt x="1749109" y="290874"/>
                  </a:lnTo>
                  <a:lnTo>
                    <a:pt x="1739392" y="288720"/>
                  </a:lnTo>
                  <a:lnTo>
                    <a:pt x="1729675" y="286563"/>
                  </a:lnTo>
                  <a:lnTo>
                    <a:pt x="1719958" y="284403"/>
                  </a:lnTo>
                  <a:lnTo>
                    <a:pt x="1710240" y="282239"/>
                  </a:lnTo>
                  <a:lnTo>
                    <a:pt x="1700523" y="280072"/>
                  </a:lnTo>
                  <a:lnTo>
                    <a:pt x="1690806" y="277901"/>
                  </a:lnTo>
                  <a:lnTo>
                    <a:pt x="1681089" y="275727"/>
                  </a:lnTo>
                  <a:lnTo>
                    <a:pt x="1671371" y="273549"/>
                  </a:lnTo>
                  <a:lnTo>
                    <a:pt x="1661654" y="271368"/>
                  </a:lnTo>
                  <a:lnTo>
                    <a:pt x="1651937" y="269183"/>
                  </a:lnTo>
                  <a:lnTo>
                    <a:pt x="1642219" y="266995"/>
                  </a:lnTo>
                  <a:lnTo>
                    <a:pt x="1632502" y="264803"/>
                  </a:lnTo>
                  <a:lnTo>
                    <a:pt x="1622785" y="262609"/>
                  </a:lnTo>
                  <a:lnTo>
                    <a:pt x="1613068" y="260411"/>
                  </a:lnTo>
                  <a:lnTo>
                    <a:pt x="1603350" y="258209"/>
                  </a:lnTo>
                  <a:lnTo>
                    <a:pt x="1593633" y="256005"/>
                  </a:lnTo>
                  <a:lnTo>
                    <a:pt x="1583916" y="253797"/>
                  </a:lnTo>
                  <a:lnTo>
                    <a:pt x="1574198" y="251585"/>
                  </a:lnTo>
                  <a:lnTo>
                    <a:pt x="1564481" y="249371"/>
                  </a:lnTo>
                  <a:lnTo>
                    <a:pt x="1554764" y="247153"/>
                  </a:lnTo>
                  <a:lnTo>
                    <a:pt x="1545047" y="244932"/>
                  </a:lnTo>
                  <a:lnTo>
                    <a:pt x="1535329" y="242708"/>
                  </a:lnTo>
                  <a:lnTo>
                    <a:pt x="1525612" y="240480"/>
                  </a:lnTo>
                  <a:lnTo>
                    <a:pt x="1515895" y="238250"/>
                  </a:lnTo>
                  <a:lnTo>
                    <a:pt x="1506178" y="236016"/>
                  </a:lnTo>
                  <a:lnTo>
                    <a:pt x="1496460" y="233778"/>
                  </a:lnTo>
                  <a:lnTo>
                    <a:pt x="1486743" y="231538"/>
                  </a:lnTo>
                  <a:lnTo>
                    <a:pt x="1477026" y="229294"/>
                  </a:lnTo>
                  <a:lnTo>
                    <a:pt x="1467308" y="227047"/>
                  </a:lnTo>
                  <a:lnTo>
                    <a:pt x="1457591" y="224797"/>
                  </a:lnTo>
                  <a:lnTo>
                    <a:pt x="1447874" y="222544"/>
                  </a:lnTo>
                  <a:lnTo>
                    <a:pt x="1438157" y="220287"/>
                  </a:lnTo>
                  <a:lnTo>
                    <a:pt x="1428439" y="218028"/>
                  </a:lnTo>
                  <a:lnTo>
                    <a:pt x="1418722" y="215765"/>
                  </a:lnTo>
                  <a:lnTo>
                    <a:pt x="1409005" y="213499"/>
                  </a:lnTo>
                  <a:lnTo>
                    <a:pt x="1399287" y="211230"/>
                  </a:lnTo>
                  <a:lnTo>
                    <a:pt x="1389570" y="208957"/>
                  </a:lnTo>
                  <a:lnTo>
                    <a:pt x="1379853" y="206682"/>
                  </a:lnTo>
                  <a:lnTo>
                    <a:pt x="1370136" y="204403"/>
                  </a:lnTo>
                  <a:lnTo>
                    <a:pt x="1360418" y="202121"/>
                  </a:lnTo>
                  <a:lnTo>
                    <a:pt x="1350701" y="199836"/>
                  </a:lnTo>
                  <a:lnTo>
                    <a:pt x="1340984" y="197548"/>
                  </a:lnTo>
                  <a:lnTo>
                    <a:pt x="1331267" y="195257"/>
                  </a:lnTo>
                  <a:lnTo>
                    <a:pt x="1321549" y="192963"/>
                  </a:lnTo>
                  <a:lnTo>
                    <a:pt x="1311832" y="190665"/>
                  </a:lnTo>
                  <a:lnTo>
                    <a:pt x="1302115" y="188365"/>
                  </a:lnTo>
                  <a:lnTo>
                    <a:pt x="1292397" y="186061"/>
                  </a:lnTo>
                  <a:lnTo>
                    <a:pt x="1282680" y="183754"/>
                  </a:lnTo>
                  <a:lnTo>
                    <a:pt x="1272963" y="181444"/>
                  </a:lnTo>
                  <a:lnTo>
                    <a:pt x="1263246" y="179132"/>
                  </a:lnTo>
                  <a:lnTo>
                    <a:pt x="1253528" y="176816"/>
                  </a:lnTo>
                  <a:lnTo>
                    <a:pt x="1243811" y="174497"/>
                  </a:lnTo>
                  <a:lnTo>
                    <a:pt x="1234094" y="172174"/>
                  </a:lnTo>
                  <a:lnTo>
                    <a:pt x="1224376" y="169849"/>
                  </a:lnTo>
                  <a:lnTo>
                    <a:pt x="1214659" y="167521"/>
                  </a:lnTo>
                  <a:lnTo>
                    <a:pt x="1204942" y="165190"/>
                  </a:lnTo>
                  <a:lnTo>
                    <a:pt x="1195225" y="162856"/>
                  </a:lnTo>
                  <a:lnTo>
                    <a:pt x="1185507" y="160519"/>
                  </a:lnTo>
                  <a:lnTo>
                    <a:pt x="1175790" y="158178"/>
                  </a:lnTo>
                  <a:lnTo>
                    <a:pt x="1166073" y="155833"/>
                  </a:lnTo>
                  <a:lnTo>
                    <a:pt x="1156356" y="153458"/>
                  </a:lnTo>
                  <a:lnTo>
                    <a:pt x="1146638" y="151080"/>
                  </a:lnTo>
                  <a:lnTo>
                    <a:pt x="1136921" y="148701"/>
                  </a:lnTo>
                  <a:lnTo>
                    <a:pt x="1127204" y="146319"/>
                  </a:lnTo>
                  <a:lnTo>
                    <a:pt x="1117486" y="143935"/>
                  </a:lnTo>
                  <a:lnTo>
                    <a:pt x="1107769" y="141550"/>
                  </a:lnTo>
                  <a:lnTo>
                    <a:pt x="1098052" y="139162"/>
                  </a:lnTo>
                  <a:lnTo>
                    <a:pt x="1088335" y="136772"/>
                  </a:lnTo>
                  <a:lnTo>
                    <a:pt x="1078617" y="134380"/>
                  </a:lnTo>
                  <a:lnTo>
                    <a:pt x="1068900" y="131986"/>
                  </a:lnTo>
                  <a:lnTo>
                    <a:pt x="1059183" y="129590"/>
                  </a:lnTo>
                  <a:lnTo>
                    <a:pt x="1049465" y="127193"/>
                  </a:lnTo>
                  <a:lnTo>
                    <a:pt x="1039748" y="124793"/>
                  </a:lnTo>
                  <a:lnTo>
                    <a:pt x="1030031" y="122391"/>
                  </a:lnTo>
                  <a:lnTo>
                    <a:pt x="1020314" y="119987"/>
                  </a:lnTo>
                  <a:lnTo>
                    <a:pt x="1010596" y="117581"/>
                  </a:lnTo>
                  <a:lnTo>
                    <a:pt x="1000879" y="115174"/>
                  </a:lnTo>
                  <a:lnTo>
                    <a:pt x="991162" y="112764"/>
                  </a:lnTo>
                  <a:lnTo>
                    <a:pt x="981445" y="110352"/>
                  </a:lnTo>
                  <a:lnTo>
                    <a:pt x="971727" y="107939"/>
                  </a:lnTo>
                  <a:lnTo>
                    <a:pt x="962010" y="105523"/>
                  </a:lnTo>
                  <a:lnTo>
                    <a:pt x="952293" y="103106"/>
                  </a:lnTo>
                  <a:lnTo>
                    <a:pt x="942575" y="100687"/>
                  </a:lnTo>
                  <a:lnTo>
                    <a:pt x="932858" y="98266"/>
                  </a:lnTo>
                  <a:lnTo>
                    <a:pt x="923141" y="95842"/>
                  </a:lnTo>
                  <a:lnTo>
                    <a:pt x="913424" y="93417"/>
                  </a:lnTo>
                  <a:lnTo>
                    <a:pt x="903706" y="90989"/>
                  </a:lnTo>
                  <a:lnTo>
                    <a:pt x="893989" y="88560"/>
                  </a:lnTo>
                  <a:lnTo>
                    <a:pt x="884272" y="86129"/>
                  </a:lnTo>
                  <a:lnTo>
                    <a:pt x="874554" y="83697"/>
                  </a:lnTo>
                  <a:lnTo>
                    <a:pt x="864837" y="81262"/>
                  </a:lnTo>
                  <a:lnTo>
                    <a:pt x="855120" y="78826"/>
                  </a:lnTo>
                  <a:lnTo>
                    <a:pt x="845403" y="76388"/>
                  </a:lnTo>
                  <a:lnTo>
                    <a:pt x="835685" y="73948"/>
                  </a:lnTo>
                  <a:lnTo>
                    <a:pt x="825968" y="71507"/>
                  </a:lnTo>
                  <a:lnTo>
                    <a:pt x="816251" y="69063"/>
                  </a:lnTo>
                  <a:lnTo>
                    <a:pt x="806534" y="66618"/>
                  </a:lnTo>
                  <a:lnTo>
                    <a:pt x="796816" y="64172"/>
                  </a:lnTo>
                  <a:lnTo>
                    <a:pt x="787099" y="61724"/>
                  </a:lnTo>
                  <a:lnTo>
                    <a:pt x="777382" y="59274"/>
                  </a:lnTo>
                  <a:lnTo>
                    <a:pt x="767664" y="56822"/>
                  </a:lnTo>
                  <a:lnTo>
                    <a:pt x="757947" y="54369"/>
                  </a:lnTo>
                  <a:lnTo>
                    <a:pt x="748230" y="51914"/>
                  </a:lnTo>
                  <a:lnTo>
                    <a:pt x="738513" y="49457"/>
                  </a:lnTo>
                  <a:lnTo>
                    <a:pt x="728795" y="46999"/>
                  </a:lnTo>
                  <a:lnTo>
                    <a:pt x="719078" y="44539"/>
                  </a:lnTo>
                  <a:lnTo>
                    <a:pt x="709361" y="42078"/>
                  </a:lnTo>
                  <a:lnTo>
                    <a:pt x="699643" y="39615"/>
                  </a:lnTo>
                  <a:lnTo>
                    <a:pt x="689926" y="37150"/>
                  </a:lnTo>
                  <a:lnTo>
                    <a:pt x="680209" y="34684"/>
                  </a:lnTo>
                  <a:lnTo>
                    <a:pt x="670492" y="32216"/>
                  </a:lnTo>
                  <a:lnTo>
                    <a:pt x="660774" y="29747"/>
                  </a:lnTo>
                  <a:lnTo>
                    <a:pt x="651057" y="27276"/>
                  </a:lnTo>
                  <a:lnTo>
                    <a:pt x="641340" y="24804"/>
                  </a:lnTo>
                  <a:lnTo>
                    <a:pt x="631623" y="22330"/>
                  </a:lnTo>
                  <a:lnTo>
                    <a:pt x="621905" y="19855"/>
                  </a:lnTo>
                  <a:lnTo>
                    <a:pt x="612188" y="17378"/>
                  </a:lnTo>
                  <a:lnTo>
                    <a:pt x="602471" y="14900"/>
                  </a:lnTo>
                  <a:lnTo>
                    <a:pt x="592753" y="12420"/>
                  </a:lnTo>
                  <a:lnTo>
                    <a:pt x="583036" y="9939"/>
                  </a:lnTo>
                  <a:lnTo>
                    <a:pt x="573319" y="7456"/>
                  </a:lnTo>
                  <a:lnTo>
                    <a:pt x="563602" y="4972"/>
                  </a:lnTo>
                  <a:lnTo>
                    <a:pt x="553884" y="2486"/>
                  </a:lnTo>
                  <a:lnTo>
                    <a:pt x="544167" y="0"/>
                  </a:lnTo>
                  <a:lnTo>
                    <a:pt x="534450" y="1754"/>
                  </a:lnTo>
                  <a:lnTo>
                    <a:pt x="524732" y="7149"/>
                  </a:lnTo>
                  <a:lnTo>
                    <a:pt x="515015" y="12531"/>
                  </a:lnTo>
                  <a:lnTo>
                    <a:pt x="505298" y="17898"/>
                  </a:lnTo>
                  <a:lnTo>
                    <a:pt x="495581" y="23252"/>
                  </a:lnTo>
                  <a:lnTo>
                    <a:pt x="485863" y="28593"/>
                  </a:lnTo>
                  <a:lnTo>
                    <a:pt x="476146" y="33919"/>
                  </a:lnTo>
                  <a:lnTo>
                    <a:pt x="466429" y="39214"/>
                  </a:lnTo>
                  <a:lnTo>
                    <a:pt x="456712" y="44483"/>
                  </a:lnTo>
                  <a:lnTo>
                    <a:pt x="446994" y="49732"/>
                  </a:lnTo>
                  <a:lnTo>
                    <a:pt x="437277" y="54961"/>
                  </a:lnTo>
                  <a:lnTo>
                    <a:pt x="427560" y="60169"/>
                  </a:lnTo>
                  <a:lnTo>
                    <a:pt x="417842" y="65357"/>
                  </a:lnTo>
                  <a:lnTo>
                    <a:pt x="408125" y="70573"/>
                  </a:lnTo>
                  <a:lnTo>
                    <a:pt x="398408" y="75799"/>
                  </a:lnTo>
                  <a:lnTo>
                    <a:pt x="388691" y="81015"/>
                  </a:lnTo>
                  <a:lnTo>
                    <a:pt x="378973" y="86220"/>
                  </a:lnTo>
                  <a:lnTo>
                    <a:pt x="369256" y="91414"/>
                  </a:lnTo>
                  <a:lnTo>
                    <a:pt x="359539" y="96598"/>
                  </a:lnTo>
                  <a:lnTo>
                    <a:pt x="349821" y="101772"/>
                  </a:lnTo>
                  <a:lnTo>
                    <a:pt x="340104" y="106934"/>
                  </a:lnTo>
                  <a:lnTo>
                    <a:pt x="330387" y="112085"/>
                  </a:lnTo>
                  <a:lnTo>
                    <a:pt x="320670" y="117212"/>
                  </a:lnTo>
                  <a:lnTo>
                    <a:pt x="310952" y="122285"/>
                  </a:lnTo>
                  <a:lnTo>
                    <a:pt x="301235" y="127351"/>
                  </a:lnTo>
                  <a:lnTo>
                    <a:pt x="291518" y="132408"/>
                  </a:lnTo>
                  <a:lnTo>
                    <a:pt x="281801" y="137467"/>
                  </a:lnTo>
                  <a:lnTo>
                    <a:pt x="272083" y="142551"/>
                  </a:lnTo>
                  <a:lnTo>
                    <a:pt x="262366" y="147625"/>
                  </a:lnTo>
                  <a:lnTo>
                    <a:pt x="252649" y="152688"/>
                  </a:lnTo>
                  <a:lnTo>
                    <a:pt x="242931" y="157738"/>
                  </a:lnTo>
                  <a:lnTo>
                    <a:pt x="233214" y="162778"/>
                  </a:lnTo>
                  <a:lnTo>
                    <a:pt x="223497" y="167806"/>
                  </a:lnTo>
                  <a:lnTo>
                    <a:pt x="213780" y="172822"/>
                  </a:lnTo>
                  <a:lnTo>
                    <a:pt x="204062" y="177828"/>
                  </a:lnTo>
                  <a:lnTo>
                    <a:pt x="194345" y="182821"/>
                  </a:lnTo>
                  <a:lnTo>
                    <a:pt x="184628" y="187803"/>
                  </a:lnTo>
                  <a:lnTo>
                    <a:pt x="174910" y="192773"/>
                  </a:lnTo>
                  <a:lnTo>
                    <a:pt x="165193" y="197731"/>
                  </a:lnTo>
                  <a:lnTo>
                    <a:pt x="155476" y="202677"/>
                  </a:lnTo>
                  <a:lnTo>
                    <a:pt x="145759" y="207611"/>
                  </a:lnTo>
                  <a:lnTo>
                    <a:pt x="136041" y="212534"/>
                  </a:lnTo>
                  <a:lnTo>
                    <a:pt x="126324" y="217441"/>
                  </a:lnTo>
                  <a:lnTo>
                    <a:pt x="116607" y="222302"/>
                  </a:lnTo>
                  <a:lnTo>
                    <a:pt x="106890" y="227069"/>
                  </a:lnTo>
                  <a:lnTo>
                    <a:pt x="97172" y="231818"/>
                  </a:lnTo>
                  <a:lnTo>
                    <a:pt x="87455" y="236624"/>
                  </a:lnTo>
                  <a:lnTo>
                    <a:pt x="77738" y="241532"/>
                  </a:lnTo>
                  <a:lnTo>
                    <a:pt x="68020" y="246430"/>
                  </a:lnTo>
                  <a:lnTo>
                    <a:pt x="58303" y="251318"/>
                  </a:lnTo>
                  <a:lnTo>
                    <a:pt x="48586" y="256196"/>
                  </a:lnTo>
                  <a:lnTo>
                    <a:pt x="38869" y="261064"/>
                  </a:lnTo>
                  <a:lnTo>
                    <a:pt x="29151" y="265859"/>
                  </a:lnTo>
                  <a:lnTo>
                    <a:pt x="19434" y="270631"/>
                  </a:lnTo>
                  <a:lnTo>
                    <a:pt x="9717" y="275389"/>
                  </a:lnTo>
                  <a:lnTo>
                    <a:pt x="0" y="2801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g51"/>
            <p:cNvSpPr/>
            <p:nvPr/>
          </p:nvSpPr>
          <p:spPr>
            <a:xfrm>
              <a:off x="3486209" y="1576534"/>
              <a:ext cx="2516774" cy="2240075"/>
            </a:xfrm>
            <a:custGeom>
              <a:avLst/>
              <a:pathLst>
                <a:path w="2516774" h="2240075">
                  <a:moveTo>
                    <a:pt x="0" y="1663536"/>
                  </a:moveTo>
                  <a:lnTo>
                    <a:pt x="9717" y="1661415"/>
                  </a:lnTo>
                  <a:lnTo>
                    <a:pt x="19434" y="1662084"/>
                  </a:lnTo>
                  <a:lnTo>
                    <a:pt x="29151" y="1663067"/>
                  </a:lnTo>
                  <a:lnTo>
                    <a:pt x="38869" y="1658564"/>
                  </a:lnTo>
                  <a:lnTo>
                    <a:pt x="48586" y="1657808"/>
                  </a:lnTo>
                  <a:lnTo>
                    <a:pt x="58303" y="1655042"/>
                  </a:lnTo>
                  <a:lnTo>
                    <a:pt x="68020" y="1655632"/>
                  </a:lnTo>
                  <a:lnTo>
                    <a:pt x="77738" y="1655425"/>
                  </a:lnTo>
                  <a:lnTo>
                    <a:pt x="87455" y="1654681"/>
                  </a:lnTo>
                  <a:lnTo>
                    <a:pt x="97172" y="1653016"/>
                  </a:lnTo>
                  <a:lnTo>
                    <a:pt x="106890" y="1650559"/>
                  </a:lnTo>
                  <a:lnTo>
                    <a:pt x="116607" y="1648383"/>
                  </a:lnTo>
                  <a:lnTo>
                    <a:pt x="126324" y="1645982"/>
                  </a:lnTo>
                  <a:lnTo>
                    <a:pt x="136041" y="1643598"/>
                  </a:lnTo>
                  <a:lnTo>
                    <a:pt x="145759" y="1643109"/>
                  </a:lnTo>
                  <a:lnTo>
                    <a:pt x="155476" y="1640468"/>
                  </a:lnTo>
                  <a:lnTo>
                    <a:pt x="165193" y="1640947"/>
                  </a:lnTo>
                  <a:lnTo>
                    <a:pt x="174910" y="1640214"/>
                  </a:lnTo>
                  <a:lnTo>
                    <a:pt x="184628" y="1638658"/>
                  </a:lnTo>
                  <a:lnTo>
                    <a:pt x="194345" y="1634674"/>
                  </a:lnTo>
                  <a:lnTo>
                    <a:pt x="204062" y="1632247"/>
                  </a:lnTo>
                  <a:lnTo>
                    <a:pt x="213780" y="1628252"/>
                  </a:lnTo>
                  <a:lnTo>
                    <a:pt x="223497" y="1625676"/>
                  </a:lnTo>
                  <a:lnTo>
                    <a:pt x="233214" y="1625662"/>
                  </a:lnTo>
                  <a:lnTo>
                    <a:pt x="242931" y="1624002"/>
                  </a:lnTo>
                  <a:lnTo>
                    <a:pt x="252649" y="1621594"/>
                  </a:lnTo>
                  <a:lnTo>
                    <a:pt x="262366" y="1619196"/>
                  </a:lnTo>
                  <a:lnTo>
                    <a:pt x="272083" y="1618407"/>
                  </a:lnTo>
                  <a:lnTo>
                    <a:pt x="281801" y="1615399"/>
                  </a:lnTo>
                  <a:lnTo>
                    <a:pt x="291518" y="1612387"/>
                  </a:lnTo>
                  <a:lnTo>
                    <a:pt x="301235" y="1608738"/>
                  </a:lnTo>
                  <a:lnTo>
                    <a:pt x="310952" y="1604117"/>
                  </a:lnTo>
                  <a:lnTo>
                    <a:pt x="320670" y="1599176"/>
                  </a:lnTo>
                  <a:lnTo>
                    <a:pt x="330387" y="1597427"/>
                  </a:lnTo>
                  <a:lnTo>
                    <a:pt x="340104" y="1592643"/>
                  </a:lnTo>
                  <a:lnTo>
                    <a:pt x="349821" y="1586870"/>
                  </a:lnTo>
                  <a:lnTo>
                    <a:pt x="359539" y="1583632"/>
                  </a:lnTo>
                  <a:lnTo>
                    <a:pt x="369256" y="1581425"/>
                  </a:lnTo>
                  <a:lnTo>
                    <a:pt x="378973" y="1579203"/>
                  </a:lnTo>
                  <a:lnTo>
                    <a:pt x="388691" y="1575172"/>
                  </a:lnTo>
                  <a:lnTo>
                    <a:pt x="398408" y="1571947"/>
                  </a:lnTo>
                  <a:lnTo>
                    <a:pt x="408125" y="1569524"/>
                  </a:lnTo>
                  <a:lnTo>
                    <a:pt x="417842" y="1564391"/>
                  </a:lnTo>
                  <a:lnTo>
                    <a:pt x="427560" y="1557697"/>
                  </a:lnTo>
                  <a:lnTo>
                    <a:pt x="437277" y="1553977"/>
                  </a:lnTo>
                  <a:lnTo>
                    <a:pt x="446994" y="1548119"/>
                  </a:lnTo>
                  <a:lnTo>
                    <a:pt x="456712" y="1542081"/>
                  </a:lnTo>
                  <a:lnTo>
                    <a:pt x="466429" y="1538279"/>
                  </a:lnTo>
                  <a:lnTo>
                    <a:pt x="476146" y="1534784"/>
                  </a:lnTo>
                  <a:lnTo>
                    <a:pt x="485863" y="1529727"/>
                  </a:lnTo>
                  <a:lnTo>
                    <a:pt x="495581" y="1522983"/>
                  </a:lnTo>
                  <a:lnTo>
                    <a:pt x="505298" y="1518269"/>
                  </a:lnTo>
                  <a:lnTo>
                    <a:pt x="515015" y="1511848"/>
                  </a:lnTo>
                  <a:lnTo>
                    <a:pt x="524732" y="1503769"/>
                  </a:lnTo>
                  <a:lnTo>
                    <a:pt x="534450" y="1495923"/>
                  </a:lnTo>
                  <a:lnTo>
                    <a:pt x="544167" y="1489010"/>
                  </a:lnTo>
                  <a:lnTo>
                    <a:pt x="553884" y="1483378"/>
                  </a:lnTo>
                  <a:lnTo>
                    <a:pt x="563602" y="1478393"/>
                  </a:lnTo>
                  <a:lnTo>
                    <a:pt x="573319" y="1471137"/>
                  </a:lnTo>
                  <a:lnTo>
                    <a:pt x="583036" y="1467012"/>
                  </a:lnTo>
                  <a:lnTo>
                    <a:pt x="592753" y="1460771"/>
                  </a:lnTo>
                  <a:lnTo>
                    <a:pt x="602471" y="1454412"/>
                  </a:lnTo>
                  <a:lnTo>
                    <a:pt x="612188" y="1447565"/>
                  </a:lnTo>
                  <a:lnTo>
                    <a:pt x="621905" y="1439810"/>
                  </a:lnTo>
                  <a:lnTo>
                    <a:pt x="631623" y="1431017"/>
                  </a:lnTo>
                  <a:lnTo>
                    <a:pt x="641340" y="1423317"/>
                  </a:lnTo>
                  <a:lnTo>
                    <a:pt x="651057" y="1417332"/>
                  </a:lnTo>
                  <a:lnTo>
                    <a:pt x="660774" y="1406765"/>
                  </a:lnTo>
                  <a:lnTo>
                    <a:pt x="670492" y="1397115"/>
                  </a:lnTo>
                  <a:lnTo>
                    <a:pt x="680209" y="1390828"/>
                  </a:lnTo>
                  <a:lnTo>
                    <a:pt x="689926" y="1383500"/>
                  </a:lnTo>
                  <a:lnTo>
                    <a:pt x="699643" y="1377765"/>
                  </a:lnTo>
                  <a:lnTo>
                    <a:pt x="709361" y="1368636"/>
                  </a:lnTo>
                  <a:lnTo>
                    <a:pt x="719078" y="1360295"/>
                  </a:lnTo>
                  <a:lnTo>
                    <a:pt x="728795" y="1351457"/>
                  </a:lnTo>
                  <a:lnTo>
                    <a:pt x="738513" y="1344388"/>
                  </a:lnTo>
                  <a:lnTo>
                    <a:pt x="748230" y="1339016"/>
                  </a:lnTo>
                  <a:lnTo>
                    <a:pt x="757947" y="1329753"/>
                  </a:lnTo>
                  <a:lnTo>
                    <a:pt x="767664" y="1321008"/>
                  </a:lnTo>
                  <a:lnTo>
                    <a:pt x="777382" y="1313068"/>
                  </a:lnTo>
                  <a:lnTo>
                    <a:pt x="787099" y="1305414"/>
                  </a:lnTo>
                  <a:lnTo>
                    <a:pt x="796816" y="1298617"/>
                  </a:lnTo>
                  <a:lnTo>
                    <a:pt x="806534" y="1291925"/>
                  </a:lnTo>
                  <a:lnTo>
                    <a:pt x="816251" y="1285162"/>
                  </a:lnTo>
                  <a:lnTo>
                    <a:pt x="825968" y="1275099"/>
                  </a:lnTo>
                  <a:lnTo>
                    <a:pt x="835685" y="1264076"/>
                  </a:lnTo>
                  <a:lnTo>
                    <a:pt x="845403" y="1256377"/>
                  </a:lnTo>
                  <a:lnTo>
                    <a:pt x="855120" y="1247851"/>
                  </a:lnTo>
                  <a:lnTo>
                    <a:pt x="864837" y="1238164"/>
                  </a:lnTo>
                  <a:lnTo>
                    <a:pt x="874554" y="1229883"/>
                  </a:lnTo>
                  <a:lnTo>
                    <a:pt x="884272" y="1220384"/>
                  </a:lnTo>
                  <a:lnTo>
                    <a:pt x="893989" y="1210894"/>
                  </a:lnTo>
                  <a:lnTo>
                    <a:pt x="903706" y="1201410"/>
                  </a:lnTo>
                  <a:lnTo>
                    <a:pt x="913424" y="1191900"/>
                  </a:lnTo>
                  <a:lnTo>
                    <a:pt x="923141" y="1180945"/>
                  </a:lnTo>
                  <a:lnTo>
                    <a:pt x="932858" y="1169554"/>
                  </a:lnTo>
                  <a:lnTo>
                    <a:pt x="942575" y="1160255"/>
                  </a:lnTo>
                  <a:lnTo>
                    <a:pt x="952293" y="1152789"/>
                  </a:lnTo>
                  <a:lnTo>
                    <a:pt x="962010" y="1144484"/>
                  </a:lnTo>
                  <a:lnTo>
                    <a:pt x="971727" y="1135259"/>
                  </a:lnTo>
                  <a:lnTo>
                    <a:pt x="981445" y="1127168"/>
                  </a:lnTo>
                  <a:lnTo>
                    <a:pt x="991162" y="1121484"/>
                  </a:lnTo>
                  <a:lnTo>
                    <a:pt x="1000879" y="1113828"/>
                  </a:lnTo>
                  <a:lnTo>
                    <a:pt x="1010596" y="1106176"/>
                  </a:lnTo>
                  <a:lnTo>
                    <a:pt x="1020314" y="1096310"/>
                  </a:lnTo>
                  <a:lnTo>
                    <a:pt x="1030031" y="1085903"/>
                  </a:lnTo>
                  <a:lnTo>
                    <a:pt x="1039748" y="1076884"/>
                  </a:lnTo>
                  <a:lnTo>
                    <a:pt x="1049465" y="1068779"/>
                  </a:lnTo>
                  <a:lnTo>
                    <a:pt x="1059183" y="1060255"/>
                  </a:lnTo>
                  <a:lnTo>
                    <a:pt x="1068900" y="1052092"/>
                  </a:lnTo>
                  <a:lnTo>
                    <a:pt x="1078617" y="1043755"/>
                  </a:lnTo>
                  <a:lnTo>
                    <a:pt x="1088335" y="1035406"/>
                  </a:lnTo>
                  <a:lnTo>
                    <a:pt x="1098052" y="1027034"/>
                  </a:lnTo>
                  <a:lnTo>
                    <a:pt x="1107769" y="1018446"/>
                  </a:lnTo>
                  <a:lnTo>
                    <a:pt x="1117486" y="1008609"/>
                  </a:lnTo>
                  <a:lnTo>
                    <a:pt x="1127204" y="999369"/>
                  </a:lnTo>
                  <a:lnTo>
                    <a:pt x="1136921" y="991532"/>
                  </a:lnTo>
                  <a:lnTo>
                    <a:pt x="1146638" y="981704"/>
                  </a:lnTo>
                  <a:lnTo>
                    <a:pt x="1156356" y="968818"/>
                  </a:lnTo>
                  <a:lnTo>
                    <a:pt x="1166073" y="960131"/>
                  </a:lnTo>
                  <a:lnTo>
                    <a:pt x="1175790" y="953356"/>
                  </a:lnTo>
                  <a:lnTo>
                    <a:pt x="1185507" y="945468"/>
                  </a:lnTo>
                  <a:lnTo>
                    <a:pt x="1195225" y="934263"/>
                  </a:lnTo>
                  <a:lnTo>
                    <a:pt x="1204942" y="923091"/>
                  </a:lnTo>
                  <a:lnTo>
                    <a:pt x="1214659" y="913952"/>
                  </a:lnTo>
                  <a:lnTo>
                    <a:pt x="1224376" y="905597"/>
                  </a:lnTo>
                  <a:lnTo>
                    <a:pt x="1234094" y="898568"/>
                  </a:lnTo>
                  <a:lnTo>
                    <a:pt x="1243811" y="891638"/>
                  </a:lnTo>
                  <a:lnTo>
                    <a:pt x="1253528" y="884747"/>
                  </a:lnTo>
                  <a:lnTo>
                    <a:pt x="1263246" y="877526"/>
                  </a:lnTo>
                  <a:lnTo>
                    <a:pt x="1272963" y="867905"/>
                  </a:lnTo>
                  <a:lnTo>
                    <a:pt x="1282680" y="858269"/>
                  </a:lnTo>
                  <a:lnTo>
                    <a:pt x="1292397" y="848287"/>
                  </a:lnTo>
                  <a:lnTo>
                    <a:pt x="1302115" y="838228"/>
                  </a:lnTo>
                  <a:lnTo>
                    <a:pt x="1311832" y="829525"/>
                  </a:lnTo>
                  <a:lnTo>
                    <a:pt x="1321549" y="819251"/>
                  </a:lnTo>
                  <a:lnTo>
                    <a:pt x="1331267" y="810174"/>
                  </a:lnTo>
                  <a:lnTo>
                    <a:pt x="1340984" y="801801"/>
                  </a:lnTo>
                  <a:lnTo>
                    <a:pt x="1350701" y="793445"/>
                  </a:lnTo>
                  <a:lnTo>
                    <a:pt x="1360418" y="783616"/>
                  </a:lnTo>
                  <a:lnTo>
                    <a:pt x="1370136" y="776199"/>
                  </a:lnTo>
                  <a:lnTo>
                    <a:pt x="1379853" y="768573"/>
                  </a:lnTo>
                  <a:lnTo>
                    <a:pt x="1389570" y="760366"/>
                  </a:lnTo>
                  <a:lnTo>
                    <a:pt x="1399287" y="752202"/>
                  </a:lnTo>
                  <a:lnTo>
                    <a:pt x="1409005" y="743917"/>
                  </a:lnTo>
                  <a:lnTo>
                    <a:pt x="1418722" y="734216"/>
                  </a:lnTo>
                  <a:lnTo>
                    <a:pt x="1428439" y="724566"/>
                  </a:lnTo>
                  <a:lnTo>
                    <a:pt x="1438157" y="715006"/>
                  </a:lnTo>
                  <a:lnTo>
                    <a:pt x="1447874" y="705541"/>
                  </a:lnTo>
                  <a:lnTo>
                    <a:pt x="1457591" y="698919"/>
                  </a:lnTo>
                  <a:lnTo>
                    <a:pt x="1467308" y="691303"/>
                  </a:lnTo>
                  <a:lnTo>
                    <a:pt x="1477026" y="681559"/>
                  </a:lnTo>
                  <a:lnTo>
                    <a:pt x="1486743" y="672906"/>
                  </a:lnTo>
                  <a:lnTo>
                    <a:pt x="1496460" y="663667"/>
                  </a:lnTo>
                  <a:lnTo>
                    <a:pt x="1506178" y="654495"/>
                  </a:lnTo>
                  <a:lnTo>
                    <a:pt x="1515895" y="645408"/>
                  </a:lnTo>
                  <a:lnTo>
                    <a:pt x="1525612" y="636545"/>
                  </a:lnTo>
                  <a:lnTo>
                    <a:pt x="1535329" y="628132"/>
                  </a:lnTo>
                  <a:lnTo>
                    <a:pt x="1545047" y="619716"/>
                  </a:lnTo>
                  <a:lnTo>
                    <a:pt x="1554764" y="610748"/>
                  </a:lnTo>
                  <a:lnTo>
                    <a:pt x="1564481" y="601832"/>
                  </a:lnTo>
                  <a:lnTo>
                    <a:pt x="1574198" y="593502"/>
                  </a:lnTo>
                  <a:lnTo>
                    <a:pt x="1583916" y="586473"/>
                  </a:lnTo>
                  <a:lnTo>
                    <a:pt x="1593633" y="579508"/>
                  </a:lnTo>
                  <a:lnTo>
                    <a:pt x="1603350" y="571889"/>
                  </a:lnTo>
                  <a:lnTo>
                    <a:pt x="1613068" y="563148"/>
                  </a:lnTo>
                  <a:lnTo>
                    <a:pt x="1622785" y="554452"/>
                  </a:lnTo>
                  <a:lnTo>
                    <a:pt x="1632502" y="545824"/>
                  </a:lnTo>
                  <a:lnTo>
                    <a:pt x="1642219" y="537242"/>
                  </a:lnTo>
                  <a:lnTo>
                    <a:pt x="1651937" y="528707"/>
                  </a:lnTo>
                  <a:lnTo>
                    <a:pt x="1661654" y="520218"/>
                  </a:lnTo>
                  <a:lnTo>
                    <a:pt x="1671371" y="511776"/>
                  </a:lnTo>
                  <a:lnTo>
                    <a:pt x="1681089" y="504120"/>
                  </a:lnTo>
                  <a:lnTo>
                    <a:pt x="1690806" y="496680"/>
                  </a:lnTo>
                  <a:lnTo>
                    <a:pt x="1700523" y="489248"/>
                  </a:lnTo>
                  <a:lnTo>
                    <a:pt x="1710240" y="481247"/>
                  </a:lnTo>
                  <a:lnTo>
                    <a:pt x="1719958" y="473337"/>
                  </a:lnTo>
                  <a:lnTo>
                    <a:pt x="1729675" y="466577"/>
                  </a:lnTo>
                  <a:lnTo>
                    <a:pt x="1739392" y="458760"/>
                  </a:lnTo>
                  <a:lnTo>
                    <a:pt x="1749109" y="451364"/>
                  </a:lnTo>
                  <a:lnTo>
                    <a:pt x="1758827" y="444793"/>
                  </a:lnTo>
                  <a:lnTo>
                    <a:pt x="1768544" y="438265"/>
                  </a:lnTo>
                  <a:lnTo>
                    <a:pt x="1778261" y="431793"/>
                  </a:lnTo>
                  <a:lnTo>
                    <a:pt x="1787979" y="424819"/>
                  </a:lnTo>
                  <a:lnTo>
                    <a:pt x="1797696" y="417887"/>
                  </a:lnTo>
                  <a:lnTo>
                    <a:pt x="1807413" y="411477"/>
                  </a:lnTo>
                  <a:lnTo>
                    <a:pt x="1817130" y="405579"/>
                  </a:lnTo>
                  <a:lnTo>
                    <a:pt x="1826848" y="399736"/>
                  </a:lnTo>
                  <a:lnTo>
                    <a:pt x="1836565" y="392711"/>
                  </a:lnTo>
                  <a:lnTo>
                    <a:pt x="1846282" y="384823"/>
                  </a:lnTo>
                  <a:lnTo>
                    <a:pt x="1856000" y="377059"/>
                  </a:lnTo>
                  <a:lnTo>
                    <a:pt x="1865717" y="370246"/>
                  </a:lnTo>
                  <a:lnTo>
                    <a:pt x="1875434" y="363081"/>
                  </a:lnTo>
                  <a:lnTo>
                    <a:pt x="1885151" y="356917"/>
                  </a:lnTo>
                  <a:lnTo>
                    <a:pt x="1894869" y="350589"/>
                  </a:lnTo>
                  <a:lnTo>
                    <a:pt x="1904586" y="344072"/>
                  </a:lnTo>
                  <a:lnTo>
                    <a:pt x="1914303" y="337611"/>
                  </a:lnTo>
                  <a:lnTo>
                    <a:pt x="1924020" y="331270"/>
                  </a:lnTo>
                  <a:lnTo>
                    <a:pt x="1933738" y="324973"/>
                  </a:lnTo>
                  <a:lnTo>
                    <a:pt x="1943455" y="319414"/>
                  </a:lnTo>
                  <a:lnTo>
                    <a:pt x="1953172" y="315252"/>
                  </a:lnTo>
                  <a:lnTo>
                    <a:pt x="1962890" y="309459"/>
                  </a:lnTo>
                  <a:lnTo>
                    <a:pt x="1972607" y="303708"/>
                  </a:lnTo>
                  <a:lnTo>
                    <a:pt x="1982324" y="297770"/>
                  </a:lnTo>
                  <a:lnTo>
                    <a:pt x="1992041" y="291569"/>
                  </a:lnTo>
                  <a:lnTo>
                    <a:pt x="2001759" y="285417"/>
                  </a:lnTo>
                  <a:lnTo>
                    <a:pt x="2011476" y="279316"/>
                  </a:lnTo>
                  <a:lnTo>
                    <a:pt x="2021193" y="273264"/>
                  </a:lnTo>
                  <a:lnTo>
                    <a:pt x="2030911" y="267263"/>
                  </a:lnTo>
                  <a:lnTo>
                    <a:pt x="2040628" y="261311"/>
                  </a:lnTo>
                  <a:lnTo>
                    <a:pt x="2050345" y="255430"/>
                  </a:lnTo>
                  <a:lnTo>
                    <a:pt x="2060062" y="249603"/>
                  </a:lnTo>
                  <a:lnTo>
                    <a:pt x="2069780" y="243429"/>
                  </a:lnTo>
                  <a:lnTo>
                    <a:pt x="2079497" y="238067"/>
                  </a:lnTo>
                  <a:lnTo>
                    <a:pt x="2089214" y="231976"/>
                  </a:lnTo>
                  <a:lnTo>
                    <a:pt x="2098931" y="225290"/>
                  </a:lnTo>
                  <a:lnTo>
                    <a:pt x="2108649" y="218655"/>
                  </a:lnTo>
                  <a:lnTo>
                    <a:pt x="2118366" y="212053"/>
                  </a:lnTo>
                  <a:lnTo>
                    <a:pt x="2128083" y="205503"/>
                  </a:lnTo>
                  <a:lnTo>
                    <a:pt x="2137801" y="198998"/>
                  </a:lnTo>
                  <a:lnTo>
                    <a:pt x="2147518" y="192538"/>
                  </a:lnTo>
                  <a:lnTo>
                    <a:pt x="2157235" y="186123"/>
                  </a:lnTo>
                  <a:lnTo>
                    <a:pt x="2166952" y="179753"/>
                  </a:lnTo>
                  <a:lnTo>
                    <a:pt x="2176670" y="173429"/>
                  </a:lnTo>
                  <a:lnTo>
                    <a:pt x="2186387" y="167150"/>
                  </a:lnTo>
                  <a:lnTo>
                    <a:pt x="2196104" y="160916"/>
                  </a:lnTo>
                  <a:lnTo>
                    <a:pt x="2205822" y="154727"/>
                  </a:lnTo>
                  <a:lnTo>
                    <a:pt x="2215539" y="148583"/>
                  </a:lnTo>
                  <a:lnTo>
                    <a:pt x="2225256" y="142494"/>
                  </a:lnTo>
                  <a:lnTo>
                    <a:pt x="2234973" y="136566"/>
                  </a:lnTo>
                  <a:lnTo>
                    <a:pt x="2244691" y="131695"/>
                  </a:lnTo>
                  <a:lnTo>
                    <a:pt x="2254408" y="126874"/>
                  </a:lnTo>
                  <a:lnTo>
                    <a:pt x="2264125" y="122103"/>
                  </a:lnTo>
                  <a:lnTo>
                    <a:pt x="2273842" y="117383"/>
                  </a:lnTo>
                  <a:lnTo>
                    <a:pt x="2283560" y="112713"/>
                  </a:lnTo>
                  <a:lnTo>
                    <a:pt x="2293277" y="107556"/>
                  </a:lnTo>
                  <a:lnTo>
                    <a:pt x="2302994" y="100781"/>
                  </a:lnTo>
                  <a:lnTo>
                    <a:pt x="2312712" y="94089"/>
                  </a:lnTo>
                  <a:lnTo>
                    <a:pt x="2322429" y="87525"/>
                  </a:lnTo>
                  <a:lnTo>
                    <a:pt x="2332146" y="83738"/>
                  </a:lnTo>
                  <a:lnTo>
                    <a:pt x="2341863" y="79993"/>
                  </a:lnTo>
                  <a:lnTo>
                    <a:pt x="2351581" y="74929"/>
                  </a:lnTo>
                  <a:lnTo>
                    <a:pt x="2361298" y="68362"/>
                  </a:lnTo>
                  <a:lnTo>
                    <a:pt x="2371015" y="61840"/>
                  </a:lnTo>
                  <a:lnTo>
                    <a:pt x="2380733" y="55556"/>
                  </a:lnTo>
                  <a:lnTo>
                    <a:pt x="2390450" y="51388"/>
                  </a:lnTo>
                  <a:lnTo>
                    <a:pt x="2400167" y="47315"/>
                  </a:lnTo>
                  <a:lnTo>
                    <a:pt x="2409884" y="43293"/>
                  </a:lnTo>
                  <a:lnTo>
                    <a:pt x="2419602" y="38236"/>
                  </a:lnTo>
                  <a:lnTo>
                    <a:pt x="2429319" y="34653"/>
                  </a:lnTo>
                  <a:lnTo>
                    <a:pt x="2439036" y="31112"/>
                  </a:lnTo>
                  <a:lnTo>
                    <a:pt x="2448753" y="27602"/>
                  </a:lnTo>
                  <a:lnTo>
                    <a:pt x="2458471" y="23792"/>
                  </a:lnTo>
                  <a:lnTo>
                    <a:pt x="2468188" y="20025"/>
                  </a:lnTo>
                  <a:lnTo>
                    <a:pt x="2477905" y="16300"/>
                  </a:lnTo>
                  <a:lnTo>
                    <a:pt x="2487623" y="12389"/>
                  </a:lnTo>
                  <a:lnTo>
                    <a:pt x="2497340" y="7975"/>
                  </a:lnTo>
                  <a:lnTo>
                    <a:pt x="2507057" y="3606"/>
                  </a:lnTo>
                  <a:lnTo>
                    <a:pt x="2516774" y="0"/>
                  </a:lnTo>
                  <a:lnTo>
                    <a:pt x="2516774" y="1834817"/>
                  </a:lnTo>
                  <a:lnTo>
                    <a:pt x="2507057" y="1833707"/>
                  </a:lnTo>
                  <a:lnTo>
                    <a:pt x="2497340" y="1832577"/>
                  </a:lnTo>
                  <a:lnTo>
                    <a:pt x="2487623" y="1831447"/>
                  </a:lnTo>
                  <a:lnTo>
                    <a:pt x="2477905" y="1830317"/>
                  </a:lnTo>
                  <a:lnTo>
                    <a:pt x="2468188" y="1829185"/>
                  </a:lnTo>
                  <a:lnTo>
                    <a:pt x="2458471" y="1828974"/>
                  </a:lnTo>
                  <a:lnTo>
                    <a:pt x="2448753" y="1829164"/>
                  </a:lnTo>
                  <a:lnTo>
                    <a:pt x="2439036" y="1829354"/>
                  </a:lnTo>
                  <a:lnTo>
                    <a:pt x="2429319" y="1828925"/>
                  </a:lnTo>
                  <a:lnTo>
                    <a:pt x="2419602" y="1827952"/>
                  </a:lnTo>
                  <a:lnTo>
                    <a:pt x="2409884" y="1827261"/>
                  </a:lnTo>
                  <a:lnTo>
                    <a:pt x="2400167" y="1827243"/>
                  </a:lnTo>
                  <a:lnTo>
                    <a:pt x="2390450" y="1827224"/>
                  </a:lnTo>
                  <a:lnTo>
                    <a:pt x="2380733" y="1827206"/>
                  </a:lnTo>
                  <a:lnTo>
                    <a:pt x="2371015" y="1827774"/>
                  </a:lnTo>
                  <a:lnTo>
                    <a:pt x="2361298" y="1828484"/>
                  </a:lnTo>
                  <a:lnTo>
                    <a:pt x="2351581" y="1829194"/>
                  </a:lnTo>
                  <a:lnTo>
                    <a:pt x="2341863" y="1829904"/>
                  </a:lnTo>
                  <a:lnTo>
                    <a:pt x="2332146" y="1830614"/>
                  </a:lnTo>
                  <a:lnTo>
                    <a:pt x="2322429" y="1831324"/>
                  </a:lnTo>
                  <a:lnTo>
                    <a:pt x="2312712" y="1832034"/>
                  </a:lnTo>
                  <a:lnTo>
                    <a:pt x="2302994" y="1832435"/>
                  </a:lnTo>
                  <a:lnTo>
                    <a:pt x="2293277" y="1832668"/>
                  </a:lnTo>
                  <a:lnTo>
                    <a:pt x="2283560" y="1832894"/>
                  </a:lnTo>
                  <a:lnTo>
                    <a:pt x="2273842" y="1832815"/>
                  </a:lnTo>
                  <a:lnTo>
                    <a:pt x="2264125" y="1831739"/>
                  </a:lnTo>
                  <a:lnTo>
                    <a:pt x="2254408" y="1830662"/>
                  </a:lnTo>
                  <a:lnTo>
                    <a:pt x="2244691" y="1829585"/>
                  </a:lnTo>
                  <a:lnTo>
                    <a:pt x="2234973" y="1828507"/>
                  </a:lnTo>
                  <a:lnTo>
                    <a:pt x="2225256" y="1827429"/>
                  </a:lnTo>
                  <a:lnTo>
                    <a:pt x="2215539" y="1826891"/>
                  </a:lnTo>
                  <a:lnTo>
                    <a:pt x="2205822" y="1826872"/>
                  </a:lnTo>
                  <a:lnTo>
                    <a:pt x="2196104" y="1826854"/>
                  </a:lnTo>
                  <a:lnTo>
                    <a:pt x="2186387" y="1826835"/>
                  </a:lnTo>
                  <a:lnTo>
                    <a:pt x="2176670" y="1826817"/>
                  </a:lnTo>
                  <a:lnTo>
                    <a:pt x="2166952" y="1826798"/>
                  </a:lnTo>
                  <a:lnTo>
                    <a:pt x="2157235" y="1826780"/>
                  </a:lnTo>
                  <a:lnTo>
                    <a:pt x="2147518" y="1826761"/>
                  </a:lnTo>
                  <a:lnTo>
                    <a:pt x="2137801" y="1826743"/>
                  </a:lnTo>
                  <a:lnTo>
                    <a:pt x="2128083" y="1826721"/>
                  </a:lnTo>
                  <a:lnTo>
                    <a:pt x="2118366" y="1826678"/>
                  </a:lnTo>
                  <a:lnTo>
                    <a:pt x="2108649" y="1826636"/>
                  </a:lnTo>
                  <a:lnTo>
                    <a:pt x="2098931" y="1826593"/>
                  </a:lnTo>
                  <a:lnTo>
                    <a:pt x="2089214" y="1826550"/>
                  </a:lnTo>
                  <a:lnTo>
                    <a:pt x="2079497" y="1826508"/>
                  </a:lnTo>
                  <a:lnTo>
                    <a:pt x="2069780" y="1826465"/>
                  </a:lnTo>
                  <a:lnTo>
                    <a:pt x="2060062" y="1826423"/>
                  </a:lnTo>
                  <a:lnTo>
                    <a:pt x="2050345" y="1826380"/>
                  </a:lnTo>
                  <a:lnTo>
                    <a:pt x="2040628" y="1826337"/>
                  </a:lnTo>
                  <a:lnTo>
                    <a:pt x="2030911" y="1826295"/>
                  </a:lnTo>
                  <a:lnTo>
                    <a:pt x="2021193" y="1826252"/>
                  </a:lnTo>
                  <a:lnTo>
                    <a:pt x="2011476" y="1826210"/>
                  </a:lnTo>
                  <a:lnTo>
                    <a:pt x="2001759" y="1826167"/>
                  </a:lnTo>
                  <a:lnTo>
                    <a:pt x="1992041" y="1825874"/>
                  </a:lnTo>
                  <a:lnTo>
                    <a:pt x="1982324" y="1825150"/>
                  </a:lnTo>
                  <a:lnTo>
                    <a:pt x="1972607" y="1824425"/>
                  </a:lnTo>
                  <a:lnTo>
                    <a:pt x="1962890" y="1823700"/>
                  </a:lnTo>
                  <a:lnTo>
                    <a:pt x="1953172" y="1822968"/>
                  </a:lnTo>
                  <a:lnTo>
                    <a:pt x="1943455" y="1822216"/>
                  </a:lnTo>
                  <a:lnTo>
                    <a:pt x="1933738" y="1821464"/>
                  </a:lnTo>
                  <a:lnTo>
                    <a:pt x="1924020" y="1820712"/>
                  </a:lnTo>
                  <a:lnTo>
                    <a:pt x="1914303" y="1820025"/>
                  </a:lnTo>
                  <a:lnTo>
                    <a:pt x="1904586" y="1820171"/>
                  </a:lnTo>
                  <a:lnTo>
                    <a:pt x="1894869" y="1819178"/>
                  </a:lnTo>
                  <a:lnTo>
                    <a:pt x="1885151" y="1818107"/>
                  </a:lnTo>
                  <a:lnTo>
                    <a:pt x="1875434" y="1818484"/>
                  </a:lnTo>
                  <a:lnTo>
                    <a:pt x="1865717" y="1818861"/>
                  </a:lnTo>
                  <a:lnTo>
                    <a:pt x="1856000" y="1819238"/>
                  </a:lnTo>
                  <a:lnTo>
                    <a:pt x="1846282" y="1819614"/>
                  </a:lnTo>
                  <a:lnTo>
                    <a:pt x="1836565" y="1819991"/>
                  </a:lnTo>
                  <a:lnTo>
                    <a:pt x="1826848" y="1820367"/>
                  </a:lnTo>
                  <a:lnTo>
                    <a:pt x="1817130" y="1820744"/>
                  </a:lnTo>
                  <a:lnTo>
                    <a:pt x="1807413" y="1821120"/>
                  </a:lnTo>
                  <a:lnTo>
                    <a:pt x="1797696" y="1821496"/>
                  </a:lnTo>
                  <a:lnTo>
                    <a:pt x="1787979" y="1821872"/>
                  </a:lnTo>
                  <a:lnTo>
                    <a:pt x="1778261" y="1822248"/>
                  </a:lnTo>
                  <a:lnTo>
                    <a:pt x="1768544" y="1822624"/>
                  </a:lnTo>
                  <a:lnTo>
                    <a:pt x="1758827" y="1822721"/>
                  </a:lnTo>
                  <a:lnTo>
                    <a:pt x="1749109" y="1822131"/>
                  </a:lnTo>
                  <a:lnTo>
                    <a:pt x="1739392" y="1822391"/>
                  </a:lnTo>
                  <a:lnTo>
                    <a:pt x="1729675" y="1823009"/>
                  </a:lnTo>
                  <a:lnTo>
                    <a:pt x="1719958" y="1823567"/>
                  </a:lnTo>
                  <a:lnTo>
                    <a:pt x="1710240" y="1823757"/>
                  </a:lnTo>
                  <a:lnTo>
                    <a:pt x="1700523" y="1823543"/>
                  </a:lnTo>
                  <a:lnTo>
                    <a:pt x="1690806" y="1822506"/>
                  </a:lnTo>
                  <a:lnTo>
                    <a:pt x="1681089" y="1821469"/>
                  </a:lnTo>
                  <a:lnTo>
                    <a:pt x="1671371" y="1820431"/>
                  </a:lnTo>
                  <a:lnTo>
                    <a:pt x="1661654" y="1821043"/>
                  </a:lnTo>
                  <a:lnTo>
                    <a:pt x="1651937" y="1821685"/>
                  </a:lnTo>
                  <a:lnTo>
                    <a:pt x="1642219" y="1822326"/>
                  </a:lnTo>
                  <a:lnTo>
                    <a:pt x="1632502" y="1822967"/>
                  </a:lnTo>
                  <a:lnTo>
                    <a:pt x="1622785" y="1823582"/>
                  </a:lnTo>
                  <a:lnTo>
                    <a:pt x="1613068" y="1823125"/>
                  </a:lnTo>
                  <a:lnTo>
                    <a:pt x="1603350" y="1821974"/>
                  </a:lnTo>
                  <a:lnTo>
                    <a:pt x="1593633" y="1820811"/>
                  </a:lnTo>
                  <a:lnTo>
                    <a:pt x="1583916" y="1819642"/>
                  </a:lnTo>
                  <a:lnTo>
                    <a:pt x="1574198" y="1819158"/>
                  </a:lnTo>
                  <a:lnTo>
                    <a:pt x="1564481" y="1819535"/>
                  </a:lnTo>
                  <a:lnTo>
                    <a:pt x="1554764" y="1819911"/>
                  </a:lnTo>
                  <a:lnTo>
                    <a:pt x="1545047" y="1820288"/>
                  </a:lnTo>
                  <a:lnTo>
                    <a:pt x="1535329" y="1820665"/>
                  </a:lnTo>
                  <a:lnTo>
                    <a:pt x="1525612" y="1821010"/>
                  </a:lnTo>
                  <a:lnTo>
                    <a:pt x="1515895" y="1821470"/>
                  </a:lnTo>
                  <a:lnTo>
                    <a:pt x="1506178" y="1822013"/>
                  </a:lnTo>
                  <a:lnTo>
                    <a:pt x="1496460" y="1822563"/>
                  </a:lnTo>
                  <a:lnTo>
                    <a:pt x="1486743" y="1823112"/>
                  </a:lnTo>
                  <a:lnTo>
                    <a:pt x="1477026" y="1823633"/>
                  </a:lnTo>
                  <a:lnTo>
                    <a:pt x="1467308" y="1823285"/>
                  </a:lnTo>
                  <a:lnTo>
                    <a:pt x="1457591" y="1823675"/>
                  </a:lnTo>
                  <a:lnTo>
                    <a:pt x="1447874" y="1824045"/>
                  </a:lnTo>
                  <a:lnTo>
                    <a:pt x="1438157" y="1823710"/>
                  </a:lnTo>
                  <a:lnTo>
                    <a:pt x="1428439" y="1824328"/>
                  </a:lnTo>
                  <a:lnTo>
                    <a:pt x="1418722" y="1824689"/>
                  </a:lnTo>
                  <a:lnTo>
                    <a:pt x="1409005" y="1824705"/>
                  </a:lnTo>
                  <a:lnTo>
                    <a:pt x="1399287" y="1824660"/>
                  </a:lnTo>
                  <a:lnTo>
                    <a:pt x="1389570" y="1824646"/>
                  </a:lnTo>
                  <a:lnTo>
                    <a:pt x="1379853" y="1824631"/>
                  </a:lnTo>
                  <a:lnTo>
                    <a:pt x="1370136" y="1824605"/>
                  </a:lnTo>
                  <a:lnTo>
                    <a:pt x="1360418" y="1824542"/>
                  </a:lnTo>
                  <a:lnTo>
                    <a:pt x="1350701" y="1823556"/>
                  </a:lnTo>
                  <a:lnTo>
                    <a:pt x="1340984" y="1822031"/>
                  </a:lnTo>
                  <a:lnTo>
                    <a:pt x="1331267" y="1820506"/>
                  </a:lnTo>
                  <a:lnTo>
                    <a:pt x="1321549" y="1818979"/>
                  </a:lnTo>
                  <a:lnTo>
                    <a:pt x="1311832" y="1817452"/>
                  </a:lnTo>
                  <a:lnTo>
                    <a:pt x="1302115" y="1816450"/>
                  </a:lnTo>
                  <a:lnTo>
                    <a:pt x="1292397" y="1816758"/>
                  </a:lnTo>
                  <a:lnTo>
                    <a:pt x="1282680" y="1818232"/>
                  </a:lnTo>
                  <a:lnTo>
                    <a:pt x="1272963" y="1819706"/>
                  </a:lnTo>
                  <a:lnTo>
                    <a:pt x="1263246" y="1821179"/>
                  </a:lnTo>
                  <a:lnTo>
                    <a:pt x="1253528" y="1822651"/>
                  </a:lnTo>
                  <a:lnTo>
                    <a:pt x="1243811" y="1824123"/>
                  </a:lnTo>
                  <a:lnTo>
                    <a:pt x="1234094" y="1824274"/>
                  </a:lnTo>
                  <a:lnTo>
                    <a:pt x="1224376" y="1824772"/>
                  </a:lnTo>
                  <a:lnTo>
                    <a:pt x="1214659" y="1824630"/>
                  </a:lnTo>
                  <a:lnTo>
                    <a:pt x="1204942" y="1824480"/>
                  </a:lnTo>
                  <a:lnTo>
                    <a:pt x="1195225" y="1824113"/>
                  </a:lnTo>
                  <a:lnTo>
                    <a:pt x="1185507" y="1824181"/>
                  </a:lnTo>
                  <a:lnTo>
                    <a:pt x="1175790" y="1824042"/>
                  </a:lnTo>
                  <a:lnTo>
                    <a:pt x="1166073" y="1823910"/>
                  </a:lnTo>
                  <a:lnTo>
                    <a:pt x="1156356" y="1824014"/>
                  </a:lnTo>
                  <a:lnTo>
                    <a:pt x="1146638" y="1825123"/>
                  </a:lnTo>
                  <a:lnTo>
                    <a:pt x="1136921" y="1827275"/>
                  </a:lnTo>
                  <a:lnTo>
                    <a:pt x="1127204" y="1829204"/>
                  </a:lnTo>
                  <a:lnTo>
                    <a:pt x="1117486" y="1827991"/>
                  </a:lnTo>
                  <a:lnTo>
                    <a:pt x="1107769" y="1828952"/>
                  </a:lnTo>
                  <a:lnTo>
                    <a:pt x="1098052" y="1829858"/>
                  </a:lnTo>
                  <a:lnTo>
                    <a:pt x="1088335" y="1830874"/>
                  </a:lnTo>
                  <a:lnTo>
                    <a:pt x="1078617" y="1832307"/>
                  </a:lnTo>
                  <a:lnTo>
                    <a:pt x="1068900" y="1833739"/>
                  </a:lnTo>
                  <a:lnTo>
                    <a:pt x="1059183" y="1835170"/>
                  </a:lnTo>
                  <a:lnTo>
                    <a:pt x="1049465" y="1835831"/>
                  </a:lnTo>
                  <a:lnTo>
                    <a:pt x="1039748" y="1835778"/>
                  </a:lnTo>
                  <a:lnTo>
                    <a:pt x="1030031" y="1834940"/>
                  </a:lnTo>
                  <a:lnTo>
                    <a:pt x="1020314" y="1832779"/>
                  </a:lnTo>
                  <a:lnTo>
                    <a:pt x="1010596" y="1833382"/>
                  </a:lnTo>
                  <a:lnTo>
                    <a:pt x="1000879" y="1833348"/>
                  </a:lnTo>
                  <a:lnTo>
                    <a:pt x="991162" y="1835125"/>
                  </a:lnTo>
                  <a:lnTo>
                    <a:pt x="981445" y="1835458"/>
                  </a:lnTo>
                  <a:lnTo>
                    <a:pt x="971727" y="1835410"/>
                  </a:lnTo>
                  <a:lnTo>
                    <a:pt x="962010" y="1835357"/>
                  </a:lnTo>
                  <a:lnTo>
                    <a:pt x="952293" y="1835305"/>
                  </a:lnTo>
                  <a:lnTo>
                    <a:pt x="942575" y="1835252"/>
                  </a:lnTo>
                  <a:lnTo>
                    <a:pt x="932858" y="1835199"/>
                  </a:lnTo>
                  <a:lnTo>
                    <a:pt x="923141" y="1835137"/>
                  </a:lnTo>
                  <a:lnTo>
                    <a:pt x="913424" y="1835823"/>
                  </a:lnTo>
                  <a:lnTo>
                    <a:pt x="903706" y="1836834"/>
                  </a:lnTo>
                  <a:lnTo>
                    <a:pt x="893989" y="1837540"/>
                  </a:lnTo>
                  <a:lnTo>
                    <a:pt x="884272" y="1838922"/>
                  </a:lnTo>
                  <a:lnTo>
                    <a:pt x="874554" y="1839531"/>
                  </a:lnTo>
                  <a:lnTo>
                    <a:pt x="864837" y="1842286"/>
                  </a:lnTo>
                  <a:lnTo>
                    <a:pt x="855120" y="1842843"/>
                  </a:lnTo>
                  <a:lnTo>
                    <a:pt x="845403" y="1844686"/>
                  </a:lnTo>
                  <a:lnTo>
                    <a:pt x="835685" y="1846614"/>
                  </a:lnTo>
                  <a:lnTo>
                    <a:pt x="825968" y="1848163"/>
                  </a:lnTo>
                  <a:lnTo>
                    <a:pt x="816251" y="1850406"/>
                  </a:lnTo>
                  <a:lnTo>
                    <a:pt x="806534" y="1852358"/>
                  </a:lnTo>
                  <a:lnTo>
                    <a:pt x="796816" y="1854266"/>
                  </a:lnTo>
                  <a:lnTo>
                    <a:pt x="787099" y="1856185"/>
                  </a:lnTo>
                  <a:lnTo>
                    <a:pt x="777382" y="1857472"/>
                  </a:lnTo>
                  <a:lnTo>
                    <a:pt x="767664" y="1860963"/>
                  </a:lnTo>
                  <a:lnTo>
                    <a:pt x="757947" y="1861706"/>
                  </a:lnTo>
                  <a:lnTo>
                    <a:pt x="748230" y="1862073"/>
                  </a:lnTo>
                  <a:lnTo>
                    <a:pt x="738513" y="1863782"/>
                  </a:lnTo>
                  <a:lnTo>
                    <a:pt x="728795" y="1864486"/>
                  </a:lnTo>
                  <a:lnTo>
                    <a:pt x="719078" y="1865638"/>
                  </a:lnTo>
                  <a:lnTo>
                    <a:pt x="709361" y="1868457"/>
                  </a:lnTo>
                  <a:lnTo>
                    <a:pt x="699643" y="1870083"/>
                  </a:lnTo>
                  <a:lnTo>
                    <a:pt x="689926" y="1875128"/>
                  </a:lnTo>
                  <a:lnTo>
                    <a:pt x="680209" y="1876451"/>
                  </a:lnTo>
                  <a:lnTo>
                    <a:pt x="670492" y="1876662"/>
                  </a:lnTo>
                  <a:lnTo>
                    <a:pt x="660774" y="1878550"/>
                  </a:lnTo>
                  <a:lnTo>
                    <a:pt x="651057" y="1881158"/>
                  </a:lnTo>
                  <a:lnTo>
                    <a:pt x="641340" y="1883646"/>
                  </a:lnTo>
                  <a:lnTo>
                    <a:pt x="631623" y="1886536"/>
                  </a:lnTo>
                  <a:lnTo>
                    <a:pt x="621905" y="1890323"/>
                  </a:lnTo>
                  <a:lnTo>
                    <a:pt x="612188" y="1891359"/>
                  </a:lnTo>
                  <a:lnTo>
                    <a:pt x="602471" y="1893669"/>
                  </a:lnTo>
                  <a:lnTo>
                    <a:pt x="592753" y="1896453"/>
                  </a:lnTo>
                  <a:lnTo>
                    <a:pt x="583036" y="1899019"/>
                  </a:lnTo>
                  <a:lnTo>
                    <a:pt x="573319" y="1901015"/>
                  </a:lnTo>
                  <a:lnTo>
                    <a:pt x="563602" y="1902755"/>
                  </a:lnTo>
                  <a:lnTo>
                    <a:pt x="553884" y="1905865"/>
                  </a:lnTo>
                  <a:lnTo>
                    <a:pt x="544167" y="1909258"/>
                  </a:lnTo>
                  <a:lnTo>
                    <a:pt x="534450" y="1911774"/>
                  </a:lnTo>
                  <a:lnTo>
                    <a:pt x="524732" y="1915706"/>
                  </a:lnTo>
                  <a:lnTo>
                    <a:pt x="515015" y="1918941"/>
                  </a:lnTo>
                  <a:lnTo>
                    <a:pt x="505298" y="1923310"/>
                  </a:lnTo>
                  <a:lnTo>
                    <a:pt x="495581" y="1929481"/>
                  </a:lnTo>
                  <a:lnTo>
                    <a:pt x="485863" y="1930592"/>
                  </a:lnTo>
                  <a:lnTo>
                    <a:pt x="476146" y="1934061"/>
                  </a:lnTo>
                  <a:lnTo>
                    <a:pt x="466429" y="1940542"/>
                  </a:lnTo>
                  <a:lnTo>
                    <a:pt x="456712" y="1944710"/>
                  </a:lnTo>
                  <a:lnTo>
                    <a:pt x="446994" y="1949170"/>
                  </a:lnTo>
                  <a:lnTo>
                    <a:pt x="437277" y="1952595"/>
                  </a:lnTo>
                  <a:lnTo>
                    <a:pt x="427560" y="1957129"/>
                  </a:lnTo>
                  <a:lnTo>
                    <a:pt x="417842" y="1961674"/>
                  </a:lnTo>
                  <a:lnTo>
                    <a:pt x="408125" y="1966927"/>
                  </a:lnTo>
                  <a:lnTo>
                    <a:pt x="398408" y="1973406"/>
                  </a:lnTo>
                  <a:lnTo>
                    <a:pt x="388691" y="1978101"/>
                  </a:lnTo>
                  <a:lnTo>
                    <a:pt x="378973" y="1983707"/>
                  </a:lnTo>
                  <a:lnTo>
                    <a:pt x="369256" y="1989186"/>
                  </a:lnTo>
                  <a:lnTo>
                    <a:pt x="359539" y="1995180"/>
                  </a:lnTo>
                  <a:lnTo>
                    <a:pt x="349821" y="2001021"/>
                  </a:lnTo>
                  <a:lnTo>
                    <a:pt x="340104" y="2004763"/>
                  </a:lnTo>
                  <a:lnTo>
                    <a:pt x="330387" y="2011665"/>
                  </a:lnTo>
                  <a:lnTo>
                    <a:pt x="320670" y="2015550"/>
                  </a:lnTo>
                  <a:lnTo>
                    <a:pt x="310952" y="2020157"/>
                  </a:lnTo>
                  <a:lnTo>
                    <a:pt x="301235" y="2027672"/>
                  </a:lnTo>
                  <a:lnTo>
                    <a:pt x="291518" y="2035878"/>
                  </a:lnTo>
                  <a:lnTo>
                    <a:pt x="281801" y="2039547"/>
                  </a:lnTo>
                  <a:lnTo>
                    <a:pt x="272083" y="2045968"/>
                  </a:lnTo>
                  <a:lnTo>
                    <a:pt x="262366" y="2052317"/>
                  </a:lnTo>
                  <a:lnTo>
                    <a:pt x="252649" y="2057732"/>
                  </a:lnTo>
                  <a:lnTo>
                    <a:pt x="242931" y="2064386"/>
                  </a:lnTo>
                  <a:lnTo>
                    <a:pt x="233214" y="2070260"/>
                  </a:lnTo>
                  <a:lnTo>
                    <a:pt x="223497" y="2078008"/>
                  </a:lnTo>
                  <a:lnTo>
                    <a:pt x="213780" y="2086223"/>
                  </a:lnTo>
                  <a:lnTo>
                    <a:pt x="204062" y="2093140"/>
                  </a:lnTo>
                  <a:lnTo>
                    <a:pt x="194345" y="2100028"/>
                  </a:lnTo>
                  <a:lnTo>
                    <a:pt x="184628" y="2106806"/>
                  </a:lnTo>
                  <a:lnTo>
                    <a:pt x="174910" y="2112142"/>
                  </a:lnTo>
                  <a:lnTo>
                    <a:pt x="165193" y="2118596"/>
                  </a:lnTo>
                  <a:lnTo>
                    <a:pt x="155476" y="2125373"/>
                  </a:lnTo>
                  <a:lnTo>
                    <a:pt x="145759" y="2132106"/>
                  </a:lnTo>
                  <a:lnTo>
                    <a:pt x="136041" y="2138175"/>
                  </a:lnTo>
                  <a:lnTo>
                    <a:pt x="126324" y="2143411"/>
                  </a:lnTo>
                  <a:lnTo>
                    <a:pt x="116607" y="2150911"/>
                  </a:lnTo>
                  <a:lnTo>
                    <a:pt x="106890" y="2158156"/>
                  </a:lnTo>
                  <a:lnTo>
                    <a:pt x="97172" y="2164906"/>
                  </a:lnTo>
                  <a:lnTo>
                    <a:pt x="87455" y="2172017"/>
                  </a:lnTo>
                  <a:lnTo>
                    <a:pt x="77738" y="2180451"/>
                  </a:lnTo>
                  <a:lnTo>
                    <a:pt x="68020" y="2186991"/>
                  </a:lnTo>
                  <a:lnTo>
                    <a:pt x="58303" y="2193526"/>
                  </a:lnTo>
                  <a:lnTo>
                    <a:pt x="48586" y="2200857"/>
                  </a:lnTo>
                  <a:lnTo>
                    <a:pt x="38869" y="2207758"/>
                  </a:lnTo>
                  <a:lnTo>
                    <a:pt x="29151" y="2216640"/>
                  </a:lnTo>
                  <a:lnTo>
                    <a:pt x="19434" y="2224851"/>
                  </a:lnTo>
                  <a:lnTo>
                    <a:pt x="9717" y="2232010"/>
                  </a:lnTo>
                  <a:lnTo>
                    <a:pt x="0" y="2240075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3486209" y="1576534"/>
              <a:ext cx="2516774" cy="1663536"/>
            </a:xfrm>
            <a:custGeom>
              <a:avLst/>
              <a:pathLst>
                <a:path w="2516774" h="1663536">
                  <a:moveTo>
                    <a:pt x="0" y="1663536"/>
                  </a:moveTo>
                  <a:lnTo>
                    <a:pt x="9717" y="1661415"/>
                  </a:lnTo>
                  <a:lnTo>
                    <a:pt x="19434" y="1662084"/>
                  </a:lnTo>
                  <a:lnTo>
                    <a:pt x="29151" y="1663067"/>
                  </a:lnTo>
                  <a:lnTo>
                    <a:pt x="38869" y="1658564"/>
                  </a:lnTo>
                  <a:lnTo>
                    <a:pt x="48586" y="1657808"/>
                  </a:lnTo>
                  <a:lnTo>
                    <a:pt x="58303" y="1655042"/>
                  </a:lnTo>
                  <a:lnTo>
                    <a:pt x="68020" y="1655632"/>
                  </a:lnTo>
                  <a:lnTo>
                    <a:pt x="77738" y="1655425"/>
                  </a:lnTo>
                  <a:lnTo>
                    <a:pt x="87455" y="1654681"/>
                  </a:lnTo>
                  <a:lnTo>
                    <a:pt x="97172" y="1653016"/>
                  </a:lnTo>
                  <a:lnTo>
                    <a:pt x="106890" y="1650559"/>
                  </a:lnTo>
                  <a:lnTo>
                    <a:pt x="116607" y="1648383"/>
                  </a:lnTo>
                  <a:lnTo>
                    <a:pt x="126324" y="1645982"/>
                  </a:lnTo>
                  <a:lnTo>
                    <a:pt x="136041" y="1643598"/>
                  </a:lnTo>
                  <a:lnTo>
                    <a:pt x="145759" y="1643109"/>
                  </a:lnTo>
                  <a:lnTo>
                    <a:pt x="155476" y="1640468"/>
                  </a:lnTo>
                  <a:lnTo>
                    <a:pt x="165193" y="1640947"/>
                  </a:lnTo>
                  <a:lnTo>
                    <a:pt x="174910" y="1640214"/>
                  </a:lnTo>
                  <a:lnTo>
                    <a:pt x="184628" y="1638658"/>
                  </a:lnTo>
                  <a:lnTo>
                    <a:pt x="194345" y="1634674"/>
                  </a:lnTo>
                  <a:lnTo>
                    <a:pt x="204062" y="1632247"/>
                  </a:lnTo>
                  <a:lnTo>
                    <a:pt x="213780" y="1628252"/>
                  </a:lnTo>
                  <a:lnTo>
                    <a:pt x="223497" y="1625676"/>
                  </a:lnTo>
                  <a:lnTo>
                    <a:pt x="233214" y="1625662"/>
                  </a:lnTo>
                  <a:lnTo>
                    <a:pt x="242931" y="1624002"/>
                  </a:lnTo>
                  <a:lnTo>
                    <a:pt x="252649" y="1621594"/>
                  </a:lnTo>
                  <a:lnTo>
                    <a:pt x="262366" y="1619196"/>
                  </a:lnTo>
                  <a:lnTo>
                    <a:pt x="272083" y="1618407"/>
                  </a:lnTo>
                  <a:lnTo>
                    <a:pt x="281801" y="1615399"/>
                  </a:lnTo>
                  <a:lnTo>
                    <a:pt x="291518" y="1612387"/>
                  </a:lnTo>
                  <a:lnTo>
                    <a:pt x="301235" y="1608738"/>
                  </a:lnTo>
                  <a:lnTo>
                    <a:pt x="310952" y="1604117"/>
                  </a:lnTo>
                  <a:lnTo>
                    <a:pt x="320670" y="1599176"/>
                  </a:lnTo>
                  <a:lnTo>
                    <a:pt x="330387" y="1597427"/>
                  </a:lnTo>
                  <a:lnTo>
                    <a:pt x="340104" y="1592643"/>
                  </a:lnTo>
                  <a:lnTo>
                    <a:pt x="349821" y="1586870"/>
                  </a:lnTo>
                  <a:lnTo>
                    <a:pt x="359539" y="1583632"/>
                  </a:lnTo>
                  <a:lnTo>
                    <a:pt x="369256" y="1581425"/>
                  </a:lnTo>
                  <a:lnTo>
                    <a:pt x="378973" y="1579203"/>
                  </a:lnTo>
                  <a:lnTo>
                    <a:pt x="388691" y="1575172"/>
                  </a:lnTo>
                  <a:lnTo>
                    <a:pt x="398408" y="1571947"/>
                  </a:lnTo>
                  <a:lnTo>
                    <a:pt x="408125" y="1569524"/>
                  </a:lnTo>
                  <a:lnTo>
                    <a:pt x="417842" y="1564391"/>
                  </a:lnTo>
                  <a:lnTo>
                    <a:pt x="427560" y="1557697"/>
                  </a:lnTo>
                  <a:lnTo>
                    <a:pt x="437277" y="1553977"/>
                  </a:lnTo>
                  <a:lnTo>
                    <a:pt x="446994" y="1548119"/>
                  </a:lnTo>
                  <a:lnTo>
                    <a:pt x="456712" y="1542081"/>
                  </a:lnTo>
                  <a:lnTo>
                    <a:pt x="466429" y="1538279"/>
                  </a:lnTo>
                  <a:lnTo>
                    <a:pt x="476146" y="1534784"/>
                  </a:lnTo>
                  <a:lnTo>
                    <a:pt x="485863" y="1529727"/>
                  </a:lnTo>
                  <a:lnTo>
                    <a:pt x="495581" y="1522983"/>
                  </a:lnTo>
                  <a:lnTo>
                    <a:pt x="505298" y="1518269"/>
                  </a:lnTo>
                  <a:lnTo>
                    <a:pt x="515015" y="1511848"/>
                  </a:lnTo>
                  <a:lnTo>
                    <a:pt x="524732" y="1503769"/>
                  </a:lnTo>
                  <a:lnTo>
                    <a:pt x="534450" y="1495923"/>
                  </a:lnTo>
                  <a:lnTo>
                    <a:pt x="544167" y="1489010"/>
                  </a:lnTo>
                  <a:lnTo>
                    <a:pt x="553884" y="1483378"/>
                  </a:lnTo>
                  <a:lnTo>
                    <a:pt x="563602" y="1478393"/>
                  </a:lnTo>
                  <a:lnTo>
                    <a:pt x="573319" y="1471137"/>
                  </a:lnTo>
                  <a:lnTo>
                    <a:pt x="583036" y="1467012"/>
                  </a:lnTo>
                  <a:lnTo>
                    <a:pt x="592753" y="1460771"/>
                  </a:lnTo>
                  <a:lnTo>
                    <a:pt x="602471" y="1454412"/>
                  </a:lnTo>
                  <a:lnTo>
                    <a:pt x="612188" y="1447565"/>
                  </a:lnTo>
                  <a:lnTo>
                    <a:pt x="621905" y="1439810"/>
                  </a:lnTo>
                  <a:lnTo>
                    <a:pt x="631623" y="1431017"/>
                  </a:lnTo>
                  <a:lnTo>
                    <a:pt x="641340" y="1423317"/>
                  </a:lnTo>
                  <a:lnTo>
                    <a:pt x="651057" y="1417332"/>
                  </a:lnTo>
                  <a:lnTo>
                    <a:pt x="660774" y="1406765"/>
                  </a:lnTo>
                  <a:lnTo>
                    <a:pt x="670492" y="1397115"/>
                  </a:lnTo>
                  <a:lnTo>
                    <a:pt x="680209" y="1390828"/>
                  </a:lnTo>
                  <a:lnTo>
                    <a:pt x="689926" y="1383500"/>
                  </a:lnTo>
                  <a:lnTo>
                    <a:pt x="699643" y="1377765"/>
                  </a:lnTo>
                  <a:lnTo>
                    <a:pt x="709361" y="1368636"/>
                  </a:lnTo>
                  <a:lnTo>
                    <a:pt x="719078" y="1360295"/>
                  </a:lnTo>
                  <a:lnTo>
                    <a:pt x="728795" y="1351457"/>
                  </a:lnTo>
                  <a:lnTo>
                    <a:pt x="738513" y="1344388"/>
                  </a:lnTo>
                  <a:lnTo>
                    <a:pt x="748230" y="1339016"/>
                  </a:lnTo>
                  <a:lnTo>
                    <a:pt x="757947" y="1329753"/>
                  </a:lnTo>
                  <a:lnTo>
                    <a:pt x="767664" y="1321008"/>
                  </a:lnTo>
                  <a:lnTo>
                    <a:pt x="777382" y="1313068"/>
                  </a:lnTo>
                  <a:lnTo>
                    <a:pt x="787099" y="1305414"/>
                  </a:lnTo>
                  <a:lnTo>
                    <a:pt x="796816" y="1298617"/>
                  </a:lnTo>
                  <a:lnTo>
                    <a:pt x="806534" y="1291925"/>
                  </a:lnTo>
                  <a:lnTo>
                    <a:pt x="816251" y="1285162"/>
                  </a:lnTo>
                  <a:lnTo>
                    <a:pt x="825968" y="1275099"/>
                  </a:lnTo>
                  <a:lnTo>
                    <a:pt x="835685" y="1264076"/>
                  </a:lnTo>
                  <a:lnTo>
                    <a:pt x="845403" y="1256377"/>
                  </a:lnTo>
                  <a:lnTo>
                    <a:pt x="855120" y="1247851"/>
                  </a:lnTo>
                  <a:lnTo>
                    <a:pt x="864837" y="1238164"/>
                  </a:lnTo>
                  <a:lnTo>
                    <a:pt x="874554" y="1229883"/>
                  </a:lnTo>
                  <a:lnTo>
                    <a:pt x="884272" y="1220384"/>
                  </a:lnTo>
                  <a:lnTo>
                    <a:pt x="893989" y="1210894"/>
                  </a:lnTo>
                  <a:lnTo>
                    <a:pt x="903706" y="1201410"/>
                  </a:lnTo>
                  <a:lnTo>
                    <a:pt x="913424" y="1191900"/>
                  </a:lnTo>
                  <a:lnTo>
                    <a:pt x="923141" y="1180945"/>
                  </a:lnTo>
                  <a:lnTo>
                    <a:pt x="932858" y="1169554"/>
                  </a:lnTo>
                  <a:lnTo>
                    <a:pt x="942575" y="1160255"/>
                  </a:lnTo>
                  <a:lnTo>
                    <a:pt x="952293" y="1152789"/>
                  </a:lnTo>
                  <a:lnTo>
                    <a:pt x="962010" y="1144484"/>
                  </a:lnTo>
                  <a:lnTo>
                    <a:pt x="971727" y="1135259"/>
                  </a:lnTo>
                  <a:lnTo>
                    <a:pt x="981445" y="1127168"/>
                  </a:lnTo>
                  <a:lnTo>
                    <a:pt x="991162" y="1121484"/>
                  </a:lnTo>
                  <a:lnTo>
                    <a:pt x="1000879" y="1113828"/>
                  </a:lnTo>
                  <a:lnTo>
                    <a:pt x="1010596" y="1106176"/>
                  </a:lnTo>
                  <a:lnTo>
                    <a:pt x="1020314" y="1096310"/>
                  </a:lnTo>
                  <a:lnTo>
                    <a:pt x="1030031" y="1085903"/>
                  </a:lnTo>
                  <a:lnTo>
                    <a:pt x="1039748" y="1076884"/>
                  </a:lnTo>
                  <a:lnTo>
                    <a:pt x="1049465" y="1068779"/>
                  </a:lnTo>
                  <a:lnTo>
                    <a:pt x="1059183" y="1060255"/>
                  </a:lnTo>
                  <a:lnTo>
                    <a:pt x="1068900" y="1052092"/>
                  </a:lnTo>
                  <a:lnTo>
                    <a:pt x="1078617" y="1043755"/>
                  </a:lnTo>
                  <a:lnTo>
                    <a:pt x="1088335" y="1035406"/>
                  </a:lnTo>
                  <a:lnTo>
                    <a:pt x="1098052" y="1027034"/>
                  </a:lnTo>
                  <a:lnTo>
                    <a:pt x="1107769" y="1018446"/>
                  </a:lnTo>
                  <a:lnTo>
                    <a:pt x="1117486" y="1008609"/>
                  </a:lnTo>
                  <a:lnTo>
                    <a:pt x="1127204" y="999369"/>
                  </a:lnTo>
                  <a:lnTo>
                    <a:pt x="1136921" y="991532"/>
                  </a:lnTo>
                  <a:lnTo>
                    <a:pt x="1146638" y="981704"/>
                  </a:lnTo>
                  <a:lnTo>
                    <a:pt x="1156356" y="968818"/>
                  </a:lnTo>
                  <a:lnTo>
                    <a:pt x="1166073" y="960131"/>
                  </a:lnTo>
                  <a:lnTo>
                    <a:pt x="1175790" y="953356"/>
                  </a:lnTo>
                  <a:lnTo>
                    <a:pt x="1185507" y="945468"/>
                  </a:lnTo>
                  <a:lnTo>
                    <a:pt x="1195225" y="934263"/>
                  </a:lnTo>
                  <a:lnTo>
                    <a:pt x="1204942" y="923091"/>
                  </a:lnTo>
                  <a:lnTo>
                    <a:pt x="1214659" y="913952"/>
                  </a:lnTo>
                  <a:lnTo>
                    <a:pt x="1224376" y="905597"/>
                  </a:lnTo>
                  <a:lnTo>
                    <a:pt x="1234094" y="898568"/>
                  </a:lnTo>
                  <a:lnTo>
                    <a:pt x="1243811" y="891638"/>
                  </a:lnTo>
                  <a:lnTo>
                    <a:pt x="1253528" y="884747"/>
                  </a:lnTo>
                  <a:lnTo>
                    <a:pt x="1263246" y="877526"/>
                  </a:lnTo>
                  <a:lnTo>
                    <a:pt x="1272963" y="867905"/>
                  </a:lnTo>
                  <a:lnTo>
                    <a:pt x="1282680" y="858269"/>
                  </a:lnTo>
                  <a:lnTo>
                    <a:pt x="1292397" y="848287"/>
                  </a:lnTo>
                  <a:lnTo>
                    <a:pt x="1302115" y="838228"/>
                  </a:lnTo>
                  <a:lnTo>
                    <a:pt x="1311832" y="829525"/>
                  </a:lnTo>
                  <a:lnTo>
                    <a:pt x="1321549" y="819251"/>
                  </a:lnTo>
                  <a:lnTo>
                    <a:pt x="1331267" y="810174"/>
                  </a:lnTo>
                  <a:lnTo>
                    <a:pt x="1340984" y="801801"/>
                  </a:lnTo>
                  <a:lnTo>
                    <a:pt x="1350701" y="793445"/>
                  </a:lnTo>
                  <a:lnTo>
                    <a:pt x="1360418" y="783616"/>
                  </a:lnTo>
                  <a:lnTo>
                    <a:pt x="1370136" y="776199"/>
                  </a:lnTo>
                  <a:lnTo>
                    <a:pt x="1379853" y="768573"/>
                  </a:lnTo>
                  <a:lnTo>
                    <a:pt x="1389570" y="760366"/>
                  </a:lnTo>
                  <a:lnTo>
                    <a:pt x="1399287" y="752202"/>
                  </a:lnTo>
                  <a:lnTo>
                    <a:pt x="1409005" y="743917"/>
                  </a:lnTo>
                  <a:lnTo>
                    <a:pt x="1418722" y="734216"/>
                  </a:lnTo>
                  <a:lnTo>
                    <a:pt x="1428439" y="724566"/>
                  </a:lnTo>
                  <a:lnTo>
                    <a:pt x="1438157" y="715006"/>
                  </a:lnTo>
                  <a:lnTo>
                    <a:pt x="1447874" y="705541"/>
                  </a:lnTo>
                  <a:lnTo>
                    <a:pt x="1457591" y="698919"/>
                  </a:lnTo>
                  <a:lnTo>
                    <a:pt x="1467308" y="691303"/>
                  </a:lnTo>
                  <a:lnTo>
                    <a:pt x="1477026" y="681559"/>
                  </a:lnTo>
                  <a:lnTo>
                    <a:pt x="1486743" y="672906"/>
                  </a:lnTo>
                  <a:lnTo>
                    <a:pt x="1496460" y="663667"/>
                  </a:lnTo>
                  <a:lnTo>
                    <a:pt x="1506178" y="654495"/>
                  </a:lnTo>
                  <a:lnTo>
                    <a:pt x="1515895" y="645408"/>
                  </a:lnTo>
                  <a:lnTo>
                    <a:pt x="1525612" y="636545"/>
                  </a:lnTo>
                  <a:lnTo>
                    <a:pt x="1535329" y="628132"/>
                  </a:lnTo>
                  <a:lnTo>
                    <a:pt x="1545047" y="619716"/>
                  </a:lnTo>
                  <a:lnTo>
                    <a:pt x="1554764" y="610748"/>
                  </a:lnTo>
                  <a:lnTo>
                    <a:pt x="1564481" y="601832"/>
                  </a:lnTo>
                  <a:lnTo>
                    <a:pt x="1574198" y="593502"/>
                  </a:lnTo>
                  <a:lnTo>
                    <a:pt x="1583916" y="586473"/>
                  </a:lnTo>
                  <a:lnTo>
                    <a:pt x="1593633" y="579508"/>
                  </a:lnTo>
                  <a:lnTo>
                    <a:pt x="1603350" y="571889"/>
                  </a:lnTo>
                  <a:lnTo>
                    <a:pt x="1613068" y="563148"/>
                  </a:lnTo>
                  <a:lnTo>
                    <a:pt x="1622785" y="554452"/>
                  </a:lnTo>
                  <a:lnTo>
                    <a:pt x="1632502" y="545824"/>
                  </a:lnTo>
                  <a:lnTo>
                    <a:pt x="1642219" y="537242"/>
                  </a:lnTo>
                  <a:lnTo>
                    <a:pt x="1651937" y="528707"/>
                  </a:lnTo>
                  <a:lnTo>
                    <a:pt x="1661654" y="520218"/>
                  </a:lnTo>
                  <a:lnTo>
                    <a:pt x="1671371" y="511776"/>
                  </a:lnTo>
                  <a:lnTo>
                    <a:pt x="1681089" y="504120"/>
                  </a:lnTo>
                  <a:lnTo>
                    <a:pt x="1690806" y="496680"/>
                  </a:lnTo>
                  <a:lnTo>
                    <a:pt x="1700523" y="489248"/>
                  </a:lnTo>
                  <a:lnTo>
                    <a:pt x="1710240" y="481247"/>
                  </a:lnTo>
                  <a:lnTo>
                    <a:pt x="1719958" y="473337"/>
                  </a:lnTo>
                  <a:lnTo>
                    <a:pt x="1729675" y="466577"/>
                  </a:lnTo>
                  <a:lnTo>
                    <a:pt x="1739392" y="458760"/>
                  </a:lnTo>
                  <a:lnTo>
                    <a:pt x="1749109" y="451364"/>
                  </a:lnTo>
                  <a:lnTo>
                    <a:pt x="1758827" y="444793"/>
                  </a:lnTo>
                  <a:lnTo>
                    <a:pt x="1768544" y="438265"/>
                  </a:lnTo>
                  <a:lnTo>
                    <a:pt x="1778261" y="431793"/>
                  </a:lnTo>
                  <a:lnTo>
                    <a:pt x="1787979" y="424819"/>
                  </a:lnTo>
                  <a:lnTo>
                    <a:pt x="1797696" y="417887"/>
                  </a:lnTo>
                  <a:lnTo>
                    <a:pt x="1807413" y="411477"/>
                  </a:lnTo>
                  <a:lnTo>
                    <a:pt x="1817130" y="405579"/>
                  </a:lnTo>
                  <a:lnTo>
                    <a:pt x="1826848" y="399736"/>
                  </a:lnTo>
                  <a:lnTo>
                    <a:pt x="1836565" y="392711"/>
                  </a:lnTo>
                  <a:lnTo>
                    <a:pt x="1846282" y="384823"/>
                  </a:lnTo>
                  <a:lnTo>
                    <a:pt x="1856000" y="377059"/>
                  </a:lnTo>
                  <a:lnTo>
                    <a:pt x="1865717" y="370246"/>
                  </a:lnTo>
                  <a:lnTo>
                    <a:pt x="1875434" y="363081"/>
                  </a:lnTo>
                  <a:lnTo>
                    <a:pt x="1885151" y="356917"/>
                  </a:lnTo>
                  <a:lnTo>
                    <a:pt x="1894869" y="350589"/>
                  </a:lnTo>
                  <a:lnTo>
                    <a:pt x="1904586" y="344072"/>
                  </a:lnTo>
                  <a:lnTo>
                    <a:pt x="1914303" y="337611"/>
                  </a:lnTo>
                  <a:lnTo>
                    <a:pt x="1924020" y="331270"/>
                  </a:lnTo>
                  <a:lnTo>
                    <a:pt x="1933738" y="324973"/>
                  </a:lnTo>
                  <a:lnTo>
                    <a:pt x="1943455" y="319414"/>
                  </a:lnTo>
                  <a:lnTo>
                    <a:pt x="1953172" y="315252"/>
                  </a:lnTo>
                  <a:lnTo>
                    <a:pt x="1962890" y="309459"/>
                  </a:lnTo>
                  <a:lnTo>
                    <a:pt x="1972607" y="303708"/>
                  </a:lnTo>
                  <a:lnTo>
                    <a:pt x="1982324" y="297770"/>
                  </a:lnTo>
                  <a:lnTo>
                    <a:pt x="1992041" y="291569"/>
                  </a:lnTo>
                  <a:lnTo>
                    <a:pt x="2001759" y="285417"/>
                  </a:lnTo>
                  <a:lnTo>
                    <a:pt x="2011476" y="279316"/>
                  </a:lnTo>
                  <a:lnTo>
                    <a:pt x="2021193" y="273264"/>
                  </a:lnTo>
                  <a:lnTo>
                    <a:pt x="2030911" y="267263"/>
                  </a:lnTo>
                  <a:lnTo>
                    <a:pt x="2040628" y="261311"/>
                  </a:lnTo>
                  <a:lnTo>
                    <a:pt x="2050345" y="255430"/>
                  </a:lnTo>
                  <a:lnTo>
                    <a:pt x="2060062" y="249603"/>
                  </a:lnTo>
                  <a:lnTo>
                    <a:pt x="2069780" y="243429"/>
                  </a:lnTo>
                  <a:lnTo>
                    <a:pt x="2079497" y="238067"/>
                  </a:lnTo>
                  <a:lnTo>
                    <a:pt x="2089214" y="231976"/>
                  </a:lnTo>
                  <a:lnTo>
                    <a:pt x="2098931" y="225290"/>
                  </a:lnTo>
                  <a:lnTo>
                    <a:pt x="2108649" y="218655"/>
                  </a:lnTo>
                  <a:lnTo>
                    <a:pt x="2118366" y="212053"/>
                  </a:lnTo>
                  <a:lnTo>
                    <a:pt x="2128083" y="205503"/>
                  </a:lnTo>
                  <a:lnTo>
                    <a:pt x="2137801" y="198998"/>
                  </a:lnTo>
                  <a:lnTo>
                    <a:pt x="2147518" y="192538"/>
                  </a:lnTo>
                  <a:lnTo>
                    <a:pt x="2157235" y="186123"/>
                  </a:lnTo>
                  <a:lnTo>
                    <a:pt x="2166952" y="179753"/>
                  </a:lnTo>
                  <a:lnTo>
                    <a:pt x="2176670" y="173429"/>
                  </a:lnTo>
                  <a:lnTo>
                    <a:pt x="2186387" y="167150"/>
                  </a:lnTo>
                  <a:lnTo>
                    <a:pt x="2196104" y="160916"/>
                  </a:lnTo>
                  <a:lnTo>
                    <a:pt x="2205822" y="154727"/>
                  </a:lnTo>
                  <a:lnTo>
                    <a:pt x="2215539" y="148583"/>
                  </a:lnTo>
                  <a:lnTo>
                    <a:pt x="2225256" y="142494"/>
                  </a:lnTo>
                  <a:lnTo>
                    <a:pt x="2234973" y="136566"/>
                  </a:lnTo>
                  <a:lnTo>
                    <a:pt x="2244691" y="131695"/>
                  </a:lnTo>
                  <a:lnTo>
                    <a:pt x="2254408" y="126874"/>
                  </a:lnTo>
                  <a:lnTo>
                    <a:pt x="2264125" y="122103"/>
                  </a:lnTo>
                  <a:lnTo>
                    <a:pt x="2273842" y="117383"/>
                  </a:lnTo>
                  <a:lnTo>
                    <a:pt x="2283560" y="112713"/>
                  </a:lnTo>
                  <a:lnTo>
                    <a:pt x="2293277" y="107556"/>
                  </a:lnTo>
                  <a:lnTo>
                    <a:pt x="2302994" y="100781"/>
                  </a:lnTo>
                  <a:lnTo>
                    <a:pt x="2312712" y="94089"/>
                  </a:lnTo>
                  <a:lnTo>
                    <a:pt x="2322429" y="87525"/>
                  </a:lnTo>
                  <a:lnTo>
                    <a:pt x="2332146" y="83738"/>
                  </a:lnTo>
                  <a:lnTo>
                    <a:pt x="2341863" y="79993"/>
                  </a:lnTo>
                  <a:lnTo>
                    <a:pt x="2351581" y="74929"/>
                  </a:lnTo>
                  <a:lnTo>
                    <a:pt x="2361298" y="68362"/>
                  </a:lnTo>
                  <a:lnTo>
                    <a:pt x="2371015" y="61840"/>
                  </a:lnTo>
                  <a:lnTo>
                    <a:pt x="2380733" y="55556"/>
                  </a:lnTo>
                  <a:lnTo>
                    <a:pt x="2390450" y="51388"/>
                  </a:lnTo>
                  <a:lnTo>
                    <a:pt x="2400167" y="47315"/>
                  </a:lnTo>
                  <a:lnTo>
                    <a:pt x="2409884" y="43293"/>
                  </a:lnTo>
                  <a:lnTo>
                    <a:pt x="2419602" y="38236"/>
                  </a:lnTo>
                  <a:lnTo>
                    <a:pt x="2429319" y="34653"/>
                  </a:lnTo>
                  <a:lnTo>
                    <a:pt x="2439036" y="31112"/>
                  </a:lnTo>
                  <a:lnTo>
                    <a:pt x="2448753" y="27602"/>
                  </a:lnTo>
                  <a:lnTo>
                    <a:pt x="2458471" y="23792"/>
                  </a:lnTo>
                  <a:lnTo>
                    <a:pt x="2468188" y="20025"/>
                  </a:lnTo>
                  <a:lnTo>
                    <a:pt x="2477905" y="16300"/>
                  </a:lnTo>
                  <a:lnTo>
                    <a:pt x="2487623" y="12389"/>
                  </a:lnTo>
                  <a:lnTo>
                    <a:pt x="2497340" y="7975"/>
                  </a:lnTo>
                  <a:lnTo>
                    <a:pt x="2507057" y="3606"/>
                  </a:lnTo>
                  <a:lnTo>
                    <a:pt x="251677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3486209" y="3392984"/>
              <a:ext cx="2516774" cy="423624"/>
            </a:xfrm>
            <a:custGeom>
              <a:avLst/>
              <a:pathLst>
                <a:path w="2516774" h="423624">
                  <a:moveTo>
                    <a:pt x="2516774" y="18367"/>
                  </a:moveTo>
                  <a:lnTo>
                    <a:pt x="2507057" y="17256"/>
                  </a:lnTo>
                  <a:lnTo>
                    <a:pt x="2497340" y="16127"/>
                  </a:lnTo>
                  <a:lnTo>
                    <a:pt x="2487623" y="14997"/>
                  </a:lnTo>
                  <a:lnTo>
                    <a:pt x="2477905" y="13866"/>
                  </a:lnTo>
                  <a:lnTo>
                    <a:pt x="2468188" y="12735"/>
                  </a:lnTo>
                  <a:lnTo>
                    <a:pt x="2458471" y="12524"/>
                  </a:lnTo>
                  <a:lnTo>
                    <a:pt x="2448753" y="12714"/>
                  </a:lnTo>
                  <a:lnTo>
                    <a:pt x="2439036" y="12904"/>
                  </a:lnTo>
                  <a:lnTo>
                    <a:pt x="2429319" y="12475"/>
                  </a:lnTo>
                  <a:lnTo>
                    <a:pt x="2419602" y="11502"/>
                  </a:lnTo>
                  <a:lnTo>
                    <a:pt x="2409884" y="10811"/>
                  </a:lnTo>
                  <a:lnTo>
                    <a:pt x="2400167" y="10792"/>
                  </a:lnTo>
                  <a:lnTo>
                    <a:pt x="2390450" y="10774"/>
                  </a:lnTo>
                  <a:lnTo>
                    <a:pt x="2380733" y="10755"/>
                  </a:lnTo>
                  <a:lnTo>
                    <a:pt x="2371015" y="11324"/>
                  </a:lnTo>
                  <a:lnTo>
                    <a:pt x="2361298" y="12034"/>
                  </a:lnTo>
                  <a:lnTo>
                    <a:pt x="2351581" y="12743"/>
                  </a:lnTo>
                  <a:lnTo>
                    <a:pt x="2341863" y="13453"/>
                  </a:lnTo>
                  <a:lnTo>
                    <a:pt x="2332146" y="14163"/>
                  </a:lnTo>
                  <a:lnTo>
                    <a:pt x="2322429" y="14873"/>
                  </a:lnTo>
                  <a:lnTo>
                    <a:pt x="2312712" y="15583"/>
                  </a:lnTo>
                  <a:lnTo>
                    <a:pt x="2302994" y="15985"/>
                  </a:lnTo>
                  <a:lnTo>
                    <a:pt x="2293277" y="16218"/>
                  </a:lnTo>
                  <a:lnTo>
                    <a:pt x="2283560" y="16444"/>
                  </a:lnTo>
                  <a:lnTo>
                    <a:pt x="2273842" y="16365"/>
                  </a:lnTo>
                  <a:lnTo>
                    <a:pt x="2264125" y="15288"/>
                  </a:lnTo>
                  <a:lnTo>
                    <a:pt x="2254408" y="14211"/>
                  </a:lnTo>
                  <a:lnTo>
                    <a:pt x="2244691" y="13134"/>
                  </a:lnTo>
                  <a:lnTo>
                    <a:pt x="2234973" y="12056"/>
                  </a:lnTo>
                  <a:lnTo>
                    <a:pt x="2225256" y="10979"/>
                  </a:lnTo>
                  <a:lnTo>
                    <a:pt x="2215539" y="10440"/>
                  </a:lnTo>
                  <a:lnTo>
                    <a:pt x="2205822" y="10422"/>
                  </a:lnTo>
                  <a:lnTo>
                    <a:pt x="2196104" y="10403"/>
                  </a:lnTo>
                  <a:lnTo>
                    <a:pt x="2186387" y="10385"/>
                  </a:lnTo>
                  <a:lnTo>
                    <a:pt x="2176670" y="10366"/>
                  </a:lnTo>
                  <a:lnTo>
                    <a:pt x="2166952" y="10348"/>
                  </a:lnTo>
                  <a:lnTo>
                    <a:pt x="2157235" y="10329"/>
                  </a:lnTo>
                  <a:lnTo>
                    <a:pt x="2147518" y="10311"/>
                  </a:lnTo>
                  <a:lnTo>
                    <a:pt x="2137801" y="10292"/>
                  </a:lnTo>
                  <a:lnTo>
                    <a:pt x="2128083" y="10270"/>
                  </a:lnTo>
                  <a:lnTo>
                    <a:pt x="2118366" y="10227"/>
                  </a:lnTo>
                  <a:lnTo>
                    <a:pt x="2108649" y="10185"/>
                  </a:lnTo>
                  <a:lnTo>
                    <a:pt x="2098931" y="10142"/>
                  </a:lnTo>
                  <a:lnTo>
                    <a:pt x="2089214" y="10100"/>
                  </a:lnTo>
                  <a:lnTo>
                    <a:pt x="2079497" y="10057"/>
                  </a:lnTo>
                  <a:lnTo>
                    <a:pt x="2069780" y="10014"/>
                  </a:lnTo>
                  <a:lnTo>
                    <a:pt x="2060062" y="9972"/>
                  </a:lnTo>
                  <a:lnTo>
                    <a:pt x="2050345" y="9929"/>
                  </a:lnTo>
                  <a:lnTo>
                    <a:pt x="2040628" y="9887"/>
                  </a:lnTo>
                  <a:lnTo>
                    <a:pt x="2030911" y="9844"/>
                  </a:lnTo>
                  <a:lnTo>
                    <a:pt x="2021193" y="9801"/>
                  </a:lnTo>
                  <a:lnTo>
                    <a:pt x="2011476" y="9759"/>
                  </a:lnTo>
                  <a:lnTo>
                    <a:pt x="2001759" y="9716"/>
                  </a:lnTo>
                  <a:lnTo>
                    <a:pt x="1992041" y="9424"/>
                  </a:lnTo>
                  <a:lnTo>
                    <a:pt x="1982324" y="8699"/>
                  </a:lnTo>
                  <a:lnTo>
                    <a:pt x="1972607" y="7974"/>
                  </a:lnTo>
                  <a:lnTo>
                    <a:pt x="1962890" y="7249"/>
                  </a:lnTo>
                  <a:lnTo>
                    <a:pt x="1953172" y="6517"/>
                  </a:lnTo>
                  <a:lnTo>
                    <a:pt x="1943455" y="5766"/>
                  </a:lnTo>
                  <a:lnTo>
                    <a:pt x="1933738" y="5014"/>
                  </a:lnTo>
                  <a:lnTo>
                    <a:pt x="1924020" y="4262"/>
                  </a:lnTo>
                  <a:lnTo>
                    <a:pt x="1914303" y="3574"/>
                  </a:lnTo>
                  <a:lnTo>
                    <a:pt x="1904586" y="3721"/>
                  </a:lnTo>
                  <a:lnTo>
                    <a:pt x="1894869" y="2727"/>
                  </a:lnTo>
                  <a:lnTo>
                    <a:pt x="1885151" y="1657"/>
                  </a:lnTo>
                  <a:lnTo>
                    <a:pt x="1875434" y="2034"/>
                  </a:lnTo>
                  <a:lnTo>
                    <a:pt x="1865717" y="2410"/>
                  </a:lnTo>
                  <a:lnTo>
                    <a:pt x="1856000" y="2787"/>
                  </a:lnTo>
                  <a:lnTo>
                    <a:pt x="1846282" y="3164"/>
                  </a:lnTo>
                  <a:lnTo>
                    <a:pt x="1836565" y="3540"/>
                  </a:lnTo>
                  <a:lnTo>
                    <a:pt x="1826848" y="3917"/>
                  </a:lnTo>
                  <a:lnTo>
                    <a:pt x="1817130" y="4293"/>
                  </a:lnTo>
                  <a:lnTo>
                    <a:pt x="1807413" y="4669"/>
                  </a:lnTo>
                  <a:lnTo>
                    <a:pt x="1797696" y="5046"/>
                  </a:lnTo>
                  <a:lnTo>
                    <a:pt x="1787979" y="5422"/>
                  </a:lnTo>
                  <a:lnTo>
                    <a:pt x="1778261" y="5798"/>
                  </a:lnTo>
                  <a:lnTo>
                    <a:pt x="1768544" y="6174"/>
                  </a:lnTo>
                  <a:lnTo>
                    <a:pt x="1758827" y="6270"/>
                  </a:lnTo>
                  <a:lnTo>
                    <a:pt x="1749109" y="5681"/>
                  </a:lnTo>
                  <a:lnTo>
                    <a:pt x="1739392" y="5940"/>
                  </a:lnTo>
                  <a:lnTo>
                    <a:pt x="1729675" y="6558"/>
                  </a:lnTo>
                  <a:lnTo>
                    <a:pt x="1719958" y="7116"/>
                  </a:lnTo>
                  <a:lnTo>
                    <a:pt x="1710240" y="7306"/>
                  </a:lnTo>
                  <a:lnTo>
                    <a:pt x="1700523" y="7093"/>
                  </a:lnTo>
                  <a:lnTo>
                    <a:pt x="1690806" y="6056"/>
                  </a:lnTo>
                  <a:lnTo>
                    <a:pt x="1681089" y="5018"/>
                  </a:lnTo>
                  <a:lnTo>
                    <a:pt x="1671371" y="3981"/>
                  </a:lnTo>
                  <a:lnTo>
                    <a:pt x="1661654" y="4593"/>
                  </a:lnTo>
                  <a:lnTo>
                    <a:pt x="1651937" y="5234"/>
                  </a:lnTo>
                  <a:lnTo>
                    <a:pt x="1642219" y="5875"/>
                  </a:lnTo>
                  <a:lnTo>
                    <a:pt x="1632502" y="6517"/>
                  </a:lnTo>
                  <a:lnTo>
                    <a:pt x="1622785" y="7131"/>
                  </a:lnTo>
                  <a:lnTo>
                    <a:pt x="1613068" y="6675"/>
                  </a:lnTo>
                  <a:lnTo>
                    <a:pt x="1603350" y="5523"/>
                  </a:lnTo>
                  <a:lnTo>
                    <a:pt x="1593633" y="4361"/>
                  </a:lnTo>
                  <a:lnTo>
                    <a:pt x="1583916" y="3191"/>
                  </a:lnTo>
                  <a:lnTo>
                    <a:pt x="1574198" y="2707"/>
                  </a:lnTo>
                  <a:lnTo>
                    <a:pt x="1564481" y="3084"/>
                  </a:lnTo>
                  <a:lnTo>
                    <a:pt x="1554764" y="3461"/>
                  </a:lnTo>
                  <a:lnTo>
                    <a:pt x="1545047" y="3837"/>
                  </a:lnTo>
                  <a:lnTo>
                    <a:pt x="1535329" y="4214"/>
                  </a:lnTo>
                  <a:lnTo>
                    <a:pt x="1525612" y="4560"/>
                  </a:lnTo>
                  <a:lnTo>
                    <a:pt x="1515895" y="5020"/>
                  </a:lnTo>
                  <a:lnTo>
                    <a:pt x="1506178" y="5563"/>
                  </a:lnTo>
                  <a:lnTo>
                    <a:pt x="1496460" y="6112"/>
                  </a:lnTo>
                  <a:lnTo>
                    <a:pt x="1486743" y="6662"/>
                  </a:lnTo>
                  <a:lnTo>
                    <a:pt x="1477026" y="7182"/>
                  </a:lnTo>
                  <a:lnTo>
                    <a:pt x="1467308" y="6834"/>
                  </a:lnTo>
                  <a:lnTo>
                    <a:pt x="1457591" y="7224"/>
                  </a:lnTo>
                  <a:lnTo>
                    <a:pt x="1447874" y="7595"/>
                  </a:lnTo>
                  <a:lnTo>
                    <a:pt x="1438157" y="7260"/>
                  </a:lnTo>
                  <a:lnTo>
                    <a:pt x="1428439" y="7877"/>
                  </a:lnTo>
                  <a:lnTo>
                    <a:pt x="1418722" y="8238"/>
                  </a:lnTo>
                  <a:lnTo>
                    <a:pt x="1409005" y="8254"/>
                  </a:lnTo>
                  <a:lnTo>
                    <a:pt x="1399287" y="8209"/>
                  </a:lnTo>
                  <a:lnTo>
                    <a:pt x="1389570" y="8195"/>
                  </a:lnTo>
                  <a:lnTo>
                    <a:pt x="1379853" y="8181"/>
                  </a:lnTo>
                  <a:lnTo>
                    <a:pt x="1370136" y="8154"/>
                  </a:lnTo>
                  <a:lnTo>
                    <a:pt x="1360418" y="8091"/>
                  </a:lnTo>
                  <a:lnTo>
                    <a:pt x="1350701" y="7106"/>
                  </a:lnTo>
                  <a:lnTo>
                    <a:pt x="1340984" y="5581"/>
                  </a:lnTo>
                  <a:lnTo>
                    <a:pt x="1331267" y="4055"/>
                  </a:lnTo>
                  <a:lnTo>
                    <a:pt x="1321549" y="2529"/>
                  </a:lnTo>
                  <a:lnTo>
                    <a:pt x="1311832" y="1001"/>
                  </a:lnTo>
                  <a:lnTo>
                    <a:pt x="1302115" y="0"/>
                  </a:lnTo>
                  <a:lnTo>
                    <a:pt x="1292397" y="307"/>
                  </a:lnTo>
                  <a:lnTo>
                    <a:pt x="1282680" y="1781"/>
                  </a:lnTo>
                  <a:lnTo>
                    <a:pt x="1272963" y="3255"/>
                  </a:lnTo>
                  <a:lnTo>
                    <a:pt x="1263246" y="4728"/>
                  </a:lnTo>
                  <a:lnTo>
                    <a:pt x="1253528" y="6201"/>
                  </a:lnTo>
                  <a:lnTo>
                    <a:pt x="1243811" y="7672"/>
                  </a:lnTo>
                  <a:lnTo>
                    <a:pt x="1234094" y="7823"/>
                  </a:lnTo>
                  <a:lnTo>
                    <a:pt x="1224376" y="8321"/>
                  </a:lnTo>
                  <a:lnTo>
                    <a:pt x="1214659" y="8179"/>
                  </a:lnTo>
                  <a:lnTo>
                    <a:pt x="1204942" y="8030"/>
                  </a:lnTo>
                  <a:lnTo>
                    <a:pt x="1195225" y="7663"/>
                  </a:lnTo>
                  <a:lnTo>
                    <a:pt x="1185507" y="7731"/>
                  </a:lnTo>
                  <a:lnTo>
                    <a:pt x="1175790" y="7591"/>
                  </a:lnTo>
                  <a:lnTo>
                    <a:pt x="1166073" y="7460"/>
                  </a:lnTo>
                  <a:lnTo>
                    <a:pt x="1156356" y="7564"/>
                  </a:lnTo>
                  <a:lnTo>
                    <a:pt x="1146638" y="8672"/>
                  </a:lnTo>
                  <a:lnTo>
                    <a:pt x="1136921" y="10825"/>
                  </a:lnTo>
                  <a:lnTo>
                    <a:pt x="1127204" y="12753"/>
                  </a:lnTo>
                  <a:lnTo>
                    <a:pt x="1117486" y="11540"/>
                  </a:lnTo>
                  <a:lnTo>
                    <a:pt x="1107769" y="12501"/>
                  </a:lnTo>
                  <a:lnTo>
                    <a:pt x="1098052" y="13407"/>
                  </a:lnTo>
                  <a:lnTo>
                    <a:pt x="1088335" y="14423"/>
                  </a:lnTo>
                  <a:lnTo>
                    <a:pt x="1078617" y="15856"/>
                  </a:lnTo>
                  <a:lnTo>
                    <a:pt x="1068900" y="17288"/>
                  </a:lnTo>
                  <a:lnTo>
                    <a:pt x="1059183" y="18719"/>
                  </a:lnTo>
                  <a:lnTo>
                    <a:pt x="1049465" y="19380"/>
                  </a:lnTo>
                  <a:lnTo>
                    <a:pt x="1039748" y="19327"/>
                  </a:lnTo>
                  <a:lnTo>
                    <a:pt x="1030031" y="18489"/>
                  </a:lnTo>
                  <a:lnTo>
                    <a:pt x="1020314" y="16328"/>
                  </a:lnTo>
                  <a:lnTo>
                    <a:pt x="1010596" y="16931"/>
                  </a:lnTo>
                  <a:lnTo>
                    <a:pt x="1000879" y="16897"/>
                  </a:lnTo>
                  <a:lnTo>
                    <a:pt x="991162" y="18674"/>
                  </a:lnTo>
                  <a:lnTo>
                    <a:pt x="981445" y="19007"/>
                  </a:lnTo>
                  <a:lnTo>
                    <a:pt x="971727" y="18959"/>
                  </a:lnTo>
                  <a:lnTo>
                    <a:pt x="962010" y="18906"/>
                  </a:lnTo>
                  <a:lnTo>
                    <a:pt x="952293" y="18854"/>
                  </a:lnTo>
                  <a:lnTo>
                    <a:pt x="942575" y="18801"/>
                  </a:lnTo>
                  <a:lnTo>
                    <a:pt x="932858" y="18749"/>
                  </a:lnTo>
                  <a:lnTo>
                    <a:pt x="923141" y="18686"/>
                  </a:lnTo>
                  <a:lnTo>
                    <a:pt x="913424" y="19373"/>
                  </a:lnTo>
                  <a:lnTo>
                    <a:pt x="903706" y="20383"/>
                  </a:lnTo>
                  <a:lnTo>
                    <a:pt x="893989" y="21089"/>
                  </a:lnTo>
                  <a:lnTo>
                    <a:pt x="884272" y="22471"/>
                  </a:lnTo>
                  <a:lnTo>
                    <a:pt x="874554" y="23080"/>
                  </a:lnTo>
                  <a:lnTo>
                    <a:pt x="864837" y="25835"/>
                  </a:lnTo>
                  <a:lnTo>
                    <a:pt x="855120" y="26392"/>
                  </a:lnTo>
                  <a:lnTo>
                    <a:pt x="845403" y="28235"/>
                  </a:lnTo>
                  <a:lnTo>
                    <a:pt x="835685" y="30163"/>
                  </a:lnTo>
                  <a:lnTo>
                    <a:pt x="825968" y="31712"/>
                  </a:lnTo>
                  <a:lnTo>
                    <a:pt x="816251" y="33955"/>
                  </a:lnTo>
                  <a:lnTo>
                    <a:pt x="806534" y="35908"/>
                  </a:lnTo>
                  <a:lnTo>
                    <a:pt x="796816" y="37815"/>
                  </a:lnTo>
                  <a:lnTo>
                    <a:pt x="787099" y="39734"/>
                  </a:lnTo>
                  <a:lnTo>
                    <a:pt x="777382" y="41022"/>
                  </a:lnTo>
                  <a:lnTo>
                    <a:pt x="767664" y="44512"/>
                  </a:lnTo>
                  <a:lnTo>
                    <a:pt x="757947" y="45256"/>
                  </a:lnTo>
                  <a:lnTo>
                    <a:pt x="748230" y="45622"/>
                  </a:lnTo>
                  <a:lnTo>
                    <a:pt x="738513" y="47332"/>
                  </a:lnTo>
                  <a:lnTo>
                    <a:pt x="728795" y="48036"/>
                  </a:lnTo>
                  <a:lnTo>
                    <a:pt x="719078" y="49188"/>
                  </a:lnTo>
                  <a:lnTo>
                    <a:pt x="709361" y="52006"/>
                  </a:lnTo>
                  <a:lnTo>
                    <a:pt x="699643" y="53632"/>
                  </a:lnTo>
                  <a:lnTo>
                    <a:pt x="689926" y="58677"/>
                  </a:lnTo>
                  <a:lnTo>
                    <a:pt x="680209" y="60000"/>
                  </a:lnTo>
                  <a:lnTo>
                    <a:pt x="670492" y="60211"/>
                  </a:lnTo>
                  <a:lnTo>
                    <a:pt x="660774" y="62099"/>
                  </a:lnTo>
                  <a:lnTo>
                    <a:pt x="651057" y="64708"/>
                  </a:lnTo>
                  <a:lnTo>
                    <a:pt x="641340" y="67195"/>
                  </a:lnTo>
                  <a:lnTo>
                    <a:pt x="631623" y="70086"/>
                  </a:lnTo>
                  <a:lnTo>
                    <a:pt x="621905" y="73872"/>
                  </a:lnTo>
                  <a:lnTo>
                    <a:pt x="612188" y="74908"/>
                  </a:lnTo>
                  <a:lnTo>
                    <a:pt x="602471" y="77218"/>
                  </a:lnTo>
                  <a:lnTo>
                    <a:pt x="592753" y="80003"/>
                  </a:lnTo>
                  <a:lnTo>
                    <a:pt x="583036" y="82568"/>
                  </a:lnTo>
                  <a:lnTo>
                    <a:pt x="573319" y="84564"/>
                  </a:lnTo>
                  <a:lnTo>
                    <a:pt x="563602" y="86304"/>
                  </a:lnTo>
                  <a:lnTo>
                    <a:pt x="553884" y="89414"/>
                  </a:lnTo>
                  <a:lnTo>
                    <a:pt x="544167" y="92807"/>
                  </a:lnTo>
                  <a:lnTo>
                    <a:pt x="534450" y="95323"/>
                  </a:lnTo>
                  <a:lnTo>
                    <a:pt x="524732" y="99255"/>
                  </a:lnTo>
                  <a:lnTo>
                    <a:pt x="515015" y="102491"/>
                  </a:lnTo>
                  <a:lnTo>
                    <a:pt x="505298" y="106859"/>
                  </a:lnTo>
                  <a:lnTo>
                    <a:pt x="495581" y="113030"/>
                  </a:lnTo>
                  <a:lnTo>
                    <a:pt x="485863" y="114141"/>
                  </a:lnTo>
                  <a:lnTo>
                    <a:pt x="476146" y="117611"/>
                  </a:lnTo>
                  <a:lnTo>
                    <a:pt x="466429" y="124091"/>
                  </a:lnTo>
                  <a:lnTo>
                    <a:pt x="456712" y="128259"/>
                  </a:lnTo>
                  <a:lnTo>
                    <a:pt x="446994" y="132720"/>
                  </a:lnTo>
                  <a:lnTo>
                    <a:pt x="437277" y="136144"/>
                  </a:lnTo>
                  <a:lnTo>
                    <a:pt x="427560" y="140678"/>
                  </a:lnTo>
                  <a:lnTo>
                    <a:pt x="417842" y="145223"/>
                  </a:lnTo>
                  <a:lnTo>
                    <a:pt x="408125" y="150476"/>
                  </a:lnTo>
                  <a:lnTo>
                    <a:pt x="398408" y="156955"/>
                  </a:lnTo>
                  <a:lnTo>
                    <a:pt x="388691" y="161651"/>
                  </a:lnTo>
                  <a:lnTo>
                    <a:pt x="378973" y="167256"/>
                  </a:lnTo>
                  <a:lnTo>
                    <a:pt x="369256" y="172736"/>
                  </a:lnTo>
                  <a:lnTo>
                    <a:pt x="359539" y="178729"/>
                  </a:lnTo>
                  <a:lnTo>
                    <a:pt x="349821" y="184570"/>
                  </a:lnTo>
                  <a:lnTo>
                    <a:pt x="340104" y="188312"/>
                  </a:lnTo>
                  <a:lnTo>
                    <a:pt x="330387" y="195215"/>
                  </a:lnTo>
                  <a:lnTo>
                    <a:pt x="320670" y="199099"/>
                  </a:lnTo>
                  <a:lnTo>
                    <a:pt x="310952" y="203707"/>
                  </a:lnTo>
                  <a:lnTo>
                    <a:pt x="301235" y="211221"/>
                  </a:lnTo>
                  <a:lnTo>
                    <a:pt x="291518" y="219428"/>
                  </a:lnTo>
                  <a:lnTo>
                    <a:pt x="281801" y="223097"/>
                  </a:lnTo>
                  <a:lnTo>
                    <a:pt x="272083" y="229517"/>
                  </a:lnTo>
                  <a:lnTo>
                    <a:pt x="262366" y="235866"/>
                  </a:lnTo>
                  <a:lnTo>
                    <a:pt x="252649" y="241281"/>
                  </a:lnTo>
                  <a:lnTo>
                    <a:pt x="242931" y="247935"/>
                  </a:lnTo>
                  <a:lnTo>
                    <a:pt x="233214" y="253810"/>
                  </a:lnTo>
                  <a:lnTo>
                    <a:pt x="223497" y="261557"/>
                  </a:lnTo>
                  <a:lnTo>
                    <a:pt x="213780" y="269772"/>
                  </a:lnTo>
                  <a:lnTo>
                    <a:pt x="204062" y="276689"/>
                  </a:lnTo>
                  <a:lnTo>
                    <a:pt x="194345" y="283578"/>
                  </a:lnTo>
                  <a:lnTo>
                    <a:pt x="184628" y="290355"/>
                  </a:lnTo>
                  <a:lnTo>
                    <a:pt x="174910" y="295692"/>
                  </a:lnTo>
                  <a:lnTo>
                    <a:pt x="165193" y="302145"/>
                  </a:lnTo>
                  <a:lnTo>
                    <a:pt x="155476" y="308922"/>
                  </a:lnTo>
                  <a:lnTo>
                    <a:pt x="145759" y="315655"/>
                  </a:lnTo>
                  <a:lnTo>
                    <a:pt x="136041" y="321725"/>
                  </a:lnTo>
                  <a:lnTo>
                    <a:pt x="126324" y="326960"/>
                  </a:lnTo>
                  <a:lnTo>
                    <a:pt x="116607" y="334460"/>
                  </a:lnTo>
                  <a:lnTo>
                    <a:pt x="106890" y="341705"/>
                  </a:lnTo>
                  <a:lnTo>
                    <a:pt x="97172" y="348455"/>
                  </a:lnTo>
                  <a:lnTo>
                    <a:pt x="87455" y="355567"/>
                  </a:lnTo>
                  <a:lnTo>
                    <a:pt x="77738" y="364001"/>
                  </a:lnTo>
                  <a:lnTo>
                    <a:pt x="68020" y="370541"/>
                  </a:lnTo>
                  <a:lnTo>
                    <a:pt x="58303" y="377075"/>
                  </a:lnTo>
                  <a:lnTo>
                    <a:pt x="48586" y="384407"/>
                  </a:lnTo>
                  <a:lnTo>
                    <a:pt x="38869" y="391307"/>
                  </a:lnTo>
                  <a:lnTo>
                    <a:pt x="29151" y="400189"/>
                  </a:lnTo>
                  <a:lnTo>
                    <a:pt x="19434" y="408401"/>
                  </a:lnTo>
                  <a:lnTo>
                    <a:pt x="9717" y="415559"/>
                  </a:lnTo>
                  <a:lnTo>
                    <a:pt x="0" y="4236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5" name="pg54"/>
            <p:cNvSpPr/>
            <p:nvPr/>
          </p:nvSpPr>
          <p:spPr>
            <a:xfrm>
              <a:off x="3486209" y="2109054"/>
              <a:ext cx="2516774" cy="1575402"/>
            </a:xfrm>
            <a:custGeom>
              <a:avLst/>
              <a:pathLst>
                <a:path w="2516774" h="1575402">
                  <a:moveTo>
                    <a:pt x="0" y="971181"/>
                  </a:moveTo>
                  <a:lnTo>
                    <a:pt x="9717" y="968624"/>
                  </a:lnTo>
                  <a:lnTo>
                    <a:pt x="19434" y="969562"/>
                  </a:lnTo>
                  <a:lnTo>
                    <a:pt x="29151" y="971355"/>
                  </a:lnTo>
                  <a:lnTo>
                    <a:pt x="38869" y="972862"/>
                  </a:lnTo>
                  <a:lnTo>
                    <a:pt x="48586" y="973010"/>
                  </a:lnTo>
                  <a:lnTo>
                    <a:pt x="58303" y="973163"/>
                  </a:lnTo>
                  <a:lnTo>
                    <a:pt x="68020" y="973327"/>
                  </a:lnTo>
                  <a:lnTo>
                    <a:pt x="77738" y="973533"/>
                  </a:lnTo>
                  <a:lnTo>
                    <a:pt x="87455" y="975091"/>
                  </a:lnTo>
                  <a:lnTo>
                    <a:pt x="97172" y="978024"/>
                  </a:lnTo>
                  <a:lnTo>
                    <a:pt x="106890" y="978766"/>
                  </a:lnTo>
                  <a:lnTo>
                    <a:pt x="116607" y="979350"/>
                  </a:lnTo>
                  <a:lnTo>
                    <a:pt x="126324" y="980782"/>
                  </a:lnTo>
                  <a:lnTo>
                    <a:pt x="136041" y="982365"/>
                  </a:lnTo>
                  <a:lnTo>
                    <a:pt x="145759" y="984405"/>
                  </a:lnTo>
                  <a:lnTo>
                    <a:pt x="155476" y="984254"/>
                  </a:lnTo>
                  <a:lnTo>
                    <a:pt x="165193" y="983765"/>
                  </a:lnTo>
                  <a:lnTo>
                    <a:pt x="174910" y="983522"/>
                  </a:lnTo>
                  <a:lnTo>
                    <a:pt x="184628" y="984267"/>
                  </a:lnTo>
                  <a:lnTo>
                    <a:pt x="194345" y="984435"/>
                  </a:lnTo>
                  <a:lnTo>
                    <a:pt x="204062" y="985109"/>
                  </a:lnTo>
                  <a:lnTo>
                    <a:pt x="213780" y="987836"/>
                  </a:lnTo>
                  <a:lnTo>
                    <a:pt x="223497" y="986929"/>
                  </a:lnTo>
                  <a:lnTo>
                    <a:pt x="233214" y="985466"/>
                  </a:lnTo>
                  <a:lnTo>
                    <a:pt x="242931" y="986447"/>
                  </a:lnTo>
                  <a:lnTo>
                    <a:pt x="252649" y="987147"/>
                  </a:lnTo>
                  <a:lnTo>
                    <a:pt x="262366" y="987683"/>
                  </a:lnTo>
                  <a:lnTo>
                    <a:pt x="272083" y="988147"/>
                  </a:lnTo>
                  <a:lnTo>
                    <a:pt x="281801" y="988598"/>
                  </a:lnTo>
                  <a:lnTo>
                    <a:pt x="291518" y="989216"/>
                  </a:lnTo>
                  <a:lnTo>
                    <a:pt x="301235" y="989714"/>
                  </a:lnTo>
                  <a:lnTo>
                    <a:pt x="310952" y="990434"/>
                  </a:lnTo>
                  <a:lnTo>
                    <a:pt x="320670" y="992677"/>
                  </a:lnTo>
                  <a:lnTo>
                    <a:pt x="330387" y="992797"/>
                  </a:lnTo>
                  <a:lnTo>
                    <a:pt x="340104" y="993708"/>
                  </a:lnTo>
                  <a:lnTo>
                    <a:pt x="349821" y="992426"/>
                  </a:lnTo>
                  <a:lnTo>
                    <a:pt x="359539" y="992969"/>
                  </a:lnTo>
                  <a:lnTo>
                    <a:pt x="369256" y="993605"/>
                  </a:lnTo>
                  <a:lnTo>
                    <a:pt x="378973" y="995037"/>
                  </a:lnTo>
                  <a:lnTo>
                    <a:pt x="388691" y="992797"/>
                  </a:lnTo>
                  <a:lnTo>
                    <a:pt x="398408" y="991567"/>
                  </a:lnTo>
                  <a:lnTo>
                    <a:pt x="408125" y="994375"/>
                  </a:lnTo>
                  <a:lnTo>
                    <a:pt x="417842" y="994512"/>
                  </a:lnTo>
                  <a:lnTo>
                    <a:pt x="427560" y="993350"/>
                  </a:lnTo>
                  <a:lnTo>
                    <a:pt x="437277" y="992187"/>
                  </a:lnTo>
                  <a:lnTo>
                    <a:pt x="446994" y="991538"/>
                  </a:lnTo>
                  <a:lnTo>
                    <a:pt x="456712" y="989849"/>
                  </a:lnTo>
                  <a:lnTo>
                    <a:pt x="466429" y="988508"/>
                  </a:lnTo>
                  <a:lnTo>
                    <a:pt x="476146" y="987253"/>
                  </a:lnTo>
                  <a:lnTo>
                    <a:pt x="485863" y="986091"/>
                  </a:lnTo>
                  <a:lnTo>
                    <a:pt x="495581" y="983914"/>
                  </a:lnTo>
                  <a:lnTo>
                    <a:pt x="505298" y="983392"/>
                  </a:lnTo>
                  <a:lnTo>
                    <a:pt x="515015" y="982839"/>
                  </a:lnTo>
                  <a:lnTo>
                    <a:pt x="524732" y="982518"/>
                  </a:lnTo>
                  <a:lnTo>
                    <a:pt x="534450" y="980863"/>
                  </a:lnTo>
                  <a:lnTo>
                    <a:pt x="544167" y="979074"/>
                  </a:lnTo>
                  <a:lnTo>
                    <a:pt x="553884" y="977676"/>
                  </a:lnTo>
                  <a:lnTo>
                    <a:pt x="563602" y="975903"/>
                  </a:lnTo>
                  <a:lnTo>
                    <a:pt x="573319" y="973845"/>
                  </a:lnTo>
                  <a:lnTo>
                    <a:pt x="583036" y="971753"/>
                  </a:lnTo>
                  <a:lnTo>
                    <a:pt x="592753" y="968684"/>
                  </a:lnTo>
                  <a:lnTo>
                    <a:pt x="602471" y="966455"/>
                  </a:lnTo>
                  <a:lnTo>
                    <a:pt x="612188" y="967279"/>
                  </a:lnTo>
                  <a:lnTo>
                    <a:pt x="621905" y="964086"/>
                  </a:lnTo>
                  <a:lnTo>
                    <a:pt x="631623" y="960942"/>
                  </a:lnTo>
                  <a:lnTo>
                    <a:pt x="641340" y="958538"/>
                  </a:lnTo>
                  <a:lnTo>
                    <a:pt x="651057" y="955745"/>
                  </a:lnTo>
                  <a:lnTo>
                    <a:pt x="660774" y="954726"/>
                  </a:lnTo>
                  <a:lnTo>
                    <a:pt x="670492" y="951027"/>
                  </a:lnTo>
                  <a:lnTo>
                    <a:pt x="680209" y="947460"/>
                  </a:lnTo>
                  <a:lnTo>
                    <a:pt x="689926" y="945419"/>
                  </a:lnTo>
                  <a:lnTo>
                    <a:pt x="699643" y="943985"/>
                  </a:lnTo>
                  <a:lnTo>
                    <a:pt x="709361" y="941915"/>
                  </a:lnTo>
                  <a:lnTo>
                    <a:pt x="719078" y="938958"/>
                  </a:lnTo>
                  <a:lnTo>
                    <a:pt x="728795" y="932665"/>
                  </a:lnTo>
                  <a:lnTo>
                    <a:pt x="738513" y="932014"/>
                  </a:lnTo>
                  <a:lnTo>
                    <a:pt x="748230" y="928746"/>
                  </a:lnTo>
                  <a:lnTo>
                    <a:pt x="757947" y="925247"/>
                  </a:lnTo>
                  <a:lnTo>
                    <a:pt x="767664" y="922971"/>
                  </a:lnTo>
                  <a:lnTo>
                    <a:pt x="777382" y="919546"/>
                  </a:lnTo>
                  <a:lnTo>
                    <a:pt x="787099" y="916223"/>
                  </a:lnTo>
                  <a:lnTo>
                    <a:pt x="796816" y="913767"/>
                  </a:lnTo>
                  <a:lnTo>
                    <a:pt x="806534" y="910383"/>
                  </a:lnTo>
                  <a:lnTo>
                    <a:pt x="816251" y="906095"/>
                  </a:lnTo>
                  <a:lnTo>
                    <a:pt x="825968" y="901633"/>
                  </a:lnTo>
                  <a:lnTo>
                    <a:pt x="835685" y="895557"/>
                  </a:lnTo>
                  <a:lnTo>
                    <a:pt x="845403" y="889519"/>
                  </a:lnTo>
                  <a:lnTo>
                    <a:pt x="855120" y="886787"/>
                  </a:lnTo>
                  <a:lnTo>
                    <a:pt x="864837" y="884540"/>
                  </a:lnTo>
                  <a:lnTo>
                    <a:pt x="874554" y="880692"/>
                  </a:lnTo>
                  <a:lnTo>
                    <a:pt x="884272" y="876182"/>
                  </a:lnTo>
                  <a:lnTo>
                    <a:pt x="893989" y="871527"/>
                  </a:lnTo>
                  <a:lnTo>
                    <a:pt x="903706" y="868160"/>
                  </a:lnTo>
                  <a:lnTo>
                    <a:pt x="913424" y="866971"/>
                  </a:lnTo>
                  <a:lnTo>
                    <a:pt x="923141" y="862029"/>
                  </a:lnTo>
                  <a:lnTo>
                    <a:pt x="932858" y="858704"/>
                  </a:lnTo>
                  <a:lnTo>
                    <a:pt x="942575" y="852842"/>
                  </a:lnTo>
                  <a:lnTo>
                    <a:pt x="952293" y="849476"/>
                  </a:lnTo>
                  <a:lnTo>
                    <a:pt x="962010" y="846461"/>
                  </a:lnTo>
                  <a:lnTo>
                    <a:pt x="971727" y="843445"/>
                  </a:lnTo>
                  <a:lnTo>
                    <a:pt x="981445" y="838805"/>
                  </a:lnTo>
                  <a:lnTo>
                    <a:pt x="991162" y="832155"/>
                  </a:lnTo>
                  <a:lnTo>
                    <a:pt x="1000879" y="827091"/>
                  </a:lnTo>
                  <a:lnTo>
                    <a:pt x="1010596" y="822831"/>
                  </a:lnTo>
                  <a:lnTo>
                    <a:pt x="1020314" y="817560"/>
                  </a:lnTo>
                  <a:lnTo>
                    <a:pt x="1030031" y="813686"/>
                  </a:lnTo>
                  <a:lnTo>
                    <a:pt x="1039748" y="807608"/>
                  </a:lnTo>
                  <a:lnTo>
                    <a:pt x="1049465" y="803495"/>
                  </a:lnTo>
                  <a:lnTo>
                    <a:pt x="1059183" y="799540"/>
                  </a:lnTo>
                  <a:lnTo>
                    <a:pt x="1068900" y="794465"/>
                  </a:lnTo>
                  <a:lnTo>
                    <a:pt x="1078617" y="789242"/>
                  </a:lnTo>
                  <a:lnTo>
                    <a:pt x="1088335" y="783047"/>
                  </a:lnTo>
                  <a:lnTo>
                    <a:pt x="1098052" y="776516"/>
                  </a:lnTo>
                  <a:lnTo>
                    <a:pt x="1107769" y="770856"/>
                  </a:lnTo>
                  <a:lnTo>
                    <a:pt x="1117486" y="766111"/>
                  </a:lnTo>
                  <a:lnTo>
                    <a:pt x="1127204" y="761241"/>
                  </a:lnTo>
                  <a:lnTo>
                    <a:pt x="1136921" y="756677"/>
                  </a:lnTo>
                  <a:lnTo>
                    <a:pt x="1146638" y="752126"/>
                  </a:lnTo>
                  <a:lnTo>
                    <a:pt x="1156356" y="747623"/>
                  </a:lnTo>
                  <a:lnTo>
                    <a:pt x="1166073" y="743001"/>
                  </a:lnTo>
                  <a:lnTo>
                    <a:pt x="1175790" y="737515"/>
                  </a:lnTo>
                  <a:lnTo>
                    <a:pt x="1185507" y="733808"/>
                  </a:lnTo>
                  <a:lnTo>
                    <a:pt x="1195225" y="726719"/>
                  </a:lnTo>
                  <a:lnTo>
                    <a:pt x="1204942" y="721122"/>
                  </a:lnTo>
                  <a:lnTo>
                    <a:pt x="1214659" y="718144"/>
                  </a:lnTo>
                  <a:lnTo>
                    <a:pt x="1224376" y="713965"/>
                  </a:lnTo>
                  <a:lnTo>
                    <a:pt x="1234094" y="709483"/>
                  </a:lnTo>
                  <a:lnTo>
                    <a:pt x="1243811" y="703804"/>
                  </a:lnTo>
                  <a:lnTo>
                    <a:pt x="1253528" y="697981"/>
                  </a:lnTo>
                  <a:lnTo>
                    <a:pt x="1263246" y="695207"/>
                  </a:lnTo>
                  <a:lnTo>
                    <a:pt x="1272963" y="692472"/>
                  </a:lnTo>
                  <a:lnTo>
                    <a:pt x="1282680" y="688267"/>
                  </a:lnTo>
                  <a:lnTo>
                    <a:pt x="1292397" y="682527"/>
                  </a:lnTo>
                  <a:lnTo>
                    <a:pt x="1302115" y="676582"/>
                  </a:lnTo>
                  <a:lnTo>
                    <a:pt x="1311832" y="669650"/>
                  </a:lnTo>
                  <a:lnTo>
                    <a:pt x="1321549" y="664581"/>
                  </a:lnTo>
                  <a:lnTo>
                    <a:pt x="1331267" y="659556"/>
                  </a:lnTo>
                  <a:lnTo>
                    <a:pt x="1340984" y="655107"/>
                  </a:lnTo>
                  <a:lnTo>
                    <a:pt x="1350701" y="648781"/>
                  </a:lnTo>
                  <a:lnTo>
                    <a:pt x="1360418" y="642383"/>
                  </a:lnTo>
                  <a:lnTo>
                    <a:pt x="1370136" y="636948"/>
                  </a:lnTo>
                  <a:lnTo>
                    <a:pt x="1379853" y="630784"/>
                  </a:lnTo>
                  <a:lnTo>
                    <a:pt x="1389570" y="624372"/>
                  </a:lnTo>
                  <a:lnTo>
                    <a:pt x="1399287" y="619250"/>
                  </a:lnTo>
                  <a:lnTo>
                    <a:pt x="1409005" y="613545"/>
                  </a:lnTo>
                  <a:lnTo>
                    <a:pt x="1418722" y="608497"/>
                  </a:lnTo>
                  <a:lnTo>
                    <a:pt x="1428439" y="604331"/>
                  </a:lnTo>
                  <a:lnTo>
                    <a:pt x="1438157" y="599693"/>
                  </a:lnTo>
                  <a:lnTo>
                    <a:pt x="1447874" y="593579"/>
                  </a:lnTo>
                  <a:lnTo>
                    <a:pt x="1457591" y="587159"/>
                  </a:lnTo>
                  <a:lnTo>
                    <a:pt x="1467308" y="580742"/>
                  </a:lnTo>
                  <a:lnTo>
                    <a:pt x="1477026" y="574331"/>
                  </a:lnTo>
                  <a:lnTo>
                    <a:pt x="1486743" y="567924"/>
                  </a:lnTo>
                  <a:lnTo>
                    <a:pt x="1496460" y="562190"/>
                  </a:lnTo>
                  <a:lnTo>
                    <a:pt x="1506178" y="556515"/>
                  </a:lnTo>
                  <a:lnTo>
                    <a:pt x="1515895" y="551113"/>
                  </a:lnTo>
                  <a:lnTo>
                    <a:pt x="1525612" y="545076"/>
                  </a:lnTo>
                  <a:lnTo>
                    <a:pt x="1535329" y="538139"/>
                  </a:lnTo>
                  <a:lnTo>
                    <a:pt x="1545047" y="533165"/>
                  </a:lnTo>
                  <a:lnTo>
                    <a:pt x="1554764" y="527363"/>
                  </a:lnTo>
                  <a:lnTo>
                    <a:pt x="1564481" y="520385"/>
                  </a:lnTo>
                  <a:lnTo>
                    <a:pt x="1574198" y="513445"/>
                  </a:lnTo>
                  <a:lnTo>
                    <a:pt x="1583916" y="507202"/>
                  </a:lnTo>
                  <a:lnTo>
                    <a:pt x="1593633" y="502656"/>
                  </a:lnTo>
                  <a:lnTo>
                    <a:pt x="1603350" y="498149"/>
                  </a:lnTo>
                  <a:lnTo>
                    <a:pt x="1613068" y="492905"/>
                  </a:lnTo>
                  <a:lnTo>
                    <a:pt x="1622785" y="486382"/>
                  </a:lnTo>
                  <a:lnTo>
                    <a:pt x="1632502" y="479867"/>
                  </a:lnTo>
                  <a:lnTo>
                    <a:pt x="1642219" y="473582"/>
                  </a:lnTo>
                  <a:lnTo>
                    <a:pt x="1651937" y="468322"/>
                  </a:lnTo>
                  <a:lnTo>
                    <a:pt x="1661654" y="463075"/>
                  </a:lnTo>
                  <a:lnTo>
                    <a:pt x="1671371" y="457840"/>
                  </a:lnTo>
                  <a:lnTo>
                    <a:pt x="1681089" y="452618"/>
                  </a:lnTo>
                  <a:lnTo>
                    <a:pt x="1690806" y="447436"/>
                  </a:lnTo>
                  <a:lnTo>
                    <a:pt x="1700523" y="442284"/>
                  </a:lnTo>
                  <a:lnTo>
                    <a:pt x="1710240" y="436817"/>
                  </a:lnTo>
                  <a:lnTo>
                    <a:pt x="1719958" y="431117"/>
                  </a:lnTo>
                  <a:lnTo>
                    <a:pt x="1729675" y="425425"/>
                  </a:lnTo>
                  <a:lnTo>
                    <a:pt x="1739392" y="419754"/>
                  </a:lnTo>
                  <a:lnTo>
                    <a:pt x="1749109" y="414065"/>
                  </a:lnTo>
                  <a:lnTo>
                    <a:pt x="1758827" y="409033"/>
                  </a:lnTo>
                  <a:lnTo>
                    <a:pt x="1768544" y="403750"/>
                  </a:lnTo>
                  <a:lnTo>
                    <a:pt x="1778261" y="397536"/>
                  </a:lnTo>
                  <a:lnTo>
                    <a:pt x="1787979" y="391346"/>
                  </a:lnTo>
                  <a:lnTo>
                    <a:pt x="1797696" y="385673"/>
                  </a:lnTo>
                  <a:lnTo>
                    <a:pt x="1807413" y="380008"/>
                  </a:lnTo>
                  <a:lnTo>
                    <a:pt x="1817130" y="374352"/>
                  </a:lnTo>
                  <a:lnTo>
                    <a:pt x="1826848" y="368705"/>
                  </a:lnTo>
                  <a:lnTo>
                    <a:pt x="1836565" y="363067"/>
                  </a:lnTo>
                  <a:lnTo>
                    <a:pt x="1846282" y="357439"/>
                  </a:lnTo>
                  <a:lnTo>
                    <a:pt x="1856000" y="351820"/>
                  </a:lnTo>
                  <a:lnTo>
                    <a:pt x="1865717" y="346229"/>
                  </a:lnTo>
                  <a:lnTo>
                    <a:pt x="1875434" y="340676"/>
                  </a:lnTo>
                  <a:lnTo>
                    <a:pt x="1885151" y="335131"/>
                  </a:lnTo>
                  <a:lnTo>
                    <a:pt x="1894869" y="329897"/>
                  </a:lnTo>
                  <a:lnTo>
                    <a:pt x="1904586" y="325606"/>
                  </a:lnTo>
                  <a:lnTo>
                    <a:pt x="1914303" y="321327"/>
                  </a:lnTo>
                  <a:lnTo>
                    <a:pt x="1924020" y="317060"/>
                  </a:lnTo>
                  <a:lnTo>
                    <a:pt x="1933738" y="312804"/>
                  </a:lnTo>
                  <a:lnTo>
                    <a:pt x="1943455" y="308582"/>
                  </a:lnTo>
                  <a:lnTo>
                    <a:pt x="1953172" y="303288"/>
                  </a:lnTo>
                  <a:lnTo>
                    <a:pt x="1962890" y="297016"/>
                  </a:lnTo>
                  <a:lnTo>
                    <a:pt x="1972607" y="290764"/>
                  </a:lnTo>
                  <a:lnTo>
                    <a:pt x="1982324" y="284531"/>
                  </a:lnTo>
                  <a:lnTo>
                    <a:pt x="1992041" y="279929"/>
                  </a:lnTo>
                  <a:lnTo>
                    <a:pt x="2001759" y="275373"/>
                  </a:lnTo>
                  <a:lnTo>
                    <a:pt x="2011476" y="270834"/>
                  </a:lnTo>
                  <a:lnTo>
                    <a:pt x="2021193" y="266312"/>
                  </a:lnTo>
                  <a:lnTo>
                    <a:pt x="2030911" y="261807"/>
                  </a:lnTo>
                  <a:lnTo>
                    <a:pt x="2040628" y="256755"/>
                  </a:lnTo>
                  <a:lnTo>
                    <a:pt x="2050345" y="249926"/>
                  </a:lnTo>
                  <a:lnTo>
                    <a:pt x="2060062" y="243113"/>
                  </a:lnTo>
                  <a:lnTo>
                    <a:pt x="2069780" y="236318"/>
                  </a:lnTo>
                  <a:lnTo>
                    <a:pt x="2079497" y="230301"/>
                  </a:lnTo>
                  <a:lnTo>
                    <a:pt x="2089214" y="225925"/>
                  </a:lnTo>
                  <a:lnTo>
                    <a:pt x="2098931" y="221560"/>
                  </a:lnTo>
                  <a:lnTo>
                    <a:pt x="2108649" y="217224"/>
                  </a:lnTo>
                  <a:lnTo>
                    <a:pt x="2118366" y="212915"/>
                  </a:lnTo>
                  <a:lnTo>
                    <a:pt x="2128083" y="208615"/>
                  </a:lnTo>
                  <a:lnTo>
                    <a:pt x="2137801" y="204326"/>
                  </a:lnTo>
                  <a:lnTo>
                    <a:pt x="2147518" y="200047"/>
                  </a:lnTo>
                  <a:lnTo>
                    <a:pt x="2157235" y="193619"/>
                  </a:lnTo>
                  <a:lnTo>
                    <a:pt x="2166952" y="187066"/>
                  </a:lnTo>
                  <a:lnTo>
                    <a:pt x="2176670" y="180524"/>
                  </a:lnTo>
                  <a:lnTo>
                    <a:pt x="2186387" y="173994"/>
                  </a:lnTo>
                  <a:lnTo>
                    <a:pt x="2196104" y="167476"/>
                  </a:lnTo>
                  <a:lnTo>
                    <a:pt x="2205822" y="160970"/>
                  </a:lnTo>
                  <a:lnTo>
                    <a:pt x="2215539" y="154476"/>
                  </a:lnTo>
                  <a:lnTo>
                    <a:pt x="2225256" y="147995"/>
                  </a:lnTo>
                  <a:lnTo>
                    <a:pt x="2234973" y="141889"/>
                  </a:lnTo>
                  <a:lnTo>
                    <a:pt x="2244691" y="136719"/>
                  </a:lnTo>
                  <a:lnTo>
                    <a:pt x="2254408" y="131564"/>
                  </a:lnTo>
                  <a:lnTo>
                    <a:pt x="2264125" y="126422"/>
                  </a:lnTo>
                  <a:lnTo>
                    <a:pt x="2273842" y="121301"/>
                  </a:lnTo>
                  <a:lnTo>
                    <a:pt x="2283560" y="116234"/>
                  </a:lnTo>
                  <a:lnTo>
                    <a:pt x="2293277" y="111182"/>
                  </a:lnTo>
                  <a:lnTo>
                    <a:pt x="2302994" y="106143"/>
                  </a:lnTo>
                  <a:lnTo>
                    <a:pt x="2312712" y="101119"/>
                  </a:lnTo>
                  <a:lnTo>
                    <a:pt x="2322429" y="96109"/>
                  </a:lnTo>
                  <a:lnTo>
                    <a:pt x="2332146" y="91113"/>
                  </a:lnTo>
                  <a:lnTo>
                    <a:pt x="2341863" y="85834"/>
                  </a:lnTo>
                  <a:lnTo>
                    <a:pt x="2351581" y="81168"/>
                  </a:lnTo>
                  <a:lnTo>
                    <a:pt x="2361298" y="76212"/>
                  </a:lnTo>
                  <a:lnTo>
                    <a:pt x="2371015" y="71274"/>
                  </a:lnTo>
                  <a:lnTo>
                    <a:pt x="2380733" y="66500"/>
                  </a:lnTo>
                  <a:lnTo>
                    <a:pt x="2390450" y="62062"/>
                  </a:lnTo>
                  <a:lnTo>
                    <a:pt x="2400167" y="57637"/>
                  </a:lnTo>
                  <a:lnTo>
                    <a:pt x="2409884" y="52695"/>
                  </a:lnTo>
                  <a:lnTo>
                    <a:pt x="2419602" y="47403"/>
                  </a:lnTo>
                  <a:lnTo>
                    <a:pt x="2429319" y="42128"/>
                  </a:lnTo>
                  <a:lnTo>
                    <a:pt x="2439036" y="37041"/>
                  </a:lnTo>
                  <a:lnTo>
                    <a:pt x="2448753" y="32708"/>
                  </a:lnTo>
                  <a:lnTo>
                    <a:pt x="2458471" y="28669"/>
                  </a:lnTo>
                  <a:lnTo>
                    <a:pt x="2468188" y="24647"/>
                  </a:lnTo>
                  <a:lnTo>
                    <a:pt x="2477905" y="20640"/>
                  </a:lnTo>
                  <a:lnTo>
                    <a:pt x="2487623" y="16649"/>
                  </a:lnTo>
                  <a:lnTo>
                    <a:pt x="2497340" y="11915"/>
                  </a:lnTo>
                  <a:lnTo>
                    <a:pt x="2507057" y="5951"/>
                  </a:lnTo>
                  <a:lnTo>
                    <a:pt x="2516774" y="0"/>
                  </a:lnTo>
                  <a:lnTo>
                    <a:pt x="2516774" y="1575402"/>
                  </a:lnTo>
                  <a:lnTo>
                    <a:pt x="2507057" y="1573871"/>
                  </a:lnTo>
                  <a:lnTo>
                    <a:pt x="2497340" y="1572338"/>
                  </a:lnTo>
                  <a:lnTo>
                    <a:pt x="2487623" y="1570803"/>
                  </a:lnTo>
                  <a:lnTo>
                    <a:pt x="2477905" y="1569265"/>
                  </a:lnTo>
                  <a:lnTo>
                    <a:pt x="2468188" y="1567726"/>
                  </a:lnTo>
                  <a:lnTo>
                    <a:pt x="2458471" y="1566185"/>
                  </a:lnTo>
                  <a:lnTo>
                    <a:pt x="2448753" y="1564557"/>
                  </a:lnTo>
                  <a:lnTo>
                    <a:pt x="2439036" y="1562901"/>
                  </a:lnTo>
                  <a:lnTo>
                    <a:pt x="2429319" y="1561241"/>
                  </a:lnTo>
                  <a:lnTo>
                    <a:pt x="2419602" y="1559491"/>
                  </a:lnTo>
                  <a:lnTo>
                    <a:pt x="2409884" y="1557845"/>
                  </a:lnTo>
                  <a:lnTo>
                    <a:pt x="2400167" y="1556255"/>
                  </a:lnTo>
                  <a:lnTo>
                    <a:pt x="2390450" y="1554597"/>
                  </a:lnTo>
                  <a:lnTo>
                    <a:pt x="2380733" y="1552937"/>
                  </a:lnTo>
                  <a:lnTo>
                    <a:pt x="2371015" y="1551277"/>
                  </a:lnTo>
                  <a:lnTo>
                    <a:pt x="2361298" y="1549617"/>
                  </a:lnTo>
                  <a:lnTo>
                    <a:pt x="2351581" y="1547955"/>
                  </a:lnTo>
                  <a:lnTo>
                    <a:pt x="2341863" y="1546292"/>
                  </a:lnTo>
                  <a:lnTo>
                    <a:pt x="2332146" y="1544628"/>
                  </a:lnTo>
                  <a:lnTo>
                    <a:pt x="2322429" y="1542962"/>
                  </a:lnTo>
                  <a:lnTo>
                    <a:pt x="2312712" y="1541295"/>
                  </a:lnTo>
                  <a:lnTo>
                    <a:pt x="2302994" y="1539627"/>
                  </a:lnTo>
                  <a:lnTo>
                    <a:pt x="2293277" y="1537958"/>
                  </a:lnTo>
                  <a:lnTo>
                    <a:pt x="2283560" y="1536289"/>
                  </a:lnTo>
                  <a:lnTo>
                    <a:pt x="2273842" y="1534619"/>
                  </a:lnTo>
                  <a:lnTo>
                    <a:pt x="2264125" y="1532948"/>
                  </a:lnTo>
                  <a:lnTo>
                    <a:pt x="2254408" y="1531272"/>
                  </a:lnTo>
                  <a:lnTo>
                    <a:pt x="2244691" y="1529580"/>
                  </a:lnTo>
                  <a:lnTo>
                    <a:pt x="2234973" y="1527888"/>
                  </a:lnTo>
                  <a:lnTo>
                    <a:pt x="2225256" y="1526195"/>
                  </a:lnTo>
                  <a:lnTo>
                    <a:pt x="2215539" y="1523937"/>
                  </a:lnTo>
                  <a:lnTo>
                    <a:pt x="2205822" y="1521614"/>
                  </a:lnTo>
                  <a:lnTo>
                    <a:pt x="2196104" y="1519276"/>
                  </a:lnTo>
                  <a:lnTo>
                    <a:pt x="2186387" y="1517807"/>
                  </a:lnTo>
                  <a:lnTo>
                    <a:pt x="2176670" y="1515818"/>
                  </a:lnTo>
                  <a:lnTo>
                    <a:pt x="2166952" y="1514948"/>
                  </a:lnTo>
                  <a:lnTo>
                    <a:pt x="2157235" y="1512838"/>
                  </a:lnTo>
                  <a:lnTo>
                    <a:pt x="2147518" y="1511362"/>
                  </a:lnTo>
                  <a:lnTo>
                    <a:pt x="2137801" y="1510373"/>
                  </a:lnTo>
                  <a:lnTo>
                    <a:pt x="2128083" y="1508308"/>
                  </a:lnTo>
                  <a:lnTo>
                    <a:pt x="2118366" y="1506016"/>
                  </a:lnTo>
                  <a:lnTo>
                    <a:pt x="2108649" y="1505032"/>
                  </a:lnTo>
                  <a:lnTo>
                    <a:pt x="2098931" y="1504047"/>
                  </a:lnTo>
                  <a:lnTo>
                    <a:pt x="2089214" y="1502655"/>
                  </a:lnTo>
                  <a:lnTo>
                    <a:pt x="2079497" y="1500985"/>
                  </a:lnTo>
                  <a:lnTo>
                    <a:pt x="2069780" y="1499285"/>
                  </a:lnTo>
                  <a:lnTo>
                    <a:pt x="2060062" y="1497580"/>
                  </a:lnTo>
                  <a:lnTo>
                    <a:pt x="2050345" y="1495263"/>
                  </a:lnTo>
                  <a:lnTo>
                    <a:pt x="2040628" y="1492939"/>
                  </a:lnTo>
                  <a:lnTo>
                    <a:pt x="2030911" y="1491444"/>
                  </a:lnTo>
                  <a:lnTo>
                    <a:pt x="2021193" y="1490489"/>
                  </a:lnTo>
                  <a:lnTo>
                    <a:pt x="2011476" y="1488905"/>
                  </a:lnTo>
                  <a:lnTo>
                    <a:pt x="2001759" y="1487206"/>
                  </a:lnTo>
                  <a:lnTo>
                    <a:pt x="1992041" y="1483945"/>
                  </a:lnTo>
                  <a:lnTo>
                    <a:pt x="1982324" y="1481448"/>
                  </a:lnTo>
                  <a:lnTo>
                    <a:pt x="1972607" y="1478954"/>
                  </a:lnTo>
                  <a:lnTo>
                    <a:pt x="1962890" y="1476626"/>
                  </a:lnTo>
                  <a:lnTo>
                    <a:pt x="1953172" y="1475687"/>
                  </a:lnTo>
                  <a:lnTo>
                    <a:pt x="1943455" y="1474748"/>
                  </a:lnTo>
                  <a:lnTo>
                    <a:pt x="1933738" y="1473808"/>
                  </a:lnTo>
                  <a:lnTo>
                    <a:pt x="1924020" y="1473073"/>
                  </a:lnTo>
                  <a:lnTo>
                    <a:pt x="1914303" y="1472172"/>
                  </a:lnTo>
                  <a:lnTo>
                    <a:pt x="1904586" y="1471020"/>
                  </a:lnTo>
                  <a:lnTo>
                    <a:pt x="1894869" y="1470105"/>
                  </a:lnTo>
                  <a:lnTo>
                    <a:pt x="1885151" y="1469181"/>
                  </a:lnTo>
                  <a:lnTo>
                    <a:pt x="1875434" y="1468245"/>
                  </a:lnTo>
                  <a:lnTo>
                    <a:pt x="1865717" y="1467307"/>
                  </a:lnTo>
                  <a:lnTo>
                    <a:pt x="1856000" y="1466256"/>
                  </a:lnTo>
                  <a:lnTo>
                    <a:pt x="1846282" y="1464576"/>
                  </a:lnTo>
                  <a:lnTo>
                    <a:pt x="1836565" y="1463289"/>
                  </a:lnTo>
                  <a:lnTo>
                    <a:pt x="1826848" y="1461955"/>
                  </a:lnTo>
                  <a:lnTo>
                    <a:pt x="1817130" y="1460294"/>
                  </a:lnTo>
                  <a:lnTo>
                    <a:pt x="1807413" y="1458631"/>
                  </a:lnTo>
                  <a:lnTo>
                    <a:pt x="1797696" y="1456966"/>
                  </a:lnTo>
                  <a:lnTo>
                    <a:pt x="1787979" y="1455785"/>
                  </a:lnTo>
                  <a:lnTo>
                    <a:pt x="1778261" y="1453596"/>
                  </a:lnTo>
                  <a:lnTo>
                    <a:pt x="1768544" y="1451492"/>
                  </a:lnTo>
                  <a:lnTo>
                    <a:pt x="1758827" y="1449349"/>
                  </a:lnTo>
                  <a:lnTo>
                    <a:pt x="1749109" y="1447202"/>
                  </a:lnTo>
                  <a:lnTo>
                    <a:pt x="1739392" y="1445051"/>
                  </a:lnTo>
                  <a:lnTo>
                    <a:pt x="1729675" y="1442897"/>
                  </a:lnTo>
                  <a:lnTo>
                    <a:pt x="1719958" y="1440740"/>
                  </a:lnTo>
                  <a:lnTo>
                    <a:pt x="1710240" y="1438579"/>
                  </a:lnTo>
                  <a:lnTo>
                    <a:pt x="1700523" y="1436416"/>
                  </a:lnTo>
                  <a:lnTo>
                    <a:pt x="1690806" y="1434248"/>
                  </a:lnTo>
                  <a:lnTo>
                    <a:pt x="1681089" y="1433688"/>
                  </a:lnTo>
                  <a:lnTo>
                    <a:pt x="1671371" y="1433196"/>
                  </a:lnTo>
                  <a:lnTo>
                    <a:pt x="1661654" y="1431168"/>
                  </a:lnTo>
                  <a:lnTo>
                    <a:pt x="1651937" y="1429581"/>
                  </a:lnTo>
                  <a:lnTo>
                    <a:pt x="1642219" y="1428489"/>
                  </a:lnTo>
                  <a:lnTo>
                    <a:pt x="1632502" y="1427397"/>
                  </a:lnTo>
                  <a:lnTo>
                    <a:pt x="1622785" y="1426304"/>
                  </a:lnTo>
                  <a:lnTo>
                    <a:pt x="1613068" y="1424840"/>
                  </a:lnTo>
                  <a:lnTo>
                    <a:pt x="1603350" y="1423147"/>
                  </a:lnTo>
                  <a:lnTo>
                    <a:pt x="1593633" y="1421452"/>
                  </a:lnTo>
                  <a:lnTo>
                    <a:pt x="1583916" y="1420340"/>
                  </a:lnTo>
                  <a:lnTo>
                    <a:pt x="1574198" y="1419999"/>
                  </a:lnTo>
                  <a:lnTo>
                    <a:pt x="1564481" y="1417789"/>
                  </a:lnTo>
                  <a:lnTo>
                    <a:pt x="1554764" y="1415894"/>
                  </a:lnTo>
                  <a:lnTo>
                    <a:pt x="1545047" y="1415328"/>
                  </a:lnTo>
                  <a:lnTo>
                    <a:pt x="1535329" y="1412442"/>
                  </a:lnTo>
                  <a:lnTo>
                    <a:pt x="1525612" y="1411652"/>
                  </a:lnTo>
                  <a:lnTo>
                    <a:pt x="1515895" y="1410832"/>
                  </a:lnTo>
                  <a:lnTo>
                    <a:pt x="1506178" y="1409990"/>
                  </a:lnTo>
                  <a:lnTo>
                    <a:pt x="1496460" y="1407939"/>
                  </a:lnTo>
                  <a:lnTo>
                    <a:pt x="1486743" y="1407369"/>
                  </a:lnTo>
                  <a:lnTo>
                    <a:pt x="1477026" y="1406798"/>
                  </a:lnTo>
                  <a:lnTo>
                    <a:pt x="1467308" y="1406227"/>
                  </a:lnTo>
                  <a:lnTo>
                    <a:pt x="1457591" y="1405656"/>
                  </a:lnTo>
                  <a:lnTo>
                    <a:pt x="1447874" y="1404636"/>
                  </a:lnTo>
                  <a:lnTo>
                    <a:pt x="1438157" y="1401297"/>
                  </a:lnTo>
                  <a:lnTo>
                    <a:pt x="1428439" y="1398480"/>
                  </a:lnTo>
                  <a:lnTo>
                    <a:pt x="1418722" y="1397429"/>
                  </a:lnTo>
                  <a:lnTo>
                    <a:pt x="1409005" y="1395140"/>
                  </a:lnTo>
                  <a:lnTo>
                    <a:pt x="1399287" y="1393938"/>
                  </a:lnTo>
                  <a:lnTo>
                    <a:pt x="1389570" y="1392614"/>
                  </a:lnTo>
                  <a:lnTo>
                    <a:pt x="1379853" y="1391564"/>
                  </a:lnTo>
                  <a:lnTo>
                    <a:pt x="1370136" y="1390476"/>
                  </a:lnTo>
                  <a:lnTo>
                    <a:pt x="1360418" y="1389493"/>
                  </a:lnTo>
                  <a:lnTo>
                    <a:pt x="1350701" y="1389263"/>
                  </a:lnTo>
                  <a:lnTo>
                    <a:pt x="1340984" y="1388940"/>
                  </a:lnTo>
                  <a:lnTo>
                    <a:pt x="1331267" y="1387307"/>
                  </a:lnTo>
                  <a:lnTo>
                    <a:pt x="1321549" y="1386980"/>
                  </a:lnTo>
                  <a:lnTo>
                    <a:pt x="1311832" y="1385438"/>
                  </a:lnTo>
                  <a:lnTo>
                    <a:pt x="1302115" y="1383874"/>
                  </a:lnTo>
                  <a:lnTo>
                    <a:pt x="1292397" y="1382310"/>
                  </a:lnTo>
                  <a:lnTo>
                    <a:pt x="1282680" y="1380878"/>
                  </a:lnTo>
                  <a:lnTo>
                    <a:pt x="1272963" y="1379796"/>
                  </a:lnTo>
                  <a:lnTo>
                    <a:pt x="1263246" y="1378713"/>
                  </a:lnTo>
                  <a:lnTo>
                    <a:pt x="1253528" y="1378787"/>
                  </a:lnTo>
                  <a:lnTo>
                    <a:pt x="1243811" y="1377403"/>
                  </a:lnTo>
                  <a:lnTo>
                    <a:pt x="1234094" y="1377021"/>
                  </a:lnTo>
                  <a:lnTo>
                    <a:pt x="1224376" y="1376760"/>
                  </a:lnTo>
                  <a:lnTo>
                    <a:pt x="1214659" y="1373973"/>
                  </a:lnTo>
                  <a:lnTo>
                    <a:pt x="1204942" y="1372282"/>
                  </a:lnTo>
                  <a:lnTo>
                    <a:pt x="1195225" y="1371200"/>
                  </a:lnTo>
                  <a:lnTo>
                    <a:pt x="1185507" y="1370096"/>
                  </a:lnTo>
                  <a:lnTo>
                    <a:pt x="1175790" y="1368991"/>
                  </a:lnTo>
                  <a:lnTo>
                    <a:pt x="1166073" y="1367547"/>
                  </a:lnTo>
                  <a:lnTo>
                    <a:pt x="1156356" y="1365504"/>
                  </a:lnTo>
                  <a:lnTo>
                    <a:pt x="1146638" y="1363449"/>
                  </a:lnTo>
                  <a:lnTo>
                    <a:pt x="1136921" y="1361740"/>
                  </a:lnTo>
                  <a:lnTo>
                    <a:pt x="1127204" y="1360306"/>
                  </a:lnTo>
                  <a:lnTo>
                    <a:pt x="1117486" y="1358871"/>
                  </a:lnTo>
                  <a:lnTo>
                    <a:pt x="1107769" y="1357021"/>
                  </a:lnTo>
                  <a:lnTo>
                    <a:pt x="1098052" y="1355163"/>
                  </a:lnTo>
                  <a:lnTo>
                    <a:pt x="1088335" y="1353304"/>
                  </a:lnTo>
                  <a:lnTo>
                    <a:pt x="1078617" y="1351443"/>
                  </a:lnTo>
                  <a:lnTo>
                    <a:pt x="1068900" y="1349582"/>
                  </a:lnTo>
                  <a:lnTo>
                    <a:pt x="1059183" y="1348239"/>
                  </a:lnTo>
                  <a:lnTo>
                    <a:pt x="1049465" y="1348499"/>
                  </a:lnTo>
                  <a:lnTo>
                    <a:pt x="1039748" y="1347505"/>
                  </a:lnTo>
                  <a:lnTo>
                    <a:pt x="1030031" y="1348685"/>
                  </a:lnTo>
                  <a:lnTo>
                    <a:pt x="1020314" y="1347743"/>
                  </a:lnTo>
                  <a:lnTo>
                    <a:pt x="1010596" y="1349142"/>
                  </a:lnTo>
                  <a:lnTo>
                    <a:pt x="1000879" y="1346419"/>
                  </a:lnTo>
                  <a:lnTo>
                    <a:pt x="991162" y="1346308"/>
                  </a:lnTo>
                  <a:lnTo>
                    <a:pt x="981445" y="1346197"/>
                  </a:lnTo>
                  <a:lnTo>
                    <a:pt x="971727" y="1345418"/>
                  </a:lnTo>
                  <a:lnTo>
                    <a:pt x="962010" y="1343938"/>
                  </a:lnTo>
                  <a:lnTo>
                    <a:pt x="952293" y="1344045"/>
                  </a:lnTo>
                  <a:lnTo>
                    <a:pt x="942575" y="1345165"/>
                  </a:lnTo>
                  <a:lnTo>
                    <a:pt x="932858" y="1345743"/>
                  </a:lnTo>
                  <a:lnTo>
                    <a:pt x="923141" y="1343688"/>
                  </a:lnTo>
                  <a:lnTo>
                    <a:pt x="913424" y="1342082"/>
                  </a:lnTo>
                  <a:lnTo>
                    <a:pt x="903706" y="1342723"/>
                  </a:lnTo>
                  <a:lnTo>
                    <a:pt x="893989" y="1341235"/>
                  </a:lnTo>
                  <a:lnTo>
                    <a:pt x="884272" y="1341510"/>
                  </a:lnTo>
                  <a:lnTo>
                    <a:pt x="874554" y="1342085"/>
                  </a:lnTo>
                  <a:lnTo>
                    <a:pt x="864837" y="1339800"/>
                  </a:lnTo>
                  <a:lnTo>
                    <a:pt x="855120" y="1341076"/>
                  </a:lnTo>
                  <a:lnTo>
                    <a:pt x="845403" y="1344622"/>
                  </a:lnTo>
                  <a:lnTo>
                    <a:pt x="835685" y="1344934"/>
                  </a:lnTo>
                  <a:lnTo>
                    <a:pt x="825968" y="1344803"/>
                  </a:lnTo>
                  <a:lnTo>
                    <a:pt x="816251" y="1344113"/>
                  </a:lnTo>
                  <a:lnTo>
                    <a:pt x="806534" y="1344642"/>
                  </a:lnTo>
                  <a:lnTo>
                    <a:pt x="796816" y="1346047"/>
                  </a:lnTo>
                  <a:lnTo>
                    <a:pt x="787099" y="1345939"/>
                  </a:lnTo>
                  <a:lnTo>
                    <a:pt x="777382" y="1346504"/>
                  </a:lnTo>
                  <a:lnTo>
                    <a:pt x="767664" y="1345098"/>
                  </a:lnTo>
                  <a:lnTo>
                    <a:pt x="757947" y="1347452"/>
                  </a:lnTo>
                  <a:lnTo>
                    <a:pt x="748230" y="1347590"/>
                  </a:lnTo>
                  <a:lnTo>
                    <a:pt x="738513" y="1347122"/>
                  </a:lnTo>
                  <a:lnTo>
                    <a:pt x="728795" y="1349847"/>
                  </a:lnTo>
                  <a:lnTo>
                    <a:pt x="719078" y="1347021"/>
                  </a:lnTo>
                  <a:lnTo>
                    <a:pt x="709361" y="1351872"/>
                  </a:lnTo>
                  <a:lnTo>
                    <a:pt x="699643" y="1351094"/>
                  </a:lnTo>
                  <a:lnTo>
                    <a:pt x="689926" y="1350369"/>
                  </a:lnTo>
                  <a:lnTo>
                    <a:pt x="680209" y="1349435"/>
                  </a:lnTo>
                  <a:lnTo>
                    <a:pt x="670492" y="1353230"/>
                  </a:lnTo>
                  <a:lnTo>
                    <a:pt x="660774" y="1353630"/>
                  </a:lnTo>
                  <a:lnTo>
                    <a:pt x="651057" y="1354379"/>
                  </a:lnTo>
                  <a:lnTo>
                    <a:pt x="641340" y="1355775"/>
                  </a:lnTo>
                  <a:lnTo>
                    <a:pt x="631623" y="1357061"/>
                  </a:lnTo>
                  <a:lnTo>
                    <a:pt x="621905" y="1359294"/>
                  </a:lnTo>
                  <a:lnTo>
                    <a:pt x="612188" y="1361055"/>
                  </a:lnTo>
                  <a:lnTo>
                    <a:pt x="602471" y="1362418"/>
                  </a:lnTo>
                  <a:lnTo>
                    <a:pt x="592753" y="1361228"/>
                  </a:lnTo>
                  <a:lnTo>
                    <a:pt x="583036" y="1361953"/>
                  </a:lnTo>
                  <a:lnTo>
                    <a:pt x="573319" y="1363323"/>
                  </a:lnTo>
                  <a:lnTo>
                    <a:pt x="563602" y="1366942"/>
                  </a:lnTo>
                  <a:lnTo>
                    <a:pt x="553884" y="1370476"/>
                  </a:lnTo>
                  <a:lnTo>
                    <a:pt x="544167" y="1372956"/>
                  </a:lnTo>
                  <a:lnTo>
                    <a:pt x="534450" y="1375854"/>
                  </a:lnTo>
                  <a:lnTo>
                    <a:pt x="524732" y="1378795"/>
                  </a:lnTo>
                  <a:lnTo>
                    <a:pt x="515015" y="1381176"/>
                  </a:lnTo>
                  <a:lnTo>
                    <a:pt x="505298" y="1384776"/>
                  </a:lnTo>
                  <a:lnTo>
                    <a:pt x="495581" y="1386204"/>
                  </a:lnTo>
                  <a:lnTo>
                    <a:pt x="485863" y="1388205"/>
                  </a:lnTo>
                  <a:lnTo>
                    <a:pt x="476146" y="1391113"/>
                  </a:lnTo>
                  <a:lnTo>
                    <a:pt x="466429" y="1394109"/>
                  </a:lnTo>
                  <a:lnTo>
                    <a:pt x="456712" y="1396877"/>
                  </a:lnTo>
                  <a:lnTo>
                    <a:pt x="446994" y="1399361"/>
                  </a:lnTo>
                  <a:lnTo>
                    <a:pt x="437277" y="1401232"/>
                  </a:lnTo>
                  <a:lnTo>
                    <a:pt x="427560" y="1403788"/>
                  </a:lnTo>
                  <a:lnTo>
                    <a:pt x="417842" y="1406787"/>
                  </a:lnTo>
                  <a:lnTo>
                    <a:pt x="408125" y="1408631"/>
                  </a:lnTo>
                  <a:lnTo>
                    <a:pt x="398408" y="1411384"/>
                  </a:lnTo>
                  <a:lnTo>
                    <a:pt x="388691" y="1415909"/>
                  </a:lnTo>
                  <a:lnTo>
                    <a:pt x="378973" y="1418201"/>
                  </a:lnTo>
                  <a:lnTo>
                    <a:pt x="369256" y="1422565"/>
                  </a:lnTo>
                  <a:lnTo>
                    <a:pt x="359539" y="1426197"/>
                  </a:lnTo>
                  <a:lnTo>
                    <a:pt x="349821" y="1428250"/>
                  </a:lnTo>
                  <a:lnTo>
                    <a:pt x="340104" y="1431087"/>
                  </a:lnTo>
                  <a:lnTo>
                    <a:pt x="330387" y="1434936"/>
                  </a:lnTo>
                  <a:lnTo>
                    <a:pt x="320670" y="1436947"/>
                  </a:lnTo>
                  <a:lnTo>
                    <a:pt x="310952" y="1439574"/>
                  </a:lnTo>
                  <a:lnTo>
                    <a:pt x="301235" y="1444685"/>
                  </a:lnTo>
                  <a:lnTo>
                    <a:pt x="291518" y="1446608"/>
                  </a:lnTo>
                  <a:lnTo>
                    <a:pt x="281801" y="1449072"/>
                  </a:lnTo>
                  <a:lnTo>
                    <a:pt x="272083" y="1452707"/>
                  </a:lnTo>
                  <a:lnTo>
                    <a:pt x="262366" y="1456053"/>
                  </a:lnTo>
                  <a:lnTo>
                    <a:pt x="252649" y="1459759"/>
                  </a:lnTo>
                  <a:lnTo>
                    <a:pt x="242931" y="1463437"/>
                  </a:lnTo>
                  <a:lnTo>
                    <a:pt x="233214" y="1466932"/>
                  </a:lnTo>
                  <a:lnTo>
                    <a:pt x="223497" y="1471418"/>
                  </a:lnTo>
                  <a:lnTo>
                    <a:pt x="213780" y="1475880"/>
                  </a:lnTo>
                  <a:lnTo>
                    <a:pt x="204062" y="1480184"/>
                  </a:lnTo>
                  <a:lnTo>
                    <a:pt x="194345" y="1484826"/>
                  </a:lnTo>
                  <a:lnTo>
                    <a:pt x="184628" y="1489310"/>
                  </a:lnTo>
                  <a:lnTo>
                    <a:pt x="174910" y="1493944"/>
                  </a:lnTo>
                  <a:lnTo>
                    <a:pt x="165193" y="1498219"/>
                  </a:lnTo>
                  <a:lnTo>
                    <a:pt x="155476" y="1502663"/>
                  </a:lnTo>
                  <a:lnTo>
                    <a:pt x="145759" y="1507045"/>
                  </a:lnTo>
                  <a:lnTo>
                    <a:pt x="136041" y="1509881"/>
                  </a:lnTo>
                  <a:lnTo>
                    <a:pt x="126324" y="1514603"/>
                  </a:lnTo>
                  <a:lnTo>
                    <a:pt x="116607" y="1518031"/>
                  </a:lnTo>
                  <a:lnTo>
                    <a:pt x="106890" y="1521322"/>
                  </a:lnTo>
                  <a:lnTo>
                    <a:pt x="97172" y="1525088"/>
                  </a:lnTo>
                  <a:lnTo>
                    <a:pt x="87455" y="1529909"/>
                  </a:lnTo>
                  <a:lnTo>
                    <a:pt x="77738" y="1534472"/>
                  </a:lnTo>
                  <a:lnTo>
                    <a:pt x="68020" y="1539303"/>
                  </a:lnTo>
                  <a:lnTo>
                    <a:pt x="58303" y="1544114"/>
                  </a:lnTo>
                  <a:lnTo>
                    <a:pt x="48586" y="1549073"/>
                  </a:lnTo>
                  <a:lnTo>
                    <a:pt x="38869" y="1553602"/>
                  </a:lnTo>
                  <a:lnTo>
                    <a:pt x="29151" y="1558390"/>
                  </a:lnTo>
                  <a:lnTo>
                    <a:pt x="19434" y="1562814"/>
                  </a:lnTo>
                  <a:lnTo>
                    <a:pt x="9717" y="1567225"/>
                  </a:lnTo>
                  <a:lnTo>
                    <a:pt x="0" y="1571628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3486209" y="2109054"/>
              <a:ext cx="2516774" cy="995037"/>
            </a:xfrm>
            <a:custGeom>
              <a:avLst/>
              <a:pathLst>
                <a:path w="2516774" h="995037">
                  <a:moveTo>
                    <a:pt x="0" y="971181"/>
                  </a:moveTo>
                  <a:lnTo>
                    <a:pt x="9717" y="968624"/>
                  </a:lnTo>
                  <a:lnTo>
                    <a:pt x="19434" y="969562"/>
                  </a:lnTo>
                  <a:lnTo>
                    <a:pt x="29151" y="971355"/>
                  </a:lnTo>
                  <a:lnTo>
                    <a:pt x="38869" y="972862"/>
                  </a:lnTo>
                  <a:lnTo>
                    <a:pt x="48586" y="973010"/>
                  </a:lnTo>
                  <a:lnTo>
                    <a:pt x="58303" y="973163"/>
                  </a:lnTo>
                  <a:lnTo>
                    <a:pt x="68020" y="973327"/>
                  </a:lnTo>
                  <a:lnTo>
                    <a:pt x="77738" y="973533"/>
                  </a:lnTo>
                  <a:lnTo>
                    <a:pt x="87455" y="975091"/>
                  </a:lnTo>
                  <a:lnTo>
                    <a:pt x="97172" y="978024"/>
                  </a:lnTo>
                  <a:lnTo>
                    <a:pt x="106890" y="978766"/>
                  </a:lnTo>
                  <a:lnTo>
                    <a:pt x="116607" y="979350"/>
                  </a:lnTo>
                  <a:lnTo>
                    <a:pt x="126324" y="980782"/>
                  </a:lnTo>
                  <a:lnTo>
                    <a:pt x="136041" y="982365"/>
                  </a:lnTo>
                  <a:lnTo>
                    <a:pt x="145759" y="984405"/>
                  </a:lnTo>
                  <a:lnTo>
                    <a:pt x="155476" y="984254"/>
                  </a:lnTo>
                  <a:lnTo>
                    <a:pt x="165193" y="983765"/>
                  </a:lnTo>
                  <a:lnTo>
                    <a:pt x="174910" y="983522"/>
                  </a:lnTo>
                  <a:lnTo>
                    <a:pt x="184628" y="984267"/>
                  </a:lnTo>
                  <a:lnTo>
                    <a:pt x="194345" y="984435"/>
                  </a:lnTo>
                  <a:lnTo>
                    <a:pt x="204062" y="985109"/>
                  </a:lnTo>
                  <a:lnTo>
                    <a:pt x="213780" y="987836"/>
                  </a:lnTo>
                  <a:lnTo>
                    <a:pt x="223497" y="986929"/>
                  </a:lnTo>
                  <a:lnTo>
                    <a:pt x="233214" y="985466"/>
                  </a:lnTo>
                  <a:lnTo>
                    <a:pt x="242931" y="986447"/>
                  </a:lnTo>
                  <a:lnTo>
                    <a:pt x="252649" y="987147"/>
                  </a:lnTo>
                  <a:lnTo>
                    <a:pt x="262366" y="987683"/>
                  </a:lnTo>
                  <a:lnTo>
                    <a:pt x="272083" y="988147"/>
                  </a:lnTo>
                  <a:lnTo>
                    <a:pt x="281801" y="988598"/>
                  </a:lnTo>
                  <a:lnTo>
                    <a:pt x="291518" y="989216"/>
                  </a:lnTo>
                  <a:lnTo>
                    <a:pt x="301235" y="989714"/>
                  </a:lnTo>
                  <a:lnTo>
                    <a:pt x="310952" y="990434"/>
                  </a:lnTo>
                  <a:lnTo>
                    <a:pt x="320670" y="992677"/>
                  </a:lnTo>
                  <a:lnTo>
                    <a:pt x="330387" y="992797"/>
                  </a:lnTo>
                  <a:lnTo>
                    <a:pt x="340104" y="993708"/>
                  </a:lnTo>
                  <a:lnTo>
                    <a:pt x="349821" y="992426"/>
                  </a:lnTo>
                  <a:lnTo>
                    <a:pt x="359539" y="992969"/>
                  </a:lnTo>
                  <a:lnTo>
                    <a:pt x="369256" y="993605"/>
                  </a:lnTo>
                  <a:lnTo>
                    <a:pt x="378973" y="995037"/>
                  </a:lnTo>
                  <a:lnTo>
                    <a:pt x="388691" y="992797"/>
                  </a:lnTo>
                  <a:lnTo>
                    <a:pt x="398408" y="991567"/>
                  </a:lnTo>
                  <a:lnTo>
                    <a:pt x="408125" y="994375"/>
                  </a:lnTo>
                  <a:lnTo>
                    <a:pt x="417842" y="994512"/>
                  </a:lnTo>
                  <a:lnTo>
                    <a:pt x="427560" y="993350"/>
                  </a:lnTo>
                  <a:lnTo>
                    <a:pt x="437277" y="992187"/>
                  </a:lnTo>
                  <a:lnTo>
                    <a:pt x="446994" y="991538"/>
                  </a:lnTo>
                  <a:lnTo>
                    <a:pt x="456712" y="989849"/>
                  </a:lnTo>
                  <a:lnTo>
                    <a:pt x="466429" y="988508"/>
                  </a:lnTo>
                  <a:lnTo>
                    <a:pt x="476146" y="987253"/>
                  </a:lnTo>
                  <a:lnTo>
                    <a:pt x="485863" y="986091"/>
                  </a:lnTo>
                  <a:lnTo>
                    <a:pt x="495581" y="983914"/>
                  </a:lnTo>
                  <a:lnTo>
                    <a:pt x="505298" y="983392"/>
                  </a:lnTo>
                  <a:lnTo>
                    <a:pt x="515015" y="982839"/>
                  </a:lnTo>
                  <a:lnTo>
                    <a:pt x="524732" y="982518"/>
                  </a:lnTo>
                  <a:lnTo>
                    <a:pt x="534450" y="980863"/>
                  </a:lnTo>
                  <a:lnTo>
                    <a:pt x="544167" y="979074"/>
                  </a:lnTo>
                  <a:lnTo>
                    <a:pt x="553884" y="977676"/>
                  </a:lnTo>
                  <a:lnTo>
                    <a:pt x="563602" y="975903"/>
                  </a:lnTo>
                  <a:lnTo>
                    <a:pt x="573319" y="973845"/>
                  </a:lnTo>
                  <a:lnTo>
                    <a:pt x="583036" y="971753"/>
                  </a:lnTo>
                  <a:lnTo>
                    <a:pt x="592753" y="968684"/>
                  </a:lnTo>
                  <a:lnTo>
                    <a:pt x="602471" y="966455"/>
                  </a:lnTo>
                  <a:lnTo>
                    <a:pt x="612188" y="967279"/>
                  </a:lnTo>
                  <a:lnTo>
                    <a:pt x="621905" y="964086"/>
                  </a:lnTo>
                  <a:lnTo>
                    <a:pt x="631623" y="960942"/>
                  </a:lnTo>
                  <a:lnTo>
                    <a:pt x="641340" y="958538"/>
                  </a:lnTo>
                  <a:lnTo>
                    <a:pt x="651057" y="955745"/>
                  </a:lnTo>
                  <a:lnTo>
                    <a:pt x="660774" y="954726"/>
                  </a:lnTo>
                  <a:lnTo>
                    <a:pt x="670492" y="951027"/>
                  </a:lnTo>
                  <a:lnTo>
                    <a:pt x="680209" y="947460"/>
                  </a:lnTo>
                  <a:lnTo>
                    <a:pt x="689926" y="945419"/>
                  </a:lnTo>
                  <a:lnTo>
                    <a:pt x="699643" y="943985"/>
                  </a:lnTo>
                  <a:lnTo>
                    <a:pt x="709361" y="941915"/>
                  </a:lnTo>
                  <a:lnTo>
                    <a:pt x="719078" y="938958"/>
                  </a:lnTo>
                  <a:lnTo>
                    <a:pt x="728795" y="932665"/>
                  </a:lnTo>
                  <a:lnTo>
                    <a:pt x="738513" y="932014"/>
                  </a:lnTo>
                  <a:lnTo>
                    <a:pt x="748230" y="928746"/>
                  </a:lnTo>
                  <a:lnTo>
                    <a:pt x="757947" y="925247"/>
                  </a:lnTo>
                  <a:lnTo>
                    <a:pt x="767664" y="922971"/>
                  </a:lnTo>
                  <a:lnTo>
                    <a:pt x="777382" y="919546"/>
                  </a:lnTo>
                  <a:lnTo>
                    <a:pt x="787099" y="916223"/>
                  </a:lnTo>
                  <a:lnTo>
                    <a:pt x="796816" y="913767"/>
                  </a:lnTo>
                  <a:lnTo>
                    <a:pt x="806534" y="910383"/>
                  </a:lnTo>
                  <a:lnTo>
                    <a:pt x="816251" y="906095"/>
                  </a:lnTo>
                  <a:lnTo>
                    <a:pt x="825968" y="901633"/>
                  </a:lnTo>
                  <a:lnTo>
                    <a:pt x="835685" y="895557"/>
                  </a:lnTo>
                  <a:lnTo>
                    <a:pt x="845403" y="889519"/>
                  </a:lnTo>
                  <a:lnTo>
                    <a:pt x="855120" y="886787"/>
                  </a:lnTo>
                  <a:lnTo>
                    <a:pt x="864837" y="884540"/>
                  </a:lnTo>
                  <a:lnTo>
                    <a:pt x="874554" y="880692"/>
                  </a:lnTo>
                  <a:lnTo>
                    <a:pt x="884272" y="876182"/>
                  </a:lnTo>
                  <a:lnTo>
                    <a:pt x="893989" y="871527"/>
                  </a:lnTo>
                  <a:lnTo>
                    <a:pt x="903706" y="868160"/>
                  </a:lnTo>
                  <a:lnTo>
                    <a:pt x="913424" y="866971"/>
                  </a:lnTo>
                  <a:lnTo>
                    <a:pt x="923141" y="862029"/>
                  </a:lnTo>
                  <a:lnTo>
                    <a:pt x="932858" y="858704"/>
                  </a:lnTo>
                  <a:lnTo>
                    <a:pt x="942575" y="852842"/>
                  </a:lnTo>
                  <a:lnTo>
                    <a:pt x="952293" y="849476"/>
                  </a:lnTo>
                  <a:lnTo>
                    <a:pt x="962010" y="846461"/>
                  </a:lnTo>
                  <a:lnTo>
                    <a:pt x="971727" y="843445"/>
                  </a:lnTo>
                  <a:lnTo>
                    <a:pt x="981445" y="838805"/>
                  </a:lnTo>
                  <a:lnTo>
                    <a:pt x="991162" y="832155"/>
                  </a:lnTo>
                  <a:lnTo>
                    <a:pt x="1000879" y="827091"/>
                  </a:lnTo>
                  <a:lnTo>
                    <a:pt x="1010596" y="822831"/>
                  </a:lnTo>
                  <a:lnTo>
                    <a:pt x="1020314" y="817560"/>
                  </a:lnTo>
                  <a:lnTo>
                    <a:pt x="1030031" y="813686"/>
                  </a:lnTo>
                  <a:lnTo>
                    <a:pt x="1039748" y="807608"/>
                  </a:lnTo>
                  <a:lnTo>
                    <a:pt x="1049465" y="803495"/>
                  </a:lnTo>
                  <a:lnTo>
                    <a:pt x="1059183" y="799540"/>
                  </a:lnTo>
                  <a:lnTo>
                    <a:pt x="1068900" y="794465"/>
                  </a:lnTo>
                  <a:lnTo>
                    <a:pt x="1078617" y="789242"/>
                  </a:lnTo>
                  <a:lnTo>
                    <a:pt x="1088335" y="783047"/>
                  </a:lnTo>
                  <a:lnTo>
                    <a:pt x="1098052" y="776516"/>
                  </a:lnTo>
                  <a:lnTo>
                    <a:pt x="1107769" y="770856"/>
                  </a:lnTo>
                  <a:lnTo>
                    <a:pt x="1117486" y="766111"/>
                  </a:lnTo>
                  <a:lnTo>
                    <a:pt x="1127204" y="761241"/>
                  </a:lnTo>
                  <a:lnTo>
                    <a:pt x="1136921" y="756677"/>
                  </a:lnTo>
                  <a:lnTo>
                    <a:pt x="1146638" y="752126"/>
                  </a:lnTo>
                  <a:lnTo>
                    <a:pt x="1156356" y="747623"/>
                  </a:lnTo>
                  <a:lnTo>
                    <a:pt x="1166073" y="743001"/>
                  </a:lnTo>
                  <a:lnTo>
                    <a:pt x="1175790" y="737515"/>
                  </a:lnTo>
                  <a:lnTo>
                    <a:pt x="1185507" y="733808"/>
                  </a:lnTo>
                  <a:lnTo>
                    <a:pt x="1195225" y="726719"/>
                  </a:lnTo>
                  <a:lnTo>
                    <a:pt x="1204942" y="721122"/>
                  </a:lnTo>
                  <a:lnTo>
                    <a:pt x="1214659" y="718144"/>
                  </a:lnTo>
                  <a:lnTo>
                    <a:pt x="1224376" y="713965"/>
                  </a:lnTo>
                  <a:lnTo>
                    <a:pt x="1234094" y="709483"/>
                  </a:lnTo>
                  <a:lnTo>
                    <a:pt x="1243811" y="703804"/>
                  </a:lnTo>
                  <a:lnTo>
                    <a:pt x="1253528" y="697981"/>
                  </a:lnTo>
                  <a:lnTo>
                    <a:pt x="1263246" y="695207"/>
                  </a:lnTo>
                  <a:lnTo>
                    <a:pt x="1272963" y="692472"/>
                  </a:lnTo>
                  <a:lnTo>
                    <a:pt x="1282680" y="688267"/>
                  </a:lnTo>
                  <a:lnTo>
                    <a:pt x="1292397" y="682527"/>
                  </a:lnTo>
                  <a:lnTo>
                    <a:pt x="1302115" y="676582"/>
                  </a:lnTo>
                  <a:lnTo>
                    <a:pt x="1311832" y="669650"/>
                  </a:lnTo>
                  <a:lnTo>
                    <a:pt x="1321549" y="664581"/>
                  </a:lnTo>
                  <a:lnTo>
                    <a:pt x="1331267" y="659556"/>
                  </a:lnTo>
                  <a:lnTo>
                    <a:pt x="1340984" y="655107"/>
                  </a:lnTo>
                  <a:lnTo>
                    <a:pt x="1350701" y="648781"/>
                  </a:lnTo>
                  <a:lnTo>
                    <a:pt x="1360418" y="642383"/>
                  </a:lnTo>
                  <a:lnTo>
                    <a:pt x="1370136" y="636948"/>
                  </a:lnTo>
                  <a:lnTo>
                    <a:pt x="1379853" y="630784"/>
                  </a:lnTo>
                  <a:lnTo>
                    <a:pt x="1389570" y="624372"/>
                  </a:lnTo>
                  <a:lnTo>
                    <a:pt x="1399287" y="619250"/>
                  </a:lnTo>
                  <a:lnTo>
                    <a:pt x="1409005" y="613545"/>
                  </a:lnTo>
                  <a:lnTo>
                    <a:pt x="1418722" y="608497"/>
                  </a:lnTo>
                  <a:lnTo>
                    <a:pt x="1428439" y="604331"/>
                  </a:lnTo>
                  <a:lnTo>
                    <a:pt x="1438157" y="599693"/>
                  </a:lnTo>
                  <a:lnTo>
                    <a:pt x="1447874" y="593579"/>
                  </a:lnTo>
                  <a:lnTo>
                    <a:pt x="1457591" y="587159"/>
                  </a:lnTo>
                  <a:lnTo>
                    <a:pt x="1467308" y="580742"/>
                  </a:lnTo>
                  <a:lnTo>
                    <a:pt x="1477026" y="574331"/>
                  </a:lnTo>
                  <a:lnTo>
                    <a:pt x="1486743" y="567924"/>
                  </a:lnTo>
                  <a:lnTo>
                    <a:pt x="1496460" y="562190"/>
                  </a:lnTo>
                  <a:lnTo>
                    <a:pt x="1506178" y="556515"/>
                  </a:lnTo>
                  <a:lnTo>
                    <a:pt x="1515895" y="551113"/>
                  </a:lnTo>
                  <a:lnTo>
                    <a:pt x="1525612" y="545076"/>
                  </a:lnTo>
                  <a:lnTo>
                    <a:pt x="1535329" y="538139"/>
                  </a:lnTo>
                  <a:lnTo>
                    <a:pt x="1545047" y="533165"/>
                  </a:lnTo>
                  <a:lnTo>
                    <a:pt x="1554764" y="527363"/>
                  </a:lnTo>
                  <a:lnTo>
                    <a:pt x="1564481" y="520385"/>
                  </a:lnTo>
                  <a:lnTo>
                    <a:pt x="1574198" y="513445"/>
                  </a:lnTo>
                  <a:lnTo>
                    <a:pt x="1583916" y="507202"/>
                  </a:lnTo>
                  <a:lnTo>
                    <a:pt x="1593633" y="502656"/>
                  </a:lnTo>
                  <a:lnTo>
                    <a:pt x="1603350" y="498149"/>
                  </a:lnTo>
                  <a:lnTo>
                    <a:pt x="1613068" y="492905"/>
                  </a:lnTo>
                  <a:lnTo>
                    <a:pt x="1622785" y="486382"/>
                  </a:lnTo>
                  <a:lnTo>
                    <a:pt x="1632502" y="479867"/>
                  </a:lnTo>
                  <a:lnTo>
                    <a:pt x="1642219" y="473582"/>
                  </a:lnTo>
                  <a:lnTo>
                    <a:pt x="1651937" y="468322"/>
                  </a:lnTo>
                  <a:lnTo>
                    <a:pt x="1661654" y="463075"/>
                  </a:lnTo>
                  <a:lnTo>
                    <a:pt x="1671371" y="457840"/>
                  </a:lnTo>
                  <a:lnTo>
                    <a:pt x="1681089" y="452618"/>
                  </a:lnTo>
                  <a:lnTo>
                    <a:pt x="1690806" y="447436"/>
                  </a:lnTo>
                  <a:lnTo>
                    <a:pt x="1700523" y="442284"/>
                  </a:lnTo>
                  <a:lnTo>
                    <a:pt x="1710240" y="436817"/>
                  </a:lnTo>
                  <a:lnTo>
                    <a:pt x="1719958" y="431117"/>
                  </a:lnTo>
                  <a:lnTo>
                    <a:pt x="1729675" y="425425"/>
                  </a:lnTo>
                  <a:lnTo>
                    <a:pt x="1739392" y="419754"/>
                  </a:lnTo>
                  <a:lnTo>
                    <a:pt x="1749109" y="414065"/>
                  </a:lnTo>
                  <a:lnTo>
                    <a:pt x="1758827" y="409033"/>
                  </a:lnTo>
                  <a:lnTo>
                    <a:pt x="1768544" y="403750"/>
                  </a:lnTo>
                  <a:lnTo>
                    <a:pt x="1778261" y="397536"/>
                  </a:lnTo>
                  <a:lnTo>
                    <a:pt x="1787979" y="391346"/>
                  </a:lnTo>
                  <a:lnTo>
                    <a:pt x="1797696" y="385673"/>
                  </a:lnTo>
                  <a:lnTo>
                    <a:pt x="1807413" y="380008"/>
                  </a:lnTo>
                  <a:lnTo>
                    <a:pt x="1817130" y="374352"/>
                  </a:lnTo>
                  <a:lnTo>
                    <a:pt x="1826848" y="368705"/>
                  </a:lnTo>
                  <a:lnTo>
                    <a:pt x="1836565" y="363067"/>
                  </a:lnTo>
                  <a:lnTo>
                    <a:pt x="1846282" y="357439"/>
                  </a:lnTo>
                  <a:lnTo>
                    <a:pt x="1856000" y="351820"/>
                  </a:lnTo>
                  <a:lnTo>
                    <a:pt x="1865717" y="346229"/>
                  </a:lnTo>
                  <a:lnTo>
                    <a:pt x="1875434" y="340676"/>
                  </a:lnTo>
                  <a:lnTo>
                    <a:pt x="1885151" y="335131"/>
                  </a:lnTo>
                  <a:lnTo>
                    <a:pt x="1894869" y="329897"/>
                  </a:lnTo>
                  <a:lnTo>
                    <a:pt x="1904586" y="325606"/>
                  </a:lnTo>
                  <a:lnTo>
                    <a:pt x="1914303" y="321327"/>
                  </a:lnTo>
                  <a:lnTo>
                    <a:pt x="1924020" y="317060"/>
                  </a:lnTo>
                  <a:lnTo>
                    <a:pt x="1933738" y="312804"/>
                  </a:lnTo>
                  <a:lnTo>
                    <a:pt x="1943455" y="308582"/>
                  </a:lnTo>
                  <a:lnTo>
                    <a:pt x="1953172" y="303288"/>
                  </a:lnTo>
                  <a:lnTo>
                    <a:pt x="1962890" y="297016"/>
                  </a:lnTo>
                  <a:lnTo>
                    <a:pt x="1972607" y="290764"/>
                  </a:lnTo>
                  <a:lnTo>
                    <a:pt x="1982324" y="284531"/>
                  </a:lnTo>
                  <a:lnTo>
                    <a:pt x="1992041" y="279929"/>
                  </a:lnTo>
                  <a:lnTo>
                    <a:pt x="2001759" y="275373"/>
                  </a:lnTo>
                  <a:lnTo>
                    <a:pt x="2011476" y="270834"/>
                  </a:lnTo>
                  <a:lnTo>
                    <a:pt x="2021193" y="266312"/>
                  </a:lnTo>
                  <a:lnTo>
                    <a:pt x="2030911" y="261807"/>
                  </a:lnTo>
                  <a:lnTo>
                    <a:pt x="2040628" y="256755"/>
                  </a:lnTo>
                  <a:lnTo>
                    <a:pt x="2050345" y="249926"/>
                  </a:lnTo>
                  <a:lnTo>
                    <a:pt x="2060062" y="243113"/>
                  </a:lnTo>
                  <a:lnTo>
                    <a:pt x="2069780" y="236318"/>
                  </a:lnTo>
                  <a:lnTo>
                    <a:pt x="2079497" y="230301"/>
                  </a:lnTo>
                  <a:lnTo>
                    <a:pt x="2089214" y="225925"/>
                  </a:lnTo>
                  <a:lnTo>
                    <a:pt x="2098931" y="221560"/>
                  </a:lnTo>
                  <a:lnTo>
                    <a:pt x="2108649" y="217224"/>
                  </a:lnTo>
                  <a:lnTo>
                    <a:pt x="2118366" y="212915"/>
                  </a:lnTo>
                  <a:lnTo>
                    <a:pt x="2128083" y="208615"/>
                  </a:lnTo>
                  <a:lnTo>
                    <a:pt x="2137801" y="204326"/>
                  </a:lnTo>
                  <a:lnTo>
                    <a:pt x="2147518" y="200047"/>
                  </a:lnTo>
                  <a:lnTo>
                    <a:pt x="2157235" y="193619"/>
                  </a:lnTo>
                  <a:lnTo>
                    <a:pt x="2166952" y="187066"/>
                  </a:lnTo>
                  <a:lnTo>
                    <a:pt x="2176670" y="180524"/>
                  </a:lnTo>
                  <a:lnTo>
                    <a:pt x="2186387" y="173994"/>
                  </a:lnTo>
                  <a:lnTo>
                    <a:pt x="2196104" y="167476"/>
                  </a:lnTo>
                  <a:lnTo>
                    <a:pt x="2205822" y="160970"/>
                  </a:lnTo>
                  <a:lnTo>
                    <a:pt x="2215539" y="154476"/>
                  </a:lnTo>
                  <a:lnTo>
                    <a:pt x="2225256" y="147995"/>
                  </a:lnTo>
                  <a:lnTo>
                    <a:pt x="2234973" y="141889"/>
                  </a:lnTo>
                  <a:lnTo>
                    <a:pt x="2244691" y="136719"/>
                  </a:lnTo>
                  <a:lnTo>
                    <a:pt x="2254408" y="131564"/>
                  </a:lnTo>
                  <a:lnTo>
                    <a:pt x="2264125" y="126422"/>
                  </a:lnTo>
                  <a:lnTo>
                    <a:pt x="2273842" y="121301"/>
                  </a:lnTo>
                  <a:lnTo>
                    <a:pt x="2283560" y="116234"/>
                  </a:lnTo>
                  <a:lnTo>
                    <a:pt x="2293277" y="111182"/>
                  </a:lnTo>
                  <a:lnTo>
                    <a:pt x="2302994" y="106143"/>
                  </a:lnTo>
                  <a:lnTo>
                    <a:pt x="2312712" y="101119"/>
                  </a:lnTo>
                  <a:lnTo>
                    <a:pt x="2322429" y="96109"/>
                  </a:lnTo>
                  <a:lnTo>
                    <a:pt x="2332146" y="91113"/>
                  </a:lnTo>
                  <a:lnTo>
                    <a:pt x="2341863" y="85834"/>
                  </a:lnTo>
                  <a:lnTo>
                    <a:pt x="2351581" y="81168"/>
                  </a:lnTo>
                  <a:lnTo>
                    <a:pt x="2361298" y="76212"/>
                  </a:lnTo>
                  <a:lnTo>
                    <a:pt x="2371015" y="71274"/>
                  </a:lnTo>
                  <a:lnTo>
                    <a:pt x="2380733" y="66500"/>
                  </a:lnTo>
                  <a:lnTo>
                    <a:pt x="2390450" y="62062"/>
                  </a:lnTo>
                  <a:lnTo>
                    <a:pt x="2400167" y="57637"/>
                  </a:lnTo>
                  <a:lnTo>
                    <a:pt x="2409884" y="52695"/>
                  </a:lnTo>
                  <a:lnTo>
                    <a:pt x="2419602" y="47403"/>
                  </a:lnTo>
                  <a:lnTo>
                    <a:pt x="2429319" y="42128"/>
                  </a:lnTo>
                  <a:lnTo>
                    <a:pt x="2439036" y="37041"/>
                  </a:lnTo>
                  <a:lnTo>
                    <a:pt x="2448753" y="32708"/>
                  </a:lnTo>
                  <a:lnTo>
                    <a:pt x="2458471" y="28669"/>
                  </a:lnTo>
                  <a:lnTo>
                    <a:pt x="2468188" y="24647"/>
                  </a:lnTo>
                  <a:lnTo>
                    <a:pt x="2477905" y="20640"/>
                  </a:lnTo>
                  <a:lnTo>
                    <a:pt x="2487623" y="16649"/>
                  </a:lnTo>
                  <a:lnTo>
                    <a:pt x="2497340" y="11915"/>
                  </a:lnTo>
                  <a:lnTo>
                    <a:pt x="2507057" y="5951"/>
                  </a:lnTo>
                  <a:lnTo>
                    <a:pt x="251677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3486209" y="3448855"/>
              <a:ext cx="2516774" cy="235602"/>
            </a:xfrm>
            <a:custGeom>
              <a:avLst/>
              <a:pathLst>
                <a:path w="2516774" h="235602">
                  <a:moveTo>
                    <a:pt x="2516774" y="235602"/>
                  </a:moveTo>
                  <a:lnTo>
                    <a:pt x="2507057" y="234071"/>
                  </a:lnTo>
                  <a:lnTo>
                    <a:pt x="2497340" y="232537"/>
                  </a:lnTo>
                  <a:lnTo>
                    <a:pt x="2487623" y="231002"/>
                  </a:lnTo>
                  <a:lnTo>
                    <a:pt x="2477905" y="229465"/>
                  </a:lnTo>
                  <a:lnTo>
                    <a:pt x="2468188" y="227926"/>
                  </a:lnTo>
                  <a:lnTo>
                    <a:pt x="2458471" y="226384"/>
                  </a:lnTo>
                  <a:lnTo>
                    <a:pt x="2448753" y="224757"/>
                  </a:lnTo>
                  <a:lnTo>
                    <a:pt x="2439036" y="223101"/>
                  </a:lnTo>
                  <a:lnTo>
                    <a:pt x="2429319" y="221440"/>
                  </a:lnTo>
                  <a:lnTo>
                    <a:pt x="2419602" y="219691"/>
                  </a:lnTo>
                  <a:lnTo>
                    <a:pt x="2409884" y="218044"/>
                  </a:lnTo>
                  <a:lnTo>
                    <a:pt x="2400167" y="216454"/>
                  </a:lnTo>
                  <a:lnTo>
                    <a:pt x="2390450" y="214796"/>
                  </a:lnTo>
                  <a:lnTo>
                    <a:pt x="2380733" y="213137"/>
                  </a:lnTo>
                  <a:lnTo>
                    <a:pt x="2371015" y="211477"/>
                  </a:lnTo>
                  <a:lnTo>
                    <a:pt x="2361298" y="209816"/>
                  </a:lnTo>
                  <a:lnTo>
                    <a:pt x="2351581" y="208154"/>
                  </a:lnTo>
                  <a:lnTo>
                    <a:pt x="2341863" y="206492"/>
                  </a:lnTo>
                  <a:lnTo>
                    <a:pt x="2332146" y="204828"/>
                  </a:lnTo>
                  <a:lnTo>
                    <a:pt x="2322429" y="203161"/>
                  </a:lnTo>
                  <a:lnTo>
                    <a:pt x="2312712" y="201494"/>
                  </a:lnTo>
                  <a:lnTo>
                    <a:pt x="2302994" y="199827"/>
                  </a:lnTo>
                  <a:lnTo>
                    <a:pt x="2293277" y="198158"/>
                  </a:lnTo>
                  <a:lnTo>
                    <a:pt x="2283560" y="196488"/>
                  </a:lnTo>
                  <a:lnTo>
                    <a:pt x="2273842" y="194818"/>
                  </a:lnTo>
                  <a:lnTo>
                    <a:pt x="2264125" y="193147"/>
                  </a:lnTo>
                  <a:lnTo>
                    <a:pt x="2254408" y="191471"/>
                  </a:lnTo>
                  <a:lnTo>
                    <a:pt x="2244691" y="189780"/>
                  </a:lnTo>
                  <a:lnTo>
                    <a:pt x="2234973" y="188088"/>
                  </a:lnTo>
                  <a:lnTo>
                    <a:pt x="2225256" y="186395"/>
                  </a:lnTo>
                  <a:lnTo>
                    <a:pt x="2215539" y="184136"/>
                  </a:lnTo>
                  <a:lnTo>
                    <a:pt x="2205822" y="181813"/>
                  </a:lnTo>
                  <a:lnTo>
                    <a:pt x="2196104" y="179475"/>
                  </a:lnTo>
                  <a:lnTo>
                    <a:pt x="2186387" y="178007"/>
                  </a:lnTo>
                  <a:lnTo>
                    <a:pt x="2176670" y="176017"/>
                  </a:lnTo>
                  <a:lnTo>
                    <a:pt x="2166952" y="175148"/>
                  </a:lnTo>
                  <a:lnTo>
                    <a:pt x="2157235" y="173037"/>
                  </a:lnTo>
                  <a:lnTo>
                    <a:pt x="2147518" y="171561"/>
                  </a:lnTo>
                  <a:lnTo>
                    <a:pt x="2137801" y="170573"/>
                  </a:lnTo>
                  <a:lnTo>
                    <a:pt x="2128083" y="168508"/>
                  </a:lnTo>
                  <a:lnTo>
                    <a:pt x="2118366" y="166216"/>
                  </a:lnTo>
                  <a:lnTo>
                    <a:pt x="2108649" y="165231"/>
                  </a:lnTo>
                  <a:lnTo>
                    <a:pt x="2098931" y="164246"/>
                  </a:lnTo>
                  <a:lnTo>
                    <a:pt x="2089214" y="162854"/>
                  </a:lnTo>
                  <a:lnTo>
                    <a:pt x="2079497" y="161185"/>
                  </a:lnTo>
                  <a:lnTo>
                    <a:pt x="2069780" y="159484"/>
                  </a:lnTo>
                  <a:lnTo>
                    <a:pt x="2060062" y="157779"/>
                  </a:lnTo>
                  <a:lnTo>
                    <a:pt x="2050345" y="155463"/>
                  </a:lnTo>
                  <a:lnTo>
                    <a:pt x="2040628" y="153139"/>
                  </a:lnTo>
                  <a:lnTo>
                    <a:pt x="2030911" y="151643"/>
                  </a:lnTo>
                  <a:lnTo>
                    <a:pt x="2021193" y="150688"/>
                  </a:lnTo>
                  <a:lnTo>
                    <a:pt x="2011476" y="149104"/>
                  </a:lnTo>
                  <a:lnTo>
                    <a:pt x="2001759" y="147406"/>
                  </a:lnTo>
                  <a:lnTo>
                    <a:pt x="1992041" y="144144"/>
                  </a:lnTo>
                  <a:lnTo>
                    <a:pt x="1982324" y="141648"/>
                  </a:lnTo>
                  <a:lnTo>
                    <a:pt x="1972607" y="139153"/>
                  </a:lnTo>
                  <a:lnTo>
                    <a:pt x="1962890" y="136825"/>
                  </a:lnTo>
                  <a:lnTo>
                    <a:pt x="1953172" y="135887"/>
                  </a:lnTo>
                  <a:lnTo>
                    <a:pt x="1943455" y="134947"/>
                  </a:lnTo>
                  <a:lnTo>
                    <a:pt x="1933738" y="134007"/>
                  </a:lnTo>
                  <a:lnTo>
                    <a:pt x="1924020" y="133273"/>
                  </a:lnTo>
                  <a:lnTo>
                    <a:pt x="1914303" y="132372"/>
                  </a:lnTo>
                  <a:lnTo>
                    <a:pt x="1904586" y="131219"/>
                  </a:lnTo>
                  <a:lnTo>
                    <a:pt x="1894869" y="130305"/>
                  </a:lnTo>
                  <a:lnTo>
                    <a:pt x="1885151" y="129381"/>
                  </a:lnTo>
                  <a:lnTo>
                    <a:pt x="1875434" y="128444"/>
                  </a:lnTo>
                  <a:lnTo>
                    <a:pt x="1865717" y="127507"/>
                  </a:lnTo>
                  <a:lnTo>
                    <a:pt x="1856000" y="126455"/>
                  </a:lnTo>
                  <a:lnTo>
                    <a:pt x="1846282" y="124775"/>
                  </a:lnTo>
                  <a:lnTo>
                    <a:pt x="1836565" y="123489"/>
                  </a:lnTo>
                  <a:lnTo>
                    <a:pt x="1826848" y="122154"/>
                  </a:lnTo>
                  <a:lnTo>
                    <a:pt x="1817130" y="120493"/>
                  </a:lnTo>
                  <a:lnTo>
                    <a:pt x="1807413" y="118831"/>
                  </a:lnTo>
                  <a:lnTo>
                    <a:pt x="1797696" y="117166"/>
                  </a:lnTo>
                  <a:lnTo>
                    <a:pt x="1787979" y="115984"/>
                  </a:lnTo>
                  <a:lnTo>
                    <a:pt x="1778261" y="113796"/>
                  </a:lnTo>
                  <a:lnTo>
                    <a:pt x="1768544" y="111692"/>
                  </a:lnTo>
                  <a:lnTo>
                    <a:pt x="1758827" y="109548"/>
                  </a:lnTo>
                  <a:lnTo>
                    <a:pt x="1749109" y="107401"/>
                  </a:lnTo>
                  <a:lnTo>
                    <a:pt x="1739392" y="105251"/>
                  </a:lnTo>
                  <a:lnTo>
                    <a:pt x="1729675" y="103097"/>
                  </a:lnTo>
                  <a:lnTo>
                    <a:pt x="1719958" y="100940"/>
                  </a:lnTo>
                  <a:lnTo>
                    <a:pt x="1710240" y="98779"/>
                  </a:lnTo>
                  <a:lnTo>
                    <a:pt x="1700523" y="96615"/>
                  </a:lnTo>
                  <a:lnTo>
                    <a:pt x="1690806" y="94448"/>
                  </a:lnTo>
                  <a:lnTo>
                    <a:pt x="1681089" y="93887"/>
                  </a:lnTo>
                  <a:lnTo>
                    <a:pt x="1671371" y="93396"/>
                  </a:lnTo>
                  <a:lnTo>
                    <a:pt x="1661654" y="91368"/>
                  </a:lnTo>
                  <a:lnTo>
                    <a:pt x="1651937" y="89781"/>
                  </a:lnTo>
                  <a:lnTo>
                    <a:pt x="1642219" y="88689"/>
                  </a:lnTo>
                  <a:lnTo>
                    <a:pt x="1632502" y="87596"/>
                  </a:lnTo>
                  <a:lnTo>
                    <a:pt x="1622785" y="86504"/>
                  </a:lnTo>
                  <a:lnTo>
                    <a:pt x="1613068" y="85039"/>
                  </a:lnTo>
                  <a:lnTo>
                    <a:pt x="1603350" y="83346"/>
                  </a:lnTo>
                  <a:lnTo>
                    <a:pt x="1593633" y="81651"/>
                  </a:lnTo>
                  <a:lnTo>
                    <a:pt x="1583916" y="80539"/>
                  </a:lnTo>
                  <a:lnTo>
                    <a:pt x="1574198" y="80198"/>
                  </a:lnTo>
                  <a:lnTo>
                    <a:pt x="1564481" y="77988"/>
                  </a:lnTo>
                  <a:lnTo>
                    <a:pt x="1554764" y="76093"/>
                  </a:lnTo>
                  <a:lnTo>
                    <a:pt x="1545047" y="75528"/>
                  </a:lnTo>
                  <a:lnTo>
                    <a:pt x="1535329" y="72642"/>
                  </a:lnTo>
                  <a:lnTo>
                    <a:pt x="1525612" y="71852"/>
                  </a:lnTo>
                  <a:lnTo>
                    <a:pt x="1515895" y="71031"/>
                  </a:lnTo>
                  <a:lnTo>
                    <a:pt x="1506178" y="70190"/>
                  </a:lnTo>
                  <a:lnTo>
                    <a:pt x="1496460" y="68139"/>
                  </a:lnTo>
                  <a:lnTo>
                    <a:pt x="1486743" y="67568"/>
                  </a:lnTo>
                  <a:lnTo>
                    <a:pt x="1477026" y="66998"/>
                  </a:lnTo>
                  <a:lnTo>
                    <a:pt x="1467308" y="66427"/>
                  </a:lnTo>
                  <a:lnTo>
                    <a:pt x="1457591" y="65856"/>
                  </a:lnTo>
                  <a:lnTo>
                    <a:pt x="1447874" y="64836"/>
                  </a:lnTo>
                  <a:lnTo>
                    <a:pt x="1438157" y="61496"/>
                  </a:lnTo>
                  <a:lnTo>
                    <a:pt x="1428439" y="58679"/>
                  </a:lnTo>
                  <a:lnTo>
                    <a:pt x="1418722" y="57628"/>
                  </a:lnTo>
                  <a:lnTo>
                    <a:pt x="1409005" y="55339"/>
                  </a:lnTo>
                  <a:lnTo>
                    <a:pt x="1399287" y="54137"/>
                  </a:lnTo>
                  <a:lnTo>
                    <a:pt x="1389570" y="52814"/>
                  </a:lnTo>
                  <a:lnTo>
                    <a:pt x="1379853" y="51763"/>
                  </a:lnTo>
                  <a:lnTo>
                    <a:pt x="1370136" y="50676"/>
                  </a:lnTo>
                  <a:lnTo>
                    <a:pt x="1360418" y="49693"/>
                  </a:lnTo>
                  <a:lnTo>
                    <a:pt x="1350701" y="49462"/>
                  </a:lnTo>
                  <a:lnTo>
                    <a:pt x="1340984" y="49140"/>
                  </a:lnTo>
                  <a:lnTo>
                    <a:pt x="1331267" y="47507"/>
                  </a:lnTo>
                  <a:lnTo>
                    <a:pt x="1321549" y="47180"/>
                  </a:lnTo>
                  <a:lnTo>
                    <a:pt x="1311832" y="45637"/>
                  </a:lnTo>
                  <a:lnTo>
                    <a:pt x="1302115" y="44074"/>
                  </a:lnTo>
                  <a:lnTo>
                    <a:pt x="1292397" y="42510"/>
                  </a:lnTo>
                  <a:lnTo>
                    <a:pt x="1282680" y="41077"/>
                  </a:lnTo>
                  <a:lnTo>
                    <a:pt x="1272963" y="39995"/>
                  </a:lnTo>
                  <a:lnTo>
                    <a:pt x="1263246" y="38912"/>
                  </a:lnTo>
                  <a:lnTo>
                    <a:pt x="1253528" y="38986"/>
                  </a:lnTo>
                  <a:lnTo>
                    <a:pt x="1243811" y="37602"/>
                  </a:lnTo>
                  <a:lnTo>
                    <a:pt x="1234094" y="37220"/>
                  </a:lnTo>
                  <a:lnTo>
                    <a:pt x="1224376" y="36960"/>
                  </a:lnTo>
                  <a:lnTo>
                    <a:pt x="1214659" y="34172"/>
                  </a:lnTo>
                  <a:lnTo>
                    <a:pt x="1204942" y="32482"/>
                  </a:lnTo>
                  <a:lnTo>
                    <a:pt x="1195225" y="31399"/>
                  </a:lnTo>
                  <a:lnTo>
                    <a:pt x="1185507" y="30295"/>
                  </a:lnTo>
                  <a:lnTo>
                    <a:pt x="1175790" y="29191"/>
                  </a:lnTo>
                  <a:lnTo>
                    <a:pt x="1166073" y="27746"/>
                  </a:lnTo>
                  <a:lnTo>
                    <a:pt x="1156356" y="25703"/>
                  </a:lnTo>
                  <a:lnTo>
                    <a:pt x="1146638" y="23649"/>
                  </a:lnTo>
                  <a:lnTo>
                    <a:pt x="1136921" y="21940"/>
                  </a:lnTo>
                  <a:lnTo>
                    <a:pt x="1127204" y="20505"/>
                  </a:lnTo>
                  <a:lnTo>
                    <a:pt x="1117486" y="19070"/>
                  </a:lnTo>
                  <a:lnTo>
                    <a:pt x="1107769" y="17221"/>
                  </a:lnTo>
                  <a:lnTo>
                    <a:pt x="1098052" y="15363"/>
                  </a:lnTo>
                  <a:lnTo>
                    <a:pt x="1088335" y="13503"/>
                  </a:lnTo>
                  <a:lnTo>
                    <a:pt x="1078617" y="11643"/>
                  </a:lnTo>
                  <a:lnTo>
                    <a:pt x="1068900" y="9781"/>
                  </a:lnTo>
                  <a:lnTo>
                    <a:pt x="1059183" y="8438"/>
                  </a:lnTo>
                  <a:lnTo>
                    <a:pt x="1049465" y="8699"/>
                  </a:lnTo>
                  <a:lnTo>
                    <a:pt x="1039748" y="7704"/>
                  </a:lnTo>
                  <a:lnTo>
                    <a:pt x="1030031" y="8885"/>
                  </a:lnTo>
                  <a:lnTo>
                    <a:pt x="1020314" y="7943"/>
                  </a:lnTo>
                  <a:lnTo>
                    <a:pt x="1010596" y="9341"/>
                  </a:lnTo>
                  <a:lnTo>
                    <a:pt x="1000879" y="6619"/>
                  </a:lnTo>
                  <a:lnTo>
                    <a:pt x="991162" y="6508"/>
                  </a:lnTo>
                  <a:lnTo>
                    <a:pt x="981445" y="6396"/>
                  </a:lnTo>
                  <a:lnTo>
                    <a:pt x="971727" y="5618"/>
                  </a:lnTo>
                  <a:lnTo>
                    <a:pt x="962010" y="4138"/>
                  </a:lnTo>
                  <a:lnTo>
                    <a:pt x="952293" y="4244"/>
                  </a:lnTo>
                  <a:lnTo>
                    <a:pt x="942575" y="5364"/>
                  </a:lnTo>
                  <a:lnTo>
                    <a:pt x="932858" y="5943"/>
                  </a:lnTo>
                  <a:lnTo>
                    <a:pt x="923141" y="3888"/>
                  </a:lnTo>
                  <a:lnTo>
                    <a:pt x="913424" y="2281"/>
                  </a:lnTo>
                  <a:lnTo>
                    <a:pt x="903706" y="2923"/>
                  </a:lnTo>
                  <a:lnTo>
                    <a:pt x="893989" y="1434"/>
                  </a:lnTo>
                  <a:lnTo>
                    <a:pt x="884272" y="1710"/>
                  </a:lnTo>
                  <a:lnTo>
                    <a:pt x="874554" y="2285"/>
                  </a:lnTo>
                  <a:lnTo>
                    <a:pt x="864837" y="0"/>
                  </a:lnTo>
                  <a:lnTo>
                    <a:pt x="855120" y="1275"/>
                  </a:lnTo>
                  <a:lnTo>
                    <a:pt x="845403" y="4822"/>
                  </a:lnTo>
                  <a:lnTo>
                    <a:pt x="835685" y="5133"/>
                  </a:lnTo>
                  <a:lnTo>
                    <a:pt x="825968" y="5002"/>
                  </a:lnTo>
                  <a:lnTo>
                    <a:pt x="816251" y="4313"/>
                  </a:lnTo>
                  <a:lnTo>
                    <a:pt x="806534" y="4842"/>
                  </a:lnTo>
                  <a:lnTo>
                    <a:pt x="796816" y="6246"/>
                  </a:lnTo>
                  <a:lnTo>
                    <a:pt x="787099" y="6139"/>
                  </a:lnTo>
                  <a:lnTo>
                    <a:pt x="777382" y="6703"/>
                  </a:lnTo>
                  <a:lnTo>
                    <a:pt x="767664" y="5297"/>
                  </a:lnTo>
                  <a:lnTo>
                    <a:pt x="757947" y="7652"/>
                  </a:lnTo>
                  <a:lnTo>
                    <a:pt x="748230" y="7790"/>
                  </a:lnTo>
                  <a:lnTo>
                    <a:pt x="738513" y="7322"/>
                  </a:lnTo>
                  <a:lnTo>
                    <a:pt x="728795" y="10046"/>
                  </a:lnTo>
                  <a:lnTo>
                    <a:pt x="719078" y="7221"/>
                  </a:lnTo>
                  <a:lnTo>
                    <a:pt x="709361" y="12072"/>
                  </a:lnTo>
                  <a:lnTo>
                    <a:pt x="699643" y="11293"/>
                  </a:lnTo>
                  <a:lnTo>
                    <a:pt x="689926" y="10569"/>
                  </a:lnTo>
                  <a:lnTo>
                    <a:pt x="680209" y="9634"/>
                  </a:lnTo>
                  <a:lnTo>
                    <a:pt x="670492" y="13430"/>
                  </a:lnTo>
                  <a:lnTo>
                    <a:pt x="660774" y="13829"/>
                  </a:lnTo>
                  <a:lnTo>
                    <a:pt x="651057" y="14579"/>
                  </a:lnTo>
                  <a:lnTo>
                    <a:pt x="641340" y="15974"/>
                  </a:lnTo>
                  <a:lnTo>
                    <a:pt x="631623" y="17261"/>
                  </a:lnTo>
                  <a:lnTo>
                    <a:pt x="621905" y="19494"/>
                  </a:lnTo>
                  <a:lnTo>
                    <a:pt x="612188" y="21254"/>
                  </a:lnTo>
                  <a:lnTo>
                    <a:pt x="602471" y="22618"/>
                  </a:lnTo>
                  <a:lnTo>
                    <a:pt x="592753" y="21428"/>
                  </a:lnTo>
                  <a:lnTo>
                    <a:pt x="583036" y="22152"/>
                  </a:lnTo>
                  <a:lnTo>
                    <a:pt x="573319" y="23522"/>
                  </a:lnTo>
                  <a:lnTo>
                    <a:pt x="563602" y="27142"/>
                  </a:lnTo>
                  <a:lnTo>
                    <a:pt x="553884" y="30675"/>
                  </a:lnTo>
                  <a:lnTo>
                    <a:pt x="544167" y="33156"/>
                  </a:lnTo>
                  <a:lnTo>
                    <a:pt x="534450" y="36054"/>
                  </a:lnTo>
                  <a:lnTo>
                    <a:pt x="524732" y="38994"/>
                  </a:lnTo>
                  <a:lnTo>
                    <a:pt x="515015" y="41376"/>
                  </a:lnTo>
                  <a:lnTo>
                    <a:pt x="505298" y="44975"/>
                  </a:lnTo>
                  <a:lnTo>
                    <a:pt x="495581" y="46403"/>
                  </a:lnTo>
                  <a:lnTo>
                    <a:pt x="485863" y="48404"/>
                  </a:lnTo>
                  <a:lnTo>
                    <a:pt x="476146" y="51312"/>
                  </a:lnTo>
                  <a:lnTo>
                    <a:pt x="466429" y="54308"/>
                  </a:lnTo>
                  <a:lnTo>
                    <a:pt x="456712" y="57077"/>
                  </a:lnTo>
                  <a:lnTo>
                    <a:pt x="446994" y="59561"/>
                  </a:lnTo>
                  <a:lnTo>
                    <a:pt x="437277" y="61432"/>
                  </a:lnTo>
                  <a:lnTo>
                    <a:pt x="427560" y="63987"/>
                  </a:lnTo>
                  <a:lnTo>
                    <a:pt x="417842" y="66986"/>
                  </a:lnTo>
                  <a:lnTo>
                    <a:pt x="408125" y="68830"/>
                  </a:lnTo>
                  <a:lnTo>
                    <a:pt x="398408" y="71584"/>
                  </a:lnTo>
                  <a:lnTo>
                    <a:pt x="388691" y="76109"/>
                  </a:lnTo>
                  <a:lnTo>
                    <a:pt x="378973" y="78400"/>
                  </a:lnTo>
                  <a:lnTo>
                    <a:pt x="369256" y="82764"/>
                  </a:lnTo>
                  <a:lnTo>
                    <a:pt x="359539" y="86397"/>
                  </a:lnTo>
                  <a:lnTo>
                    <a:pt x="349821" y="88450"/>
                  </a:lnTo>
                  <a:lnTo>
                    <a:pt x="340104" y="91287"/>
                  </a:lnTo>
                  <a:lnTo>
                    <a:pt x="330387" y="95135"/>
                  </a:lnTo>
                  <a:lnTo>
                    <a:pt x="320670" y="97147"/>
                  </a:lnTo>
                  <a:lnTo>
                    <a:pt x="310952" y="99773"/>
                  </a:lnTo>
                  <a:lnTo>
                    <a:pt x="301235" y="104884"/>
                  </a:lnTo>
                  <a:lnTo>
                    <a:pt x="291518" y="106808"/>
                  </a:lnTo>
                  <a:lnTo>
                    <a:pt x="281801" y="109271"/>
                  </a:lnTo>
                  <a:lnTo>
                    <a:pt x="272083" y="112907"/>
                  </a:lnTo>
                  <a:lnTo>
                    <a:pt x="262366" y="116252"/>
                  </a:lnTo>
                  <a:lnTo>
                    <a:pt x="252649" y="119959"/>
                  </a:lnTo>
                  <a:lnTo>
                    <a:pt x="242931" y="123636"/>
                  </a:lnTo>
                  <a:lnTo>
                    <a:pt x="233214" y="127132"/>
                  </a:lnTo>
                  <a:lnTo>
                    <a:pt x="223497" y="131617"/>
                  </a:lnTo>
                  <a:lnTo>
                    <a:pt x="213780" y="136079"/>
                  </a:lnTo>
                  <a:lnTo>
                    <a:pt x="204062" y="140383"/>
                  </a:lnTo>
                  <a:lnTo>
                    <a:pt x="194345" y="145026"/>
                  </a:lnTo>
                  <a:lnTo>
                    <a:pt x="184628" y="149510"/>
                  </a:lnTo>
                  <a:lnTo>
                    <a:pt x="174910" y="154143"/>
                  </a:lnTo>
                  <a:lnTo>
                    <a:pt x="165193" y="158418"/>
                  </a:lnTo>
                  <a:lnTo>
                    <a:pt x="155476" y="162863"/>
                  </a:lnTo>
                  <a:lnTo>
                    <a:pt x="145759" y="167244"/>
                  </a:lnTo>
                  <a:lnTo>
                    <a:pt x="136041" y="170081"/>
                  </a:lnTo>
                  <a:lnTo>
                    <a:pt x="126324" y="174803"/>
                  </a:lnTo>
                  <a:lnTo>
                    <a:pt x="116607" y="178231"/>
                  </a:lnTo>
                  <a:lnTo>
                    <a:pt x="106890" y="181521"/>
                  </a:lnTo>
                  <a:lnTo>
                    <a:pt x="97172" y="185288"/>
                  </a:lnTo>
                  <a:lnTo>
                    <a:pt x="87455" y="190109"/>
                  </a:lnTo>
                  <a:lnTo>
                    <a:pt x="77738" y="194672"/>
                  </a:lnTo>
                  <a:lnTo>
                    <a:pt x="68020" y="199503"/>
                  </a:lnTo>
                  <a:lnTo>
                    <a:pt x="58303" y="204313"/>
                  </a:lnTo>
                  <a:lnTo>
                    <a:pt x="48586" y="209273"/>
                  </a:lnTo>
                  <a:lnTo>
                    <a:pt x="38869" y="213801"/>
                  </a:lnTo>
                  <a:lnTo>
                    <a:pt x="29151" y="218590"/>
                  </a:lnTo>
                  <a:lnTo>
                    <a:pt x="19434" y="223014"/>
                  </a:lnTo>
                  <a:lnTo>
                    <a:pt x="9717" y="227424"/>
                  </a:lnTo>
                  <a:lnTo>
                    <a:pt x="0" y="2318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g57"/>
            <p:cNvSpPr/>
            <p:nvPr/>
          </p:nvSpPr>
          <p:spPr>
            <a:xfrm>
              <a:off x="3486209" y="2007536"/>
              <a:ext cx="2516774" cy="1609145"/>
            </a:xfrm>
            <a:custGeom>
              <a:avLst/>
              <a:pathLst>
                <a:path w="2516774" h="1609145">
                  <a:moveTo>
                    <a:pt x="0" y="946083"/>
                  </a:moveTo>
                  <a:lnTo>
                    <a:pt x="9717" y="944943"/>
                  </a:lnTo>
                  <a:lnTo>
                    <a:pt x="19434" y="944475"/>
                  </a:lnTo>
                  <a:lnTo>
                    <a:pt x="29151" y="946869"/>
                  </a:lnTo>
                  <a:lnTo>
                    <a:pt x="38869" y="948347"/>
                  </a:lnTo>
                  <a:lnTo>
                    <a:pt x="48586" y="949480"/>
                  </a:lnTo>
                  <a:lnTo>
                    <a:pt x="58303" y="949262"/>
                  </a:lnTo>
                  <a:lnTo>
                    <a:pt x="68020" y="948960"/>
                  </a:lnTo>
                  <a:lnTo>
                    <a:pt x="77738" y="949244"/>
                  </a:lnTo>
                  <a:lnTo>
                    <a:pt x="87455" y="951279"/>
                  </a:lnTo>
                  <a:lnTo>
                    <a:pt x="97172" y="951797"/>
                  </a:lnTo>
                  <a:lnTo>
                    <a:pt x="106890" y="952495"/>
                  </a:lnTo>
                  <a:lnTo>
                    <a:pt x="116607" y="952354"/>
                  </a:lnTo>
                  <a:lnTo>
                    <a:pt x="126324" y="952437"/>
                  </a:lnTo>
                  <a:lnTo>
                    <a:pt x="136041" y="951909"/>
                  </a:lnTo>
                  <a:lnTo>
                    <a:pt x="145759" y="952042"/>
                  </a:lnTo>
                  <a:lnTo>
                    <a:pt x="155476" y="954633"/>
                  </a:lnTo>
                  <a:lnTo>
                    <a:pt x="165193" y="956588"/>
                  </a:lnTo>
                  <a:lnTo>
                    <a:pt x="174910" y="958654"/>
                  </a:lnTo>
                  <a:lnTo>
                    <a:pt x="184628" y="959269"/>
                  </a:lnTo>
                  <a:lnTo>
                    <a:pt x="194345" y="958703"/>
                  </a:lnTo>
                  <a:lnTo>
                    <a:pt x="204062" y="959622"/>
                  </a:lnTo>
                  <a:lnTo>
                    <a:pt x="213780" y="959808"/>
                  </a:lnTo>
                  <a:lnTo>
                    <a:pt x="223497" y="959987"/>
                  </a:lnTo>
                  <a:lnTo>
                    <a:pt x="233214" y="959440"/>
                  </a:lnTo>
                  <a:lnTo>
                    <a:pt x="242931" y="959081"/>
                  </a:lnTo>
                  <a:lnTo>
                    <a:pt x="252649" y="960668"/>
                  </a:lnTo>
                  <a:lnTo>
                    <a:pt x="262366" y="960880"/>
                  </a:lnTo>
                  <a:lnTo>
                    <a:pt x="272083" y="960953"/>
                  </a:lnTo>
                  <a:lnTo>
                    <a:pt x="281801" y="960867"/>
                  </a:lnTo>
                  <a:lnTo>
                    <a:pt x="291518" y="960856"/>
                  </a:lnTo>
                  <a:lnTo>
                    <a:pt x="301235" y="961491"/>
                  </a:lnTo>
                  <a:lnTo>
                    <a:pt x="310952" y="961912"/>
                  </a:lnTo>
                  <a:lnTo>
                    <a:pt x="320670" y="962136"/>
                  </a:lnTo>
                  <a:lnTo>
                    <a:pt x="330387" y="963471"/>
                  </a:lnTo>
                  <a:lnTo>
                    <a:pt x="340104" y="964124"/>
                  </a:lnTo>
                  <a:lnTo>
                    <a:pt x="349821" y="964901"/>
                  </a:lnTo>
                  <a:lnTo>
                    <a:pt x="359539" y="966837"/>
                  </a:lnTo>
                  <a:lnTo>
                    <a:pt x="369256" y="966823"/>
                  </a:lnTo>
                  <a:lnTo>
                    <a:pt x="378973" y="968097"/>
                  </a:lnTo>
                  <a:lnTo>
                    <a:pt x="388691" y="970257"/>
                  </a:lnTo>
                  <a:lnTo>
                    <a:pt x="398408" y="968851"/>
                  </a:lnTo>
                  <a:lnTo>
                    <a:pt x="408125" y="970285"/>
                  </a:lnTo>
                  <a:lnTo>
                    <a:pt x="417842" y="971371"/>
                  </a:lnTo>
                  <a:lnTo>
                    <a:pt x="427560" y="970004"/>
                  </a:lnTo>
                  <a:lnTo>
                    <a:pt x="437277" y="970846"/>
                  </a:lnTo>
                  <a:lnTo>
                    <a:pt x="446994" y="969801"/>
                  </a:lnTo>
                  <a:lnTo>
                    <a:pt x="456712" y="966387"/>
                  </a:lnTo>
                  <a:lnTo>
                    <a:pt x="466429" y="965465"/>
                  </a:lnTo>
                  <a:lnTo>
                    <a:pt x="476146" y="966033"/>
                  </a:lnTo>
                  <a:lnTo>
                    <a:pt x="485863" y="965700"/>
                  </a:lnTo>
                  <a:lnTo>
                    <a:pt x="495581" y="965817"/>
                  </a:lnTo>
                  <a:lnTo>
                    <a:pt x="505298" y="965931"/>
                  </a:lnTo>
                  <a:lnTo>
                    <a:pt x="515015" y="964674"/>
                  </a:lnTo>
                  <a:lnTo>
                    <a:pt x="524732" y="963399"/>
                  </a:lnTo>
                  <a:lnTo>
                    <a:pt x="534450" y="963357"/>
                  </a:lnTo>
                  <a:lnTo>
                    <a:pt x="544167" y="964018"/>
                  </a:lnTo>
                  <a:lnTo>
                    <a:pt x="553884" y="960636"/>
                  </a:lnTo>
                  <a:lnTo>
                    <a:pt x="563602" y="959619"/>
                  </a:lnTo>
                  <a:lnTo>
                    <a:pt x="573319" y="957722"/>
                  </a:lnTo>
                  <a:lnTo>
                    <a:pt x="583036" y="956068"/>
                  </a:lnTo>
                  <a:lnTo>
                    <a:pt x="592753" y="955833"/>
                  </a:lnTo>
                  <a:lnTo>
                    <a:pt x="602471" y="955537"/>
                  </a:lnTo>
                  <a:lnTo>
                    <a:pt x="612188" y="953713"/>
                  </a:lnTo>
                  <a:lnTo>
                    <a:pt x="621905" y="951126"/>
                  </a:lnTo>
                  <a:lnTo>
                    <a:pt x="631623" y="947558"/>
                  </a:lnTo>
                  <a:lnTo>
                    <a:pt x="641340" y="944686"/>
                  </a:lnTo>
                  <a:lnTo>
                    <a:pt x="651057" y="944133"/>
                  </a:lnTo>
                  <a:lnTo>
                    <a:pt x="660774" y="939818"/>
                  </a:lnTo>
                  <a:lnTo>
                    <a:pt x="670492" y="938555"/>
                  </a:lnTo>
                  <a:lnTo>
                    <a:pt x="680209" y="939112"/>
                  </a:lnTo>
                  <a:lnTo>
                    <a:pt x="689926" y="935770"/>
                  </a:lnTo>
                  <a:lnTo>
                    <a:pt x="699643" y="931616"/>
                  </a:lnTo>
                  <a:lnTo>
                    <a:pt x="709361" y="929596"/>
                  </a:lnTo>
                  <a:lnTo>
                    <a:pt x="719078" y="927440"/>
                  </a:lnTo>
                  <a:lnTo>
                    <a:pt x="728795" y="920671"/>
                  </a:lnTo>
                  <a:lnTo>
                    <a:pt x="738513" y="915175"/>
                  </a:lnTo>
                  <a:lnTo>
                    <a:pt x="748230" y="909191"/>
                  </a:lnTo>
                  <a:lnTo>
                    <a:pt x="757947" y="907596"/>
                  </a:lnTo>
                  <a:lnTo>
                    <a:pt x="767664" y="904116"/>
                  </a:lnTo>
                  <a:lnTo>
                    <a:pt x="777382" y="900860"/>
                  </a:lnTo>
                  <a:lnTo>
                    <a:pt x="787099" y="899081"/>
                  </a:lnTo>
                  <a:lnTo>
                    <a:pt x="796816" y="897248"/>
                  </a:lnTo>
                  <a:lnTo>
                    <a:pt x="806534" y="893095"/>
                  </a:lnTo>
                  <a:lnTo>
                    <a:pt x="816251" y="890671"/>
                  </a:lnTo>
                  <a:lnTo>
                    <a:pt x="825968" y="886545"/>
                  </a:lnTo>
                  <a:lnTo>
                    <a:pt x="835685" y="879942"/>
                  </a:lnTo>
                  <a:lnTo>
                    <a:pt x="845403" y="873609"/>
                  </a:lnTo>
                  <a:lnTo>
                    <a:pt x="855120" y="871860"/>
                  </a:lnTo>
                  <a:lnTo>
                    <a:pt x="864837" y="867616"/>
                  </a:lnTo>
                  <a:lnTo>
                    <a:pt x="874554" y="862169"/>
                  </a:lnTo>
                  <a:lnTo>
                    <a:pt x="884272" y="857539"/>
                  </a:lnTo>
                  <a:lnTo>
                    <a:pt x="893989" y="852295"/>
                  </a:lnTo>
                  <a:lnTo>
                    <a:pt x="903706" y="848475"/>
                  </a:lnTo>
                  <a:lnTo>
                    <a:pt x="913424" y="844544"/>
                  </a:lnTo>
                  <a:lnTo>
                    <a:pt x="923141" y="838126"/>
                  </a:lnTo>
                  <a:lnTo>
                    <a:pt x="932858" y="833320"/>
                  </a:lnTo>
                  <a:lnTo>
                    <a:pt x="942575" y="829059"/>
                  </a:lnTo>
                  <a:lnTo>
                    <a:pt x="952293" y="823854"/>
                  </a:lnTo>
                  <a:lnTo>
                    <a:pt x="962010" y="821180"/>
                  </a:lnTo>
                  <a:lnTo>
                    <a:pt x="971727" y="816483"/>
                  </a:lnTo>
                  <a:lnTo>
                    <a:pt x="981445" y="811530"/>
                  </a:lnTo>
                  <a:lnTo>
                    <a:pt x="991162" y="806595"/>
                  </a:lnTo>
                  <a:lnTo>
                    <a:pt x="1000879" y="801964"/>
                  </a:lnTo>
                  <a:lnTo>
                    <a:pt x="1010596" y="797981"/>
                  </a:lnTo>
                  <a:lnTo>
                    <a:pt x="1020314" y="794449"/>
                  </a:lnTo>
                  <a:lnTo>
                    <a:pt x="1030031" y="789743"/>
                  </a:lnTo>
                  <a:lnTo>
                    <a:pt x="1039748" y="784463"/>
                  </a:lnTo>
                  <a:lnTo>
                    <a:pt x="1049465" y="779232"/>
                  </a:lnTo>
                  <a:lnTo>
                    <a:pt x="1059183" y="776491"/>
                  </a:lnTo>
                  <a:lnTo>
                    <a:pt x="1068900" y="772818"/>
                  </a:lnTo>
                  <a:lnTo>
                    <a:pt x="1078617" y="766906"/>
                  </a:lnTo>
                  <a:lnTo>
                    <a:pt x="1088335" y="763343"/>
                  </a:lnTo>
                  <a:lnTo>
                    <a:pt x="1098052" y="761799"/>
                  </a:lnTo>
                  <a:lnTo>
                    <a:pt x="1107769" y="759250"/>
                  </a:lnTo>
                  <a:lnTo>
                    <a:pt x="1117486" y="754155"/>
                  </a:lnTo>
                  <a:lnTo>
                    <a:pt x="1127204" y="749062"/>
                  </a:lnTo>
                  <a:lnTo>
                    <a:pt x="1136921" y="742836"/>
                  </a:lnTo>
                  <a:lnTo>
                    <a:pt x="1146638" y="736714"/>
                  </a:lnTo>
                  <a:lnTo>
                    <a:pt x="1156356" y="732331"/>
                  </a:lnTo>
                  <a:lnTo>
                    <a:pt x="1166073" y="728559"/>
                  </a:lnTo>
                  <a:lnTo>
                    <a:pt x="1175790" y="723488"/>
                  </a:lnTo>
                  <a:lnTo>
                    <a:pt x="1185507" y="716807"/>
                  </a:lnTo>
                  <a:lnTo>
                    <a:pt x="1195225" y="711528"/>
                  </a:lnTo>
                  <a:lnTo>
                    <a:pt x="1204942" y="705310"/>
                  </a:lnTo>
                  <a:lnTo>
                    <a:pt x="1214659" y="700118"/>
                  </a:lnTo>
                  <a:lnTo>
                    <a:pt x="1224376" y="693793"/>
                  </a:lnTo>
                  <a:lnTo>
                    <a:pt x="1234094" y="687468"/>
                  </a:lnTo>
                  <a:lnTo>
                    <a:pt x="1243811" y="681145"/>
                  </a:lnTo>
                  <a:lnTo>
                    <a:pt x="1253528" y="674823"/>
                  </a:lnTo>
                  <a:lnTo>
                    <a:pt x="1263246" y="668520"/>
                  </a:lnTo>
                  <a:lnTo>
                    <a:pt x="1272963" y="663109"/>
                  </a:lnTo>
                  <a:lnTo>
                    <a:pt x="1282680" y="657940"/>
                  </a:lnTo>
                  <a:lnTo>
                    <a:pt x="1292397" y="653219"/>
                  </a:lnTo>
                  <a:lnTo>
                    <a:pt x="1302115" y="647575"/>
                  </a:lnTo>
                  <a:lnTo>
                    <a:pt x="1311832" y="642398"/>
                  </a:lnTo>
                  <a:lnTo>
                    <a:pt x="1321549" y="635421"/>
                  </a:lnTo>
                  <a:lnTo>
                    <a:pt x="1331267" y="629820"/>
                  </a:lnTo>
                  <a:lnTo>
                    <a:pt x="1340984" y="624816"/>
                  </a:lnTo>
                  <a:lnTo>
                    <a:pt x="1350701" y="619823"/>
                  </a:lnTo>
                  <a:lnTo>
                    <a:pt x="1360418" y="614841"/>
                  </a:lnTo>
                  <a:lnTo>
                    <a:pt x="1370136" y="609869"/>
                  </a:lnTo>
                  <a:lnTo>
                    <a:pt x="1379853" y="604908"/>
                  </a:lnTo>
                  <a:lnTo>
                    <a:pt x="1389570" y="598792"/>
                  </a:lnTo>
                  <a:lnTo>
                    <a:pt x="1399287" y="594018"/>
                  </a:lnTo>
                  <a:lnTo>
                    <a:pt x="1409005" y="589138"/>
                  </a:lnTo>
                  <a:lnTo>
                    <a:pt x="1418722" y="584308"/>
                  </a:lnTo>
                  <a:lnTo>
                    <a:pt x="1428439" y="579488"/>
                  </a:lnTo>
                  <a:lnTo>
                    <a:pt x="1438157" y="574443"/>
                  </a:lnTo>
                  <a:lnTo>
                    <a:pt x="1447874" y="568650"/>
                  </a:lnTo>
                  <a:lnTo>
                    <a:pt x="1457591" y="562858"/>
                  </a:lnTo>
                  <a:lnTo>
                    <a:pt x="1467308" y="557068"/>
                  </a:lnTo>
                  <a:lnTo>
                    <a:pt x="1477026" y="551281"/>
                  </a:lnTo>
                  <a:lnTo>
                    <a:pt x="1486743" y="545430"/>
                  </a:lnTo>
                  <a:lnTo>
                    <a:pt x="1496460" y="539058"/>
                  </a:lnTo>
                  <a:lnTo>
                    <a:pt x="1506178" y="534022"/>
                  </a:lnTo>
                  <a:lnTo>
                    <a:pt x="1515895" y="528232"/>
                  </a:lnTo>
                  <a:lnTo>
                    <a:pt x="1525612" y="521986"/>
                  </a:lnTo>
                  <a:lnTo>
                    <a:pt x="1535329" y="516705"/>
                  </a:lnTo>
                  <a:lnTo>
                    <a:pt x="1545047" y="510917"/>
                  </a:lnTo>
                  <a:lnTo>
                    <a:pt x="1554764" y="505132"/>
                  </a:lnTo>
                  <a:lnTo>
                    <a:pt x="1564481" y="499352"/>
                  </a:lnTo>
                  <a:lnTo>
                    <a:pt x="1574198" y="493621"/>
                  </a:lnTo>
                  <a:lnTo>
                    <a:pt x="1583916" y="487900"/>
                  </a:lnTo>
                  <a:lnTo>
                    <a:pt x="1593633" y="482183"/>
                  </a:lnTo>
                  <a:lnTo>
                    <a:pt x="1603350" y="477260"/>
                  </a:lnTo>
                  <a:lnTo>
                    <a:pt x="1613068" y="471622"/>
                  </a:lnTo>
                  <a:lnTo>
                    <a:pt x="1622785" y="465999"/>
                  </a:lnTo>
                  <a:lnTo>
                    <a:pt x="1632502" y="459772"/>
                  </a:lnTo>
                  <a:lnTo>
                    <a:pt x="1642219" y="453493"/>
                  </a:lnTo>
                  <a:lnTo>
                    <a:pt x="1651937" y="447747"/>
                  </a:lnTo>
                  <a:lnTo>
                    <a:pt x="1661654" y="442006"/>
                  </a:lnTo>
                  <a:lnTo>
                    <a:pt x="1671371" y="436270"/>
                  </a:lnTo>
                  <a:lnTo>
                    <a:pt x="1681089" y="429706"/>
                  </a:lnTo>
                  <a:lnTo>
                    <a:pt x="1690806" y="422661"/>
                  </a:lnTo>
                  <a:lnTo>
                    <a:pt x="1700523" y="416311"/>
                  </a:lnTo>
                  <a:lnTo>
                    <a:pt x="1710240" y="411446"/>
                  </a:lnTo>
                  <a:lnTo>
                    <a:pt x="1719958" y="406637"/>
                  </a:lnTo>
                  <a:lnTo>
                    <a:pt x="1729675" y="402129"/>
                  </a:lnTo>
                  <a:lnTo>
                    <a:pt x="1739392" y="396891"/>
                  </a:lnTo>
                  <a:lnTo>
                    <a:pt x="1749109" y="392042"/>
                  </a:lnTo>
                  <a:lnTo>
                    <a:pt x="1758827" y="387206"/>
                  </a:lnTo>
                  <a:lnTo>
                    <a:pt x="1768544" y="382381"/>
                  </a:lnTo>
                  <a:lnTo>
                    <a:pt x="1778261" y="377567"/>
                  </a:lnTo>
                  <a:lnTo>
                    <a:pt x="1787979" y="372779"/>
                  </a:lnTo>
                  <a:lnTo>
                    <a:pt x="1797696" y="367669"/>
                  </a:lnTo>
                  <a:lnTo>
                    <a:pt x="1807413" y="362401"/>
                  </a:lnTo>
                  <a:lnTo>
                    <a:pt x="1817130" y="357151"/>
                  </a:lnTo>
                  <a:lnTo>
                    <a:pt x="1826848" y="351919"/>
                  </a:lnTo>
                  <a:lnTo>
                    <a:pt x="1836565" y="346686"/>
                  </a:lnTo>
                  <a:lnTo>
                    <a:pt x="1846282" y="341466"/>
                  </a:lnTo>
                  <a:lnTo>
                    <a:pt x="1856000" y="335952"/>
                  </a:lnTo>
                  <a:lnTo>
                    <a:pt x="1865717" y="329929"/>
                  </a:lnTo>
                  <a:lnTo>
                    <a:pt x="1875434" y="325095"/>
                  </a:lnTo>
                  <a:lnTo>
                    <a:pt x="1885151" y="320278"/>
                  </a:lnTo>
                  <a:lnTo>
                    <a:pt x="1894869" y="314852"/>
                  </a:lnTo>
                  <a:lnTo>
                    <a:pt x="1904586" y="309222"/>
                  </a:lnTo>
                  <a:lnTo>
                    <a:pt x="1914303" y="303600"/>
                  </a:lnTo>
                  <a:lnTo>
                    <a:pt x="1924020" y="297987"/>
                  </a:lnTo>
                  <a:lnTo>
                    <a:pt x="1933738" y="292161"/>
                  </a:lnTo>
                  <a:lnTo>
                    <a:pt x="1943455" y="285449"/>
                  </a:lnTo>
                  <a:lnTo>
                    <a:pt x="1953172" y="279738"/>
                  </a:lnTo>
                  <a:lnTo>
                    <a:pt x="1962890" y="273917"/>
                  </a:lnTo>
                  <a:lnTo>
                    <a:pt x="1972607" y="268870"/>
                  </a:lnTo>
                  <a:lnTo>
                    <a:pt x="1982324" y="264485"/>
                  </a:lnTo>
                  <a:lnTo>
                    <a:pt x="1992041" y="258933"/>
                  </a:lnTo>
                  <a:lnTo>
                    <a:pt x="2001759" y="253410"/>
                  </a:lnTo>
                  <a:lnTo>
                    <a:pt x="2011476" y="248663"/>
                  </a:lnTo>
                  <a:lnTo>
                    <a:pt x="2021193" y="244454"/>
                  </a:lnTo>
                  <a:lnTo>
                    <a:pt x="2030911" y="240259"/>
                  </a:lnTo>
                  <a:lnTo>
                    <a:pt x="2040628" y="236077"/>
                  </a:lnTo>
                  <a:lnTo>
                    <a:pt x="2050345" y="230867"/>
                  </a:lnTo>
                  <a:lnTo>
                    <a:pt x="2060062" y="225287"/>
                  </a:lnTo>
                  <a:lnTo>
                    <a:pt x="2069780" y="219727"/>
                  </a:lnTo>
                  <a:lnTo>
                    <a:pt x="2079497" y="214187"/>
                  </a:lnTo>
                  <a:lnTo>
                    <a:pt x="2089214" y="208668"/>
                  </a:lnTo>
                  <a:lnTo>
                    <a:pt x="2098931" y="203168"/>
                  </a:lnTo>
                  <a:lnTo>
                    <a:pt x="2108649" y="197689"/>
                  </a:lnTo>
                  <a:lnTo>
                    <a:pt x="2118366" y="192233"/>
                  </a:lnTo>
                  <a:lnTo>
                    <a:pt x="2128083" y="186801"/>
                  </a:lnTo>
                  <a:lnTo>
                    <a:pt x="2137801" y="181406"/>
                  </a:lnTo>
                  <a:lnTo>
                    <a:pt x="2147518" y="176031"/>
                  </a:lnTo>
                  <a:lnTo>
                    <a:pt x="2157235" y="170677"/>
                  </a:lnTo>
                  <a:lnTo>
                    <a:pt x="2166952" y="165344"/>
                  </a:lnTo>
                  <a:lnTo>
                    <a:pt x="2176670" y="160286"/>
                  </a:lnTo>
                  <a:lnTo>
                    <a:pt x="2186387" y="155244"/>
                  </a:lnTo>
                  <a:lnTo>
                    <a:pt x="2196104" y="149857"/>
                  </a:lnTo>
                  <a:lnTo>
                    <a:pt x="2205822" y="144488"/>
                  </a:lnTo>
                  <a:lnTo>
                    <a:pt x="2215539" y="139139"/>
                  </a:lnTo>
                  <a:lnTo>
                    <a:pt x="2225256" y="135812"/>
                  </a:lnTo>
                  <a:lnTo>
                    <a:pt x="2234973" y="130674"/>
                  </a:lnTo>
                  <a:lnTo>
                    <a:pt x="2244691" y="125836"/>
                  </a:lnTo>
                  <a:lnTo>
                    <a:pt x="2254408" y="121775"/>
                  </a:lnTo>
                  <a:lnTo>
                    <a:pt x="2264125" y="117739"/>
                  </a:lnTo>
                  <a:lnTo>
                    <a:pt x="2273842" y="113729"/>
                  </a:lnTo>
                  <a:lnTo>
                    <a:pt x="2283560" y="109745"/>
                  </a:lnTo>
                  <a:lnTo>
                    <a:pt x="2293277" y="105786"/>
                  </a:lnTo>
                  <a:lnTo>
                    <a:pt x="2302994" y="101548"/>
                  </a:lnTo>
                  <a:lnTo>
                    <a:pt x="2312712" y="96338"/>
                  </a:lnTo>
                  <a:lnTo>
                    <a:pt x="2322429" y="91149"/>
                  </a:lnTo>
                  <a:lnTo>
                    <a:pt x="2332146" y="85979"/>
                  </a:lnTo>
                  <a:lnTo>
                    <a:pt x="2341863" y="80827"/>
                  </a:lnTo>
                  <a:lnTo>
                    <a:pt x="2351581" y="75694"/>
                  </a:lnTo>
                  <a:lnTo>
                    <a:pt x="2361298" y="71572"/>
                  </a:lnTo>
                  <a:lnTo>
                    <a:pt x="2371015" y="67716"/>
                  </a:lnTo>
                  <a:lnTo>
                    <a:pt x="2380733" y="63889"/>
                  </a:lnTo>
                  <a:lnTo>
                    <a:pt x="2390450" y="60078"/>
                  </a:lnTo>
                  <a:lnTo>
                    <a:pt x="2400167" y="54882"/>
                  </a:lnTo>
                  <a:lnTo>
                    <a:pt x="2409884" y="50689"/>
                  </a:lnTo>
                  <a:lnTo>
                    <a:pt x="2419602" y="46845"/>
                  </a:lnTo>
                  <a:lnTo>
                    <a:pt x="2429319" y="42118"/>
                  </a:lnTo>
                  <a:lnTo>
                    <a:pt x="2439036" y="37369"/>
                  </a:lnTo>
                  <a:lnTo>
                    <a:pt x="2448753" y="32644"/>
                  </a:lnTo>
                  <a:lnTo>
                    <a:pt x="2458471" y="27942"/>
                  </a:lnTo>
                  <a:lnTo>
                    <a:pt x="2468188" y="24385"/>
                  </a:lnTo>
                  <a:lnTo>
                    <a:pt x="2477905" y="20436"/>
                  </a:lnTo>
                  <a:lnTo>
                    <a:pt x="2487623" y="15177"/>
                  </a:lnTo>
                  <a:lnTo>
                    <a:pt x="2497340" y="9937"/>
                  </a:lnTo>
                  <a:lnTo>
                    <a:pt x="2507057" y="4715"/>
                  </a:lnTo>
                  <a:lnTo>
                    <a:pt x="2516774" y="0"/>
                  </a:lnTo>
                  <a:lnTo>
                    <a:pt x="2516774" y="1571988"/>
                  </a:lnTo>
                  <a:lnTo>
                    <a:pt x="2507057" y="1569630"/>
                  </a:lnTo>
                  <a:lnTo>
                    <a:pt x="2497340" y="1567268"/>
                  </a:lnTo>
                  <a:lnTo>
                    <a:pt x="2487623" y="1564904"/>
                  </a:lnTo>
                  <a:lnTo>
                    <a:pt x="2477905" y="1562536"/>
                  </a:lnTo>
                  <a:lnTo>
                    <a:pt x="2468188" y="1560164"/>
                  </a:lnTo>
                  <a:lnTo>
                    <a:pt x="2458471" y="1558183"/>
                  </a:lnTo>
                  <a:lnTo>
                    <a:pt x="2448753" y="1556223"/>
                  </a:lnTo>
                  <a:lnTo>
                    <a:pt x="2439036" y="1554260"/>
                  </a:lnTo>
                  <a:lnTo>
                    <a:pt x="2429319" y="1552295"/>
                  </a:lnTo>
                  <a:lnTo>
                    <a:pt x="2419602" y="1550329"/>
                  </a:lnTo>
                  <a:lnTo>
                    <a:pt x="2409884" y="1548360"/>
                  </a:lnTo>
                  <a:lnTo>
                    <a:pt x="2400167" y="1546390"/>
                  </a:lnTo>
                  <a:lnTo>
                    <a:pt x="2390450" y="1544417"/>
                  </a:lnTo>
                  <a:lnTo>
                    <a:pt x="2380733" y="1542442"/>
                  </a:lnTo>
                  <a:lnTo>
                    <a:pt x="2371015" y="1540466"/>
                  </a:lnTo>
                  <a:lnTo>
                    <a:pt x="2361298" y="1538490"/>
                  </a:lnTo>
                  <a:lnTo>
                    <a:pt x="2351581" y="1536960"/>
                  </a:lnTo>
                  <a:lnTo>
                    <a:pt x="2341863" y="1535427"/>
                  </a:lnTo>
                  <a:lnTo>
                    <a:pt x="2332146" y="1533889"/>
                  </a:lnTo>
                  <a:lnTo>
                    <a:pt x="2322429" y="1532340"/>
                  </a:lnTo>
                  <a:lnTo>
                    <a:pt x="2312712" y="1530790"/>
                  </a:lnTo>
                  <a:lnTo>
                    <a:pt x="2302994" y="1529919"/>
                  </a:lnTo>
                  <a:lnTo>
                    <a:pt x="2293277" y="1528161"/>
                  </a:lnTo>
                  <a:lnTo>
                    <a:pt x="2283560" y="1526203"/>
                  </a:lnTo>
                  <a:lnTo>
                    <a:pt x="2273842" y="1524662"/>
                  </a:lnTo>
                  <a:lnTo>
                    <a:pt x="2264125" y="1523148"/>
                  </a:lnTo>
                  <a:lnTo>
                    <a:pt x="2254408" y="1522074"/>
                  </a:lnTo>
                  <a:lnTo>
                    <a:pt x="2244691" y="1520418"/>
                  </a:lnTo>
                  <a:lnTo>
                    <a:pt x="2234973" y="1518479"/>
                  </a:lnTo>
                  <a:lnTo>
                    <a:pt x="2225256" y="1516930"/>
                  </a:lnTo>
                  <a:lnTo>
                    <a:pt x="2215539" y="1515432"/>
                  </a:lnTo>
                  <a:lnTo>
                    <a:pt x="2205822" y="1513850"/>
                  </a:lnTo>
                  <a:lnTo>
                    <a:pt x="2196104" y="1512326"/>
                  </a:lnTo>
                  <a:lnTo>
                    <a:pt x="2186387" y="1510801"/>
                  </a:lnTo>
                  <a:lnTo>
                    <a:pt x="2176670" y="1509269"/>
                  </a:lnTo>
                  <a:lnTo>
                    <a:pt x="2166952" y="1507688"/>
                  </a:lnTo>
                  <a:lnTo>
                    <a:pt x="2157235" y="1506104"/>
                  </a:lnTo>
                  <a:lnTo>
                    <a:pt x="2147518" y="1503993"/>
                  </a:lnTo>
                  <a:lnTo>
                    <a:pt x="2137801" y="1501189"/>
                  </a:lnTo>
                  <a:lnTo>
                    <a:pt x="2128083" y="1499439"/>
                  </a:lnTo>
                  <a:lnTo>
                    <a:pt x="2118366" y="1498923"/>
                  </a:lnTo>
                  <a:lnTo>
                    <a:pt x="2108649" y="1498313"/>
                  </a:lnTo>
                  <a:lnTo>
                    <a:pt x="2098931" y="1496759"/>
                  </a:lnTo>
                  <a:lnTo>
                    <a:pt x="2089214" y="1494703"/>
                  </a:lnTo>
                  <a:lnTo>
                    <a:pt x="2079497" y="1492320"/>
                  </a:lnTo>
                  <a:lnTo>
                    <a:pt x="2069780" y="1489933"/>
                  </a:lnTo>
                  <a:lnTo>
                    <a:pt x="2060062" y="1487542"/>
                  </a:lnTo>
                  <a:lnTo>
                    <a:pt x="2050345" y="1485948"/>
                  </a:lnTo>
                  <a:lnTo>
                    <a:pt x="2040628" y="1484399"/>
                  </a:lnTo>
                  <a:lnTo>
                    <a:pt x="2030911" y="1482808"/>
                  </a:lnTo>
                  <a:lnTo>
                    <a:pt x="2021193" y="1480283"/>
                  </a:lnTo>
                  <a:lnTo>
                    <a:pt x="2011476" y="1476874"/>
                  </a:lnTo>
                  <a:lnTo>
                    <a:pt x="2001759" y="1474376"/>
                  </a:lnTo>
                  <a:lnTo>
                    <a:pt x="1992041" y="1472488"/>
                  </a:lnTo>
                  <a:lnTo>
                    <a:pt x="1982324" y="1470599"/>
                  </a:lnTo>
                  <a:lnTo>
                    <a:pt x="1972607" y="1468709"/>
                  </a:lnTo>
                  <a:lnTo>
                    <a:pt x="1962890" y="1466817"/>
                  </a:lnTo>
                  <a:lnTo>
                    <a:pt x="1953172" y="1464924"/>
                  </a:lnTo>
                  <a:lnTo>
                    <a:pt x="1943455" y="1463123"/>
                  </a:lnTo>
                  <a:lnTo>
                    <a:pt x="1933738" y="1462768"/>
                  </a:lnTo>
                  <a:lnTo>
                    <a:pt x="1924020" y="1462413"/>
                  </a:lnTo>
                  <a:lnTo>
                    <a:pt x="1914303" y="1462058"/>
                  </a:lnTo>
                  <a:lnTo>
                    <a:pt x="1904586" y="1461703"/>
                  </a:lnTo>
                  <a:lnTo>
                    <a:pt x="1894869" y="1461100"/>
                  </a:lnTo>
                  <a:lnTo>
                    <a:pt x="1885151" y="1459576"/>
                  </a:lnTo>
                  <a:lnTo>
                    <a:pt x="1875434" y="1457998"/>
                  </a:lnTo>
                  <a:lnTo>
                    <a:pt x="1865717" y="1455478"/>
                  </a:lnTo>
                  <a:lnTo>
                    <a:pt x="1856000" y="1452372"/>
                  </a:lnTo>
                  <a:lnTo>
                    <a:pt x="1846282" y="1449262"/>
                  </a:lnTo>
                  <a:lnTo>
                    <a:pt x="1836565" y="1446149"/>
                  </a:lnTo>
                  <a:lnTo>
                    <a:pt x="1826848" y="1443031"/>
                  </a:lnTo>
                  <a:lnTo>
                    <a:pt x="1817130" y="1439910"/>
                  </a:lnTo>
                  <a:lnTo>
                    <a:pt x="1807413" y="1439333"/>
                  </a:lnTo>
                  <a:lnTo>
                    <a:pt x="1797696" y="1439117"/>
                  </a:lnTo>
                  <a:lnTo>
                    <a:pt x="1787979" y="1438901"/>
                  </a:lnTo>
                  <a:lnTo>
                    <a:pt x="1778261" y="1438686"/>
                  </a:lnTo>
                  <a:lnTo>
                    <a:pt x="1768544" y="1438470"/>
                  </a:lnTo>
                  <a:lnTo>
                    <a:pt x="1758827" y="1438234"/>
                  </a:lnTo>
                  <a:lnTo>
                    <a:pt x="1749109" y="1435957"/>
                  </a:lnTo>
                  <a:lnTo>
                    <a:pt x="1739392" y="1433420"/>
                  </a:lnTo>
                  <a:lnTo>
                    <a:pt x="1729675" y="1432720"/>
                  </a:lnTo>
                  <a:lnTo>
                    <a:pt x="1719958" y="1430707"/>
                  </a:lnTo>
                  <a:lnTo>
                    <a:pt x="1710240" y="1428231"/>
                  </a:lnTo>
                  <a:lnTo>
                    <a:pt x="1700523" y="1425737"/>
                  </a:lnTo>
                  <a:lnTo>
                    <a:pt x="1690806" y="1423240"/>
                  </a:lnTo>
                  <a:lnTo>
                    <a:pt x="1681089" y="1421009"/>
                  </a:lnTo>
                  <a:lnTo>
                    <a:pt x="1671371" y="1420182"/>
                  </a:lnTo>
                  <a:lnTo>
                    <a:pt x="1661654" y="1419486"/>
                  </a:lnTo>
                  <a:lnTo>
                    <a:pt x="1651937" y="1418135"/>
                  </a:lnTo>
                  <a:lnTo>
                    <a:pt x="1642219" y="1417966"/>
                  </a:lnTo>
                  <a:lnTo>
                    <a:pt x="1632502" y="1417226"/>
                  </a:lnTo>
                  <a:lnTo>
                    <a:pt x="1622785" y="1416468"/>
                  </a:lnTo>
                  <a:lnTo>
                    <a:pt x="1613068" y="1415689"/>
                  </a:lnTo>
                  <a:lnTo>
                    <a:pt x="1603350" y="1414154"/>
                  </a:lnTo>
                  <a:lnTo>
                    <a:pt x="1593633" y="1412590"/>
                  </a:lnTo>
                  <a:lnTo>
                    <a:pt x="1583916" y="1411011"/>
                  </a:lnTo>
                  <a:lnTo>
                    <a:pt x="1574198" y="1409798"/>
                  </a:lnTo>
                  <a:lnTo>
                    <a:pt x="1564481" y="1408947"/>
                  </a:lnTo>
                  <a:lnTo>
                    <a:pt x="1554764" y="1407359"/>
                  </a:lnTo>
                  <a:lnTo>
                    <a:pt x="1545047" y="1405679"/>
                  </a:lnTo>
                  <a:lnTo>
                    <a:pt x="1535329" y="1403209"/>
                  </a:lnTo>
                  <a:lnTo>
                    <a:pt x="1525612" y="1401530"/>
                  </a:lnTo>
                  <a:lnTo>
                    <a:pt x="1515895" y="1399948"/>
                  </a:lnTo>
                  <a:lnTo>
                    <a:pt x="1506178" y="1398365"/>
                  </a:lnTo>
                  <a:lnTo>
                    <a:pt x="1496460" y="1397208"/>
                  </a:lnTo>
                  <a:lnTo>
                    <a:pt x="1486743" y="1395848"/>
                  </a:lnTo>
                  <a:lnTo>
                    <a:pt x="1477026" y="1394237"/>
                  </a:lnTo>
                  <a:lnTo>
                    <a:pt x="1467308" y="1392625"/>
                  </a:lnTo>
                  <a:lnTo>
                    <a:pt x="1457591" y="1390977"/>
                  </a:lnTo>
                  <a:lnTo>
                    <a:pt x="1447874" y="1389355"/>
                  </a:lnTo>
                  <a:lnTo>
                    <a:pt x="1438157" y="1388702"/>
                  </a:lnTo>
                  <a:lnTo>
                    <a:pt x="1428439" y="1387988"/>
                  </a:lnTo>
                  <a:lnTo>
                    <a:pt x="1418722" y="1385898"/>
                  </a:lnTo>
                  <a:lnTo>
                    <a:pt x="1409005" y="1383805"/>
                  </a:lnTo>
                  <a:lnTo>
                    <a:pt x="1399287" y="1382616"/>
                  </a:lnTo>
                  <a:lnTo>
                    <a:pt x="1389570" y="1381691"/>
                  </a:lnTo>
                  <a:lnTo>
                    <a:pt x="1379853" y="1380724"/>
                  </a:lnTo>
                  <a:lnTo>
                    <a:pt x="1370136" y="1379753"/>
                  </a:lnTo>
                  <a:lnTo>
                    <a:pt x="1360418" y="1378459"/>
                  </a:lnTo>
                  <a:lnTo>
                    <a:pt x="1350701" y="1376060"/>
                  </a:lnTo>
                  <a:lnTo>
                    <a:pt x="1340984" y="1374345"/>
                  </a:lnTo>
                  <a:lnTo>
                    <a:pt x="1331267" y="1374719"/>
                  </a:lnTo>
                  <a:lnTo>
                    <a:pt x="1321549" y="1372399"/>
                  </a:lnTo>
                  <a:lnTo>
                    <a:pt x="1311832" y="1369931"/>
                  </a:lnTo>
                  <a:lnTo>
                    <a:pt x="1302115" y="1367450"/>
                  </a:lnTo>
                  <a:lnTo>
                    <a:pt x="1292397" y="1365162"/>
                  </a:lnTo>
                  <a:lnTo>
                    <a:pt x="1282680" y="1364650"/>
                  </a:lnTo>
                  <a:lnTo>
                    <a:pt x="1272963" y="1364127"/>
                  </a:lnTo>
                  <a:lnTo>
                    <a:pt x="1263246" y="1363646"/>
                  </a:lnTo>
                  <a:lnTo>
                    <a:pt x="1253528" y="1362485"/>
                  </a:lnTo>
                  <a:lnTo>
                    <a:pt x="1243811" y="1362225"/>
                  </a:lnTo>
                  <a:lnTo>
                    <a:pt x="1234094" y="1362433"/>
                  </a:lnTo>
                  <a:lnTo>
                    <a:pt x="1224376" y="1361749"/>
                  </a:lnTo>
                  <a:lnTo>
                    <a:pt x="1214659" y="1363294"/>
                  </a:lnTo>
                  <a:lnTo>
                    <a:pt x="1204942" y="1360939"/>
                  </a:lnTo>
                  <a:lnTo>
                    <a:pt x="1195225" y="1360320"/>
                  </a:lnTo>
                  <a:lnTo>
                    <a:pt x="1185507" y="1361123"/>
                  </a:lnTo>
                  <a:lnTo>
                    <a:pt x="1175790" y="1360989"/>
                  </a:lnTo>
                  <a:lnTo>
                    <a:pt x="1166073" y="1360079"/>
                  </a:lnTo>
                  <a:lnTo>
                    <a:pt x="1156356" y="1359168"/>
                  </a:lnTo>
                  <a:lnTo>
                    <a:pt x="1146638" y="1358257"/>
                  </a:lnTo>
                  <a:lnTo>
                    <a:pt x="1136921" y="1357868"/>
                  </a:lnTo>
                  <a:lnTo>
                    <a:pt x="1127204" y="1358187"/>
                  </a:lnTo>
                  <a:lnTo>
                    <a:pt x="1117486" y="1358453"/>
                  </a:lnTo>
                  <a:lnTo>
                    <a:pt x="1107769" y="1358754"/>
                  </a:lnTo>
                  <a:lnTo>
                    <a:pt x="1098052" y="1359576"/>
                  </a:lnTo>
                  <a:lnTo>
                    <a:pt x="1088335" y="1360084"/>
                  </a:lnTo>
                  <a:lnTo>
                    <a:pt x="1078617" y="1360465"/>
                  </a:lnTo>
                  <a:lnTo>
                    <a:pt x="1068900" y="1362065"/>
                  </a:lnTo>
                  <a:lnTo>
                    <a:pt x="1059183" y="1360357"/>
                  </a:lnTo>
                  <a:lnTo>
                    <a:pt x="1049465" y="1360688"/>
                  </a:lnTo>
                  <a:lnTo>
                    <a:pt x="1039748" y="1360955"/>
                  </a:lnTo>
                  <a:lnTo>
                    <a:pt x="1030031" y="1360883"/>
                  </a:lnTo>
                  <a:lnTo>
                    <a:pt x="1020314" y="1361579"/>
                  </a:lnTo>
                  <a:lnTo>
                    <a:pt x="1010596" y="1361474"/>
                  </a:lnTo>
                  <a:lnTo>
                    <a:pt x="1000879" y="1361407"/>
                  </a:lnTo>
                  <a:lnTo>
                    <a:pt x="991162" y="1360994"/>
                  </a:lnTo>
                  <a:lnTo>
                    <a:pt x="981445" y="1360243"/>
                  </a:lnTo>
                  <a:lnTo>
                    <a:pt x="971727" y="1359002"/>
                  </a:lnTo>
                  <a:lnTo>
                    <a:pt x="962010" y="1358319"/>
                  </a:lnTo>
                  <a:lnTo>
                    <a:pt x="952293" y="1357747"/>
                  </a:lnTo>
                  <a:lnTo>
                    <a:pt x="942575" y="1358496"/>
                  </a:lnTo>
                  <a:lnTo>
                    <a:pt x="932858" y="1358751"/>
                  </a:lnTo>
                  <a:lnTo>
                    <a:pt x="923141" y="1357653"/>
                  </a:lnTo>
                  <a:lnTo>
                    <a:pt x="913424" y="1358326"/>
                  </a:lnTo>
                  <a:lnTo>
                    <a:pt x="903706" y="1359055"/>
                  </a:lnTo>
                  <a:lnTo>
                    <a:pt x="893989" y="1359432"/>
                  </a:lnTo>
                  <a:lnTo>
                    <a:pt x="884272" y="1361885"/>
                  </a:lnTo>
                  <a:lnTo>
                    <a:pt x="874554" y="1360908"/>
                  </a:lnTo>
                  <a:lnTo>
                    <a:pt x="864837" y="1361558"/>
                  </a:lnTo>
                  <a:lnTo>
                    <a:pt x="855120" y="1362199"/>
                  </a:lnTo>
                  <a:lnTo>
                    <a:pt x="845403" y="1361096"/>
                  </a:lnTo>
                  <a:lnTo>
                    <a:pt x="835685" y="1360235"/>
                  </a:lnTo>
                  <a:lnTo>
                    <a:pt x="825968" y="1361803"/>
                  </a:lnTo>
                  <a:lnTo>
                    <a:pt x="816251" y="1361238"/>
                  </a:lnTo>
                  <a:lnTo>
                    <a:pt x="806534" y="1361250"/>
                  </a:lnTo>
                  <a:lnTo>
                    <a:pt x="796816" y="1360787"/>
                  </a:lnTo>
                  <a:lnTo>
                    <a:pt x="787099" y="1362183"/>
                  </a:lnTo>
                  <a:lnTo>
                    <a:pt x="777382" y="1363908"/>
                  </a:lnTo>
                  <a:lnTo>
                    <a:pt x="767664" y="1364903"/>
                  </a:lnTo>
                  <a:lnTo>
                    <a:pt x="757947" y="1364233"/>
                  </a:lnTo>
                  <a:lnTo>
                    <a:pt x="748230" y="1361916"/>
                  </a:lnTo>
                  <a:lnTo>
                    <a:pt x="738513" y="1364517"/>
                  </a:lnTo>
                  <a:lnTo>
                    <a:pt x="728795" y="1367116"/>
                  </a:lnTo>
                  <a:lnTo>
                    <a:pt x="719078" y="1367808"/>
                  </a:lnTo>
                  <a:lnTo>
                    <a:pt x="709361" y="1369846"/>
                  </a:lnTo>
                  <a:lnTo>
                    <a:pt x="699643" y="1373127"/>
                  </a:lnTo>
                  <a:lnTo>
                    <a:pt x="689926" y="1375169"/>
                  </a:lnTo>
                  <a:lnTo>
                    <a:pt x="680209" y="1375498"/>
                  </a:lnTo>
                  <a:lnTo>
                    <a:pt x="670492" y="1375866"/>
                  </a:lnTo>
                  <a:lnTo>
                    <a:pt x="660774" y="1377452"/>
                  </a:lnTo>
                  <a:lnTo>
                    <a:pt x="651057" y="1377745"/>
                  </a:lnTo>
                  <a:lnTo>
                    <a:pt x="641340" y="1377980"/>
                  </a:lnTo>
                  <a:lnTo>
                    <a:pt x="631623" y="1378450"/>
                  </a:lnTo>
                  <a:lnTo>
                    <a:pt x="621905" y="1378605"/>
                  </a:lnTo>
                  <a:lnTo>
                    <a:pt x="612188" y="1380311"/>
                  </a:lnTo>
                  <a:lnTo>
                    <a:pt x="602471" y="1382981"/>
                  </a:lnTo>
                  <a:lnTo>
                    <a:pt x="592753" y="1387339"/>
                  </a:lnTo>
                  <a:lnTo>
                    <a:pt x="583036" y="1390895"/>
                  </a:lnTo>
                  <a:lnTo>
                    <a:pt x="573319" y="1394439"/>
                  </a:lnTo>
                  <a:lnTo>
                    <a:pt x="563602" y="1397966"/>
                  </a:lnTo>
                  <a:lnTo>
                    <a:pt x="553884" y="1401484"/>
                  </a:lnTo>
                  <a:lnTo>
                    <a:pt x="544167" y="1403694"/>
                  </a:lnTo>
                  <a:lnTo>
                    <a:pt x="534450" y="1405923"/>
                  </a:lnTo>
                  <a:lnTo>
                    <a:pt x="524732" y="1408258"/>
                  </a:lnTo>
                  <a:lnTo>
                    <a:pt x="515015" y="1409964"/>
                  </a:lnTo>
                  <a:lnTo>
                    <a:pt x="505298" y="1411321"/>
                  </a:lnTo>
                  <a:lnTo>
                    <a:pt x="495581" y="1411901"/>
                  </a:lnTo>
                  <a:lnTo>
                    <a:pt x="485863" y="1413539"/>
                  </a:lnTo>
                  <a:lnTo>
                    <a:pt x="476146" y="1414752"/>
                  </a:lnTo>
                  <a:lnTo>
                    <a:pt x="466429" y="1416840"/>
                  </a:lnTo>
                  <a:lnTo>
                    <a:pt x="456712" y="1420033"/>
                  </a:lnTo>
                  <a:lnTo>
                    <a:pt x="446994" y="1421710"/>
                  </a:lnTo>
                  <a:lnTo>
                    <a:pt x="437277" y="1424808"/>
                  </a:lnTo>
                  <a:lnTo>
                    <a:pt x="427560" y="1428006"/>
                  </a:lnTo>
                  <a:lnTo>
                    <a:pt x="417842" y="1431198"/>
                  </a:lnTo>
                  <a:lnTo>
                    <a:pt x="408125" y="1435407"/>
                  </a:lnTo>
                  <a:lnTo>
                    <a:pt x="398408" y="1438005"/>
                  </a:lnTo>
                  <a:lnTo>
                    <a:pt x="388691" y="1440633"/>
                  </a:lnTo>
                  <a:lnTo>
                    <a:pt x="378973" y="1444691"/>
                  </a:lnTo>
                  <a:lnTo>
                    <a:pt x="369256" y="1447998"/>
                  </a:lnTo>
                  <a:lnTo>
                    <a:pt x="359539" y="1451657"/>
                  </a:lnTo>
                  <a:lnTo>
                    <a:pt x="349821" y="1455956"/>
                  </a:lnTo>
                  <a:lnTo>
                    <a:pt x="340104" y="1461790"/>
                  </a:lnTo>
                  <a:lnTo>
                    <a:pt x="330387" y="1467534"/>
                  </a:lnTo>
                  <a:lnTo>
                    <a:pt x="320670" y="1469277"/>
                  </a:lnTo>
                  <a:lnTo>
                    <a:pt x="310952" y="1475446"/>
                  </a:lnTo>
                  <a:lnTo>
                    <a:pt x="301235" y="1480326"/>
                  </a:lnTo>
                  <a:lnTo>
                    <a:pt x="291518" y="1483268"/>
                  </a:lnTo>
                  <a:lnTo>
                    <a:pt x="281801" y="1487139"/>
                  </a:lnTo>
                  <a:lnTo>
                    <a:pt x="272083" y="1492285"/>
                  </a:lnTo>
                  <a:lnTo>
                    <a:pt x="262366" y="1497459"/>
                  </a:lnTo>
                  <a:lnTo>
                    <a:pt x="252649" y="1501712"/>
                  </a:lnTo>
                  <a:lnTo>
                    <a:pt x="242931" y="1503801"/>
                  </a:lnTo>
                  <a:lnTo>
                    <a:pt x="233214" y="1509378"/>
                  </a:lnTo>
                  <a:lnTo>
                    <a:pt x="223497" y="1513948"/>
                  </a:lnTo>
                  <a:lnTo>
                    <a:pt x="213780" y="1519537"/>
                  </a:lnTo>
                  <a:lnTo>
                    <a:pt x="204062" y="1524314"/>
                  </a:lnTo>
                  <a:lnTo>
                    <a:pt x="194345" y="1527624"/>
                  </a:lnTo>
                  <a:lnTo>
                    <a:pt x="184628" y="1532355"/>
                  </a:lnTo>
                  <a:lnTo>
                    <a:pt x="174910" y="1536894"/>
                  </a:lnTo>
                  <a:lnTo>
                    <a:pt x="165193" y="1541568"/>
                  </a:lnTo>
                  <a:lnTo>
                    <a:pt x="155476" y="1544504"/>
                  </a:lnTo>
                  <a:lnTo>
                    <a:pt x="145759" y="1547931"/>
                  </a:lnTo>
                  <a:lnTo>
                    <a:pt x="136041" y="1550284"/>
                  </a:lnTo>
                  <a:lnTo>
                    <a:pt x="126324" y="1552633"/>
                  </a:lnTo>
                  <a:lnTo>
                    <a:pt x="116607" y="1556890"/>
                  </a:lnTo>
                  <a:lnTo>
                    <a:pt x="106890" y="1562347"/>
                  </a:lnTo>
                  <a:lnTo>
                    <a:pt x="97172" y="1567531"/>
                  </a:lnTo>
                  <a:lnTo>
                    <a:pt x="87455" y="1571723"/>
                  </a:lnTo>
                  <a:lnTo>
                    <a:pt x="77738" y="1576608"/>
                  </a:lnTo>
                  <a:lnTo>
                    <a:pt x="68020" y="1581087"/>
                  </a:lnTo>
                  <a:lnTo>
                    <a:pt x="58303" y="1584847"/>
                  </a:lnTo>
                  <a:lnTo>
                    <a:pt x="48586" y="1589123"/>
                  </a:lnTo>
                  <a:lnTo>
                    <a:pt x="38869" y="1595458"/>
                  </a:lnTo>
                  <a:lnTo>
                    <a:pt x="29151" y="1600909"/>
                  </a:lnTo>
                  <a:lnTo>
                    <a:pt x="19434" y="1603379"/>
                  </a:lnTo>
                  <a:lnTo>
                    <a:pt x="9717" y="1605344"/>
                  </a:lnTo>
                  <a:lnTo>
                    <a:pt x="0" y="1609145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3486209" y="2007536"/>
              <a:ext cx="2516774" cy="971371"/>
            </a:xfrm>
            <a:custGeom>
              <a:avLst/>
              <a:pathLst>
                <a:path w="2516774" h="971371">
                  <a:moveTo>
                    <a:pt x="0" y="946083"/>
                  </a:moveTo>
                  <a:lnTo>
                    <a:pt x="9717" y="944943"/>
                  </a:lnTo>
                  <a:lnTo>
                    <a:pt x="19434" y="944475"/>
                  </a:lnTo>
                  <a:lnTo>
                    <a:pt x="29151" y="946869"/>
                  </a:lnTo>
                  <a:lnTo>
                    <a:pt x="38869" y="948347"/>
                  </a:lnTo>
                  <a:lnTo>
                    <a:pt x="48586" y="949480"/>
                  </a:lnTo>
                  <a:lnTo>
                    <a:pt x="58303" y="949262"/>
                  </a:lnTo>
                  <a:lnTo>
                    <a:pt x="68020" y="948960"/>
                  </a:lnTo>
                  <a:lnTo>
                    <a:pt x="77738" y="949244"/>
                  </a:lnTo>
                  <a:lnTo>
                    <a:pt x="87455" y="951279"/>
                  </a:lnTo>
                  <a:lnTo>
                    <a:pt x="97172" y="951797"/>
                  </a:lnTo>
                  <a:lnTo>
                    <a:pt x="106890" y="952495"/>
                  </a:lnTo>
                  <a:lnTo>
                    <a:pt x="116607" y="952354"/>
                  </a:lnTo>
                  <a:lnTo>
                    <a:pt x="126324" y="952437"/>
                  </a:lnTo>
                  <a:lnTo>
                    <a:pt x="136041" y="951909"/>
                  </a:lnTo>
                  <a:lnTo>
                    <a:pt x="145759" y="952042"/>
                  </a:lnTo>
                  <a:lnTo>
                    <a:pt x="155476" y="954633"/>
                  </a:lnTo>
                  <a:lnTo>
                    <a:pt x="165193" y="956588"/>
                  </a:lnTo>
                  <a:lnTo>
                    <a:pt x="174910" y="958654"/>
                  </a:lnTo>
                  <a:lnTo>
                    <a:pt x="184628" y="959269"/>
                  </a:lnTo>
                  <a:lnTo>
                    <a:pt x="194345" y="958703"/>
                  </a:lnTo>
                  <a:lnTo>
                    <a:pt x="204062" y="959622"/>
                  </a:lnTo>
                  <a:lnTo>
                    <a:pt x="213780" y="959808"/>
                  </a:lnTo>
                  <a:lnTo>
                    <a:pt x="223497" y="959987"/>
                  </a:lnTo>
                  <a:lnTo>
                    <a:pt x="233214" y="959440"/>
                  </a:lnTo>
                  <a:lnTo>
                    <a:pt x="242931" y="959081"/>
                  </a:lnTo>
                  <a:lnTo>
                    <a:pt x="252649" y="960668"/>
                  </a:lnTo>
                  <a:lnTo>
                    <a:pt x="262366" y="960880"/>
                  </a:lnTo>
                  <a:lnTo>
                    <a:pt x="272083" y="960953"/>
                  </a:lnTo>
                  <a:lnTo>
                    <a:pt x="281801" y="960867"/>
                  </a:lnTo>
                  <a:lnTo>
                    <a:pt x="291518" y="960856"/>
                  </a:lnTo>
                  <a:lnTo>
                    <a:pt x="301235" y="961491"/>
                  </a:lnTo>
                  <a:lnTo>
                    <a:pt x="310952" y="961912"/>
                  </a:lnTo>
                  <a:lnTo>
                    <a:pt x="320670" y="962136"/>
                  </a:lnTo>
                  <a:lnTo>
                    <a:pt x="330387" y="963471"/>
                  </a:lnTo>
                  <a:lnTo>
                    <a:pt x="340104" y="964124"/>
                  </a:lnTo>
                  <a:lnTo>
                    <a:pt x="349821" y="964901"/>
                  </a:lnTo>
                  <a:lnTo>
                    <a:pt x="359539" y="966837"/>
                  </a:lnTo>
                  <a:lnTo>
                    <a:pt x="369256" y="966823"/>
                  </a:lnTo>
                  <a:lnTo>
                    <a:pt x="378973" y="968097"/>
                  </a:lnTo>
                  <a:lnTo>
                    <a:pt x="388691" y="970257"/>
                  </a:lnTo>
                  <a:lnTo>
                    <a:pt x="398408" y="968851"/>
                  </a:lnTo>
                  <a:lnTo>
                    <a:pt x="408125" y="970285"/>
                  </a:lnTo>
                  <a:lnTo>
                    <a:pt x="417842" y="971371"/>
                  </a:lnTo>
                  <a:lnTo>
                    <a:pt x="427560" y="970004"/>
                  </a:lnTo>
                  <a:lnTo>
                    <a:pt x="437277" y="970846"/>
                  </a:lnTo>
                  <a:lnTo>
                    <a:pt x="446994" y="969801"/>
                  </a:lnTo>
                  <a:lnTo>
                    <a:pt x="456712" y="966387"/>
                  </a:lnTo>
                  <a:lnTo>
                    <a:pt x="466429" y="965465"/>
                  </a:lnTo>
                  <a:lnTo>
                    <a:pt x="476146" y="966033"/>
                  </a:lnTo>
                  <a:lnTo>
                    <a:pt x="485863" y="965700"/>
                  </a:lnTo>
                  <a:lnTo>
                    <a:pt x="495581" y="965817"/>
                  </a:lnTo>
                  <a:lnTo>
                    <a:pt x="505298" y="965931"/>
                  </a:lnTo>
                  <a:lnTo>
                    <a:pt x="515015" y="964674"/>
                  </a:lnTo>
                  <a:lnTo>
                    <a:pt x="524732" y="963399"/>
                  </a:lnTo>
                  <a:lnTo>
                    <a:pt x="534450" y="963357"/>
                  </a:lnTo>
                  <a:lnTo>
                    <a:pt x="544167" y="964018"/>
                  </a:lnTo>
                  <a:lnTo>
                    <a:pt x="553884" y="960636"/>
                  </a:lnTo>
                  <a:lnTo>
                    <a:pt x="563602" y="959619"/>
                  </a:lnTo>
                  <a:lnTo>
                    <a:pt x="573319" y="957722"/>
                  </a:lnTo>
                  <a:lnTo>
                    <a:pt x="583036" y="956068"/>
                  </a:lnTo>
                  <a:lnTo>
                    <a:pt x="592753" y="955833"/>
                  </a:lnTo>
                  <a:lnTo>
                    <a:pt x="602471" y="955537"/>
                  </a:lnTo>
                  <a:lnTo>
                    <a:pt x="612188" y="953713"/>
                  </a:lnTo>
                  <a:lnTo>
                    <a:pt x="621905" y="951126"/>
                  </a:lnTo>
                  <a:lnTo>
                    <a:pt x="631623" y="947558"/>
                  </a:lnTo>
                  <a:lnTo>
                    <a:pt x="641340" y="944686"/>
                  </a:lnTo>
                  <a:lnTo>
                    <a:pt x="651057" y="944133"/>
                  </a:lnTo>
                  <a:lnTo>
                    <a:pt x="660774" y="939818"/>
                  </a:lnTo>
                  <a:lnTo>
                    <a:pt x="670492" y="938555"/>
                  </a:lnTo>
                  <a:lnTo>
                    <a:pt x="680209" y="939112"/>
                  </a:lnTo>
                  <a:lnTo>
                    <a:pt x="689926" y="935770"/>
                  </a:lnTo>
                  <a:lnTo>
                    <a:pt x="699643" y="931616"/>
                  </a:lnTo>
                  <a:lnTo>
                    <a:pt x="709361" y="929596"/>
                  </a:lnTo>
                  <a:lnTo>
                    <a:pt x="719078" y="927440"/>
                  </a:lnTo>
                  <a:lnTo>
                    <a:pt x="728795" y="920671"/>
                  </a:lnTo>
                  <a:lnTo>
                    <a:pt x="738513" y="915175"/>
                  </a:lnTo>
                  <a:lnTo>
                    <a:pt x="748230" y="909191"/>
                  </a:lnTo>
                  <a:lnTo>
                    <a:pt x="757947" y="907596"/>
                  </a:lnTo>
                  <a:lnTo>
                    <a:pt x="767664" y="904116"/>
                  </a:lnTo>
                  <a:lnTo>
                    <a:pt x="777382" y="900860"/>
                  </a:lnTo>
                  <a:lnTo>
                    <a:pt x="787099" y="899081"/>
                  </a:lnTo>
                  <a:lnTo>
                    <a:pt x="796816" y="897248"/>
                  </a:lnTo>
                  <a:lnTo>
                    <a:pt x="806534" y="893095"/>
                  </a:lnTo>
                  <a:lnTo>
                    <a:pt x="816251" y="890671"/>
                  </a:lnTo>
                  <a:lnTo>
                    <a:pt x="825968" y="886545"/>
                  </a:lnTo>
                  <a:lnTo>
                    <a:pt x="835685" y="879942"/>
                  </a:lnTo>
                  <a:lnTo>
                    <a:pt x="845403" y="873609"/>
                  </a:lnTo>
                  <a:lnTo>
                    <a:pt x="855120" y="871860"/>
                  </a:lnTo>
                  <a:lnTo>
                    <a:pt x="864837" y="867616"/>
                  </a:lnTo>
                  <a:lnTo>
                    <a:pt x="874554" y="862169"/>
                  </a:lnTo>
                  <a:lnTo>
                    <a:pt x="884272" y="857539"/>
                  </a:lnTo>
                  <a:lnTo>
                    <a:pt x="893989" y="852295"/>
                  </a:lnTo>
                  <a:lnTo>
                    <a:pt x="903706" y="848475"/>
                  </a:lnTo>
                  <a:lnTo>
                    <a:pt x="913424" y="844544"/>
                  </a:lnTo>
                  <a:lnTo>
                    <a:pt x="923141" y="838126"/>
                  </a:lnTo>
                  <a:lnTo>
                    <a:pt x="932858" y="833320"/>
                  </a:lnTo>
                  <a:lnTo>
                    <a:pt x="942575" y="829059"/>
                  </a:lnTo>
                  <a:lnTo>
                    <a:pt x="952293" y="823854"/>
                  </a:lnTo>
                  <a:lnTo>
                    <a:pt x="962010" y="821180"/>
                  </a:lnTo>
                  <a:lnTo>
                    <a:pt x="971727" y="816483"/>
                  </a:lnTo>
                  <a:lnTo>
                    <a:pt x="981445" y="811530"/>
                  </a:lnTo>
                  <a:lnTo>
                    <a:pt x="991162" y="806595"/>
                  </a:lnTo>
                  <a:lnTo>
                    <a:pt x="1000879" y="801964"/>
                  </a:lnTo>
                  <a:lnTo>
                    <a:pt x="1010596" y="797981"/>
                  </a:lnTo>
                  <a:lnTo>
                    <a:pt x="1020314" y="794449"/>
                  </a:lnTo>
                  <a:lnTo>
                    <a:pt x="1030031" y="789743"/>
                  </a:lnTo>
                  <a:lnTo>
                    <a:pt x="1039748" y="784463"/>
                  </a:lnTo>
                  <a:lnTo>
                    <a:pt x="1049465" y="779232"/>
                  </a:lnTo>
                  <a:lnTo>
                    <a:pt x="1059183" y="776491"/>
                  </a:lnTo>
                  <a:lnTo>
                    <a:pt x="1068900" y="772818"/>
                  </a:lnTo>
                  <a:lnTo>
                    <a:pt x="1078617" y="766906"/>
                  </a:lnTo>
                  <a:lnTo>
                    <a:pt x="1088335" y="763343"/>
                  </a:lnTo>
                  <a:lnTo>
                    <a:pt x="1098052" y="761799"/>
                  </a:lnTo>
                  <a:lnTo>
                    <a:pt x="1107769" y="759250"/>
                  </a:lnTo>
                  <a:lnTo>
                    <a:pt x="1117486" y="754155"/>
                  </a:lnTo>
                  <a:lnTo>
                    <a:pt x="1127204" y="749062"/>
                  </a:lnTo>
                  <a:lnTo>
                    <a:pt x="1136921" y="742836"/>
                  </a:lnTo>
                  <a:lnTo>
                    <a:pt x="1146638" y="736714"/>
                  </a:lnTo>
                  <a:lnTo>
                    <a:pt x="1156356" y="732331"/>
                  </a:lnTo>
                  <a:lnTo>
                    <a:pt x="1166073" y="728559"/>
                  </a:lnTo>
                  <a:lnTo>
                    <a:pt x="1175790" y="723488"/>
                  </a:lnTo>
                  <a:lnTo>
                    <a:pt x="1185507" y="716807"/>
                  </a:lnTo>
                  <a:lnTo>
                    <a:pt x="1195225" y="711528"/>
                  </a:lnTo>
                  <a:lnTo>
                    <a:pt x="1204942" y="705310"/>
                  </a:lnTo>
                  <a:lnTo>
                    <a:pt x="1214659" y="700118"/>
                  </a:lnTo>
                  <a:lnTo>
                    <a:pt x="1224376" y="693793"/>
                  </a:lnTo>
                  <a:lnTo>
                    <a:pt x="1234094" y="687468"/>
                  </a:lnTo>
                  <a:lnTo>
                    <a:pt x="1243811" y="681145"/>
                  </a:lnTo>
                  <a:lnTo>
                    <a:pt x="1253528" y="674823"/>
                  </a:lnTo>
                  <a:lnTo>
                    <a:pt x="1263246" y="668520"/>
                  </a:lnTo>
                  <a:lnTo>
                    <a:pt x="1272963" y="663109"/>
                  </a:lnTo>
                  <a:lnTo>
                    <a:pt x="1282680" y="657940"/>
                  </a:lnTo>
                  <a:lnTo>
                    <a:pt x="1292397" y="653219"/>
                  </a:lnTo>
                  <a:lnTo>
                    <a:pt x="1302115" y="647575"/>
                  </a:lnTo>
                  <a:lnTo>
                    <a:pt x="1311832" y="642398"/>
                  </a:lnTo>
                  <a:lnTo>
                    <a:pt x="1321549" y="635421"/>
                  </a:lnTo>
                  <a:lnTo>
                    <a:pt x="1331267" y="629820"/>
                  </a:lnTo>
                  <a:lnTo>
                    <a:pt x="1340984" y="624816"/>
                  </a:lnTo>
                  <a:lnTo>
                    <a:pt x="1350701" y="619823"/>
                  </a:lnTo>
                  <a:lnTo>
                    <a:pt x="1360418" y="614841"/>
                  </a:lnTo>
                  <a:lnTo>
                    <a:pt x="1370136" y="609869"/>
                  </a:lnTo>
                  <a:lnTo>
                    <a:pt x="1379853" y="604908"/>
                  </a:lnTo>
                  <a:lnTo>
                    <a:pt x="1389570" y="598792"/>
                  </a:lnTo>
                  <a:lnTo>
                    <a:pt x="1399287" y="594018"/>
                  </a:lnTo>
                  <a:lnTo>
                    <a:pt x="1409005" y="589138"/>
                  </a:lnTo>
                  <a:lnTo>
                    <a:pt x="1418722" y="584308"/>
                  </a:lnTo>
                  <a:lnTo>
                    <a:pt x="1428439" y="579488"/>
                  </a:lnTo>
                  <a:lnTo>
                    <a:pt x="1438157" y="574443"/>
                  </a:lnTo>
                  <a:lnTo>
                    <a:pt x="1447874" y="568650"/>
                  </a:lnTo>
                  <a:lnTo>
                    <a:pt x="1457591" y="562858"/>
                  </a:lnTo>
                  <a:lnTo>
                    <a:pt x="1467308" y="557068"/>
                  </a:lnTo>
                  <a:lnTo>
                    <a:pt x="1477026" y="551281"/>
                  </a:lnTo>
                  <a:lnTo>
                    <a:pt x="1486743" y="545430"/>
                  </a:lnTo>
                  <a:lnTo>
                    <a:pt x="1496460" y="539058"/>
                  </a:lnTo>
                  <a:lnTo>
                    <a:pt x="1506178" y="534022"/>
                  </a:lnTo>
                  <a:lnTo>
                    <a:pt x="1515895" y="528232"/>
                  </a:lnTo>
                  <a:lnTo>
                    <a:pt x="1525612" y="521986"/>
                  </a:lnTo>
                  <a:lnTo>
                    <a:pt x="1535329" y="516705"/>
                  </a:lnTo>
                  <a:lnTo>
                    <a:pt x="1545047" y="510917"/>
                  </a:lnTo>
                  <a:lnTo>
                    <a:pt x="1554764" y="505132"/>
                  </a:lnTo>
                  <a:lnTo>
                    <a:pt x="1564481" y="499352"/>
                  </a:lnTo>
                  <a:lnTo>
                    <a:pt x="1574198" y="493621"/>
                  </a:lnTo>
                  <a:lnTo>
                    <a:pt x="1583916" y="487900"/>
                  </a:lnTo>
                  <a:lnTo>
                    <a:pt x="1593633" y="482183"/>
                  </a:lnTo>
                  <a:lnTo>
                    <a:pt x="1603350" y="477260"/>
                  </a:lnTo>
                  <a:lnTo>
                    <a:pt x="1613068" y="471622"/>
                  </a:lnTo>
                  <a:lnTo>
                    <a:pt x="1622785" y="465999"/>
                  </a:lnTo>
                  <a:lnTo>
                    <a:pt x="1632502" y="459772"/>
                  </a:lnTo>
                  <a:lnTo>
                    <a:pt x="1642219" y="453493"/>
                  </a:lnTo>
                  <a:lnTo>
                    <a:pt x="1651937" y="447747"/>
                  </a:lnTo>
                  <a:lnTo>
                    <a:pt x="1661654" y="442006"/>
                  </a:lnTo>
                  <a:lnTo>
                    <a:pt x="1671371" y="436270"/>
                  </a:lnTo>
                  <a:lnTo>
                    <a:pt x="1681089" y="429706"/>
                  </a:lnTo>
                  <a:lnTo>
                    <a:pt x="1690806" y="422661"/>
                  </a:lnTo>
                  <a:lnTo>
                    <a:pt x="1700523" y="416311"/>
                  </a:lnTo>
                  <a:lnTo>
                    <a:pt x="1710240" y="411446"/>
                  </a:lnTo>
                  <a:lnTo>
                    <a:pt x="1719958" y="406637"/>
                  </a:lnTo>
                  <a:lnTo>
                    <a:pt x="1729675" y="402129"/>
                  </a:lnTo>
                  <a:lnTo>
                    <a:pt x="1739392" y="396891"/>
                  </a:lnTo>
                  <a:lnTo>
                    <a:pt x="1749109" y="392042"/>
                  </a:lnTo>
                  <a:lnTo>
                    <a:pt x="1758827" y="387206"/>
                  </a:lnTo>
                  <a:lnTo>
                    <a:pt x="1768544" y="382381"/>
                  </a:lnTo>
                  <a:lnTo>
                    <a:pt x="1778261" y="377567"/>
                  </a:lnTo>
                  <a:lnTo>
                    <a:pt x="1787979" y="372779"/>
                  </a:lnTo>
                  <a:lnTo>
                    <a:pt x="1797696" y="367669"/>
                  </a:lnTo>
                  <a:lnTo>
                    <a:pt x="1807413" y="362401"/>
                  </a:lnTo>
                  <a:lnTo>
                    <a:pt x="1817130" y="357151"/>
                  </a:lnTo>
                  <a:lnTo>
                    <a:pt x="1826848" y="351919"/>
                  </a:lnTo>
                  <a:lnTo>
                    <a:pt x="1836565" y="346686"/>
                  </a:lnTo>
                  <a:lnTo>
                    <a:pt x="1846282" y="341466"/>
                  </a:lnTo>
                  <a:lnTo>
                    <a:pt x="1856000" y="335952"/>
                  </a:lnTo>
                  <a:lnTo>
                    <a:pt x="1865717" y="329929"/>
                  </a:lnTo>
                  <a:lnTo>
                    <a:pt x="1875434" y="325095"/>
                  </a:lnTo>
                  <a:lnTo>
                    <a:pt x="1885151" y="320278"/>
                  </a:lnTo>
                  <a:lnTo>
                    <a:pt x="1894869" y="314852"/>
                  </a:lnTo>
                  <a:lnTo>
                    <a:pt x="1904586" y="309222"/>
                  </a:lnTo>
                  <a:lnTo>
                    <a:pt x="1914303" y="303600"/>
                  </a:lnTo>
                  <a:lnTo>
                    <a:pt x="1924020" y="297987"/>
                  </a:lnTo>
                  <a:lnTo>
                    <a:pt x="1933738" y="292161"/>
                  </a:lnTo>
                  <a:lnTo>
                    <a:pt x="1943455" y="285449"/>
                  </a:lnTo>
                  <a:lnTo>
                    <a:pt x="1953172" y="279738"/>
                  </a:lnTo>
                  <a:lnTo>
                    <a:pt x="1962890" y="273917"/>
                  </a:lnTo>
                  <a:lnTo>
                    <a:pt x="1972607" y="268870"/>
                  </a:lnTo>
                  <a:lnTo>
                    <a:pt x="1982324" y="264485"/>
                  </a:lnTo>
                  <a:lnTo>
                    <a:pt x="1992041" y="258933"/>
                  </a:lnTo>
                  <a:lnTo>
                    <a:pt x="2001759" y="253410"/>
                  </a:lnTo>
                  <a:lnTo>
                    <a:pt x="2011476" y="248663"/>
                  </a:lnTo>
                  <a:lnTo>
                    <a:pt x="2021193" y="244454"/>
                  </a:lnTo>
                  <a:lnTo>
                    <a:pt x="2030911" y="240259"/>
                  </a:lnTo>
                  <a:lnTo>
                    <a:pt x="2040628" y="236077"/>
                  </a:lnTo>
                  <a:lnTo>
                    <a:pt x="2050345" y="230867"/>
                  </a:lnTo>
                  <a:lnTo>
                    <a:pt x="2060062" y="225287"/>
                  </a:lnTo>
                  <a:lnTo>
                    <a:pt x="2069780" y="219727"/>
                  </a:lnTo>
                  <a:lnTo>
                    <a:pt x="2079497" y="214187"/>
                  </a:lnTo>
                  <a:lnTo>
                    <a:pt x="2089214" y="208668"/>
                  </a:lnTo>
                  <a:lnTo>
                    <a:pt x="2098931" y="203168"/>
                  </a:lnTo>
                  <a:lnTo>
                    <a:pt x="2108649" y="197689"/>
                  </a:lnTo>
                  <a:lnTo>
                    <a:pt x="2118366" y="192233"/>
                  </a:lnTo>
                  <a:lnTo>
                    <a:pt x="2128083" y="186801"/>
                  </a:lnTo>
                  <a:lnTo>
                    <a:pt x="2137801" y="181406"/>
                  </a:lnTo>
                  <a:lnTo>
                    <a:pt x="2147518" y="176031"/>
                  </a:lnTo>
                  <a:lnTo>
                    <a:pt x="2157235" y="170677"/>
                  </a:lnTo>
                  <a:lnTo>
                    <a:pt x="2166952" y="165344"/>
                  </a:lnTo>
                  <a:lnTo>
                    <a:pt x="2176670" y="160286"/>
                  </a:lnTo>
                  <a:lnTo>
                    <a:pt x="2186387" y="155244"/>
                  </a:lnTo>
                  <a:lnTo>
                    <a:pt x="2196104" y="149857"/>
                  </a:lnTo>
                  <a:lnTo>
                    <a:pt x="2205822" y="144488"/>
                  </a:lnTo>
                  <a:lnTo>
                    <a:pt x="2215539" y="139139"/>
                  </a:lnTo>
                  <a:lnTo>
                    <a:pt x="2225256" y="135812"/>
                  </a:lnTo>
                  <a:lnTo>
                    <a:pt x="2234973" y="130674"/>
                  </a:lnTo>
                  <a:lnTo>
                    <a:pt x="2244691" y="125836"/>
                  </a:lnTo>
                  <a:lnTo>
                    <a:pt x="2254408" y="121775"/>
                  </a:lnTo>
                  <a:lnTo>
                    <a:pt x="2264125" y="117739"/>
                  </a:lnTo>
                  <a:lnTo>
                    <a:pt x="2273842" y="113729"/>
                  </a:lnTo>
                  <a:lnTo>
                    <a:pt x="2283560" y="109745"/>
                  </a:lnTo>
                  <a:lnTo>
                    <a:pt x="2293277" y="105786"/>
                  </a:lnTo>
                  <a:lnTo>
                    <a:pt x="2302994" y="101548"/>
                  </a:lnTo>
                  <a:lnTo>
                    <a:pt x="2312712" y="96338"/>
                  </a:lnTo>
                  <a:lnTo>
                    <a:pt x="2322429" y="91149"/>
                  </a:lnTo>
                  <a:lnTo>
                    <a:pt x="2332146" y="85979"/>
                  </a:lnTo>
                  <a:lnTo>
                    <a:pt x="2341863" y="80827"/>
                  </a:lnTo>
                  <a:lnTo>
                    <a:pt x="2351581" y="75694"/>
                  </a:lnTo>
                  <a:lnTo>
                    <a:pt x="2361298" y="71572"/>
                  </a:lnTo>
                  <a:lnTo>
                    <a:pt x="2371015" y="67716"/>
                  </a:lnTo>
                  <a:lnTo>
                    <a:pt x="2380733" y="63889"/>
                  </a:lnTo>
                  <a:lnTo>
                    <a:pt x="2390450" y="60078"/>
                  </a:lnTo>
                  <a:lnTo>
                    <a:pt x="2400167" y="54882"/>
                  </a:lnTo>
                  <a:lnTo>
                    <a:pt x="2409884" y="50689"/>
                  </a:lnTo>
                  <a:lnTo>
                    <a:pt x="2419602" y="46845"/>
                  </a:lnTo>
                  <a:lnTo>
                    <a:pt x="2429319" y="42118"/>
                  </a:lnTo>
                  <a:lnTo>
                    <a:pt x="2439036" y="37369"/>
                  </a:lnTo>
                  <a:lnTo>
                    <a:pt x="2448753" y="32644"/>
                  </a:lnTo>
                  <a:lnTo>
                    <a:pt x="2458471" y="27942"/>
                  </a:lnTo>
                  <a:lnTo>
                    <a:pt x="2468188" y="24385"/>
                  </a:lnTo>
                  <a:lnTo>
                    <a:pt x="2477905" y="20436"/>
                  </a:lnTo>
                  <a:lnTo>
                    <a:pt x="2487623" y="15177"/>
                  </a:lnTo>
                  <a:lnTo>
                    <a:pt x="2497340" y="9937"/>
                  </a:lnTo>
                  <a:lnTo>
                    <a:pt x="2507057" y="4715"/>
                  </a:lnTo>
                  <a:lnTo>
                    <a:pt x="251677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3486209" y="3365189"/>
              <a:ext cx="2516774" cy="251492"/>
            </a:xfrm>
            <a:custGeom>
              <a:avLst/>
              <a:pathLst>
                <a:path w="2516774" h="251492">
                  <a:moveTo>
                    <a:pt x="2516774" y="214334"/>
                  </a:moveTo>
                  <a:lnTo>
                    <a:pt x="2507057" y="211976"/>
                  </a:lnTo>
                  <a:lnTo>
                    <a:pt x="2497340" y="209615"/>
                  </a:lnTo>
                  <a:lnTo>
                    <a:pt x="2487623" y="207250"/>
                  </a:lnTo>
                  <a:lnTo>
                    <a:pt x="2477905" y="204882"/>
                  </a:lnTo>
                  <a:lnTo>
                    <a:pt x="2468188" y="202511"/>
                  </a:lnTo>
                  <a:lnTo>
                    <a:pt x="2458471" y="200530"/>
                  </a:lnTo>
                  <a:lnTo>
                    <a:pt x="2448753" y="198569"/>
                  </a:lnTo>
                  <a:lnTo>
                    <a:pt x="2439036" y="196607"/>
                  </a:lnTo>
                  <a:lnTo>
                    <a:pt x="2429319" y="194642"/>
                  </a:lnTo>
                  <a:lnTo>
                    <a:pt x="2419602" y="192675"/>
                  </a:lnTo>
                  <a:lnTo>
                    <a:pt x="2409884" y="190707"/>
                  </a:lnTo>
                  <a:lnTo>
                    <a:pt x="2400167" y="188736"/>
                  </a:lnTo>
                  <a:lnTo>
                    <a:pt x="2390450" y="186764"/>
                  </a:lnTo>
                  <a:lnTo>
                    <a:pt x="2380733" y="184789"/>
                  </a:lnTo>
                  <a:lnTo>
                    <a:pt x="2371015" y="182812"/>
                  </a:lnTo>
                  <a:lnTo>
                    <a:pt x="2361298" y="180837"/>
                  </a:lnTo>
                  <a:lnTo>
                    <a:pt x="2351581" y="179306"/>
                  </a:lnTo>
                  <a:lnTo>
                    <a:pt x="2341863" y="177774"/>
                  </a:lnTo>
                  <a:lnTo>
                    <a:pt x="2332146" y="176236"/>
                  </a:lnTo>
                  <a:lnTo>
                    <a:pt x="2322429" y="174687"/>
                  </a:lnTo>
                  <a:lnTo>
                    <a:pt x="2312712" y="173136"/>
                  </a:lnTo>
                  <a:lnTo>
                    <a:pt x="2302994" y="172265"/>
                  </a:lnTo>
                  <a:lnTo>
                    <a:pt x="2293277" y="170507"/>
                  </a:lnTo>
                  <a:lnTo>
                    <a:pt x="2283560" y="168550"/>
                  </a:lnTo>
                  <a:lnTo>
                    <a:pt x="2273842" y="167008"/>
                  </a:lnTo>
                  <a:lnTo>
                    <a:pt x="2264125" y="165495"/>
                  </a:lnTo>
                  <a:lnTo>
                    <a:pt x="2254408" y="164421"/>
                  </a:lnTo>
                  <a:lnTo>
                    <a:pt x="2244691" y="162765"/>
                  </a:lnTo>
                  <a:lnTo>
                    <a:pt x="2234973" y="160825"/>
                  </a:lnTo>
                  <a:lnTo>
                    <a:pt x="2225256" y="159276"/>
                  </a:lnTo>
                  <a:lnTo>
                    <a:pt x="2215539" y="157778"/>
                  </a:lnTo>
                  <a:lnTo>
                    <a:pt x="2205822" y="156197"/>
                  </a:lnTo>
                  <a:lnTo>
                    <a:pt x="2196104" y="154673"/>
                  </a:lnTo>
                  <a:lnTo>
                    <a:pt x="2186387" y="153147"/>
                  </a:lnTo>
                  <a:lnTo>
                    <a:pt x="2176670" y="151616"/>
                  </a:lnTo>
                  <a:lnTo>
                    <a:pt x="2166952" y="150034"/>
                  </a:lnTo>
                  <a:lnTo>
                    <a:pt x="2157235" y="148451"/>
                  </a:lnTo>
                  <a:lnTo>
                    <a:pt x="2147518" y="146340"/>
                  </a:lnTo>
                  <a:lnTo>
                    <a:pt x="2137801" y="143536"/>
                  </a:lnTo>
                  <a:lnTo>
                    <a:pt x="2128083" y="141786"/>
                  </a:lnTo>
                  <a:lnTo>
                    <a:pt x="2118366" y="141269"/>
                  </a:lnTo>
                  <a:lnTo>
                    <a:pt x="2108649" y="140659"/>
                  </a:lnTo>
                  <a:lnTo>
                    <a:pt x="2098931" y="139106"/>
                  </a:lnTo>
                  <a:lnTo>
                    <a:pt x="2089214" y="137049"/>
                  </a:lnTo>
                  <a:lnTo>
                    <a:pt x="2079497" y="134666"/>
                  </a:lnTo>
                  <a:lnTo>
                    <a:pt x="2069780" y="132279"/>
                  </a:lnTo>
                  <a:lnTo>
                    <a:pt x="2060062" y="129888"/>
                  </a:lnTo>
                  <a:lnTo>
                    <a:pt x="2050345" y="128295"/>
                  </a:lnTo>
                  <a:lnTo>
                    <a:pt x="2040628" y="126746"/>
                  </a:lnTo>
                  <a:lnTo>
                    <a:pt x="2030911" y="125155"/>
                  </a:lnTo>
                  <a:lnTo>
                    <a:pt x="2021193" y="122630"/>
                  </a:lnTo>
                  <a:lnTo>
                    <a:pt x="2011476" y="119221"/>
                  </a:lnTo>
                  <a:lnTo>
                    <a:pt x="2001759" y="116723"/>
                  </a:lnTo>
                  <a:lnTo>
                    <a:pt x="1992041" y="114835"/>
                  </a:lnTo>
                  <a:lnTo>
                    <a:pt x="1982324" y="112946"/>
                  </a:lnTo>
                  <a:lnTo>
                    <a:pt x="1972607" y="111055"/>
                  </a:lnTo>
                  <a:lnTo>
                    <a:pt x="1962890" y="109164"/>
                  </a:lnTo>
                  <a:lnTo>
                    <a:pt x="1953172" y="107271"/>
                  </a:lnTo>
                  <a:lnTo>
                    <a:pt x="1943455" y="105470"/>
                  </a:lnTo>
                  <a:lnTo>
                    <a:pt x="1933738" y="105115"/>
                  </a:lnTo>
                  <a:lnTo>
                    <a:pt x="1924020" y="104760"/>
                  </a:lnTo>
                  <a:lnTo>
                    <a:pt x="1914303" y="104405"/>
                  </a:lnTo>
                  <a:lnTo>
                    <a:pt x="1904586" y="104050"/>
                  </a:lnTo>
                  <a:lnTo>
                    <a:pt x="1894869" y="103447"/>
                  </a:lnTo>
                  <a:lnTo>
                    <a:pt x="1885151" y="101922"/>
                  </a:lnTo>
                  <a:lnTo>
                    <a:pt x="1875434" y="100345"/>
                  </a:lnTo>
                  <a:lnTo>
                    <a:pt x="1865717" y="97825"/>
                  </a:lnTo>
                  <a:lnTo>
                    <a:pt x="1856000" y="94719"/>
                  </a:lnTo>
                  <a:lnTo>
                    <a:pt x="1846282" y="91609"/>
                  </a:lnTo>
                  <a:lnTo>
                    <a:pt x="1836565" y="88495"/>
                  </a:lnTo>
                  <a:lnTo>
                    <a:pt x="1826848" y="85378"/>
                  </a:lnTo>
                  <a:lnTo>
                    <a:pt x="1817130" y="82256"/>
                  </a:lnTo>
                  <a:lnTo>
                    <a:pt x="1807413" y="81679"/>
                  </a:lnTo>
                  <a:lnTo>
                    <a:pt x="1797696" y="81464"/>
                  </a:lnTo>
                  <a:lnTo>
                    <a:pt x="1787979" y="81248"/>
                  </a:lnTo>
                  <a:lnTo>
                    <a:pt x="1778261" y="81032"/>
                  </a:lnTo>
                  <a:lnTo>
                    <a:pt x="1768544" y="80816"/>
                  </a:lnTo>
                  <a:lnTo>
                    <a:pt x="1758827" y="80581"/>
                  </a:lnTo>
                  <a:lnTo>
                    <a:pt x="1749109" y="78304"/>
                  </a:lnTo>
                  <a:lnTo>
                    <a:pt x="1739392" y="75766"/>
                  </a:lnTo>
                  <a:lnTo>
                    <a:pt x="1729675" y="75067"/>
                  </a:lnTo>
                  <a:lnTo>
                    <a:pt x="1719958" y="73053"/>
                  </a:lnTo>
                  <a:lnTo>
                    <a:pt x="1710240" y="70578"/>
                  </a:lnTo>
                  <a:lnTo>
                    <a:pt x="1700523" y="68084"/>
                  </a:lnTo>
                  <a:lnTo>
                    <a:pt x="1690806" y="65586"/>
                  </a:lnTo>
                  <a:lnTo>
                    <a:pt x="1681089" y="63356"/>
                  </a:lnTo>
                  <a:lnTo>
                    <a:pt x="1671371" y="62528"/>
                  </a:lnTo>
                  <a:lnTo>
                    <a:pt x="1661654" y="61833"/>
                  </a:lnTo>
                  <a:lnTo>
                    <a:pt x="1651937" y="60482"/>
                  </a:lnTo>
                  <a:lnTo>
                    <a:pt x="1642219" y="60313"/>
                  </a:lnTo>
                  <a:lnTo>
                    <a:pt x="1632502" y="59572"/>
                  </a:lnTo>
                  <a:lnTo>
                    <a:pt x="1622785" y="58815"/>
                  </a:lnTo>
                  <a:lnTo>
                    <a:pt x="1613068" y="58035"/>
                  </a:lnTo>
                  <a:lnTo>
                    <a:pt x="1603350" y="56500"/>
                  </a:lnTo>
                  <a:lnTo>
                    <a:pt x="1593633" y="54936"/>
                  </a:lnTo>
                  <a:lnTo>
                    <a:pt x="1583916" y="53358"/>
                  </a:lnTo>
                  <a:lnTo>
                    <a:pt x="1574198" y="52145"/>
                  </a:lnTo>
                  <a:lnTo>
                    <a:pt x="1564481" y="51294"/>
                  </a:lnTo>
                  <a:lnTo>
                    <a:pt x="1554764" y="49705"/>
                  </a:lnTo>
                  <a:lnTo>
                    <a:pt x="1545047" y="48026"/>
                  </a:lnTo>
                  <a:lnTo>
                    <a:pt x="1535329" y="45555"/>
                  </a:lnTo>
                  <a:lnTo>
                    <a:pt x="1525612" y="43877"/>
                  </a:lnTo>
                  <a:lnTo>
                    <a:pt x="1515895" y="42294"/>
                  </a:lnTo>
                  <a:lnTo>
                    <a:pt x="1506178" y="40711"/>
                  </a:lnTo>
                  <a:lnTo>
                    <a:pt x="1496460" y="39554"/>
                  </a:lnTo>
                  <a:lnTo>
                    <a:pt x="1486743" y="38195"/>
                  </a:lnTo>
                  <a:lnTo>
                    <a:pt x="1477026" y="36583"/>
                  </a:lnTo>
                  <a:lnTo>
                    <a:pt x="1467308" y="34971"/>
                  </a:lnTo>
                  <a:lnTo>
                    <a:pt x="1457591" y="33324"/>
                  </a:lnTo>
                  <a:lnTo>
                    <a:pt x="1447874" y="31701"/>
                  </a:lnTo>
                  <a:lnTo>
                    <a:pt x="1438157" y="31048"/>
                  </a:lnTo>
                  <a:lnTo>
                    <a:pt x="1428439" y="30335"/>
                  </a:lnTo>
                  <a:lnTo>
                    <a:pt x="1418722" y="28244"/>
                  </a:lnTo>
                  <a:lnTo>
                    <a:pt x="1409005" y="26152"/>
                  </a:lnTo>
                  <a:lnTo>
                    <a:pt x="1399287" y="24963"/>
                  </a:lnTo>
                  <a:lnTo>
                    <a:pt x="1389570" y="24037"/>
                  </a:lnTo>
                  <a:lnTo>
                    <a:pt x="1379853" y="23071"/>
                  </a:lnTo>
                  <a:lnTo>
                    <a:pt x="1370136" y="22099"/>
                  </a:lnTo>
                  <a:lnTo>
                    <a:pt x="1360418" y="20806"/>
                  </a:lnTo>
                  <a:lnTo>
                    <a:pt x="1350701" y="18407"/>
                  </a:lnTo>
                  <a:lnTo>
                    <a:pt x="1340984" y="16691"/>
                  </a:lnTo>
                  <a:lnTo>
                    <a:pt x="1331267" y="17065"/>
                  </a:lnTo>
                  <a:lnTo>
                    <a:pt x="1321549" y="14745"/>
                  </a:lnTo>
                  <a:lnTo>
                    <a:pt x="1311832" y="12278"/>
                  </a:lnTo>
                  <a:lnTo>
                    <a:pt x="1302115" y="9797"/>
                  </a:lnTo>
                  <a:lnTo>
                    <a:pt x="1292397" y="7508"/>
                  </a:lnTo>
                  <a:lnTo>
                    <a:pt x="1282680" y="6997"/>
                  </a:lnTo>
                  <a:lnTo>
                    <a:pt x="1272963" y="6474"/>
                  </a:lnTo>
                  <a:lnTo>
                    <a:pt x="1263246" y="5992"/>
                  </a:lnTo>
                  <a:lnTo>
                    <a:pt x="1253528" y="4831"/>
                  </a:lnTo>
                  <a:lnTo>
                    <a:pt x="1243811" y="4572"/>
                  </a:lnTo>
                  <a:lnTo>
                    <a:pt x="1234094" y="4779"/>
                  </a:lnTo>
                  <a:lnTo>
                    <a:pt x="1224376" y="4096"/>
                  </a:lnTo>
                  <a:lnTo>
                    <a:pt x="1214659" y="5640"/>
                  </a:lnTo>
                  <a:lnTo>
                    <a:pt x="1204942" y="3286"/>
                  </a:lnTo>
                  <a:lnTo>
                    <a:pt x="1195225" y="2667"/>
                  </a:lnTo>
                  <a:lnTo>
                    <a:pt x="1185507" y="3470"/>
                  </a:lnTo>
                  <a:lnTo>
                    <a:pt x="1175790" y="3336"/>
                  </a:lnTo>
                  <a:lnTo>
                    <a:pt x="1166073" y="2426"/>
                  </a:lnTo>
                  <a:lnTo>
                    <a:pt x="1156356" y="1515"/>
                  </a:lnTo>
                  <a:lnTo>
                    <a:pt x="1146638" y="604"/>
                  </a:lnTo>
                  <a:lnTo>
                    <a:pt x="1136921" y="215"/>
                  </a:lnTo>
                  <a:lnTo>
                    <a:pt x="1127204" y="534"/>
                  </a:lnTo>
                  <a:lnTo>
                    <a:pt x="1117486" y="799"/>
                  </a:lnTo>
                  <a:lnTo>
                    <a:pt x="1107769" y="1100"/>
                  </a:lnTo>
                  <a:lnTo>
                    <a:pt x="1098052" y="1922"/>
                  </a:lnTo>
                  <a:lnTo>
                    <a:pt x="1088335" y="2431"/>
                  </a:lnTo>
                  <a:lnTo>
                    <a:pt x="1078617" y="2811"/>
                  </a:lnTo>
                  <a:lnTo>
                    <a:pt x="1068900" y="4411"/>
                  </a:lnTo>
                  <a:lnTo>
                    <a:pt x="1059183" y="2703"/>
                  </a:lnTo>
                  <a:lnTo>
                    <a:pt x="1049465" y="3035"/>
                  </a:lnTo>
                  <a:lnTo>
                    <a:pt x="1039748" y="3301"/>
                  </a:lnTo>
                  <a:lnTo>
                    <a:pt x="1030031" y="3230"/>
                  </a:lnTo>
                  <a:lnTo>
                    <a:pt x="1020314" y="3926"/>
                  </a:lnTo>
                  <a:lnTo>
                    <a:pt x="1010596" y="3821"/>
                  </a:lnTo>
                  <a:lnTo>
                    <a:pt x="1000879" y="3753"/>
                  </a:lnTo>
                  <a:lnTo>
                    <a:pt x="991162" y="3340"/>
                  </a:lnTo>
                  <a:lnTo>
                    <a:pt x="981445" y="2589"/>
                  </a:lnTo>
                  <a:lnTo>
                    <a:pt x="971727" y="1349"/>
                  </a:lnTo>
                  <a:lnTo>
                    <a:pt x="962010" y="665"/>
                  </a:lnTo>
                  <a:lnTo>
                    <a:pt x="952293" y="94"/>
                  </a:lnTo>
                  <a:lnTo>
                    <a:pt x="942575" y="842"/>
                  </a:lnTo>
                  <a:lnTo>
                    <a:pt x="932858" y="1098"/>
                  </a:lnTo>
                  <a:lnTo>
                    <a:pt x="923141" y="0"/>
                  </a:lnTo>
                  <a:lnTo>
                    <a:pt x="913424" y="672"/>
                  </a:lnTo>
                  <a:lnTo>
                    <a:pt x="903706" y="1401"/>
                  </a:lnTo>
                  <a:lnTo>
                    <a:pt x="893989" y="1778"/>
                  </a:lnTo>
                  <a:lnTo>
                    <a:pt x="884272" y="4231"/>
                  </a:lnTo>
                  <a:lnTo>
                    <a:pt x="874554" y="3254"/>
                  </a:lnTo>
                  <a:lnTo>
                    <a:pt x="864837" y="3904"/>
                  </a:lnTo>
                  <a:lnTo>
                    <a:pt x="855120" y="4546"/>
                  </a:lnTo>
                  <a:lnTo>
                    <a:pt x="845403" y="3442"/>
                  </a:lnTo>
                  <a:lnTo>
                    <a:pt x="835685" y="2582"/>
                  </a:lnTo>
                  <a:lnTo>
                    <a:pt x="825968" y="4150"/>
                  </a:lnTo>
                  <a:lnTo>
                    <a:pt x="816251" y="3585"/>
                  </a:lnTo>
                  <a:lnTo>
                    <a:pt x="806534" y="3596"/>
                  </a:lnTo>
                  <a:lnTo>
                    <a:pt x="796816" y="3133"/>
                  </a:lnTo>
                  <a:lnTo>
                    <a:pt x="787099" y="4530"/>
                  </a:lnTo>
                  <a:lnTo>
                    <a:pt x="777382" y="6255"/>
                  </a:lnTo>
                  <a:lnTo>
                    <a:pt x="767664" y="7250"/>
                  </a:lnTo>
                  <a:lnTo>
                    <a:pt x="757947" y="6580"/>
                  </a:lnTo>
                  <a:lnTo>
                    <a:pt x="748230" y="4262"/>
                  </a:lnTo>
                  <a:lnTo>
                    <a:pt x="738513" y="6864"/>
                  </a:lnTo>
                  <a:lnTo>
                    <a:pt x="728795" y="9462"/>
                  </a:lnTo>
                  <a:lnTo>
                    <a:pt x="719078" y="10154"/>
                  </a:lnTo>
                  <a:lnTo>
                    <a:pt x="709361" y="12193"/>
                  </a:lnTo>
                  <a:lnTo>
                    <a:pt x="699643" y="15473"/>
                  </a:lnTo>
                  <a:lnTo>
                    <a:pt x="689926" y="17515"/>
                  </a:lnTo>
                  <a:lnTo>
                    <a:pt x="680209" y="17845"/>
                  </a:lnTo>
                  <a:lnTo>
                    <a:pt x="670492" y="18212"/>
                  </a:lnTo>
                  <a:lnTo>
                    <a:pt x="660774" y="19798"/>
                  </a:lnTo>
                  <a:lnTo>
                    <a:pt x="651057" y="20091"/>
                  </a:lnTo>
                  <a:lnTo>
                    <a:pt x="641340" y="20327"/>
                  </a:lnTo>
                  <a:lnTo>
                    <a:pt x="631623" y="20797"/>
                  </a:lnTo>
                  <a:lnTo>
                    <a:pt x="621905" y="20952"/>
                  </a:lnTo>
                  <a:lnTo>
                    <a:pt x="612188" y="22657"/>
                  </a:lnTo>
                  <a:lnTo>
                    <a:pt x="602471" y="25328"/>
                  </a:lnTo>
                  <a:lnTo>
                    <a:pt x="592753" y="29685"/>
                  </a:lnTo>
                  <a:lnTo>
                    <a:pt x="583036" y="33241"/>
                  </a:lnTo>
                  <a:lnTo>
                    <a:pt x="573319" y="36786"/>
                  </a:lnTo>
                  <a:lnTo>
                    <a:pt x="563602" y="40313"/>
                  </a:lnTo>
                  <a:lnTo>
                    <a:pt x="553884" y="43831"/>
                  </a:lnTo>
                  <a:lnTo>
                    <a:pt x="544167" y="46040"/>
                  </a:lnTo>
                  <a:lnTo>
                    <a:pt x="534450" y="48270"/>
                  </a:lnTo>
                  <a:lnTo>
                    <a:pt x="524732" y="50605"/>
                  </a:lnTo>
                  <a:lnTo>
                    <a:pt x="515015" y="52310"/>
                  </a:lnTo>
                  <a:lnTo>
                    <a:pt x="505298" y="53667"/>
                  </a:lnTo>
                  <a:lnTo>
                    <a:pt x="495581" y="54247"/>
                  </a:lnTo>
                  <a:lnTo>
                    <a:pt x="485863" y="55886"/>
                  </a:lnTo>
                  <a:lnTo>
                    <a:pt x="476146" y="57098"/>
                  </a:lnTo>
                  <a:lnTo>
                    <a:pt x="466429" y="59186"/>
                  </a:lnTo>
                  <a:lnTo>
                    <a:pt x="456712" y="62379"/>
                  </a:lnTo>
                  <a:lnTo>
                    <a:pt x="446994" y="64057"/>
                  </a:lnTo>
                  <a:lnTo>
                    <a:pt x="437277" y="67155"/>
                  </a:lnTo>
                  <a:lnTo>
                    <a:pt x="427560" y="70353"/>
                  </a:lnTo>
                  <a:lnTo>
                    <a:pt x="417842" y="73544"/>
                  </a:lnTo>
                  <a:lnTo>
                    <a:pt x="408125" y="77754"/>
                  </a:lnTo>
                  <a:lnTo>
                    <a:pt x="398408" y="80351"/>
                  </a:lnTo>
                  <a:lnTo>
                    <a:pt x="388691" y="82980"/>
                  </a:lnTo>
                  <a:lnTo>
                    <a:pt x="378973" y="87037"/>
                  </a:lnTo>
                  <a:lnTo>
                    <a:pt x="369256" y="90345"/>
                  </a:lnTo>
                  <a:lnTo>
                    <a:pt x="359539" y="94004"/>
                  </a:lnTo>
                  <a:lnTo>
                    <a:pt x="349821" y="98303"/>
                  </a:lnTo>
                  <a:lnTo>
                    <a:pt x="340104" y="104137"/>
                  </a:lnTo>
                  <a:lnTo>
                    <a:pt x="330387" y="109881"/>
                  </a:lnTo>
                  <a:lnTo>
                    <a:pt x="320670" y="111623"/>
                  </a:lnTo>
                  <a:lnTo>
                    <a:pt x="310952" y="117792"/>
                  </a:lnTo>
                  <a:lnTo>
                    <a:pt x="301235" y="122673"/>
                  </a:lnTo>
                  <a:lnTo>
                    <a:pt x="291518" y="125614"/>
                  </a:lnTo>
                  <a:lnTo>
                    <a:pt x="281801" y="129486"/>
                  </a:lnTo>
                  <a:lnTo>
                    <a:pt x="272083" y="134632"/>
                  </a:lnTo>
                  <a:lnTo>
                    <a:pt x="262366" y="139805"/>
                  </a:lnTo>
                  <a:lnTo>
                    <a:pt x="252649" y="144058"/>
                  </a:lnTo>
                  <a:lnTo>
                    <a:pt x="242931" y="146148"/>
                  </a:lnTo>
                  <a:lnTo>
                    <a:pt x="233214" y="151724"/>
                  </a:lnTo>
                  <a:lnTo>
                    <a:pt x="223497" y="156295"/>
                  </a:lnTo>
                  <a:lnTo>
                    <a:pt x="213780" y="161883"/>
                  </a:lnTo>
                  <a:lnTo>
                    <a:pt x="204062" y="166661"/>
                  </a:lnTo>
                  <a:lnTo>
                    <a:pt x="194345" y="169970"/>
                  </a:lnTo>
                  <a:lnTo>
                    <a:pt x="184628" y="174702"/>
                  </a:lnTo>
                  <a:lnTo>
                    <a:pt x="174910" y="179241"/>
                  </a:lnTo>
                  <a:lnTo>
                    <a:pt x="165193" y="183915"/>
                  </a:lnTo>
                  <a:lnTo>
                    <a:pt x="155476" y="186851"/>
                  </a:lnTo>
                  <a:lnTo>
                    <a:pt x="145759" y="190277"/>
                  </a:lnTo>
                  <a:lnTo>
                    <a:pt x="136041" y="192630"/>
                  </a:lnTo>
                  <a:lnTo>
                    <a:pt x="126324" y="194980"/>
                  </a:lnTo>
                  <a:lnTo>
                    <a:pt x="116607" y="199236"/>
                  </a:lnTo>
                  <a:lnTo>
                    <a:pt x="106890" y="204693"/>
                  </a:lnTo>
                  <a:lnTo>
                    <a:pt x="97172" y="209878"/>
                  </a:lnTo>
                  <a:lnTo>
                    <a:pt x="87455" y="214069"/>
                  </a:lnTo>
                  <a:lnTo>
                    <a:pt x="77738" y="218954"/>
                  </a:lnTo>
                  <a:lnTo>
                    <a:pt x="68020" y="223433"/>
                  </a:lnTo>
                  <a:lnTo>
                    <a:pt x="58303" y="227193"/>
                  </a:lnTo>
                  <a:lnTo>
                    <a:pt x="48586" y="231469"/>
                  </a:lnTo>
                  <a:lnTo>
                    <a:pt x="38869" y="237805"/>
                  </a:lnTo>
                  <a:lnTo>
                    <a:pt x="29151" y="243255"/>
                  </a:lnTo>
                  <a:lnTo>
                    <a:pt x="19434" y="245725"/>
                  </a:lnTo>
                  <a:lnTo>
                    <a:pt x="9717" y="247691"/>
                  </a:lnTo>
                  <a:lnTo>
                    <a:pt x="0" y="2514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3486209" y="1490756"/>
              <a:ext cx="2516774" cy="3207672"/>
            </a:xfrm>
            <a:custGeom>
              <a:avLst/>
              <a:pathLst>
                <a:path w="2516774" h="3207672">
                  <a:moveTo>
                    <a:pt x="0" y="2121377"/>
                  </a:moveTo>
                  <a:lnTo>
                    <a:pt x="9717" y="2124050"/>
                  </a:lnTo>
                  <a:lnTo>
                    <a:pt x="19434" y="2128280"/>
                  </a:lnTo>
                  <a:lnTo>
                    <a:pt x="29151" y="2127254"/>
                  </a:lnTo>
                  <a:lnTo>
                    <a:pt x="38869" y="2126285"/>
                  </a:lnTo>
                  <a:lnTo>
                    <a:pt x="48586" y="2129874"/>
                  </a:lnTo>
                  <a:lnTo>
                    <a:pt x="58303" y="2135178"/>
                  </a:lnTo>
                  <a:lnTo>
                    <a:pt x="68020" y="2140457"/>
                  </a:lnTo>
                  <a:lnTo>
                    <a:pt x="77738" y="2139257"/>
                  </a:lnTo>
                  <a:lnTo>
                    <a:pt x="87455" y="2139394"/>
                  </a:lnTo>
                  <a:lnTo>
                    <a:pt x="97172" y="2139984"/>
                  </a:lnTo>
                  <a:lnTo>
                    <a:pt x="106890" y="2141069"/>
                  </a:lnTo>
                  <a:lnTo>
                    <a:pt x="116607" y="2138078"/>
                  </a:lnTo>
                  <a:lnTo>
                    <a:pt x="126324" y="2138164"/>
                  </a:lnTo>
                  <a:lnTo>
                    <a:pt x="136041" y="2138195"/>
                  </a:lnTo>
                  <a:lnTo>
                    <a:pt x="145759" y="2139528"/>
                  </a:lnTo>
                  <a:lnTo>
                    <a:pt x="155476" y="2139982"/>
                  </a:lnTo>
                  <a:lnTo>
                    <a:pt x="165193" y="2141068"/>
                  </a:lnTo>
                  <a:lnTo>
                    <a:pt x="174910" y="2140976"/>
                  </a:lnTo>
                  <a:lnTo>
                    <a:pt x="184628" y="2141188"/>
                  </a:lnTo>
                  <a:lnTo>
                    <a:pt x="194345" y="2139331"/>
                  </a:lnTo>
                  <a:lnTo>
                    <a:pt x="204062" y="2137876"/>
                  </a:lnTo>
                  <a:lnTo>
                    <a:pt x="213780" y="2136136"/>
                  </a:lnTo>
                  <a:lnTo>
                    <a:pt x="223497" y="2134323"/>
                  </a:lnTo>
                  <a:lnTo>
                    <a:pt x="233214" y="2129067"/>
                  </a:lnTo>
                  <a:lnTo>
                    <a:pt x="242931" y="2124113"/>
                  </a:lnTo>
                  <a:lnTo>
                    <a:pt x="252649" y="2116546"/>
                  </a:lnTo>
                  <a:lnTo>
                    <a:pt x="262366" y="2115390"/>
                  </a:lnTo>
                  <a:lnTo>
                    <a:pt x="272083" y="2107115"/>
                  </a:lnTo>
                  <a:lnTo>
                    <a:pt x="281801" y="2100198"/>
                  </a:lnTo>
                  <a:lnTo>
                    <a:pt x="291518" y="2096950"/>
                  </a:lnTo>
                  <a:lnTo>
                    <a:pt x="301235" y="2089594"/>
                  </a:lnTo>
                  <a:lnTo>
                    <a:pt x="310952" y="2085115"/>
                  </a:lnTo>
                  <a:lnTo>
                    <a:pt x="320670" y="2079476"/>
                  </a:lnTo>
                  <a:lnTo>
                    <a:pt x="330387" y="2075155"/>
                  </a:lnTo>
                  <a:lnTo>
                    <a:pt x="340104" y="2068240"/>
                  </a:lnTo>
                  <a:lnTo>
                    <a:pt x="349821" y="2060746"/>
                  </a:lnTo>
                  <a:lnTo>
                    <a:pt x="359539" y="2055257"/>
                  </a:lnTo>
                  <a:lnTo>
                    <a:pt x="369256" y="2047297"/>
                  </a:lnTo>
                  <a:lnTo>
                    <a:pt x="378973" y="2039578"/>
                  </a:lnTo>
                  <a:lnTo>
                    <a:pt x="388691" y="2031951"/>
                  </a:lnTo>
                  <a:lnTo>
                    <a:pt x="398408" y="2023045"/>
                  </a:lnTo>
                  <a:lnTo>
                    <a:pt x="408125" y="2009303"/>
                  </a:lnTo>
                  <a:lnTo>
                    <a:pt x="417842" y="2000846"/>
                  </a:lnTo>
                  <a:lnTo>
                    <a:pt x="427560" y="1996896"/>
                  </a:lnTo>
                  <a:lnTo>
                    <a:pt x="437277" y="1985496"/>
                  </a:lnTo>
                  <a:lnTo>
                    <a:pt x="446994" y="1974262"/>
                  </a:lnTo>
                  <a:lnTo>
                    <a:pt x="456712" y="1965754"/>
                  </a:lnTo>
                  <a:lnTo>
                    <a:pt x="466429" y="1955226"/>
                  </a:lnTo>
                  <a:lnTo>
                    <a:pt x="476146" y="1941072"/>
                  </a:lnTo>
                  <a:lnTo>
                    <a:pt x="485863" y="1928461"/>
                  </a:lnTo>
                  <a:lnTo>
                    <a:pt x="495581" y="1921109"/>
                  </a:lnTo>
                  <a:lnTo>
                    <a:pt x="505298" y="1914631"/>
                  </a:lnTo>
                  <a:lnTo>
                    <a:pt x="515015" y="1901806"/>
                  </a:lnTo>
                  <a:lnTo>
                    <a:pt x="524732" y="1890971"/>
                  </a:lnTo>
                  <a:lnTo>
                    <a:pt x="534450" y="1880078"/>
                  </a:lnTo>
                  <a:lnTo>
                    <a:pt x="544167" y="1869573"/>
                  </a:lnTo>
                  <a:lnTo>
                    <a:pt x="553884" y="1862059"/>
                  </a:lnTo>
                  <a:lnTo>
                    <a:pt x="563602" y="1852825"/>
                  </a:lnTo>
                  <a:lnTo>
                    <a:pt x="573319" y="1843659"/>
                  </a:lnTo>
                  <a:lnTo>
                    <a:pt x="583036" y="1834343"/>
                  </a:lnTo>
                  <a:lnTo>
                    <a:pt x="592753" y="1824817"/>
                  </a:lnTo>
                  <a:lnTo>
                    <a:pt x="602471" y="1812206"/>
                  </a:lnTo>
                  <a:lnTo>
                    <a:pt x="612188" y="1802497"/>
                  </a:lnTo>
                  <a:lnTo>
                    <a:pt x="621905" y="1784838"/>
                  </a:lnTo>
                  <a:lnTo>
                    <a:pt x="631623" y="1776954"/>
                  </a:lnTo>
                  <a:lnTo>
                    <a:pt x="641340" y="1769035"/>
                  </a:lnTo>
                  <a:lnTo>
                    <a:pt x="651057" y="1761086"/>
                  </a:lnTo>
                  <a:lnTo>
                    <a:pt x="660774" y="1750584"/>
                  </a:lnTo>
                  <a:lnTo>
                    <a:pt x="670492" y="1739431"/>
                  </a:lnTo>
                  <a:lnTo>
                    <a:pt x="680209" y="1728294"/>
                  </a:lnTo>
                  <a:lnTo>
                    <a:pt x="689926" y="1717270"/>
                  </a:lnTo>
                  <a:lnTo>
                    <a:pt x="699643" y="1706247"/>
                  </a:lnTo>
                  <a:lnTo>
                    <a:pt x="709361" y="1693022"/>
                  </a:lnTo>
                  <a:lnTo>
                    <a:pt x="719078" y="1678224"/>
                  </a:lnTo>
                  <a:lnTo>
                    <a:pt x="728795" y="1663537"/>
                  </a:lnTo>
                  <a:lnTo>
                    <a:pt x="738513" y="1652076"/>
                  </a:lnTo>
                  <a:lnTo>
                    <a:pt x="748230" y="1644027"/>
                  </a:lnTo>
                  <a:lnTo>
                    <a:pt x="757947" y="1630515"/>
                  </a:lnTo>
                  <a:lnTo>
                    <a:pt x="767664" y="1616176"/>
                  </a:lnTo>
                  <a:lnTo>
                    <a:pt x="777382" y="1603282"/>
                  </a:lnTo>
                  <a:lnTo>
                    <a:pt x="787099" y="1589894"/>
                  </a:lnTo>
                  <a:lnTo>
                    <a:pt x="796816" y="1578760"/>
                  </a:lnTo>
                  <a:lnTo>
                    <a:pt x="806534" y="1567642"/>
                  </a:lnTo>
                  <a:lnTo>
                    <a:pt x="816251" y="1553542"/>
                  </a:lnTo>
                  <a:lnTo>
                    <a:pt x="825968" y="1537598"/>
                  </a:lnTo>
                  <a:lnTo>
                    <a:pt x="835685" y="1522645"/>
                  </a:lnTo>
                  <a:lnTo>
                    <a:pt x="845403" y="1507744"/>
                  </a:lnTo>
                  <a:lnTo>
                    <a:pt x="855120" y="1493247"/>
                  </a:lnTo>
                  <a:lnTo>
                    <a:pt x="864837" y="1479229"/>
                  </a:lnTo>
                  <a:lnTo>
                    <a:pt x="874554" y="1466593"/>
                  </a:lnTo>
                  <a:lnTo>
                    <a:pt x="884272" y="1454394"/>
                  </a:lnTo>
                  <a:lnTo>
                    <a:pt x="893989" y="1442718"/>
                  </a:lnTo>
                  <a:lnTo>
                    <a:pt x="903706" y="1433819"/>
                  </a:lnTo>
                  <a:lnTo>
                    <a:pt x="913424" y="1421591"/>
                  </a:lnTo>
                  <a:lnTo>
                    <a:pt x="923141" y="1407712"/>
                  </a:lnTo>
                  <a:lnTo>
                    <a:pt x="932858" y="1393389"/>
                  </a:lnTo>
                  <a:lnTo>
                    <a:pt x="942575" y="1377932"/>
                  </a:lnTo>
                  <a:lnTo>
                    <a:pt x="952293" y="1362293"/>
                  </a:lnTo>
                  <a:lnTo>
                    <a:pt x="962010" y="1348723"/>
                  </a:lnTo>
                  <a:lnTo>
                    <a:pt x="971727" y="1339755"/>
                  </a:lnTo>
                  <a:lnTo>
                    <a:pt x="981445" y="1323394"/>
                  </a:lnTo>
                  <a:lnTo>
                    <a:pt x="991162" y="1307045"/>
                  </a:lnTo>
                  <a:lnTo>
                    <a:pt x="1000879" y="1290782"/>
                  </a:lnTo>
                  <a:lnTo>
                    <a:pt x="1010596" y="1277997"/>
                  </a:lnTo>
                  <a:lnTo>
                    <a:pt x="1020314" y="1266684"/>
                  </a:lnTo>
                  <a:lnTo>
                    <a:pt x="1030031" y="1255404"/>
                  </a:lnTo>
                  <a:lnTo>
                    <a:pt x="1039748" y="1244084"/>
                  </a:lnTo>
                  <a:lnTo>
                    <a:pt x="1049465" y="1232826"/>
                  </a:lnTo>
                  <a:lnTo>
                    <a:pt x="1059183" y="1221631"/>
                  </a:lnTo>
                  <a:lnTo>
                    <a:pt x="1068900" y="1207688"/>
                  </a:lnTo>
                  <a:lnTo>
                    <a:pt x="1078617" y="1191774"/>
                  </a:lnTo>
                  <a:lnTo>
                    <a:pt x="1088335" y="1175877"/>
                  </a:lnTo>
                  <a:lnTo>
                    <a:pt x="1098052" y="1159992"/>
                  </a:lnTo>
                  <a:lnTo>
                    <a:pt x="1107769" y="1146833"/>
                  </a:lnTo>
                  <a:lnTo>
                    <a:pt x="1117486" y="1131788"/>
                  </a:lnTo>
                  <a:lnTo>
                    <a:pt x="1127204" y="1113279"/>
                  </a:lnTo>
                  <a:lnTo>
                    <a:pt x="1136921" y="1096251"/>
                  </a:lnTo>
                  <a:lnTo>
                    <a:pt x="1146638" y="1080363"/>
                  </a:lnTo>
                  <a:lnTo>
                    <a:pt x="1156356" y="1066128"/>
                  </a:lnTo>
                  <a:lnTo>
                    <a:pt x="1166073" y="1053791"/>
                  </a:lnTo>
                  <a:lnTo>
                    <a:pt x="1175790" y="1041483"/>
                  </a:lnTo>
                  <a:lnTo>
                    <a:pt x="1185507" y="1029212"/>
                  </a:lnTo>
                  <a:lnTo>
                    <a:pt x="1195225" y="1016974"/>
                  </a:lnTo>
                  <a:lnTo>
                    <a:pt x="1204942" y="1004768"/>
                  </a:lnTo>
                  <a:lnTo>
                    <a:pt x="1214659" y="992595"/>
                  </a:lnTo>
                  <a:lnTo>
                    <a:pt x="1224376" y="980512"/>
                  </a:lnTo>
                  <a:lnTo>
                    <a:pt x="1234094" y="968511"/>
                  </a:lnTo>
                  <a:lnTo>
                    <a:pt x="1243811" y="956702"/>
                  </a:lnTo>
                  <a:lnTo>
                    <a:pt x="1253528" y="947788"/>
                  </a:lnTo>
                  <a:lnTo>
                    <a:pt x="1263246" y="938959"/>
                  </a:lnTo>
                  <a:lnTo>
                    <a:pt x="1272963" y="930216"/>
                  </a:lnTo>
                  <a:lnTo>
                    <a:pt x="1282680" y="921621"/>
                  </a:lnTo>
                  <a:lnTo>
                    <a:pt x="1292397" y="911468"/>
                  </a:lnTo>
                  <a:lnTo>
                    <a:pt x="1302115" y="897151"/>
                  </a:lnTo>
                  <a:lnTo>
                    <a:pt x="1311832" y="887735"/>
                  </a:lnTo>
                  <a:lnTo>
                    <a:pt x="1321549" y="879952"/>
                  </a:lnTo>
                  <a:lnTo>
                    <a:pt x="1331267" y="868615"/>
                  </a:lnTo>
                  <a:lnTo>
                    <a:pt x="1340984" y="856839"/>
                  </a:lnTo>
                  <a:lnTo>
                    <a:pt x="1350701" y="845173"/>
                  </a:lnTo>
                  <a:lnTo>
                    <a:pt x="1360418" y="833659"/>
                  </a:lnTo>
                  <a:lnTo>
                    <a:pt x="1370136" y="822248"/>
                  </a:lnTo>
                  <a:lnTo>
                    <a:pt x="1379853" y="810968"/>
                  </a:lnTo>
                  <a:lnTo>
                    <a:pt x="1389570" y="799806"/>
                  </a:lnTo>
                  <a:lnTo>
                    <a:pt x="1399287" y="788748"/>
                  </a:lnTo>
                  <a:lnTo>
                    <a:pt x="1409005" y="777794"/>
                  </a:lnTo>
                  <a:lnTo>
                    <a:pt x="1418722" y="766804"/>
                  </a:lnTo>
                  <a:lnTo>
                    <a:pt x="1428439" y="755288"/>
                  </a:lnTo>
                  <a:lnTo>
                    <a:pt x="1438157" y="743902"/>
                  </a:lnTo>
                  <a:lnTo>
                    <a:pt x="1447874" y="732646"/>
                  </a:lnTo>
                  <a:lnTo>
                    <a:pt x="1457591" y="719097"/>
                  </a:lnTo>
                  <a:lnTo>
                    <a:pt x="1467308" y="708606"/>
                  </a:lnTo>
                  <a:lnTo>
                    <a:pt x="1477026" y="694027"/>
                  </a:lnTo>
                  <a:lnTo>
                    <a:pt x="1486743" y="679563"/>
                  </a:lnTo>
                  <a:lnTo>
                    <a:pt x="1496460" y="665233"/>
                  </a:lnTo>
                  <a:lnTo>
                    <a:pt x="1506178" y="654729"/>
                  </a:lnTo>
                  <a:lnTo>
                    <a:pt x="1515895" y="647984"/>
                  </a:lnTo>
                  <a:lnTo>
                    <a:pt x="1525612" y="641376"/>
                  </a:lnTo>
                  <a:lnTo>
                    <a:pt x="1535329" y="634835"/>
                  </a:lnTo>
                  <a:lnTo>
                    <a:pt x="1545047" y="626843"/>
                  </a:lnTo>
                  <a:lnTo>
                    <a:pt x="1554764" y="617030"/>
                  </a:lnTo>
                  <a:lnTo>
                    <a:pt x="1564481" y="607346"/>
                  </a:lnTo>
                  <a:lnTo>
                    <a:pt x="1574198" y="597947"/>
                  </a:lnTo>
                  <a:lnTo>
                    <a:pt x="1583916" y="591245"/>
                  </a:lnTo>
                  <a:lnTo>
                    <a:pt x="1593633" y="585548"/>
                  </a:lnTo>
                  <a:lnTo>
                    <a:pt x="1603350" y="579961"/>
                  </a:lnTo>
                  <a:lnTo>
                    <a:pt x="1613068" y="570415"/>
                  </a:lnTo>
                  <a:lnTo>
                    <a:pt x="1622785" y="560323"/>
                  </a:lnTo>
                  <a:lnTo>
                    <a:pt x="1632502" y="551620"/>
                  </a:lnTo>
                  <a:lnTo>
                    <a:pt x="1642219" y="540705"/>
                  </a:lnTo>
                  <a:lnTo>
                    <a:pt x="1651937" y="530428"/>
                  </a:lnTo>
                  <a:lnTo>
                    <a:pt x="1661654" y="520636"/>
                  </a:lnTo>
                  <a:lnTo>
                    <a:pt x="1671371" y="510979"/>
                  </a:lnTo>
                  <a:lnTo>
                    <a:pt x="1681089" y="502988"/>
                  </a:lnTo>
                  <a:lnTo>
                    <a:pt x="1690806" y="495734"/>
                  </a:lnTo>
                  <a:lnTo>
                    <a:pt x="1700523" y="486041"/>
                  </a:lnTo>
                  <a:lnTo>
                    <a:pt x="1710240" y="476583"/>
                  </a:lnTo>
                  <a:lnTo>
                    <a:pt x="1719958" y="468791"/>
                  </a:lnTo>
                  <a:lnTo>
                    <a:pt x="1729675" y="459381"/>
                  </a:lnTo>
                  <a:lnTo>
                    <a:pt x="1739392" y="451923"/>
                  </a:lnTo>
                  <a:lnTo>
                    <a:pt x="1749109" y="445228"/>
                  </a:lnTo>
                  <a:lnTo>
                    <a:pt x="1758827" y="438639"/>
                  </a:lnTo>
                  <a:lnTo>
                    <a:pt x="1768544" y="431548"/>
                  </a:lnTo>
                  <a:lnTo>
                    <a:pt x="1778261" y="424436"/>
                  </a:lnTo>
                  <a:lnTo>
                    <a:pt x="1787979" y="417438"/>
                  </a:lnTo>
                  <a:lnTo>
                    <a:pt x="1797696" y="410555"/>
                  </a:lnTo>
                  <a:lnTo>
                    <a:pt x="1807413" y="403060"/>
                  </a:lnTo>
                  <a:lnTo>
                    <a:pt x="1817130" y="392906"/>
                  </a:lnTo>
                  <a:lnTo>
                    <a:pt x="1826848" y="382816"/>
                  </a:lnTo>
                  <a:lnTo>
                    <a:pt x="1836565" y="372790"/>
                  </a:lnTo>
                  <a:lnTo>
                    <a:pt x="1846282" y="362830"/>
                  </a:lnTo>
                  <a:lnTo>
                    <a:pt x="1856000" y="352936"/>
                  </a:lnTo>
                  <a:lnTo>
                    <a:pt x="1865717" y="343113"/>
                  </a:lnTo>
                  <a:lnTo>
                    <a:pt x="1875434" y="333392"/>
                  </a:lnTo>
                  <a:lnTo>
                    <a:pt x="1885151" y="326408"/>
                  </a:lnTo>
                  <a:lnTo>
                    <a:pt x="1894869" y="320618"/>
                  </a:lnTo>
                  <a:lnTo>
                    <a:pt x="1904586" y="315494"/>
                  </a:lnTo>
                  <a:lnTo>
                    <a:pt x="1914303" y="312275"/>
                  </a:lnTo>
                  <a:lnTo>
                    <a:pt x="1924020" y="309055"/>
                  </a:lnTo>
                  <a:lnTo>
                    <a:pt x="1933738" y="301558"/>
                  </a:lnTo>
                  <a:lnTo>
                    <a:pt x="1943455" y="294131"/>
                  </a:lnTo>
                  <a:lnTo>
                    <a:pt x="1953172" y="287482"/>
                  </a:lnTo>
                  <a:lnTo>
                    <a:pt x="1962890" y="282179"/>
                  </a:lnTo>
                  <a:lnTo>
                    <a:pt x="1972607" y="276952"/>
                  </a:lnTo>
                  <a:lnTo>
                    <a:pt x="1982324" y="271810"/>
                  </a:lnTo>
                  <a:lnTo>
                    <a:pt x="1992041" y="264848"/>
                  </a:lnTo>
                  <a:lnTo>
                    <a:pt x="2001759" y="256565"/>
                  </a:lnTo>
                  <a:lnTo>
                    <a:pt x="2011476" y="250081"/>
                  </a:lnTo>
                  <a:lnTo>
                    <a:pt x="2021193" y="245090"/>
                  </a:lnTo>
                  <a:lnTo>
                    <a:pt x="2030911" y="240188"/>
                  </a:lnTo>
                  <a:lnTo>
                    <a:pt x="2040628" y="235502"/>
                  </a:lnTo>
                  <a:lnTo>
                    <a:pt x="2050345" y="230211"/>
                  </a:lnTo>
                  <a:lnTo>
                    <a:pt x="2060062" y="226201"/>
                  </a:lnTo>
                  <a:lnTo>
                    <a:pt x="2069780" y="221612"/>
                  </a:lnTo>
                  <a:lnTo>
                    <a:pt x="2079497" y="215947"/>
                  </a:lnTo>
                  <a:lnTo>
                    <a:pt x="2089214" y="209767"/>
                  </a:lnTo>
                  <a:lnTo>
                    <a:pt x="2098931" y="204093"/>
                  </a:lnTo>
                  <a:lnTo>
                    <a:pt x="2108649" y="200279"/>
                  </a:lnTo>
                  <a:lnTo>
                    <a:pt x="2118366" y="196526"/>
                  </a:lnTo>
                  <a:lnTo>
                    <a:pt x="2128083" y="191493"/>
                  </a:lnTo>
                  <a:lnTo>
                    <a:pt x="2137801" y="187143"/>
                  </a:lnTo>
                  <a:lnTo>
                    <a:pt x="2147518" y="179704"/>
                  </a:lnTo>
                  <a:lnTo>
                    <a:pt x="2157235" y="173821"/>
                  </a:lnTo>
                  <a:lnTo>
                    <a:pt x="2166952" y="168108"/>
                  </a:lnTo>
                  <a:lnTo>
                    <a:pt x="2176670" y="162491"/>
                  </a:lnTo>
                  <a:lnTo>
                    <a:pt x="2186387" y="157246"/>
                  </a:lnTo>
                  <a:lnTo>
                    <a:pt x="2196104" y="152122"/>
                  </a:lnTo>
                  <a:lnTo>
                    <a:pt x="2205822" y="146320"/>
                  </a:lnTo>
                  <a:lnTo>
                    <a:pt x="2215539" y="140597"/>
                  </a:lnTo>
                  <a:lnTo>
                    <a:pt x="2225256" y="134925"/>
                  </a:lnTo>
                  <a:lnTo>
                    <a:pt x="2234973" y="129910"/>
                  </a:lnTo>
                  <a:lnTo>
                    <a:pt x="2244691" y="124695"/>
                  </a:lnTo>
                  <a:lnTo>
                    <a:pt x="2254408" y="119545"/>
                  </a:lnTo>
                  <a:lnTo>
                    <a:pt x="2264125" y="114459"/>
                  </a:lnTo>
                  <a:lnTo>
                    <a:pt x="2273842" y="109435"/>
                  </a:lnTo>
                  <a:lnTo>
                    <a:pt x="2283560" y="104474"/>
                  </a:lnTo>
                  <a:lnTo>
                    <a:pt x="2293277" y="99575"/>
                  </a:lnTo>
                  <a:lnTo>
                    <a:pt x="2302994" y="95221"/>
                  </a:lnTo>
                  <a:lnTo>
                    <a:pt x="2312712" y="92930"/>
                  </a:lnTo>
                  <a:lnTo>
                    <a:pt x="2322429" y="88982"/>
                  </a:lnTo>
                  <a:lnTo>
                    <a:pt x="2332146" y="85217"/>
                  </a:lnTo>
                  <a:lnTo>
                    <a:pt x="2341863" y="79545"/>
                  </a:lnTo>
                  <a:lnTo>
                    <a:pt x="2351581" y="74864"/>
                  </a:lnTo>
                  <a:lnTo>
                    <a:pt x="2361298" y="70296"/>
                  </a:lnTo>
                  <a:lnTo>
                    <a:pt x="2371015" y="65785"/>
                  </a:lnTo>
                  <a:lnTo>
                    <a:pt x="2380733" y="59663"/>
                  </a:lnTo>
                  <a:lnTo>
                    <a:pt x="2390450" y="53945"/>
                  </a:lnTo>
                  <a:lnTo>
                    <a:pt x="2400167" y="49630"/>
                  </a:lnTo>
                  <a:lnTo>
                    <a:pt x="2409884" y="45426"/>
                  </a:lnTo>
                  <a:lnTo>
                    <a:pt x="2419602" y="41311"/>
                  </a:lnTo>
                  <a:lnTo>
                    <a:pt x="2429319" y="35837"/>
                  </a:lnTo>
                  <a:lnTo>
                    <a:pt x="2439036" y="33161"/>
                  </a:lnTo>
                  <a:lnTo>
                    <a:pt x="2448753" y="29180"/>
                  </a:lnTo>
                  <a:lnTo>
                    <a:pt x="2458471" y="25251"/>
                  </a:lnTo>
                  <a:lnTo>
                    <a:pt x="2468188" y="21375"/>
                  </a:lnTo>
                  <a:lnTo>
                    <a:pt x="2477905" y="15126"/>
                  </a:lnTo>
                  <a:lnTo>
                    <a:pt x="2487623" y="9473"/>
                  </a:lnTo>
                  <a:lnTo>
                    <a:pt x="2497340" y="7541"/>
                  </a:lnTo>
                  <a:lnTo>
                    <a:pt x="2507057" y="2995"/>
                  </a:lnTo>
                  <a:lnTo>
                    <a:pt x="2516774" y="0"/>
                  </a:lnTo>
                  <a:lnTo>
                    <a:pt x="2516774" y="3207672"/>
                  </a:lnTo>
                  <a:lnTo>
                    <a:pt x="2507057" y="3207017"/>
                  </a:lnTo>
                  <a:lnTo>
                    <a:pt x="2497340" y="3205563"/>
                  </a:lnTo>
                  <a:lnTo>
                    <a:pt x="2487623" y="3203956"/>
                  </a:lnTo>
                  <a:lnTo>
                    <a:pt x="2477905" y="3202336"/>
                  </a:lnTo>
                  <a:lnTo>
                    <a:pt x="2468188" y="3200691"/>
                  </a:lnTo>
                  <a:lnTo>
                    <a:pt x="2458471" y="3199039"/>
                  </a:lnTo>
                  <a:lnTo>
                    <a:pt x="2448753" y="3197952"/>
                  </a:lnTo>
                  <a:lnTo>
                    <a:pt x="2439036" y="3196975"/>
                  </a:lnTo>
                  <a:lnTo>
                    <a:pt x="2429319" y="3195990"/>
                  </a:lnTo>
                  <a:lnTo>
                    <a:pt x="2419602" y="3194828"/>
                  </a:lnTo>
                  <a:lnTo>
                    <a:pt x="2409884" y="3193937"/>
                  </a:lnTo>
                  <a:lnTo>
                    <a:pt x="2400167" y="3193025"/>
                  </a:lnTo>
                  <a:lnTo>
                    <a:pt x="2390450" y="3192024"/>
                  </a:lnTo>
                  <a:lnTo>
                    <a:pt x="2380733" y="3191014"/>
                  </a:lnTo>
                  <a:lnTo>
                    <a:pt x="2371015" y="3189996"/>
                  </a:lnTo>
                  <a:lnTo>
                    <a:pt x="2361298" y="3188967"/>
                  </a:lnTo>
                  <a:lnTo>
                    <a:pt x="2351581" y="3187930"/>
                  </a:lnTo>
                  <a:lnTo>
                    <a:pt x="2341863" y="3186883"/>
                  </a:lnTo>
                  <a:lnTo>
                    <a:pt x="2332146" y="3185826"/>
                  </a:lnTo>
                  <a:lnTo>
                    <a:pt x="2322429" y="3184760"/>
                  </a:lnTo>
                  <a:lnTo>
                    <a:pt x="2312712" y="3183684"/>
                  </a:lnTo>
                  <a:lnTo>
                    <a:pt x="2302994" y="3182599"/>
                  </a:lnTo>
                  <a:lnTo>
                    <a:pt x="2293277" y="3181504"/>
                  </a:lnTo>
                  <a:lnTo>
                    <a:pt x="2283560" y="3180399"/>
                  </a:lnTo>
                  <a:lnTo>
                    <a:pt x="2273842" y="3179283"/>
                  </a:lnTo>
                  <a:lnTo>
                    <a:pt x="2264125" y="3178158"/>
                  </a:lnTo>
                  <a:lnTo>
                    <a:pt x="2254408" y="3177023"/>
                  </a:lnTo>
                  <a:lnTo>
                    <a:pt x="2244691" y="3175877"/>
                  </a:lnTo>
                  <a:lnTo>
                    <a:pt x="2234973" y="3174721"/>
                  </a:lnTo>
                  <a:lnTo>
                    <a:pt x="2225256" y="3173555"/>
                  </a:lnTo>
                  <a:lnTo>
                    <a:pt x="2215539" y="3172378"/>
                  </a:lnTo>
                  <a:lnTo>
                    <a:pt x="2205822" y="3171190"/>
                  </a:lnTo>
                  <a:lnTo>
                    <a:pt x="2196104" y="3170177"/>
                  </a:lnTo>
                  <a:lnTo>
                    <a:pt x="2186387" y="3169427"/>
                  </a:lnTo>
                  <a:lnTo>
                    <a:pt x="2176670" y="3168669"/>
                  </a:lnTo>
                  <a:lnTo>
                    <a:pt x="2166952" y="3167901"/>
                  </a:lnTo>
                  <a:lnTo>
                    <a:pt x="2157235" y="3167125"/>
                  </a:lnTo>
                  <a:lnTo>
                    <a:pt x="2147518" y="3166340"/>
                  </a:lnTo>
                  <a:lnTo>
                    <a:pt x="2137801" y="3165546"/>
                  </a:lnTo>
                  <a:lnTo>
                    <a:pt x="2128083" y="3164528"/>
                  </a:lnTo>
                  <a:lnTo>
                    <a:pt x="2118366" y="3163386"/>
                  </a:lnTo>
                  <a:lnTo>
                    <a:pt x="2108649" y="3162235"/>
                  </a:lnTo>
                  <a:lnTo>
                    <a:pt x="2098931" y="3161073"/>
                  </a:lnTo>
                  <a:lnTo>
                    <a:pt x="2089214" y="3159902"/>
                  </a:lnTo>
                  <a:lnTo>
                    <a:pt x="2079497" y="3158703"/>
                  </a:lnTo>
                  <a:lnTo>
                    <a:pt x="2069780" y="3157485"/>
                  </a:lnTo>
                  <a:lnTo>
                    <a:pt x="2060062" y="3156121"/>
                  </a:lnTo>
                  <a:lnTo>
                    <a:pt x="2050345" y="3154664"/>
                  </a:lnTo>
                  <a:lnTo>
                    <a:pt x="2040628" y="3153633"/>
                  </a:lnTo>
                  <a:lnTo>
                    <a:pt x="2030911" y="3152566"/>
                  </a:lnTo>
                  <a:lnTo>
                    <a:pt x="2021193" y="3151319"/>
                  </a:lnTo>
                  <a:lnTo>
                    <a:pt x="2011476" y="3150061"/>
                  </a:lnTo>
                  <a:lnTo>
                    <a:pt x="2001759" y="3148792"/>
                  </a:lnTo>
                  <a:lnTo>
                    <a:pt x="1992041" y="3147513"/>
                  </a:lnTo>
                  <a:lnTo>
                    <a:pt x="1982324" y="3146222"/>
                  </a:lnTo>
                  <a:lnTo>
                    <a:pt x="1972607" y="3144921"/>
                  </a:lnTo>
                  <a:lnTo>
                    <a:pt x="1962890" y="3143609"/>
                  </a:lnTo>
                  <a:lnTo>
                    <a:pt x="1953172" y="3142285"/>
                  </a:lnTo>
                  <a:lnTo>
                    <a:pt x="1943455" y="3140950"/>
                  </a:lnTo>
                  <a:lnTo>
                    <a:pt x="1933738" y="3139604"/>
                  </a:lnTo>
                  <a:lnTo>
                    <a:pt x="1924020" y="3138247"/>
                  </a:lnTo>
                  <a:lnTo>
                    <a:pt x="1914303" y="3136878"/>
                  </a:lnTo>
                  <a:lnTo>
                    <a:pt x="1904586" y="3135494"/>
                  </a:lnTo>
                  <a:lnTo>
                    <a:pt x="1894869" y="3134089"/>
                  </a:lnTo>
                  <a:lnTo>
                    <a:pt x="1885151" y="3132673"/>
                  </a:lnTo>
                  <a:lnTo>
                    <a:pt x="1875434" y="3131244"/>
                  </a:lnTo>
                  <a:lnTo>
                    <a:pt x="1865717" y="3129804"/>
                  </a:lnTo>
                  <a:lnTo>
                    <a:pt x="1856000" y="3128352"/>
                  </a:lnTo>
                  <a:lnTo>
                    <a:pt x="1846282" y="3126887"/>
                  </a:lnTo>
                  <a:lnTo>
                    <a:pt x="1836565" y="3125410"/>
                  </a:lnTo>
                  <a:lnTo>
                    <a:pt x="1826848" y="3123775"/>
                  </a:lnTo>
                  <a:lnTo>
                    <a:pt x="1817130" y="3121943"/>
                  </a:lnTo>
                  <a:lnTo>
                    <a:pt x="1807413" y="3120093"/>
                  </a:lnTo>
                  <a:lnTo>
                    <a:pt x="1797696" y="3118225"/>
                  </a:lnTo>
                  <a:lnTo>
                    <a:pt x="1787979" y="3116340"/>
                  </a:lnTo>
                  <a:lnTo>
                    <a:pt x="1778261" y="3114437"/>
                  </a:lnTo>
                  <a:lnTo>
                    <a:pt x="1768544" y="3112516"/>
                  </a:lnTo>
                  <a:lnTo>
                    <a:pt x="1758827" y="3110576"/>
                  </a:lnTo>
                  <a:lnTo>
                    <a:pt x="1749109" y="3108618"/>
                  </a:lnTo>
                  <a:lnTo>
                    <a:pt x="1739392" y="3106642"/>
                  </a:lnTo>
                  <a:lnTo>
                    <a:pt x="1729675" y="3104647"/>
                  </a:lnTo>
                  <a:lnTo>
                    <a:pt x="1719958" y="3103731"/>
                  </a:lnTo>
                  <a:lnTo>
                    <a:pt x="1710240" y="3102801"/>
                  </a:lnTo>
                  <a:lnTo>
                    <a:pt x="1700523" y="3101858"/>
                  </a:lnTo>
                  <a:lnTo>
                    <a:pt x="1690806" y="3100899"/>
                  </a:lnTo>
                  <a:lnTo>
                    <a:pt x="1681089" y="3099927"/>
                  </a:lnTo>
                  <a:lnTo>
                    <a:pt x="1671371" y="3098507"/>
                  </a:lnTo>
                  <a:lnTo>
                    <a:pt x="1661654" y="3096809"/>
                  </a:lnTo>
                  <a:lnTo>
                    <a:pt x="1651937" y="3095081"/>
                  </a:lnTo>
                  <a:lnTo>
                    <a:pt x="1642219" y="3093225"/>
                  </a:lnTo>
                  <a:lnTo>
                    <a:pt x="1632502" y="3091617"/>
                  </a:lnTo>
                  <a:lnTo>
                    <a:pt x="1622785" y="3089851"/>
                  </a:lnTo>
                  <a:lnTo>
                    <a:pt x="1613068" y="3087795"/>
                  </a:lnTo>
                  <a:lnTo>
                    <a:pt x="1603350" y="3085360"/>
                  </a:lnTo>
                  <a:lnTo>
                    <a:pt x="1593633" y="3082905"/>
                  </a:lnTo>
                  <a:lnTo>
                    <a:pt x="1583916" y="3080413"/>
                  </a:lnTo>
                  <a:lnTo>
                    <a:pt x="1574198" y="3077899"/>
                  </a:lnTo>
                  <a:lnTo>
                    <a:pt x="1564481" y="3075364"/>
                  </a:lnTo>
                  <a:lnTo>
                    <a:pt x="1554764" y="3072809"/>
                  </a:lnTo>
                  <a:lnTo>
                    <a:pt x="1545047" y="3070957"/>
                  </a:lnTo>
                  <a:lnTo>
                    <a:pt x="1535329" y="3069261"/>
                  </a:lnTo>
                  <a:lnTo>
                    <a:pt x="1525612" y="3067182"/>
                  </a:lnTo>
                  <a:lnTo>
                    <a:pt x="1515895" y="3064489"/>
                  </a:lnTo>
                  <a:lnTo>
                    <a:pt x="1506178" y="3061775"/>
                  </a:lnTo>
                  <a:lnTo>
                    <a:pt x="1496460" y="3059040"/>
                  </a:lnTo>
                  <a:lnTo>
                    <a:pt x="1486743" y="3056661"/>
                  </a:lnTo>
                  <a:lnTo>
                    <a:pt x="1477026" y="3054936"/>
                  </a:lnTo>
                  <a:lnTo>
                    <a:pt x="1467308" y="3053197"/>
                  </a:lnTo>
                  <a:lnTo>
                    <a:pt x="1457591" y="3051444"/>
                  </a:lnTo>
                  <a:lnTo>
                    <a:pt x="1447874" y="3049678"/>
                  </a:lnTo>
                  <a:lnTo>
                    <a:pt x="1438157" y="3048040"/>
                  </a:lnTo>
                  <a:lnTo>
                    <a:pt x="1428439" y="3046390"/>
                  </a:lnTo>
                  <a:lnTo>
                    <a:pt x="1418722" y="3044726"/>
                  </a:lnTo>
                  <a:lnTo>
                    <a:pt x="1409005" y="3043041"/>
                  </a:lnTo>
                  <a:lnTo>
                    <a:pt x="1399287" y="3041341"/>
                  </a:lnTo>
                  <a:lnTo>
                    <a:pt x="1389570" y="3039613"/>
                  </a:lnTo>
                  <a:lnTo>
                    <a:pt x="1379853" y="3037862"/>
                  </a:lnTo>
                  <a:lnTo>
                    <a:pt x="1370136" y="3036098"/>
                  </a:lnTo>
                  <a:lnTo>
                    <a:pt x="1360418" y="3033348"/>
                  </a:lnTo>
                  <a:lnTo>
                    <a:pt x="1350701" y="3031083"/>
                  </a:lnTo>
                  <a:lnTo>
                    <a:pt x="1340984" y="3029152"/>
                  </a:lnTo>
                  <a:lnTo>
                    <a:pt x="1331267" y="3027205"/>
                  </a:lnTo>
                  <a:lnTo>
                    <a:pt x="1321549" y="3025243"/>
                  </a:lnTo>
                  <a:lnTo>
                    <a:pt x="1311832" y="3023261"/>
                  </a:lnTo>
                  <a:lnTo>
                    <a:pt x="1302115" y="3021241"/>
                  </a:lnTo>
                  <a:lnTo>
                    <a:pt x="1292397" y="3019205"/>
                  </a:lnTo>
                  <a:lnTo>
                    <a:pt x="1282680" y="3016723"/>
                  </a:lnTo>
                  <a:lnTo>
                    <a:pt x="1272963" y="3014645"/>
                  </a:lnTo>
                  <a:lnTo>
                    <a:pt x="1263246" y="3012544"/>
                  </a:lnTo>
                  <a:lnTo>
                    <a:pt x="1253528" y="3010419"/>
                  </a:lnTo>
                  <a:lnTo>
                    <a:pt x="1243811" y="3008270"/>
                  </a:lnTo>
                  <a:lnTo>
                    <a:pt x="1234094" y="3006094"/>
                  </a:lnTo>
                  <a:lnTo>
                    <a:pt x="1224376" y="3003797"/>
                  </a:lnTo>
                  <a:lnTo>
                    <a:pt x="1214659" y="3000327"/>
                  </a:lnTo>
                  <a:lnTo>
                    <a:pt x="1204942" y="2996823"/>
                  </a:lnTo>
                  <a:lnTo>
                    <a:pt x="1195225" y="2994276"/>
                  </a:lnTo>
                  <a:lnTo>
                    <a:pt x="1185507" y="2992040"/>
                  </a:lnTo>
                  <a:lnTo>
                    <a:pt x="1175790" y="2989779"/>
                  </a:lnTo>
                  <a:lnTo>
                    <a:pt x="1166073" y="2987504"/>
                  </a:lnTo>
                  <a:lnTo>
                    <a:pt x="1156356" y="2984218"/>
                  </a:lnTo>
                  <a:lnTo>
                    <a:pt x="1146638" y="2980879"/>
                  </a:lnTo>
                  <a:lnTo>
                    <a:pt x="1136921" y="2977505"/>
                  </a:lnTo>
                  <a:lnTo>
                    <a:pt x="1127204" y="2974091"/>
                  </a:lnTo>
                  <a:lnTo>
                    <a:pt x="1117486" y="2970631"/>
                  </a:lnTo>
                  <a:lnTo>
                    <a:pt x="1107769" y="2968476"/>
                  </a:lnTo>
                  <a:lnTo>
                    <a:pt x="1098052" y="2966320"/>
                  </a:lnTo>
                  <a:lnTo>
                    <a:pt x="1088335" y="2964142"/>
                  </a:lnTo>
                  <a:lnTo>
                    <a:pt x="1078617" y="2961944"/>
                  </a:lnTo>
                  <a:lnTo>
                    <a:pt x="1068900" y="2959724"/>
                  </a:lnTo>
                  <a:lnTo>
                    <a:pt x="1059183" y="2957483"/>
                  </a:lnTo>
                  <a:lnTo>
                    <a:pt x="1049465" y="2955221"/>
                  </a:lnTo>
                  <a:lnTo>
                    <a:pt x="1039748" y="2952485"/>
                  </a:lnTo>
                  <a:lnTo>
                    <a:pt x="1030031" y="2949572"/>
                  </a:lnTo>
                  <a:lnTo>
                    <a:pt x="1020314" y="2946645"/>
                  </a:lnTo>
                  <a:lnTo>
                    <a:pt x="1010596" y="2943705"/>
                  </a:lnTo>
                  <a:lnTo>
                    <a:pt x="1000879" y="2940739"/>
                  </a:lnTo>
                  <a:lnTo>
                    <a:pt x="991162" y="2937761"/>
                  </a:lnTo>
                  <a:lnTo>
                    <a:pt x="981445" y="2934770"/>
                  </a:lnTo>
                  <a:lnTo>
                    <a:pt x="971727" y="2931766"/>
                  </a:lnTo>
                  <a:lnTo>
                    <a:pt x="962010" y="2928741"/>
                  </a:lnTo>
                  <a:lnTo>
                    <a:pt x="952293" y="2925701"/>
                  </a:lnTo>
                  <a:lnTo>
                    <a:pt x="942575" y="2922649"/>
                  </a:lnTo>
                  <a:lnTo>
                    <a:pt x="932858" y="2919583"/>
                  </a:lnTo>
                  <a:lnTo>
                    <a:pt x="923141" y="2916504"/>
                  </a:lnTo>
                  <a:lnTo>
                    <a:pt x="913424" y="2913412"/>
                  </a:lnTo>
                  <a:lnTo>
                    <a:pt x="903706" y="2910307"/>
                  </a:lnTo>
                  <a:lnTo>
                    <a:pt x="893989" y="2906950"/>
                  </a:lnTo>
                  <a:lnTo>
                    <a:pt x="884272" y="2903412"/>
                  </a:lnTo>
                  <a:lnTo>
                    <a:pt x="874554" y="2899846"/>
                  </a:lnTo>
                  <a:lnTo>
                    <a:pt x="864837" y="2896121"/>
                  </a:lnTo>
                  <a:lnTo>
                    <a:pt x="855120" y="2892589"/>
                  </a:lnTo>
                  <a:lnTo>
                    <a:pt x="845403" y="2888942"/>
                  </a:lnTo>
                  <a:lnTo>
                    <a:pt x="835685" y="2883820"/>
                  </a:lnTo>
                  <a:lnTo>
                    <a:pt x="825968" y="2877890"/>
                  </a:lnTo>
                  <a:lnTo>
                    <a:pt x="816251" y="2871908"/>
                  </a:lnTo>
                  <a:lnTo>
                    <a:pt x="806534" y="2867764"/>
                  </a:lnTo>
                  <a:lnTo>
                    <a:pt x="796816" y="2865208"/>
                  </a:lnTo>
                  <a:lnTo>
                    <a:pt x="787099" y="2862622"/>
                  </a:lnTo>
                  <a:lnTo>
                    <a:pt x="777382" y="2859962"/>
                  </a:lnTo>
                  <a:lnTo>
                    <a:pt x="767664" y="2855593"/>
                  </a:lnTo>
                  <a:lnTo>
                    <a:pt x="757947" y="2852914"/>
                  </a:lnTo>
                  <a:lnTo>
                    <a:pt x="748230" y="2850783"/>
                  </a:lnTo>
                  <a:lnTo>
                    <a:pt x="738513" y="2848764"/>
                  </a:lnTo>
                  <a:lnTo>
                    <a:pt x="728795" y="2846560"/>
                  </a:lnTo>
                  <a:lnTo>
                    <a:pt x="719078" y="2843635"/>
                  </a:lnTo>
                  <a:lnTo>
                    <a:pt x="709361" y="2839551"/>
                  </a:lnTo>
                  <a:lnTo>
                    <a:pt x="699643" y="2836228"/>
                  </a:lnTo>
                  <a:lnTo>
                    <a:pt x="689926" y="2833486"/>
                  </a:lnTo>
                  <a:lnTo>
                    <a:pt x="680209" y="2830724"/>
                  </a:lnTo>
                  <a:lnTo>
                    <a:pt x="670492" y="2827943"/>
                  </a:lnTo>
                  <a:lnTo>
                    <a:pt x="660774" y="2825179"/>
                  </a:lnTo>
                  <a:lnTo>
                    <a:pt x="651057" y="2822321"/>
                  </a:lnTo>
                  <a:lnTo>
                    <a:pt x="641340" y="2819480"/>
                  </a:lnTo>
                  <a:lnTo>
                    <a:pt x="631623" y="2814230"/>
                  </a:lnTo>
                  <a:lnTo>
                    <a:pt x="621905" y="2812017"/>
                  </a:lnTo>
                  <a:lnTo>
                    <a:pt x="612188" y="2809606"/>
                  </a:lnTo>
                  <a:lnTo>
                    <a:pt x="602471" y="2807844"/>
                  </a:lnTo>
                  <a:lnTo>
                    <a:pt x="592753" y="2804627"/>
                  </a:lnTo>
                  <a:lnTo>
                    <a:pt x="583036" y="2801373"/>
                  </a:lnTo>
                  <a:lnTo>
                    <a:pt x="573319" y="2798071"/>
                  </a:lnTo>
                  <a:lnTo>
                    <a:pt x="563602" y="2795358"/>
                  </a:lnTo>
                  <a:lnTo>
                    <a:pt x="553884" y="2792990"/>
                  </a:lnTo>
                  <a:lnTo>
                    <a:pt x="544167" y="2790287"/>
                  </a:lnTo>
                  <a:lnTo>
                    <a:pt x="534450" y="2787290"/>
                  </a:lnTo>
                  <a:lnTo>
                    <a:pt x="524732" y="2783358"/>
                  </a:lnTo>
                  <a:lnTo>
                    <a:pt x="515015" y="2778206"/>
                  </a:lnTo>
                  <a:lnTo>
                    <a:pt x="505298" y="2777093"/>
                  </a:lnTo>
                  <a:lnTo>
                    <a:pt x="495581" y="2774397"/>
                  </a:lnTo>
                  <a:lnTo>
                    <a:pt x="485863" y="2771222"/>
                  </a:lnTo>
                  <a:lnTo>
                    <a:pt x="476146" y="2767824"/>
                  </a:lnTo>
                  <a:lnTo>
                    <a:pt x="466429" y="2759359"/>
                  </a:lnTo>
                  <a:lnTo>
                    <a:pt x="456712" y="2755539"/>
                  </a:lnTo>
                  <a:lnTo>
                    <a:pt x="446994" y="2753178"/>
                  </a:lnTo>
                  <a:lnTo>
                    <a:pt x="437277" y="2747840"/>
                  </a:lnTo>
                  <a:lnTo>
                    <a:pt x="427560" y="2744613"/>
                  </a:lnTo>
                  <a:lnTo>
                    <a:pt x="417842" y="2740913"/>
                  </a:lnTo>
                  <a:lnTo>
                    <a:pt x="408125" y="2738739"/>
                  </a:lnTo>
                  <a:lnTo>
                    <a:pt x="398408" y="2735526"/>
                  </a:lnTo>
                  <a:lnTo>
                    <a:pt x="388691" y="2735176"/>
                  </a:lnTo>
                  <a:lnTo>
                    <a:pt x="378973" y="2733298"/>
                  </a:lnTo>
                  <a:lnTo>
                    <a:pt x="369256" y="2731361"/>
                  </a:lnTo>
                  <a:lnTo>
                    <a:pt x="359539" y="2727901"/>
                  </a:lnTo>
                  <a:lnTo>
                    <a:pt x="349821" y="2723890"/>
                  </a:lnTo>
                  <a:lnTo>
                    <a:pt x="340104" y="2720964"/>
                  </a:lnTo>
                  <a:lnTo>
                    <a:pt x="330387" y="2720482"/>
                  </a:lnTo>
                  <a:lnTo>
                    <a:pt x="320670" y="2717138"/>
                  </a:lnTo>
                  <a:lnTo>
                    <a:pt x="310952" y="2713752"/>
                  </a:lnTo>
                  <a:lnTo>
                    <a:pt x="301235" y="2713245"/>
                  </a:lnTo>
                  <a:lnTo>
                    <a:pt x="291518" y="2712233"/>
                  </a:lnTo>
                  <a:lnTo>
                    <a:pt x="281801" y="2712258"/>
                  </a:lnTo>
                  <a:lnTo>
                    <a:pt x="272083" y="2712938"/>
                  </a:lnTo>
                  <a:lnTo>
                    <a:pt x="262366" y="2711393"/>
                  </a:lnTo>
                  <a:lnTo>
                    <a:pt x="252649" y="2708512"/>
                  </a:lnTo>
                  <a:lnTo>
                    <a:pt x="242931" y="2707312"/>
                  </a:lnTo>
                  <a:lnTo>
                    <a:pt x="233214" y="2708639"/>
                  </a:lnTo>
                  <a:lnTo>
                    <a:pt x="223497" y="2707615"/>
                  </a:lnTo>
                  <a:lnTo>
                    <a:pt x="213780" y="2709414"/>
                  </a:lnTo>
                  <a:lnTo>
                    <a:pt x="204062" y="2711776"/>
                  </a:lnTo>
                  <a:lnTo>
                    <a:pt x="194345" y="2713756"/>
                  </a:lnTo>
                  <a:lnTo>
                    <a:pt x="184628" y="2715061"/>
                  </a:lnTo>
                  <a:lnTo>
                    <a:pt x="174910" y="2716542"/>
                  </a:lnTo>
                  <a:lnTo>
                    <a:pt x="165193" y="2717295"/>
                  </a:lnTo>
                  <a:lnTo>
                    <a:pt x="155476" y="2716883"/>
                  </a:lnTo>
                  <a:lnTo>
                    <a:pt x="145759" y="2716659"/>
                  </a:lnTo>
                  <a:lnTo>
                    <a:pt x="136041" y="2717684"/>
                  </a:lnTo>
                  <a:lnTo>
                    <a:pt x="126324" y="2719449"/>
                  </a:lnTo>
                  <a:lnTo>
                    <a:pt x="116607" y="2722960"/>
                  </a:lnTo>
                  <a:lnTo>
                    <a:pt x="106890" y="2725142"/>
                  </a:lnTo>
                  <a:lnTo>
                    <a:pt x="97172" y="2726389"/>
                  </a:lnTo>
                  <a:lnTo>
                    <a:pt x="87455" y="2727687"/>
                  </a:lnTo>
                  <a:lnTo>
                    <a:pt x="77738" y="2730482"/>
                  </a:lnTo>
                  <a:lnTo>
                    <a:pt x="68020" y="2738017"/>
                  </a:lnTo>
                  <a:lnTo>
                    <a:pt x="58303" y="2740107"/>
                  </a:lnTo>
                  <a:lnTo>
                    <a:pt x="48586" y="2743833"/>
                  </a:lnTo>
                  <a:lnTo>
                    <a:pt x="38869" y="2746710"/>
                  </a:lnTo>
                  <a:lnTo>
                    <a:pt x="29151" y="2748504"/>
                  </a:lnTo>
                  <a:lnTo>
                    <a:pt x="19434" y="2751182"/>
                  </a:lnTo>
                  <a:lnTo>
                    <a:pt x="9717" y="2755211"/>
                  </a:lnTo>
                  <a:lnTo>
                    <a:pt x="0" y="2760223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3486209" y="1490756"/>
              <a:ext cx="2516774" cy="2141188"/>
            </a:xfrm>
            <a:custGeom>
              <a:avLst/>
              <a:pathLst>
                <a:path w="2516774" h="2141188">
                  <a:moveTo>
                    <a:pt x="0" y="2121377"/>
                  </a:moveTo>
                  <a:lnTo>
                    <a:pt x="9717" y="2124050"/>
                  </a:lnTo>
                  <a:lnTo>
                    <a:pt x="19434" y="2128280"/>
                  </a:lnTo>
                  <a:lnTo>
                    <a:pt x="29151" y="2127254"/>
                  </a:lnTo>
                  <a:lnTo>
                    <a:pt x="38869" y="2126285"/>
                  </a:lnTo>
                  <a:lnTo>
                    <a:pt x="48586" y="2129874"/>
                  </a:lnTo>
                  <a:lnTo>
                    <a:pt x="58303" y="2135178"/>
                  </a:lnTo>
                  <a:lnTo>
                    <a:pt x="68020" y="2140457"/>
                  </a:lnTo>
                  <a:lnTo>
                    <a:pt x="77738" y="2139257"/>
                  </a:lnTo>
                  <a:lnTo>
                    <a:pt x="87455" y="2139394"/>
                  </a:lnTo>
                  <a:lnTo>
                    <a:pt x="97172" y="2139984"/>
                  </a:lnTo>
                  <a:lnTo>
                    <a:pt x="106890" y="2141069"/>
                  </a:lnTo>
                  <a:lnTo>
                    <a:pt x="116607" y="2138078"/>
                  </a:lnTo>
                  <a:lnTo>
                    <a:pt x="126324" y="2138164"/>
                  </a:lnTo>
                  <a:lnTo>
                    <a:pt x="136041" y="2138195"/>
                  </a:lnTo>
                  <a:lnTo>
                    <a:pt x="145759" y="2139528"/>
                  </a:lnTo>
                  <a:lnTo>
                    <a:pt x="155476" y="2139982"/>
                  </a:lnTo>
                  <a:lnTo>
                    <a:pt x="165193" y="2141068"/>
                  </a:lnTo>
                  <a:lnTo>
                    <a:pt x="174910" y="2140976"/>
                  </a:lnTo>
                  <a:lnTo>
                    <a:pt x="184628" y="2141188"/>
                  </a:lnTo>
                  <a:lnTo>
                    <a:pt x="194345" y="2139331"/>
                  </a:lnTo>
                  <a:lnTo>
                    <a:pt x="204062" y="2137876"/>
                  </a:lnTo>
                  <a:lnTo>
                    <a:pt x="213780" y="2136136"/>
                  </a:lnTo>
                  <a:lnTo>
                    <a:pt x="223497" y="2134323"/>
                  </a:lnTo>
                  <a:lnTo>
                    <a:pt x="233214" y="2129067"/>
                  </a:lnTo>
                  <a:lnTo>
                    <a:pt x="242931" y="2124113"/>
                  </a:lnTo>
                  <a:lnTo>
                    <a:pt x="252649" y="2116546"/>
                  </a:lnTo>
                  <a:lnTo>
                    <a:pt x="262366" y="2115390"/>
                  </a:lnTo>
                  <a:lnTo>
                    <a:pt x="272083" y="2107115"/>
                  </a:lnTo>
                  <a:lnTo>
                    <a:pt x="281801" y="2100198"/>
                  </a:lnTo>
                  <a:lnTo>
                    <a:pt x="291518" y="2096950"/>
                  </a:lnTo>
                  <a:lnTo>
                    <a:pt x="301235" y="2089594"/>
                  </a:lnTo>
                  <a:lnTo>
                    <a:pt x="310952" y="2085115"/>
                  </a:lnTo>
                  <a:lnTo>
                    <a:pt x="320670" y="2079476"/>
                  </a:lnTo>
                  <a:lnTo>
                    <a:pt x="330387" y="2075155"/>
                  </a:lnTo>
                  <a:lnTo>
                    <a:pt x="340104" y="2068240"/>
                  </a:lnTo>
                  <a:lnTo>
                    <a:pt x="349821" y="2060746"/>
                  </a:lnTo>
                  <a:lnTo>
                    <a:pt x="359539" y="2055257"/>
                  </a:lnTo>
                  <a:lnTo>
                    <a:pt x="369256" y="2047297"/>
                  </a:lnTo>
                  <a:lnTo>
                    <a:pt x="378973" y="2039578"/>
                  </a:lnTo>
                  <a:lnTo>
                    <a:pt x="388691" y="2031951"/>
                  </a:lnTo>
                  <a:lnTo>
                    <a:pt x="398408" y="2023045"/>
                  </a:lnTo>
                  <a:lnTo>
                    <a:pt x="408125" y="2009303"/>
                  </a:lnTo>
                  <a:lnTo>
                    <a:pt x="417842" y="2000846"/>
                  </a:lnTo>
                  <a:lnTo>
                    <a:pt x="427560" y="1996896"/>
                  </a:lnTo>
                  <a:lnTo>
                    <a:pt x="437277" y="1985496"/>
                  </a:lnTo>
                  <a:lnTo>
                    <a:pt x="446994" y="1974262"/>
                  </a:lnTo>
                  <a:lnTo>
                    <a:pt x="456712" y="1965754"/>
                  </a:lnTo>
                  <a:lnTo>
                    <a:pt x="466429" y="1955226"/>
                  </a:lnTo>
                  <a:lnTo>
                    <a:pt x="476146" y="1941072"/>
                  </a:lnTo>
                  <a:lnTo>
                    <a:pt x="485863" y="1928461"/>
                  </a:lnTo>
                  <a:lnTo>
                    <a:pt x="495581" y="1921109"/>
                  </a:lnTo>
                  <a:lnTo>
                    <a:pt x="505298" y="1914631"/>
                  </a:lnTo>
                  <a:lnTo>
                    <a:pt x="515015" y="1901806"/>
                  </a:lnTo>
                  <a:lnTo>
                    <a:pt x="524732" y="1890971"/>
                  </a:lnTo>
                  <a:lnTo>
                    <a:pt x="534450" y="1880078"/>
                  </a:lnTo>
                  <a:lnTo>
                    <a:pt x="544167" y="1869573"/>
                  </a:lnTo>
                  <a:lnTo>
                    <a:pt x="553884" y="1862059"/>
                  </a:lnTo>
                  <a:lnTo>
                    <a:pt x="563602" y="1852825"/>
                  </a:lnTo>
                  <a:lnTo>
                    <a:pt x="573319" y="1843659"/>
                  </a:lnTo>
                  <a:lnTo>
                    <a:pt x="583036" y="1834343"/>
                  </a:lnTo>
                  <a:lnTo>
                    <a:pt x="592753" y="1824817"/>
                  </a:lnTo>
                  <a:lnTo>
                    <a:pt x="602471" y="1812206"/>
                  </a:lnTo>
                  <a:lnTo>
                    <a:pt x="612188" y="1802497"/>
                  </a:lnTo>
                  <a:lnTo>
                    <a:pt x="621905" y="1784838"/>
                  </a:lnTo>
                  <a:lnTo>
                    <a:pt x="631623" y="1776954"/>
                  </a:lnTo>
                  <a:lnTo>
                    <a:pt x="641340" y="1769035"/>
                  </a:lnTo>
                  <a:lnTo>
                    <a:pt x="651057" y="1761086"/>
                  </a:lnTo>
                  <a:lnTo>
                    <a:pt x="660774" y="1750584"/>
                  </a:lnTo>
                  <a:lnTo>
                    <a:pt x="670492" y="1739431"/>
                  </a:lnTo>
                  <a:lnTo>
                    <a:pt x="680209" y="1728294"/>
                  </a:lnTo>
                  <a:lnTo>
                    <a:pt x="689926" y="1717270"/>
                  </a:lnTo>
                  <a:lnTo>
                    <a:pt x="699643" y="1706247"/>
                  </a:lnTo>
                  <a:lnTo>
                    <a:pt x="709361" y="1693022"/>
                  </a:lnTo>
                  <a:lnTo>
                    <a:pt x="719078" y="1678224"/>
                  </a:lnTo>
                  <a:lnTo>
                    <a:pt x="728795" y="1663537"/>
                  </a:lnTo>
                  <a:lnTo>
                    <a:pt x="738513" y="1652076"/>
                  </a:lnTo>
                  <a:lnTo>
                    <a:pt x="748230" y="1644027"/>
                  </a:lnTo>
                  <a:lnTo>
                    <a:pt x="757947" y="1630515"/>
                  </a:lnTo>
                  <a:lnTo>
                    <a:pt x="767664" y="1616176"/>
                  </a:lnTo>
                  <a:lnTo>
                    <a:pt x="777382" y="1603282"/>
                  </a:lnTo>
                  <a:lnTo>
                    <a:pt x="787099" y="1589894"/>
                  </a:lnTo>
                  <a:lnTo>
                    <a:pt x="796816" y="1578760"/>
                  </a:lnTo>
                  <a:lnTo>
                    <a:pt x="806534" y="1567642"/>
                  </a:lnTo>
                  <a:lnTo>
                    <a:pt x="816251" y="1553542"/>
                  </a:lnTo>
                  <a:lnTo>
                    <a:pt x="825968" y="1537598"/>
                  </a:lnTo>
                  <a:lnTo>
                    <a:pt x="835685" y="1522645"/>
                  </a:lnTo>
                  <a:lnTo>
                    <a:pt x="845403" y="1507744"/>
                  </a:lnTo>
                  <a:lnTo>
                    <a:pt x="855120" y="1493247"/>
                  </a:lnTo>
                  <a:lnTo>
                    <a:pt x="864837" y="1479229"/>
                  </a:lnTo>
                  <a:lnTo>
                    <a:pt x="874554" y="1466593"/>
                  </a:lnTo>
                  <a:lnTo>
                    <a:pt x="884272" y="1454394"/>
                  </a:lnTo>
                  <a:lnTo>
                    <a:pt x="893989" y="1442718"/>
                  </a:lnTo>
                  <a:lnTo>
                    <a:pt x="903706" y="1433819"/>
                  </a:lnTo>
                  <a:lnTo>
                    <a:pt x="913424" y="1421591"/>
                  </a:lnTo>
                  <a:lnTo>
                    <a:pt x="923141" y="1407712"/>
                  </a:lnTo>
                  <a:lnTo>
                    <a:pt x="932858" y="1393389"/>
                  </a:lnTo>
                  <a:lnTo>
                    <a:pt x="942575" y="1377932"/>
                  </a:lnTo>
                  <a:lnTo>
                    <a:pt x="952293" y="1362293"/>
                  </a:lnTo>
                  <a:lnTo>
                    <a:pt x="962010" y="1348723"/>
                  </a:lnTo>
                  <a:lnTo>
                    <a:pt x="971727" y="1339755"/>
                  </a:lnTo>
                  <a:lnTo>
                    <a:pt x="981445" y="1323394"/>
                  </a:lnTo>
                  <a:lnTo>
                    <a:pt x="991162" y="1307045"/>
                  </a:lnTo>
                  <a:lnTo>
                    <a:pt x="1000879" y="1290782"/>
                  </a:lnTo>
                  <a:lnTo>
                    <a:pt x="1010596" y="1277997"/>
                  </a:lnTo>
                  <a:lnTo>
                    <a:pt x="1020314" y="1266684"/>
                  </a:lnTo>
                  <a:lnTo>
                    <a:pt x="1030031" y="1255404"/>
                  </a:lnTo>
                  <a:lnTo>
                    <a:pt x="1039748" y="1244084"/>
                  </a:lnTo>
                  <a:lnTo>
                    <a:pt x="1049465" y="1232826"/>
                  </a:lnTo>
                  <a:lnTo>
                    <a:pt x="1059183" y="1221631"/>
                  </a:lnTo>
                  <a:lnTo>
                    <a:pt x="1068900" y="1207688"/>
                  </a:lnTo>
                  <a:lnTo>
                    <a:pt x="1078617" y="1191774"/>
                  </a:lnTo>
                  <a:lnTo>
                    <a:pt x="1088335" y="1175877"/>
                  </a:lnTo>
                  <a:lnTo>
                    <a:pt x="1098052" y="1159992"/>
                  </a:lnTo>
                  <a:lnTo>
                    <a:pt x="1107769" y="1146833"/>
                  </a:lnTo>
                  <a:lnTo>
                    <a:pt x="1117486" y="1131788"/>
                  </a:lnTo>
                  <a:lnTo>
                    <a:pt x="1127204" y="1113279"/>
                  </a:lnTo>
                  <a:lnTo>
                    <a:pt x="1136921" y="1096251"/>
                  </a:lnTo>
                  <a:lnTo>
                    <a:pt x="1146638" y="1080363"/>
                  </a:lnTo>
                  <a:lnTo>
                    <a:pt x="1156356" y="1066128"/>
                  </a:lnTo>
                  <a:lnTo>
                    <a:pt x="1166073" y="1053791"/>
                  </a:lnTo>
                  <a:lnTo>
                    <a:pt x="1175790" y="1041483"/>
                  </a:lnTo>
                  <a:lnTo>
                    <a:pt x="1185507" y="1029212"/>
                  </a:lnTo>
                  <a:lnTo>
                    <a:pt x="1195225" y="1016974"/>
                  </a:lnTo>
                  <a:lnTo>
                    <a:pt x="1204942" y="1004768"/>
                  </a:lnTo>
                  <a:lnTo>
                    <a:pt x="1214659" y="992595"/>
                  </a:lnTo>
                  <a:lnTo>
                    <a:pt x="1224376" y="980512"/>
                  </a:lnTo>
                  <a:lnTo>
                    <a:pt x="1234094" y="968511"/>
                  </a:lnTo>
                  <a:lnTo>
                    <a:pt x="1243811" y="956702"/>
                  </a:lnTo>
                  <a:lnTo>
                    <a:pt x="1253528" y="947788"/>
                  </a:lnTo>
                  <a:lnTo>
                    <a:pt x="1263246" y="938959"/>
                  </a:lnTo>
                  <a:lnTo>
                    <a:pt x="1272963" y="930216"/>
                  </a:lnTo>
                  <a:lnTo>
                    <a:pt x="1282680" y="921621"/>
                  </a:lnTo>
                  <a:lnTo>
                    <a:pt x="1292397" y="911468"/>
                  </a:lnTo>
                  <a:lnTo>
                    <a:pt x="1302115" y="897151"/>
                  </a:lnTo>
                  <a:lnTo>
                    <a:pt x="1311832" y="887735"/>
                  </a:lnTo>
                  <a:lnTo>
                    <a:pt x="1321549" y="879952"/>
                  </a:lnTo>
                  <a:lnTo>
                    <a:pt x="1331267" y="868615"/>
                  </a:lnTo>
                  <a:lnTo>
                    <a:pt x="1340984" y="856839"/>
                  </a:lnTo>
                  <a:lnTo>
                    <a:pt x="1350701" y="845173"/>
                  </a:lnTo>
                  <a:lnTo>
                    <a:pt x="1360418" y="833659"/>
                  </a:lnTo>
                  <a:lnTo>
                    <a:pt x="1370136" y="822248"/>
                  </a:lnTo>
                  <a:lnTo>
                    <a:pt x="1379853" y="810968"/>
                  </a:lnTo>
                  <a:lnTo>
                    <a:pt x="1389570" y="799806"/>
                  </a:lnTo>
                  <a:lnTo>
                    <a:pt x="1399287" y="788748"/>
                  </a:lnTo>
                  <a:lnTo>
                    <a:pt x="1409005" y="777794"/>
                  </a:lnTo>
                  <a:lnTo>
                    <a:pt x="1418722" y="766804"/>
                  </a:lnTo>
                  <a:lnTo>
                    <a:pt x="1428439" y="755288"/>
                  </a:lnTo>
                  <a:lnTo>
                    <a:pt x="1438157" y="743902"/>
                  </a:lnTo>
                  <a:lnTo>
                    <a:pt x="1447874" y="732646"/>
                  </a:lnTo>
                  <a:lnTo>
                    <a:pt x="1457591" y="719097"/>
                  </a:lnTo>
                  <a:lnTo>
                    <a:pt x="1467308" y="708606"/>
                  </a:lnTo>
                  <a:lnTo>
                    <a:pt x="1477026" y="694027"/>
                  </a:lnTo>
                  <a:lnTo>
                    <a:pt x="1486743" y="679563"/>
                  </a:lnTo>
                  <a:lnTo>
                    <a:pt x="1496460" y="665233"/>
                  </a:lnTo>
                  <a:lnTo>
                    <a:pt x="1506178" y="654729"/>
                  </a:lnTo>
                  <a:lnTo>
                    <a:pt x="1515895" y="647984"/>
                  </a:lnTo>
                  <a:lnTo>
                    <a:pt x="1525612" y="641376"/>
                  </a:lnTo>
                  <a:lnTo>
                    <a:pt x="1535329" y="634835"/>
                  </a:lnTo>
                  <a:lnTo>
                    <a:pt x="1545047" y="626843"/>
                  </a:lnTo>
                  <a:lnTo>
                    <a:pt x="1554764" y="617030"/>
                  </a:lnTo>
                  <a:lnTo>
                    <a:pt x="1564481" y="607346"/>
                  </a:lnTo>
                  <a:lnTo>
                    <a:pt x="1574198" y="597947"/>
                  </a:lnTo>
                  <a:lnTo>
                    <a:pt x="1583916" y="591245"/>
                  </a:lnTo>
                  <a:lnTo>
                    <a:pt x="1593633" y="585548"/>
                  </a:lnTo>
                  <a:lnTo>
                    <a:pt x="1603350" y="579961"/>
                  </a:lnTo>
                  <a:lnTo>
                    <a:pt x="1613068" y="570415"/>
                  </a:lnTo>
                  <a:lnTo>
                    <a:pt x="1622785" y="560323"/>
                  </a:lnTo>
                  <a:lnTo>
                    <a:pt x="1632502" y="551620"/>
                  </a:lnTo>
                  <a:lnTo>
                    <a:pt x="1642219" y="540705"/>
                  </a:lnTo>
                  <a:lnTo>
                    <a:pt x="1651937" y="530428"/>
                  </a:lnTo>
                  <a:lnTo>
                    <a:pt x="1661654" y="520636"/>
                  </a:lnTo>
                  <a:lnTo>
                    <a:pt x="1671371" y="510979"/>
                  </a:lnTo>
                  <a:lnTo>
                    <a:pt x="1681089" y="502988"/>
                  </a:lnTo>
                  <a:lnTo>
                    <a:pt x="1690806" y="495734"/>
                  </a:lnTo>
                  <a:lnTo>
                    <a:pt x="1700523" y="486041"/>
                  </a:lnTo>
                  <a:lnTo>
                    <a:pt x="1710240" y="476583"/>
                  </a:lnTo>
                  <a:lnTo>
                    <a:pt x="1719958" y="468791"/>
                  </a:lnTo>
                  <a:lnTo>
                    <a:pt x="1729675" y="459381"/>
                  </a:lnTo>
                  <a:lnTo>
                    <a:pt x="1739392" y="451923"/>
                  </a:lnTo>
                  <a:lnTo>
                    <a:pt x="1749109" y="445228"/>
                  </a:lnTo>
                  <a:lnTo>
                    <a:pt x="1758827" y="438639"/>
                  </a:lnTo>
                  <a:lnTo>
                    <a:pt x="1768544" y="431548"/>
                  </a:lnTo>
                  <a:lnTo>
                    <a:pt x="1778261" y="424436"/>
                  </a:lnTo>
                  <a:lnTo>
                    <a:pt x="1787979" y="417438"/>
                  </a:lnTo>
                  <a:lnTo>
                    <a:pt x="1797696" y="410555"/>
                  </a:lnTo>
                  <a:lnTo>
                    <a:pt x="1807413" y="403060"/>
                  </a:lnTo>
                  <a:lnTo>
                    <a:pt x="1817130" y="392906"/>
                  </a:lnTo>
                  <a:lnTo>
                    <a:pt x="1826848" y="382816"/>
                  </a:lnTo>
                  <a:lnTo>
                    <a:pt x="1836565" y="372790"/>
                  </a:lnTo>
                  <a:lnTo>
                    <a:pt x="1846282" y="362830"/>
                  </a:lnTo>
                  <a:lnTo>
                    <a:pt x="1856000" y="352936"/>
                  </a:lnTo>
                  <a:lnTo>
                    <a:pt x="1865717" y="343113"/>
                  </a:lnTo>
                  <a:lnTo>
                    <a:pt x="1875434" y="333392"/>
                  </a:lnTo>
                  <a:lnTo>
                    <a:pt x="1885151" y="326408"/>
                  </a:lnTo>
                  <a:lnTo>
                    <a:pt x="1894869" y="320618"/>
                  </a:lnTo>
                  <a:lnTo>
                    <a:pt x="1904586" y="315494"/>
                  </a:lnTo>
                  <a:lnTo>
                    <a:pt x="1914303" y="312275"/>
                  </a:lnTo>
                  <a:lnTo>
                    <a:pt x="1924020" y="309055"/>
                  </a:lnTo>
                  <a:lnTo>
                    <a:pt x="1933738" y="301558"/>
                  </a:lnTo>
                  <a:lnTo>
                    <a:pt x="1943455" y="294131"/>
                  </a:lnTo>
                  <a:lnTo>
                    <a:pt x="1953172" y="287482"/>
                  </a:lnTo>
                  <a:lnTo>
                    <a:pt x="1962890" y="282179"/>
                  </a:lnTo>
                  <a:lnTo>
                    <a:pt x="1972607" y="276952"/>
                  </a:lnTo>
                  <a:lnTo>
                    <a:pt x="1982324" y="271810"/>
                  </a:lnTo>
                  <a:lnTo>
                    <a:pt x="1992041" y="264848"/>
                  </a:lnTo>
                  <a:lnTo>
                    <a:pt x="2001759" y="256565"/>
                  </a:lnTo>
                  <a:lnTo>
                    <a:pt x="2011476" y="250081"/>
                  </a:lnTo>
                  <a:lnTo>
                    <a:pt x="2021193" y="245090"/>
                  </a:lnTo>
                  <a:lnTo>
                    <a:pt x="2030911" y="240188"/>
                  </a:lnTo>
                  <a:lnTo>
                    <a:pt x="2040628" y="235502"/>
                  </a:lnTo>
                  <a:lnTo>
                    <a:pt x="2050345" y="230211"/>
                  </a:lnTo>
                  <a:lnTo>
                    <a:pt x="2060062" y="226201"/>
                  </a:lnTo>
                  <a:lnTo>
                    <a:pt x="2069780" y="221612"/>
                  </a:lnTo>
                  <a:lnTo>
                    <a:pt x="2079497" y="215947"/>
                  </a:lnTo>
                  <a:lnTo>
                    <a:pt x="2089214" y="209767"/>
                  </a:lnTo>
                  <a:lnTo>
                    <a:pt x="2098931" y="204093"/>
                  </a:lnTo>
                  <a:lnTo>
                    <a:pt x="2108649" y="200279"/>
                  </a:lnTo>
                  <a:lnTo>
                    <a:pt x="2118366" y="196526"/>
                  </a:lnTo>
                  <a:lnTo>
                    <a:pt x="2128083" y="191493"/>
                  </a:lnTo>
                  <a:lnTo>
                    <a:pt x="2137801" y="187143"/>
                  </a:lnTo>
                  <a:lnTo>
                    <a:pt x="2147518" y="179704"/>
                  </a:lnTo>
                  <a:lnTo>
                    <a:pt x="2157235" y="173821"/>
                  </a:lnTo>
                  <a:lnTo>
                    <a:pt x="2166952" y="168108"/>
                  </a:lnTo>
                  <a:lnTo>
                    <a:pt x="2176670" y="162491"/>
                  </a:lnTo>
                  <a:lnTo>
                    <a:pt x="2186387" y="157246"/>
                  </a:lnTo>
                  <a:lnTo>
                    <a:pt x="2196104" y="152122"/>
                  </a:lnTo>
                  <a:lnTo>
                    <a:pt x="2205822" y="146320"/>
                  </a:lnTo>
                  <a:lnTo>
                    <a:pt x="2215539" y="140597"/>
                  </a:lnTo>
                  <a:lnTo>
                    <a:pt x="2225256" y="134925"/>
                  </a:lnTo>
                  <a:lnTo>
                    <a:pt x="2234973" y="129910"/>
                  </a:lnTo>
                  <a:lnTo>
                    <a:pt x="2244691" y="124695"/>
                  </a:lnTo>
                  <a:lnTo>
                    <a:pt x="2254408" y="119545"/>
                  </a:lnTo>
                  <a:lnTo>
                    <a:pt x="2264125" y="114459"/>
                  </a:lnTo>
                  <a:lnTo>
                    <a:pt x="2273842" y="109435"/>
                  </a:lnTo>
                  <a:lnTo>
                    <a:pt x="2283560" y="104474"/>
                  </a:lnTo>
                  <a:lnTo>
                    <a:pt x="2293277" y="99575"/>
                  </a:lnTo>
                  <a:lnTo>
                    <a:pt x="2302994" y="95221"/>
                  </a:lnTo>
                  <a:lnTo>
                    <a:pt x="2312712" y="92930"/>
                  </a:lnTo>
                  <a:lnTo>
                    <a:pt x="2322429" y="88982"/>
                  </a:lnTo>
                  <a:lnTo>
                    <a:pt x="2332146" y="85217"/>
                  </a:lnTo>
                  <a:lnTo>
                    <a:pt x="2341863" y="79545"/>
                  </a:lnTo>
                  <a:lnTo>
                    <a:pt x="2351581" y="74864"/>
                  </a:lnTo>
                  <a:lnTo>
                    <a:pt x="2361298" y="70296"/>
                  </a:lnTo>
                  <a:lnTo>
                    <a:pt x="2371015" y="65785"/>
                  </a:lnTo>
                  <a:lnTo>
                    <a:pt x="2380733" y="59663"/>
                  </a:lnTo>
                  <a:lnTo>
                    <a:pt x="2390450" y="53945"/>
                  </a:lnTo>
                  <a:lnTo>
                    <a:pt x="2400167" y="49630"/>
                  </a:lnTo>
                  <a:lnTo>
                    <a:pt x="2409884" y="45426"/>
                  </a:lnTo>
                  <a:lnTo>
                    <a:pt x="2419602" y="41311"/>
                  </a:lnTo>
                  <a:lnTo>
                    <a:pt x="2429319" y="35837"/>
                  </a:lnTo>
                  <a:lnTo>
                    <a:pt x="2439036" y="33161"/>
                  </a:lnTo>
                  <a:lnTo>
                    <a:pt x="2448753" y="29180"/>
                  </a:lnTo>
                  <a:lnTo>
                    <a:pt x="2458471" y="25251"/>
                  </a:lnTo>
                  <a:lnTo>
                    <a:pt x="2468188" y="21375"/>
                  </a:lnTo>
                  <a:lnTo>
                    <a:pt x="2477905" y="15126"/>
                  </a:lnTo>
                  <a:lnTo>
                    <a:pt x="2487623" y="9473"/>
                  </a:lnTo>
                  <a:lnTo>
                    <a:pt x="2497340" y="7541"/>
                  </a:lnTo>
                  <a:lnTo>
                    <a:pt x="2507057" y="2995"/>
                  </a:lnTo>
                  <a:lnTo>
                    <a:pt x="251677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3486209" y="4198068"/>
              <a:ext cx="2516774" cy="500360"/>
            </a:xfrm>
            <a:custGeom>
              <a:avLst/>
              <a:pathLst>
                <a:path w="2516774" h="500360">
                  <a:moveTo>
                    <a:pt x="2516774" y="500360"/>
                  </a:moveTo>
                  <a:lnTo>
                    <a:pt x="2507057" y="499705"/>
                  </a:lnTo>
                  <a:lnTo>
                    <a:pt x="2497340" y="498250"/>
                  </a:lnTo>
                  <a:lnTo>
                    <a:pt x="2487623" y="496644"/>
                  </a:lnTo>
                  <a:lnTo>
                    <a:pt x="2477905" y="495024"/>
                  </a:lnTo>
                  <a:lnTo>
                    <a:pt x="2468188" y="493379"/>
                  </a:lnTo>
                  <a:lnTo>
                    <a:pt x="2458471" y="491726"/>
                  </a:lnTo>
                  <a:lnTo>
                    <a:pt x="2448753" y="490640"/>
                  </a:lnTo>
                  <a:lnTo>
                    <a:pt x="2439036" y="489663"/>
                  </a:lnTo>
                  <a:lnTo>
                    <a:pt x="2429319" y="488678"/>
                  </a:lnTo>
                  <a:lnTo>
                    <a:pt x="2419602" y="487515"/>
                  </a:lnTo>
                  <a:lnTo>
                    <a:pt x="2409884" y="486624"/>
                  </a:lnTo>
                  <a:lnTo>
                    <a:pt x="2400167" y="485713"/>
                  </a:lnTo>
                  <a:lnTo>
                    <a:pt x="2390450" y="484712"/>
                  </a:lnTo>
                  <a:lnTo>
                    <a:pt x="2380733" y="483702"/>
                  </a:lnTo>
                  <a:lnTo>
                    <a:pt x="2371015" y="482683"/>
                  </a:lnTo>
                  <a:lnTo>
                    <a:pt x="2361298" y="481655"/>
                  </a:lnTo>
                  <a:lnTo>
                    <a:pt x="2351581" y="480617"/>
                  </a:lnTo>
                  <a:lnTo>
                    <a:pt x="2341863" y="479570"/>
                  </a:lnTo>
                  <a:lnTo>
                    <a:pt x="2332146" y="478514"/>
                  </a:lnTo>
                  <a:lnTo>
                    <a:pt x="2322429" y="477448"/>
                  </a:lnTo>
                  <a:lnTo>
                    <a:pt x="2312712" y="476372"/>
                  </a:lnTo>
                  <a:lnTo>
                    <a:pt x="2302994" y="475287"/>
                  </a:lnTo>
                  <a:lnTo>
                    <a:pt x="2293277" y="474191"/>
                  </a:lnTo>
                  <a:lnTo>
                    <a:pt x="2283560" y="473086"/>
                  </a:lnTo>
                  <a:lnTo>
                    <a:pt x="2273842" y="471971"/>
                  </a:lnTo>
                  <a:lnTo>
                    <a:pt x="2264125" y="470846"/>
                  </a:lnTo>
                  <a:lnTo>
                    <a:pt x="2254408" y="469710"/>
                  </a:lnTo>
                  <a:lnTo>
                    <a:pt x="2244691" y="468565"/>
                  </a:lnTo>
                  <a:lnTo>
                    <a:pt x="2234973" y="467409"/>
                  </a:lnTo>
                  <a:lnTo>
                    <a:pt x="2225256" y="466242"/>
                  </a:lnTo>
                  <a:lnTo>
                    <a:pt x="2215539" y="465066"/>
                  </a:lnTo>
                  <a:lnTo>
                    <a:pt x="2205822" y="463878"/>
                  </a:lnTo>
                  <a:lnTo>
                    <a:pt x="2196104" y="462865"/>
                  </a:lnTo>
                  <a:lnTo>
                    <a:pt x="2186387" y="462115"/>
                  </a:lnTo>
                  <a:lnTo>
                    <a:pt x="2176670" y="461356"/>
                  </a:lnTo>
                  <a:lnTo>
                    <a:pt x="2166952" y="460589"/>
                  </a:lnTo>
                  <a:lnTo>
                    <a:pt x="2157235" y="459813"/>
                  </a:lnTo>
                  <a:lnTo>
                    <a:pt x="2147518" y="459027"/>
                  </a:lnTo>
                  <a:lnTo>
                    <a:pt x="2137801" y="458233"/>
                  </a:lnTo>
                  <a:lnTo>
                    <a:pt x="2128083" y="457216"/>
                  </a:lnTo>
                  <a:lnTo>
                    <a:pt x="2118366" y="456074"/>
                  </a:lnTo>
                  <a:lnTo>
                    <a:pt x="2108649" y="454922"/>
                  </a:lnTo>
                  <a:lnTo>
                    <a:pt x="2098931" y="453761"/>
                  </a:lnTo>
                  <a:lnTo>
                    <a:pt x="2089214" y="452589"/>
                  </a:lnTo>
                  <a:lnTo>
                    <a:pt x="2079497" y="451391"/>
                  </a:lnTo>
                  <a:lnTo>
                    <a:pt x="2069780" y="450173"/>
                  </a:lnTo>
                  <a:lnTo>
                    <a:pt x="2060062" y="448809"/>
                  </a:lnTo>
                  <a:lnTo>
                    <a:pt x="2050345" y="447352"/>
                  </a:lnTo>
                  <a:lnTo>
                    <a:pt x="2040628" y="446320"/>
                  </a:lnTo>
                  <a:lnTo>
                    <a:pt x="2030911" y="445254"/>
                  </a:lnTo>
                  <a:lnTo>
                    <a:pt x="2021193" y="444007"/>
                  </a:lnTo>
                  <a:lnTo>
                    <a:pt x="2011476" y="442749"/>
                  </a:lnTo>
                  <a:lnTo>
                    <a:pt x="2001759" y="441480"/>
                  </a:lnTo>
                  <a:lnTo>
                    <a:pt x="1992041" y="440200"/>
                  </a:lnTo>
                  <a:lnTo>
                    <a:pt x="1982324" y="438910"/>
                  </a:lnTo>
                  <a:lnTo>
                    <a:pt x="1972607" y="437609"/>
                  </a:lnTo>
                  <a:lnTo>
                    <a:pt x="1962890" y="436296"/>
                  </a:lnTo>
                  <a:lnTo>
                    <a:pt x="1953172" y="434973"/>
                  </a:lnTo>
                  <a:lnTo>
                    <a:pt x="1943455" y="433638"/>
                  </a:lnTo>
                  <a:lnTo>
                    <a:pt x="1933738" y="432292"/>
                  </a:lnTo>
                  <a:lnTo>
                    <a:pt x="1924020" y="430934"/>
                  </a:lnTo>
                  <a:lnTo>
                    <a:pt x="1914303" y="429565"/>
                  </a:lnTo>
                  <a:lnTo>
                    <a:pt x="1904586" y="428181"/>
                  </a:lnTo>
                  <a:lnTo>
                    <a:pt x="1894869" y="426777"/>
                  </a:lnTo>
                  <a:lnTo>
                    <a:pt x="1885151" y="425360"/>
                  </a:lnTo>
                  <a:lnTo>
                    <a:pt x="1875434" y="423932"/>
                  </a:lnTo>
                  <a:lnTo>
                    <a:pt x="1865717" y="422492"/>
                  </a:lnTo>
                  <a:lnTo>
                    <a:pt x="1856000" y="421039"/>
                  </a:lnTo>
                  <a:lnTo>
                    <a:pt x="1846282" y="419575"/>
                  </a:lnTo>
                  <a:lnTo>
                    <a:pt x="1836565" y="418098"/>
                  </a:lnTo>
                  <a:lnTo>
                    <a:pt x="1826848" y="416463"/>
                  </a:lnTo>
                  <a:lnTo>
                    <a:pt x="1817130" y="414630"/>
                  </a:lnTo>
                  <a:lnTo>
                    <a:pt x="1807413" y="412781"/>
                  </a:lnTo>
                  <a:lnTo>
                    <a:pt x="1797696" y="410913"/>
                  </a:lnTo>
                  <a:lnTo>
                    <a:pt x="1787979" y="409028"/>
                  </a:lnTo>
                  <a:lnTo>
                    <a:pt x="1778261" y="407125"/>
                  </a:lnTo>
                  <a:lnTo>
                    <a:pt x="1768544" y="405203"/>
                  </a:lnTo>
                  <a:lnTo>
                    <a:pt x="1758827" y="403264"/>
                  </a:lnTo>
                  <a:lnTo>
                    <a:pt x="1749109" y="401306"/>
                  </a:lnTo>
                  <a:lnTo>
                    <a:pt x="1739392" y="399330"/>
                  </a:lnTo>
                  <a:lnTo>
                    <a:pt x="1729675" y="397335"/>
                  </a:lnTo>
                  <a:lnTo>
                    <a:pt x="1719958" y="396419"/>
                  </a:lnTo>
                  <a:lnTo>
                    <a:pt x="1710240" y="395489"/>
                  </a:lnTo>
                  <a:lnTo>
                    <a:pt x="1700523" y="394545"/>
                  </a:lnTo>
                  <a:lnTo>
                    <a:pt x="1690806" y="393587"/>
                  </a:lnTo>
                  <a:lnTo>
                    <a:pt x="1681089" y="392614"/>
                  </a:lnTo>
                  <a:lnTo>
                    <a:pt x="1671371" y="391194"/>
                  </a:lnTo>
                  <a:lnTo>
                    <a:pt x="1661654" y="389497"/>
                  </a:lnTo>
                  <a:lnTo>
                    <a:pt x="1651937" y="387768"/>
                  </a:lnTo>
                  <a:lnTo>
                    <a:pt x="1642219" y="385913"/>
                  </a:lnTo>
                  <a:lnTo>
                    <a:pt x="1632502" y="384304"/>
                  </a:lnTo>
                  <a:lnTo>
                    <a:pt x="1622785" y="382539"/>
                  </a:lnTo>
                  <a:lnTo>
                    <a:pt x="1613068" y="380482"/>
                  </a:lnTo>
                  <a:lnTo>
                    <a:pt x="1603350" y="378048"/>
                  </a:lnTo>
                  <a:lnTo>
                    <a:pt x="1593633" y="375593"/>
                  </a:lnTo>
                  <a:lnTo>
                    <a:pt x="1583916" y="373101"/>
                  </a:lnTo>
                  <a:lnTo>
                    <a:pt x="1574198" y="370587"/>
                  </a:lnTo>
                  <a:lnTo>
                    <a:pt x="1564481" y="368052"/>
                  </a:lnTo>
                  <a:lnTo>
                    <a:pt x="1554764" y="365496"/>
                  </a:lnTo>
                  <a:lnTo>
                    <a:pt x="1545047" y="363645"/>
                  </a:lnTo>
                  <a:lnTo>
                    <a:pt x="1535329" y="361948"/>
                  </a:lnTo>
                  <a:lnTo>
                    <a:pt x="1525612" y="359870"/>
                  </a:lnTo>
                  <a:lnTo>
                    <a:pt x="1515895" y="357177"/>
                  </a:lnTo>
                  <a:lnTo>
                    <a:pt x="1506178" y="354463"/>
                  </a:lnTo>
                  <a:lnTo>
                    <a:pt x="1496460" y="351727"/>
                  </a:lnTo>
                  <a:lnTo>
                    <a:pt x="1486743" y="349348"/>
                  </a:lnTo>
                  <a:lnTo>
                    <a:pt x="1477026" y="347624"/>
                  </a:lnTo>
                  <a:lnTo>
                    <a:pt x="1467308" y="345885"/>
                  </a:lnTo>
                  <a:lnTo>
                    <a:pt x="1457591" y="344132"/>
                  </a:lnTo>
                  <a:lnTo>
                    <a:pt x="1447874" y="342366"/>
                  </a:lnTo>
                  <a:lnTo>
                    <a:pt x="1438157" y="340728"/>
                  </a:lnTo>
                  <a:lnTo>
                    <a:pt x="1428439" y="339077"/>
                  </a:lnTo>
                  <a:lnTo>
                    <a:pt x="1418722" y="337414"/>
                  </a:lnTo>
                  <a:lnTo>
                    <a:pt x="1409005" y="335729"/>
                  </a:lnTo>
                  <a:lnTo>
                    <a:pt x="1399287" y="334029"/>
                  </a:lnTo>
                  <a:lnTo>
                    <a:pt x="1389570" y="332301"/>
                  </a:lnTo>
                  <a:lnTo>
                    <a:pt x="1379853" y="330550"/>
                  </a:lnTo>
                  <a:lnTo>
                    <a:pt x="1370136" y="328786"/>
                  </a:lnTo>
                  <a:lnTo>
                    <a:pt x="1360418" y="326036"/>
                  </a:lnTo>
                  <a:lnTo>
                    <a:pt x="1350701" y="323770"/>
                  </a:lnTo>
                  <a:lnTo>
                    <a:pt x="1340984" y="321839"/>
                  </a:lnTo>
                  <a:lnTo>
                    <a:pt x="1331267" y="319893"/>
                  </a:lnTo>
                  <a:lnTo>
                    <a:pt x="1321549" y="317931"/>
                  </a:lnTo>
                  <a:lnTo>
                    <a:pt x="1311832" y="315948"/>
                  </a:lnTo>
                  <a:lnTo>
                    <a:pt x="1302115" y="313929"/>
                  </a:lnTo>
                  <a:lnTo>
                    <a:pt x="1292397" y="311893"/>
                  </a:lnTo>
                  <a:lnTo>
                    <a:pt x="1282680" y="309411"/>
                  </a:lnTo>
                  <a:lnTo>
                    <a:pt x="1272963" y="307333"/>
                  </a:lnTo>
                  <a:lnTo>
                    <a:pt x="1263246" y="305231"/>
                  </a:lnTo>
                  <a:lnTo>
                    <a:pt x="1253528" y="303106"/>
                  </a:lnTo>
                  <a:lnTo>
                    <a:pt x="1243811" y="300957"/>
                  </a:lnTo>
                  <a:lnTo>
                    <a:pt x="1234094" y="298782"/>
                  </a:lnTo>
                  <a:lnTo>
                    <a:pt x="1224376" y="296485"/>
                  </a:lnTo>
                  <a:lnTo>
                    <a:pt x="1214659" y="293015"/>
                  </a:lnTo>
                  <a:lnTo>
                    <a:pt x="1204942" y="289511"/>
                  </a:lnTo>
                  <a:lnTo>
                    <a:pt x="1195225" y="286963"/>
                  </a:lnTo>
                  <a:lnTo>
                    <a:pt x="1185507" y="284728"/>
                  </a:lnTo>
                  <a:lnTo>
                    <a:pt x="1175790" y="282467"/>
                  </a:lnTo>
                  <a:lnTo>
                    <a:pt x="1166073" y="280192"/>
                  </a:lnTo>
                  <a:lnTo>
                    <a:pt x="1156356" y="276906"/>
                  </a:lnTo>
                  <a:lnTo>
                    <a:pt x="1146638" y="273567"/>
                  </a:lnTo>
                  <a:lnTo>
                    <a:pt x="1136921" y="270192"/>
                  </a:lnTo>
                  <a:lnTo>
                    <a:pt x="1127204" y="266779"/>
                  </a:lnTo>
                  <a:lnTo>
                    <a:pt x="1117486" y="263319"/>
                  </a:lnTo>
                  <a:lnTo>
                    <a:pt x="1107769" y="261164"/>
                  </a:lnTo>
                  <a:lnTo>
                    <a:pt x="1098052" y="259007"/>
                  </a:lnTo>
                  <a:lnTo>
                    <a:pt x="1088335" y="256830"/>
                  </a:lnTo>
                  <a:lnTo>
                    <a:pt x="1078617" y="254632"/>
                  </a:lnTo>
                  <a:lnTo>
                    <a:pt x="1068900" y="252412"/>
                  </a:lnTo>
                  <a:lnTo>
                    <a:pt x="1059183" y="250171"/>
                  </a:lnTo>
                  <a:lnTo>
                    <a:pt x="1049465" y="247908"/>
                  </a:lnTo>
                  <a:lnTo>
                    <a:pt x="1039748" y="245173"/>
                  </a:lnTo>
                  <a:lnTo>
                    <a:pt x="1030031" y="242259"/>
                  </a:lnTo>
                  <a:lnTo>
                    <a:pt x="1020314" y="239333"/>
                  </a:lnTo>
                  <a:lnTo>
                    <a:pt x="1010596" y="236392"/>
                  </a:lnTo>
                  <a:lnTo>
                    <a:pt x="1000879" y="233427"/>
                  </a:lnTo>
                  <a:lnTo>
                    <a:pt x="991162" y="230449"/>
                  </a:lnTo>
                  <a:lnTo>
                    <a:pt x="981445" y="227457"/>
                  </a:lnTo>
                  <a:lnTo>
                    <a:pt x="971727" y="224453"/>
                  </a:lnTo>
                  <a:lnTo>
                    <a:pt x="962010" y="221428"/>
                  </a:lnTo>
                  <a:lnTo>
                    <a:pt x="952293" y="218389"/>
                  </a:lnTo>
                  <a:lnTo>
                    <a:pt x="942575" y="215336"/>
                  </a:lnTo>
                  <a:lnTo>
                    <a:pt x="932858" y="212271"/>
                  </a:lnTo>
                  <a:lnTo>
                    <a:pt x="923141" y="209192"/>
                  </a:lnTo>
                  <a:lnTo>
                    <a:pt x="913424" y="206100"/>
                  </a:lnTo>
                  <a:lnTo>
                    <a:pt x="903706" y="202995"/>
                  </a:lnTo>
                  <a:lnTo>
                    <a:pt x="893989" y="199638"/>
                  </a:lnTo>
                  <a:lnTo>
                    <a:pt x="884272" y="196099"/>
                  </a:lnTo>
                  <a:lnTo>
                    <a:pt x="874554" y="192534"/>
                  </a:lnTo>
                  <a:lnTo>
                    <a:pt x="864837" y="188808"/>
                  </a:lnTo>
                  <a:lnTo>
                    <a:pt x="855120" y="185277"/>
                  </a:lnTo>
                  <a:lnTo>
                    <a:pt x="845403" y="181630"/>
                  </a:lnTo>
                  <a:lnTo>
                    <a:pt x="835685" y="176507"/>
                  </a:lnTo>
                  <a:lnTo>
                    <a:pt x="825968" y="170577"/>
                  </a:lnTo>
                  <a:lnTo>
                    <a:pt x="816251" y="164596"/>
                  </a:lnTo>
                  <a:lnTo>
                    <a:pt x="806534" y="160452"/>
                  </a:lnTo>
                  <a:lnTo>
                    <a:pt x="796816" y="157896"/>
                  </a:lnTo>
                  <a:lnTo>
                    <a:pt x="787099" y="155310"/>
                  </a:lnTo>
                  <a:lnTo>
                    <a:pt x="777382" y="152650"/>
                  </a:lnTo>
                  <a:lnTo>
                    <a:pt x="767664" y="148281"/>
                  </a:lnTo>
                  <a:lnTo>
                    <a:pt x="757947" y="145602"/>
                  </a:lnTo>
                  <a:lnTo>
                    <a:pt x="748230" y="143470"/>
                  </a:lnTo>
                  <a:lnTo>
                    <a:pt x="738513" y="141451"/>
                  </a:lnTo>
                  <a:lnTo>
                    <a:pt x="728795" y="139248"/>
                  </a:lnTo>
                  <a:lnTo>
                    <a:pt x="719078" y="136323"/>
                  </a:lnTo>
                  <a:lnTo>
                    <a:pt x="709361" y="132239"/>
                  </a:lnTo>
                  <a:lnTo>
                    <a:pt x="699643" y="128916"/>
                  </a:lnTo>
                  <a:lnTo>
                    <a:pt x="689926" y="126174"/>
                  </a:lnTo>
                  <a:lnTo>
                    <a:pt x="680209" y="123412"/>
                  </a:lnTo>
                  <a:lnTo>
                    <a:pt x="670492" y="120631"/>
                  </a:lnTo>
                  <a:lnTo>
                    <a:pt x="660774" y="117867"/>
                  </a:lnTo>
                  <a:lnTo>
                    <a:pt x="651057" y="115009"/>
                  </a:lnTo>
                  <a:lnTo>
                    <a:pt x="641340" y="112168"/>
                  </a:lnTo>
                  <a:lnTo>
                    <a:pt x="631623" y="106918"/>
                  </a:lnTo>
                  <a:lnTo>
                    <a:pt x="621905" y="104705"/>
                  </a:lnTo>
                  <a:lnTo>
                    <a:pt x="612188" y="102294"/>
                  </a:lnTo>
                  <a:lnTo>
                    <a:pt x="602471" y="100532"/>
                  </a:lnTo>
                  <a:lnTo>
                    <a:pt x="592753" y="97314"/>
                  </a:lnTo>
                  <a:lnTo>
                    <a:pt x="583036" y="94060"/>
                  </a:lnTo>
                  <a:lnTo>
                    <a:pt x="573319" y="90759"/>
                  </a:lnTo>
                  <a:lnTo>
                    <a:pt x="563602" y="88045"/>
                  </a:lnTo>
                  <a:lnTo>
                    <a:pt x="553884" y="85677"/>
                  </a:lnTo>
                  <a:lnTo>
                    <a:pt x="544167" y="82975"/>
                  </a:lnTo>
                  <a:lnTo>
                    <a:pt x="534450" y="79978"/>
                  </a:lnTo>
                  <a:lnTo>
                    <a:pt x="524732" y="76046"/>
                  </a:lnTo>
                  <a:lnTo>
                    <a:pt x="515015" y="70893"/>
                  </a:lnTo>
                  <a:lnTo>
                    <a:pt x="505298" y="69781"/>
                  </a:lnTo>
                  <a:lnTo>
                    <a:pt x="495581" y="67084"/>
                  </a:lnTo>
                  <a:lnTo>
                    <a:pt x="485863" y="63910"/>
                  </a:lnTo>
                  <a:lnTo>
                    <a:pt x="476146" y="60512"/>
                  </a:lnTo>
                  <a:lnTo>
                    <a:pt x="466429" y="52046"/>
                  </a:lnTo>
                  <a:lnTo>
                    <a:pt x="456712" y="48226"/>
                  </a:lnTo>
                  <a:lnTo>
                    <a:pt x="446994" y="45866"/>
                  </a:lnTo>
                  <a:lnTo>
                    <a:pt x="437277" y="40528"/>
                  </a:lnTo>
                  <a:lnTo>
                    <a:pt x="427560" y="37301"/>
                  </a:lnTo>
                  <a:lnTo>
                    <a:pt x="417842" y="33601"/>
                  </a:lnTo>
                  <a:lnTo>
                    <a:pt x="408125" y="31427"/>
                  </a:lnTo>
                  <a:lnTo>
                    <a:pt x="398408" y="28214"/>
                  </a:lnTo>
                  <a:lnTo>
                    <a:pt x="388691" y="27863"/>
                  </a:lnTo>
                  <a:lnTo>
                    <a:pt x="378973" y="25986"/>
                  </a:lnTo>
                  <a:lnTo>
                    <a:pt x="369256" y="24049"/>
                  </a:lnTo>
                  <a:lnTo>
                    <a:pt x="359539" y="20589"/>
                  </a:lnTo>
                  <a:lnTo>
                    <a:pt x="349821" y="16578"/>
                  </a:lnTo>
                  <a:lnTo>
                    <a:pt x="340104" y="13652"/>
                  </a:lnTo>
                  <a:lnTo>
                    <a:pt x="330387" y="13170"/>
                  </a:lnTo>
                  <a:lnTo>
                    <a:pt x="320670" y="9825"/>
                  </a:lnTo>
                  <a:lnTo>
                    <a:pt x="310952" y="6440"/>
                  </a:lnTo>
                  <a:lnTo>
                    <a:pt x="301235" y="5932"/>
                  </a:lnTo>
                  <a:lnTo>
                    <a:pt x="291518" y="4921"/>
                  </a:lnTo>
                  <a:lnTo>
                    <a:pt x="281801" y="4946"/>
                  </a:lnTo>
                  <a:lnTo>
                    <a:pt x="272083" y="5625"/>
                  </a:lnTo>
                  <a:lnTo>
                    <a:pt x="262366" y="4080"/>
                  </a:lnTo>
                  <a:lnTo>
                    <a:pt x="252649" y="1200"/>
                  </a:lnTo>
                  <a:lnTo>
                    <a:pt x="242931" y="0"/>
                  </a:lnTo>
                  <a:lnTo>
                    <a:pt x="233214" y="1327"/>
                  </a:lnTo>
                  <a:lnTo>
                    <a:pt x="223497" y="303"/>
                  </a:lnTo>
                  <a:lnTo>
                    <a:pt x="213780" y="2101"/>
                  </a:lnTo>
                  <a:lnTo>
                    <a:pt x="204062" y="4463"/>
                  </a:lnTo>
                  <a:lnTo>
                    <a:pt x="194345" y="6444"/>
                  </a:lnTo>
                  <a:lnTo>
                    <a:pt x="184628" y="7749"/>
                  </a:lnTo>
                  <a:lnTo>
                    <a:pt x="174910" y="9230"/>
                  </a:lnTo>
                  <a:lnTo>
                    <a:pt x="165193" y="9983"/>
                  </a:lnTo>
                  <a:lnTo>
                    <a:pt x="155476" y="9571"/>
                  </a:lnTo>
                  <a:lnTo>
                    <a:pt x="145759" y="9347"/>
                  </a:lnTo>
                  <a:lnTo>
                    <a:pt x="136041" y="10372"/>
                  </a:lnTo>
                  <a:lnTo>
                    <a:pt x="126324" y="12136"/>
                  </a:lnTo>
                  <a:lnTo>
                    <a:pt x="116607" y="15648"/>
                  </a:lnTo>
                  <a:lnTo>
                    <a:pt x="106890" y="17830"/>
                  </a:lnTo>
                  <a:lnTo>
                    <a:pt x="97172" y="19077"/>
                  </a:lnTo>
                  <a:lnTo>
                    <a:pt x="87455" y="20375"/>
                  </a:lnTo>
                  <a:lnTo>
                    <a:pt x="77738" y="23170"/>
                  </a:lnTo>
                  <a:lnTo>
                    <a:pt x="68020" y="30704"/>
                  </a:lnTo>
                  <a:lnTo>
                    <a:pt x="58303" y="32795"/>
                  </a:lnTo>
                  <a:lnTo>
                    <a:pt x="48586" y="36521"/>
                  </a:lnTo>
                  <a:lnTo>
                    <a:pt x="38869" y="39398"/>
                  </a:lnTo>
                  <a:lnTo>
                    <a:pt x="29151" y="41192"/>
                  </a:lnTo>
                  <a:lnTo>
                    <a:pt x="19434" y="43870"/>
                  </a:lnTo>
                  <a:lnTo>
                    <a:pt x="9717" y="47899"/>
                  </a:lnTo>
                  <a:lnTo>
                    <a:pt x="0" y="529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3486209" y="3093201"/>
              <a:ext cx="2516774" cy="393464"/>
            </a:xfrm>
            <a:custGeom>
              <a:avLst/>
              <a:pathLst>
                <a:path w="2516774" h="393464">
                  <a:moveTo>
                    <a:pt x="0" y="393464"/>
                  </a:moveTo>
                  <a:lnTo>
                    <a:pt x="9717" y="392072"/>
                  </a:lnTo>
                  <a:lnTo>
                    <a:pt x="19434" y="390679"/>
                  </a:lnTo>
                  <a:lnTo>
                    <a:pt x="29151" y="389283"/>
                  </a:lnTo>
                  <a:lnTo>
                    <a:pt x="38869" y="387887"/>
                  </a:lnTo>
                  <a:lnTo>
                    <a:pt x="48586" y="386489"/>
                  </a:lnTo>
                  <a:lnTo>
                    <a:pt x="58303" y="385089"/>
                  </a:lnTo>
                  <a:lnTo>
                    <a:pt x="68020" y="383687"/>
                  </a:lnTo>
                  <a:lnTo>
                    <a:pt x="77738" y="382285"/>
                  </a:lnTo>
                  <a:lnTo>
                    <a:pt x="87455" y="380876"/>
                  </a:lnTo>
                  <a:lnTo>
                    <a:pt x="97172" y="379464"/>
                  </a:lnTo>
                  <a:lnTo>
                    <a:pt x="106890" y="378050"/>
                  </a:lnTo>
                  <a:lnTo>
                    <a:pt x="116607" y="376635"/>
                  </a:lnTo>
                  <a:lnTo>
                    <a:pt x="126324" y="375219"/>
                  </a:lnTo>
                  <a:lnTo>
                    <a:pt x="136041" y="373802"/>
                  </a:lnTo>
                  <a:lnTo>
                    <a:pt x="145759" y="372383"/>
                  </a:lnTo>
                  <a:lnTo>
                    <a:pt x="155476" y="370963"/>
                  </a:lnTo>
                  <a:lnTo>
                    <a:pt x="165193" y="369542"/>
                  </a:lnTo>
                  <a:lnTo>
                    <a:pt x="174910" y="368120"/>
                  </a:lnTo>
                  <a:lnTo>
                    <a:pt x="184628" y="366696"/>
                  </a:lnTo>
                  <a:lnTo>
                    <a:pt x="194345" y="365271"/>
                  </a:lnTo>
                  <a:lnTo>
                    <a:pt x="204062" y="363845"/>
                  </a:lnTo>
                  <a:lnTo>
                    <a:pt x="213780" y="362417"/>
                  </a:lnTo>
                  <a:lnTo>
                    <a:pt x="223497" y="360989"/>
                  </a:lnTo>
                  <a:lnTo>
                    <a:pt x="233214" y="359559"/>
                  </a:lnTo>
                  <a:lnTo>
                    <a:pt x="242931" y="358128"/>
                  </a:lnTo>
                  <a:lnTo>
                    <a:pt x="252649" y="356695"/>
                  </a:lnTo>
                  <a:lnTo>
                    <a:pt x="262366" y="355261"/>
                  </a:lnTo>
                  <a:lnTo>
                    <a:pt x="272083" y="353827"/>
                  </a:lnTo>
                  <a:lnTo>
                    <a:pt x="281801" y="352390"/>
                  </a:lnTo>
                  <a:lnTo>
                    <a:pt x="291518" y="350953"/>
                  </a:lnTo>
                  <a:lnTo>
                    <a:pt x="301235" y="349514"/>
                  </a:lnTo>
                  <a:lnTo>
                    <a:pt x="310952" y="348075"/>
                  </a:lnTo>
                  <a:lnTo>
                    <a:pt x="320670" y="346634"/>
                  </a:lnTo>
                  <a:lnTo>
                    <a:pt x="330387" y="345191"/>
                  </a:lnTo>
                  <a:lnTo>
                    <a:pt x="340104" y="343748"/>
                  </a:lnTo>
                  <a:lnTo>
                    <a:pt x="349821" y="342303"/>
                  </a:lnTo>
                  <a:lnTo>
                    <a:pt x="359539" y="340857"/>
                  </a:lnTo>
                  <a:lnTo>
                    <a:pt x="369256" y="339410"/>
                  </a:lnTo>
                  <a:lnTo>
                    <a:pt x="378973" y="337962"/>
                  </a:lnTo>
                  <a:lnTo>
                    <a:pt x="388691" y="336512"/>
                  </a:lnTo>
                  <a:lnTo>
                    <a:pt x="398408" y="335061"/>
                  </a:lnTo>
                  <a:lnTo>
                    <a:pt x="408125" y="333609"/>
                  </a:lnTo>
                  <a:lnTo>
                    <a:pt x="417842" y="332156"/>
                  </a:lnTo>
                  <a:lnTo>
                    <a:pt x="427560" y="330702"/>
                  </a:lnTo>
                  <a:lnTo>
                    <a:pt x="437277" y="329244"/>
                  </a:lnTo>
                  <a:lnTo>
                    <a:pt x="446994" y="327788"/>
                  </a:lnTo>
                  <a:lnTo>
                    <a:pt x="456712" y="326331"/>
                  </a:lnTo>
                  <a:lnTo>
                    <a:pt x="466429" y="324872"/>
                  </a:lnTo>
                  <a:lnTo>
                    <a:pt x="476146" y="323411"/>
                  </a:lnTo>
                  <a:lnTo>
                    <a:pt x="485863" y="321950"/>
                  </a:lnTo>
                  <a:lnTo>
                    <a:pt x="495581" y="320487"/>
                  </a:lnTo>
                  <a:lnTo>
                    <a:pt x="505298" y="319023"/>
                  </a:lnTo>
                  <a:lnTo>
                    <a:pt x="515015" y="317557"/>
                  </a:lnTo>
                  <a:lnTo>
                    <a:pt x="524732" y="316091"/>
                  </a:lnTo>
                  <a:lnTo>
                    <a:pt x="534450" y="314623"/>
                  </a:lnTo>
                  <a:lnTo>
                    <a:pt x="544167" y="313155"/>
                  </a:lnTo>
                  <a:lnTo>
                    <a:pt x="553884" y="311685"/>
                  </a:lnTo>
                  <a:lnTo>
                    <a:pt x="563602" y="310213"/>
                  </a:lnTo>
                  <a:lnTo>
                    <a:pt x="573319" y="308741"/>
                  </a:lnTo>
                  <a:lnTo>
                    <a:pt x="583036" y="307268"/>
                  </a:lnTo>
                  <a:lnTo>
                    <a:pt x="592753" y="305793"/>
                  </a:lnTo>
                  <a:lnTo>
                    <a:pt x="602471" y="304317"/>
                  </a:lnTo>
                  <a:lnTo>
                    <a:pt x="612188" y="302840"/>
                  </a:lnTo>
                  <a:lnTo>
                    <a:pt x="621905" y="301365"/>
                  </a:lnTo>
                  <a:lnTo>
                    <a:pt x="631623" y="299889"/>
                  </a:lnTo>
                  <a:lnTo>
                    <a:pt x="641340" y="298413"/>
                  </a:lnTo>
                  <a:lnTo>
                    <a:pt x="651057" y="296936"/>
                  </a:lnTo>
                  <a:lnTo>
                    <a:pt x="660774" y="295459"/>
                  </a:lnTo>
                  <a:lnTo>
                    <a:pt x="670492" y="293982"/>
                  </a:lnTo>
                  <a:lnTo>
                    <a:pt x="680209" y="292504"/>
                  </a:lnTo>
                  <a:lnTo>
                    <a:pt x="689926" y="291026"/>
                  </a:lnTo>
                  <a:lnTo>
                    <a:pt x="699643" y="289547"/>
                  </a:lnTo>
                  <a:lnTo>
                    <a:pt x="709361" y="288068"/>
                  </a:lnTo>
                  <a:lnTo>
                    <a:pt x="719078" y="286588"/>
                  </a:lnTo>
                  <a:lnTo>
                    <a:pt x="728795" y="285108"/>
                  </a:lnTo>
                  <a:lnTo>
                    <a:pt x="738513" y="283626"/>
                  </a:lnTo>
                  <a:lnTo>
                    <a:pt x="748230" y="282138"/>
                  </a:lnTo>
                  <a:lnTo>
                    <a:pt x="757947" y="280650"/>
                  </a:lnTo>
                  <a:lnTo>
                    <a:pt x="767664" y="279160"/>
                  </a:lnTo>
                  <a:lnTo>
                    <a:pt x="777382" y="277670"/>
                  </a:lnTo>
                  <a:lnTo>
                    <a:pt x="787099" y="276178"/>
                  </a:lnTo>
                  <a:lnTo>
                    <a:pt x="796816" y="274685"/>
                  </a:lnTo>
                  <a:lnTo>
                    <a:pt x="806534" y="273191"/>
                  </a:lnTo>
                  <a:lnTo>
                    <a:pt x="816251" y="271697"/>
                  </a:lnTo>
                  <a:lnTo>
                    <a:pt x="825968" y="270201"/>
                  </a:lnTo>
                  <a:lnTo>
                    <a:pt x="835685" y="268704"/>
                  </a:lnTo>
                  <a:lnTo>
                    <a:pt x="845403" y="267206"/>
                  </a:lnTo>
                  <a:lnTo>
                    <a:pt x="855120" y="265707"/>
                  </a:lnTo>
                  <a:lnTo>
                    <a:pt x="864837" y="264208"/>
                  </a:lnTo>
                  <a:lnTo>
                    <a:pt x="874554" y="262707"/>
                  </a:lnTo>
                  <a:lnTo>
                    <a:pt x="884272" y="261205"/>
                  </a:lnTo>
                  <a:lnTo>
                    <a:pt x="893989" y="259697"/>
                  </a:lnTo>
                  <a:lnTo>
                    <a:pt x="903706" y="258187"/>
                  </a:lnTo>
                  <a:lnTo>
                    <a:pt x="913424" y="256677"/>
                  </a:lnTo>
                  <a:lnTo>
                    <a:pt x="923141" y="255164"/>
                  </a:lnTo>
                  <a:lnTo>
                    <a:pt x="932858" y="253651"/>
                  </a:lnTo>
                  <a:lnTo>
                    <a:pt x="942575" y="252136"/>
                  </a:lnTo>
                  <a:lnTo>
                    <a:pt x="952293" y="250620"/>
                  </a:lnTo>
                  <a:lnTo>
                    <a:pt x="962010" y="249105"/>
                  </a:lnTo>
                  <a:lnTo>
                    <a:pt x="971727" y="247592"/>
                  </a:lnTo>
                  <a:lnTo>
                    <a:pt x="981445" y="246080"/>
                  </a:lnTo>
                  <a:lnTo>
                    <a:pt x="991162" y="244568"/>
                  </a:lnTo>
                  <a:lnTo>
                    <a:pt x="1000879" y="243054"/>
                  </a:lnTo>
                  <a:lnTo>
                    <a:pt x="1010596" y="241540"/>
                  </a:lnTo>
                  <a:lnTo>
                    <a:pt x="1020314" y="240025"/>
                  </a:lnTo>
                  <a:lnTo>
                    <a:pt x="1030031" y="238509"/>
                  </a:lnTo>
                  <a:lnTo>
                    <a:pt x="1039748" y="236992"/>
                  </a:lnTo>
                  <a:lnTo>
                    <a:pt x="1049465" y="235474"/>
                  </a:lnTo>
                  <a:lnTo>
                    <a:pt x="1059183" y="233955"/>
                  </a:lnTo>
                  <a:lnTo>
                    <a:pt x="1068900" y="232440"/>
                  </a:lnTo>
                  <a:lnTo>
                    <a:pt x="1078617" y="230933"/>
                  </a:lnTo>
                  <a:lnTo>
                    <a:pt x="1088335" y="229426"/>
                  </a:lnTo>
                  <a:lnTo>
                    <a:pt x="1098052" y="227918"/>
                  </a:lnTo>
                  <a:lnTo>
                    <a:pt x="1107769" y="226409"/>
                  </a:lnTo>
                  <a:lnTo>
                    <a:pt x="1117486" y="224901"/>
                  </a:lnTo>
                  <a:lnTo>
                    <a:pt x="1127204" y="223392"/>
                  </a:lnTo>
                  <a:lnTo>
                    <a:pt x="1136921" y="221882"/>
                  </a:lnTo>
                  <a:lnTo>
                    <a:pt x="1146638" y="220372"/>
                  </a:lnTo>
                  <a:lnTo>
                    <a:pt x="1156356" y="218862"/>
                  </a:lnTo>
                  <a:lnTo>
                    <a:pt x="1166073" y="217351"/>
                  </a:lnTo>
                  <a:lnTo>
                    <a:pt x="1175790" y="215840"/>
                  </a:lnTo>
                  <a:lnTo>
                    <a:pt x="1185507" y="214325"/>
                  </a:lnTo>
                  <a:lnTo>
                    <a:pt x="1195225" y="212802"/>
                  </a:lnTo>
                  <a:lnTo>
                    <a:pt x="1204942" y="211278"/>
                  </a:lnTo>
                  <a:lnTo>
                    <a:pt x="1214659" y="209753"/>
                  </a:lnTo>
                  <a:lnTo>
                    <a:pt x="1224376" y="208228"/>
                  </a:lnTo>
                  <a:lnTo>
                    <a:pt x="1234094" y="206702"/>
                  </a:lnTo>
                  <a:lnTo>
                    <a:pt x="1243811" y="205175"/>
                  </a:lnTo>
                  <a:lnTo>
                    <a:pt x="1253528" y="203648"/>
                  </a:lnTo>
                  <a:lnTo>
                    <a:pt x="1263246" y="202120"/>
                  </a:lnTo>
                  <a:lnTo>
                    <a:pt x="1272963" y="200591"/>
                  </a:lnTo>
                  <a:lnTo>
                    <a:pt x="1282680" y="199061"/>
                  </a:lnTo>
                  <a:lnTo>
                    <a:pt x="1292397" y="197531"/>
                  </a:lnTo>
                  <a:lnTo>
                    <a:pt x="1302115" y="196000"/>
                  </a:lnTo>
                  <a:lnTo>
                    <a:pt x="1311832" y="194468"/>
                  </a:lnTo>
                  <a:lnTo>
                    <a:pt x="1321549" y="192936"/>
                  </a:lnTo>
                  <a:lnTo>
                    <a:pt x="1331267" y="191403"/>
                  </a:lnTo>
                  <a:lnTo>
                    <a:pt x="1340984" y="189869"/>
                  </a:lnTo>
                  <a:lnTo>
                    <a:pt x="1350701" y="188335"/>
                  </a:lnTo>
                  <a:lnTo>
                    <a:pt x="1360418" y="186811"/>
                  </a:lnTo>
                  <a:lnTo>
                    <a:pt x="1370136" y="185292"/>
                  </a:lnTo>
                  <a:lnTo>
                    <a:pt x="1379853" y="183773"/>
                  </a:lnTo>
                  <a:lnTo>
                    <a:pt x="1389570" y="182254"/>
                  </a:lnTo>
                  <a:lnTo>
                    <a:pt x="1399287" y="180734"/>
                  </a:lnTo>
                  <a:lnTo>
                    <a:pt x="1409005" y="179215"/>
                  </a:lnTo>
                  <a:lnTo>
                    <a:pt x="1418722" y="177695"/>
                  </a:lnTo>
                  <a:lnTo>
                    <a:pt x="1428439" y="176174"/>
                  </a:lnTo>
                  <a:lnTo>
                    <a:pt x="1438157" y="174654"/>
                  </a:lnTo>
                  <a:lnTo>
                    <a:pt x="1447874" y="173133"/>
                  </a:lnTo>
                  <a:lnTo>
                    <a:pt x="1457591" y="171612"/>
                  </a:lnTo>
                  <a:lnTo>
                    <a:pt x="1467308" y="170090"/>
                  </a:lnTo>
                  <a:lnTo>
                    <a:pt x="1477026" y="168565"/>
                  </a:lnTo>
                  <a:lnTo>
                    <a:pt x="1486743" y="167019"/>
                  </a:lnTo>
                  <a:lnTo>
                    <a:pt x="1496460" y="165471"/>
                  </a:lnTo>
                  <a:lnTo>
                    <a:pt x="1506178" y="163924"/>
                  </a:lnTo>
                  <a:lnTo>
                    <a:pt x="1515895" y="162375"/>
                  </a:lnTo>
                  <a:lnTo>
                    <a:pt x="1525612" y="160826"/>
                  </a:lnTo>
                  <a:lnTo>
                    <a:pt x="1535329" y="159276"/>
                  </a:lnTo>
                  <a:lnTo>
                    <a:pt x="1545047" y="157725"/>
                  </a:lnTo>
                  <a:lnTo>
                    <a:pt x="1554764" y="156174"/>
                  </a:lnTo>
                  <a:lnTo>
                    <a:pt x="1564481" y="154621"/>
                  </a:lnTo>
                  <a:lnTo>
                    <a:pt x="1574198" y="153068"/>
                  </a:lnTo>
                  <a:lnTo>
                    <a:pt x="1583916" y="151515"/>
                  </a:lnTo>
                  <a:lnTo>
                    <a:pt x="1593633" y="149960"/>
                  </a:lnTo>
                  <a:lnTo>
                    <a:pt x="1603350" y="148405"/>
                  </a:lnTo>
                  <a:lnTo>
                    <a:pt x="1613068" y="146849"/>
                  </a:lnTo>
                  <a:lnTo>
                    <a:pt x="1622785" y="145293"/>
                  </a:lnTo>
                  <a:lnTo>
                    <a:pt x="1632502" y="143736"/>
                  </a:lnTo>
                  <a:lnTo>
                    <a:pt x="1642219" y="142178"/>
                  </a:lnTo>
                  <a:lnTo>
                    <a:pt x="1651937" y="140619"/>
                  </a:lnTo>
                  <a:lnTo>
                    <a:pt x="1661654" y="139030"/>
                  </a:lnTo>
                  <a:lnTo>
                    <a:pt x="1671371" y="137439"/>
                  </a:lnTo>
                  <a:lnTo>
                    <a:pt x="1681089" y="135847"/>
                  </a:lnTo>
                  <a:lnTo>
                    <a:pt x="1690806" y="134254"/>
                  </a:lnTo>
                  <a:lnTo>
                    <a:pt x="1700523" y="132665"/>
                  </a:lnTo>
                  <a:lnTo>
                    <a:pt x="1710240" y="131088"/>
                  </a:lnTo>
                  <a:lnTo>
                    <a:pt x="1719958" y="129511"/>
                  </a:lnTo>
                  <a:lnTo>
                    <a:pt x="1729675" y="127934"/>
                  </a:lnTo>
                  <a:lnTo>
                    <a:pt x="1739392" y="126355"/>
                  </a:lnTo>
                  <a:lnTo>
                    <a:pt x="1749109" y="124775"/>
                  </a:lnTo>
                  <a:lnTo>
                    <a:pt x="1758827" y="123195"/>
                  </a:lnTo>
                  <a:lnTo>
                    <a:pt x="1768544" y="121632"/>
                  </a:lnTo>
                  <a:lnTo>
                    <a:pt x="1778261" y="120089"/>
                  </a:lnTo>
                  <a:lnTo>
                    <a:pt x="1787979" y="118545"/>
                  </a:lnTo>
                  <a:lnTo>
                    <a:pt x="1797696" y="117002"/>
                  </a:lnTo>
                  <a:lnTo>
                    <a:pt x="1807413" y="115458"/>
                  </a:lnTo>
                  <a:lnTo>
                    <a:pt x="1817130" y="113913"/>
                  </a:lnTo>
                  <a:lnTo>
                    <a:pt x="1826848" y="112369"/>
                  </a:lnTo>
                  <a:lnTo>
                    <a:pt x="1836565" y="110824"/>
                  </a:lnTo>
                  <a:lnTo>
                    <a:pt x="1846282" y="109279"/>
                  </a:lnTo>
                  <a:lnTo>
                    <a:pt x="1856000" y="107734"/>
                  </a:lnTo>
                  <a:lnTo>
                    <a:pt x="1865717" y="106189"/>
                  </a:lnTo>
                  <a:lnTo>
                    <a:pt x="1875434" y="104643"/>
                  </a:lnTo>
                  <a:lnTo>
                    <a:pt x="1885151" y="103097"/>
                  </a:lnTo>
                  <a:lnTo>
                    <a:pt x="1894869" y="101551"/>
                  </a:lnTo>
                  <a:lnTo>
                    <a:pt x="1904586" y="100005"/>
                  </a:lnTo>
                  <a:lnTo>
                    <a:pt x="1914303" y="98405"/>
                  </a:lnTo>
                  <a:lnTo>
                    <a:pt x="1924020" y="96793"/>
                  </a:lnTo>
                  <a:lnTo>
                    <a:pt x="1933738" y="95180"/>
                  </a:lnTo>
                  <a:lnTo>
                    <a:pt x="1943455" y="93566"/>
                  </a:lnTo>
                  <a:lnTo>
                    <a:pt x="1953172" y="91950"/>
                  </a:lnTo>
                  <a:lnTo>
                    <a:pt x="1962890" y="90334"/>
                  </a:lnTo>
                  <a:lnTo>
                    <a:pt x="1972607" y="88716"/>
                  </a:lnTo>
                  <a:lnTo>
                    <a:pt x="1982324" y="87097"/>
                  </a:lnTo>
                  <a:lnTo>
                    <a:pt x="1992041" y="85477"/>
                  </a:lnTo>
                  <a:lnTo>
                    <a:pt x="2001759" y="83856"/>
                  </a:lnTo>
                  <a:lnTo>
                    <a:pt x="2011476" y="82266"/>
                  </a:lnTo>
                  <a:lnTo>
                    <a:pt x="2021193" y="80696"/>
                  </a:lnTo>
                  <a:lnTo>
                    <a:pt x="2030911" y="79126"/>
                  </a:lnTo>
                  <a:lnTo>
                    <a:pt x="2040628" y="77555"/>
                  </a:lnTo>
                  <a:lnTo>
                    <a:pt x="2050345" y="75984"/>
                  </a:lnTo>
                  <a:lnTo>
                    <a:pt x="2060062" y="74413"/>
                  </a:lnTo>
                  <a:lnTo>
                    <a:pt x="2069780" y="72841"/>
                  </a:lnTo>
                  <a:lnTo>
                    <a:pt x="2079497" y="71269"/>
                  </a:lnTo>
                  <a:lnTo>
                    <a:pt x="2089214" y="69696"/>
                  </a:lnTo>
                  <a:lnTo>
                    <a:pt x="2098931" y="68123"/>
                  </a:lnTo>
                  <a:lnTo>
                    <a:pt x="2108649" y="66550"/>
                  </a:lnTo>
                  <a:lnTo>
                    <a:pt x="2118366" y="64976"/>
                  </a:lnTo>
                  <a:lnTo>
                    <a:pt x="2128083" y="63398"/>
                  </a:lnTo>
                  <a:lnTo>
                    <a:pt x="2137801" y="61819"/>
                  </a:lnTo>
                  <a:lnTo>
                    <a:pt x="2147518" y="60239"/>
                  </a:lnTo>
                  <a:lnTo>
                    <a:pt x="2157235" y="58659"/>
                  </a:lnTo>
                  <a:lnTo>
                    <a:pt x="2166952" y="57074"/>
                  </a:lnTo>
                  <a:lnTo>
                    <a:pt x="2176670" y="55475"/>
                  </a:lnTo>
                  <a:lnTo>
                    <a:pt x="2186387" y="53877"/>
                  </a:lnTo>
                  <a:lnTo>
                    <a:pt x="2196104" y="52296"/>
                  </a:lnTo>
                  <a:lnTo>
                    <a:pt x="2205822" y="50740"/>
                  </a:lnTo>
                  <a:lnTo>
                    <a:pt x="2215539" y="49185"/>
                  </a:lnTo>
                  <a:lnTo>
                    <a:pt x="2225256" y="47618"/>
                  </a:lnTo>
                  <a:lnTo>
                    <a:pt x="2234973" y="46047"/>
                  </a:lnTo>
                  <a:lnTo>
                    <a:pt x="2244691" y="44477"/>
                  </a:lnTo>
                  <a:lnTo>
                    <a:pt x="2254408" y="42906"/>
                  </a:lnTo>
                  <a:lnTo>
                    <a:pt x="2264125" y="41335"/>
                  </a:lnTo>
                  <a:lnTo>
                    <a:pt x="2273842" y="39764"/>
                  </a:lnTo>
                  <a:lnTo>
                    <a:pt x="2283560" y="38192"/>
                  </a:lnTo>
                  <a:lnTo>
                    <a:pt x="2293277" y="36621"/>
                  </a:lnTo>
                  <a:lnTo>
                    <a:pt x="2302994" y="35049"/>
                  </a:lnTo>
                  <a:lnTo>
                    <a:pt x="2312712" y="33476"/>
                  </a:lnTo>
                  <a:lnTo>
                    <a:pt x="2322429" y="31904"/>
                  </a:lnTo>
                  <a:lnTo>
                    <a:pt x="2332146" y="30331"/>
                  </a:lnTo>
                  <a:lnTo>
                    <a:pt x="2341863" y="28758"/>
                  </a:lnTo>
                  <a:lnTo>
                    <a:pt x="2351581" y="27185"/>
                  </a:lnTo>
                  <a:lnTo>
                    <a:pt x="2361298" y="25612"/>
                  </a:lnTo>
                  <a:lnTo>
                    <a:pt x="2371015" y="24038"/>
                  </a:lnTo>
                  <a:lnTo>
                    <a:pt x="2380733" y="22465"/>
                  </a:lnTo>
                  <a:lnTo>
                    <a:pt x="2390450" y="20891"/>
                  </a:lnTo>
                  <a:lnTo>
                    <a:pt x="2400167" y="19317"/>
                  </a:lnTo>
                  <a:lnTo>
                    <a:pt x="2409884" y="17742"/>
                  </a:lnTo>
                  <a:lnTo>
                    <a:pt x="2419602" y="16168"/>
                  </a:lnTo>
                  <a:lnTo>
                    <a:pt x="2429319" y="14593"/>
                  </a:lnTo>
                  <a:lnTo>
                    <a:pt x="2439036" y="13018"/>
                  </a:lnTo>
                  <a:lnTo>
                    <a:pt x="2448753" y="11393"/>
                  </a:lnTo>
                  <a:lnTo>
                    <a:pt x="2458471" y="9767"/>
                  </a:lnTo>
                  <a:lnTo>
                    <a:pt x="2468188" y="8141"/>
                  </a:lnTo>
                  <a:lnTo>
                    <a:pt x="2477905" y="6514"/>
                  </a:lnTo>
                  <a:lnTo>
                    <a:pt x="2487623" y="4886"/>
                  </a:lnTo>
                  <a:lnTo>
                    <a:pt x="2497340" y="3258"/>
                  </a:lnTo>
                  <a:lnTo>
                    <a:pt x="2507057" y="1629"/>
                  </a:lnTo>
                  <a:lnTo>
                    <a:pt x="2516774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3486209" y="2307917"/>
              <a:ext cx="2516774" cy="1231469"/>
            </a:xfrm>
            <a:custGeom>
              <a:avLst/>
              <a:pathLst>
                <a:path w="2516774" h="1231469">
                  <a:moveTo>
                    <a:pt x="0" y="1231469"/>
                  </a:moveTo>
                  <a:lnTo>
                    <a:pt x="9717" y="1227224"/>
                  </a:lnTo>
                  <a:lnTo>
                    <a:pt x="19434" y="1223288"/>
                  </a:lnTo>
                  <a:lnTo>
                    <a:pt x="29151" y="1218615"/>
                  </a:lnTo>
                  <a:lnTo>
                    <a:pt x="38869" y="1215027"/>
                  </a:lnTo>
                  <a:lnTo>
                    <a:pt x="48586" y="1211196"/>
                  </a:lnTo>
                  <a:lnTo>
                    <a:pt x="58303" y="1207096"/>
                  </a:lnTo>
                  <a:lnTo>
                    <a:pt x="68020" y="1202587"/>
                  </a:lnTo>
                  <a:lnTo>
                    <a:pt x="77738" y="1198189"/>
                  </a:lnTo>
                  <a:lnTo>
                    <a:pt x="87455" y="1194105"/>
                  </a:lnTo>
                  <a:lnTo>
                    <a:pt x="97172" y="1189429"/>
                  </a:lnTo>
                  <a:lnTo>
                    <a:pt x="106890" y="1184178"/>
                  </a:lnTo>
                  <a:lnTo>
                    <a:pt x="116607" y="1180198"/>
                  </a:lnTo>
                  <a:lnTo>
                    <a:pt x="126324" y="1175381"/>
                  </a:lnTo>
                  <a:lnTo>
                    <a:pt x="136041" y="1171240"/>
                  </a:lnTo>
                  <a:lnTo>
                    <a:pt x="145759" y="1167081"/>
                  </a:lnTo>
                  <a:lnTo>
                    <a:pt x="155476" y="1163582"/>
                  </a:lnTo>
                  <a:lnTo>
                    <a:pt x="165193" y="1158476"/>
                  </a:lnTo>
                  <a:lnTo>
                    <a:pt x="174910" y="1154518"/>
                  </a:lnTo>
                  <a:lnTo>
                    <a:pt x="184628" y="1150641"/>
                  </a:lnTo>
                  <a:lnTo>
                    <a:pt x="194345" y="1146405"/>
                  </a:lnTo>
                  <a:lnTo>
                    <a:pt x="204062" y="1142139"/>
                  </a:lnTo>
                  <a:lnTo>
                    <a:pt x="213780" y="1137737"/>
                  </a:lnTo>
                  <a:lnTo>
                    <a:pt x="223497" y="1131902"/>
                  </a:lnTo>
                  <a:lnTo>
                    <a:pt x="233214" y="1127473"/>
                  </a:lnTo>
                  <a:lnTo>
                    <a:pt x="242931" y="1122445"/>
                  </a:lnTo>
                  <a:lnTo>
                    <a:pt x="252649" y="1118113"/>
                  </a:lnTo>
                  <a:lnTo>
                    <a:pt x="262366" y="1113273"/>
                  </a:lnTo>
                  <a:lnTo>
                    <a:pt x="272083" y="1108836"/>
                  </a:lnTo>
                  <a:lnTo>
                    <a:pt x="281801" y="1104420"/>
                  </a:lnTo>
                  <a:lnTo>
                    <a:pt x="291518" y="1100084"/>
                  </a:lnTo>
                  <a:lnTo>
                    <a:pt x="301235" y="1095125"/>
                  </a:lnTo>
                  <a:lnTo>
                    <a:pt x="310952" y="1090733"/>
                  </a:lnTo>
                  <a:lnTo>
                    <a:pt x="320670" y="1085873"/>
                  </a:lnTo>
                  <a:lnTo>
                    <a:pt x="330387" y="1081273"/>
                  </a:lnTo>
                  <a:lnTo>
                    <a:pt x="340104" y="1076349"/>
                  </a:lnTo>
                  <a:lnTo>
                    <a:pt x="349821" y="1070941"/>
                  </a:lnTo>
                  <a:lnTo>
                    <a:pt x="359539" y="1065791"/>
                  </a:lnTo>
                  <a:lnTo>
                    <a:pt x="369256" y="1061062"/>
                  </a:lnTo>
                  <a:lnTo>
                    <a:pt x="378973" y="1055966"/>
                  </a:lnTo>
                  <a:lnTo>
                    <a:pt x="388691" y="1051205"/>
                  </a:lnTo>
                  <a:lnTo>
                    <a:pt x="398408" y="1045889"/>
                  </a:lnTo>
                  <a:lnTo>
                    <a:pt x="408125" y="1041262"/>
                  </a:lnTo>
                  <a:lnTo>
                    <a:pt x="417842" y="1035325"/>
                  </a:lnTo>
                  <a:lnTo>
                    <a:pt x="427560" y="1031223"/>
                  </a:lnTo>
                  <a:lnTo>
                    <a:pt x="437277" y="1027009"/>
                  </a:lnTo>
                  <a:lnTo>
                    <a:pt x="446994" y="1022207"/>
                  </a:lnTo>
                  <a:lnTo>
                    <a:pt x="456712" y="1017632"/>
                  </a:lnTo>
                  <a:lnTo>
                    <a:pt x="466429" y="1013848"/>
                  </a:lnTo>
                  <a:lnTo>
                    <a:pt x="476146" y="1008037"/>
                  </a:lnTo>
                  <a:lnTo>
                    <a:pt x="485863" y="1002189"/>
                  </a:lnTo>
                  <a:lnTo>
                    <a:pt x="495581" y="997742"/>
                  </a:lnTo>
                  <a:lnTo>
                    <a:pt x="505298" y="993203"/>
                  </a:lnTo>
                  <a:lnTo>
                    <a:pt x="515015" y="988617"/>
                  </a:lnTo>
                  <a:lnTo>
                    <a:pt x="524732" y="984417"/>
                  </a:lnTo>
                  <a:lnTo>
                    <a:pt x="534450" y="980603"/>
                  </a:lnTo>
                  <a:lnTo>
                    <a:pt x="544167" y="975744"/>
                  </a:lnTo>
                  <a:lnTo>
                    <a:pt x="553884" y="970937"/>
                  </a:lnTo>
                  <a:lnTo>
                    <a:pt x="563602" y="965998"/>
                  </a:lnTo>
                  <a:lnTo>
                    <a:pt x="573319" y="961438"/>
                  </a:lnTo>
                  <a:lnTo>
                    <a:pt x="583036" y="955924"/>
                  </a:lnTo>
                  <a:lnTo>
                    <a:pt x="592753" y="951037"/>
                  </a:lnTo>
                  <a:lnTo>
                    <a:pt x="602471" y="945663"/>
                  </a:lnTo>
                  <a:lnTo>
                    <a:pt x="612188" y="940200"/>
                  </a:lnTo>
                  <a:lnTo>
                    <a:pt x="621905" y="935401"/>
                  </a:lnTo>
                  <a:lnTo>
                    <a:pt x="631623" y="930462"/>
                  </a:lnTo>
                  <a:lnTo>
                    <a:pt x="641340" y="926460"/>
                  </a:lnTo>
                  <a:lnTo>
                    <a:pt x="651057" y="922328"/>
                  </a:lnTo>
                  <a:lnTo>
                    <a:pt x="660774" y="918128"/>
                  </a:lnTo>
                  <a:lnTo>
                    <a:pt x="670492" y="913388"/>
                  </a:lnTo>
                  <a:lnTo>
                    <a:pt x="680209" y="908840"/>
                  </a:lnTo>
                  <a:lnTo>
                    <a:pt x="689926" y="904545"/>
                  </a:lnTo>
                  <a:lnTo>
                    <a:pt x="699643" y="900100"/>
                  </a:lnTo>
                  <a:lnTo>
                    <a:pt x="709361" y="894469"/>
                  </a:lnTo>
                  <a:lnTo>
                    <a:pt x="719078" y="889430"/>
                  </a:lnTo>
                  <a:lnTo>
                    <a:pt x="728795" y="884048"/>
                  </a:lnTo>
                  <a:lnTo>
                    <a:pt x="738513" y="878878"/>
                  </a:lnTo>
                  <a:lnTo>
                    <a:pt x="748230" y="873798"/>
                  </a:lnTo>
                  <a:lnTo>
                    <a:pt x="757947" y="869423"/>
                  </a:lnTo>
                  <a:lnTo>
                    <a:pt x="767664" y="864577"/>
                  </a:lnTo>
                  <a:lnTo>
                    <a:pt x="777382" y="859581"/>
                  </a:lnTo>
                  <a:lnTo>
                    <a:pt x="787099" y="854350"/>
                  </a:lnTo>
                  <a:lnTo>
                    <a:pt x="796816" y="848807"/>
                  </a:lnTo>
                  <a:lnTo>
                    <a:pt x="806534" y="843256"/>
                  </a:lnTo>
                  <a:lnTo>
                    <a:pt x="816251" y="839267"/>
                  </a:lnTo>
                  <a:lnTo>
                    <a:pt x="825968" y="833516"/>
                  </a:lnTo>
                  <a:lnTo>
                    <a:pt x="835685" y="828372"/>
                  </a:lnTo>
                  <a:lnTo>
                    <a:pt x="845403" y="823775"/>
                  </a:lnTo>
                  <a:lnTo>
                    <a:pt x="855120" y="818375"/>
                  </a:lnTo>
                  <a:lnTo>
                    <a:pt x="864837" y="812658"/>
                  </a:lnTo>
                  <a:lnTo>
                    <a:pt x="874554" y="807724"/>
                  </a:lnTo>
                  <a:lnTo>
                    <a:pt x="884272" y="802766"/>
                  </a:lnTo>
                  <a:lnTo>
                    <a:pt x="893989" y="799112"/>
                  </a:lnTo>
                  <a:lnTo>
                    <a:pt x="903706" y="793812"/>
                  </a:lnTo>
                  <a:lnTo>
                    <a:pt x="913424" y="788680"/>
                  </a:lnTo>
                  <a:lnTo>
                    <a:pt x="923141" y="783051"/>
                  </a:lnTo>
                  <a:lnTo>
                    <a:pt x="932858" y="778271"/>
                  </a:lnTo>
                  <a:lnTo>
                    <a:pt x="942575" y="773510"/>
                  </a:lnTo>
                  <a:lnTo>
                    <a:pt x="952293" y="767759"/>
                  </a:lnTo>
                  <a:lnTo>
                    <a:pt x="962010" y="762731"/>
                  </a:lnTo>
                  <a:lnTo>
                    <a:pt x="971727" y="757706"/>
                  </a:lnTo>
                  <a:lnTo>
                    <a:pt x="981445" y="753189"/>
                  </a:lnTo>
                  <a:lnTo>
                    <a:pt x="991162" y="748501"/>
                  </a:lnTo>
                  <a:lnTo>
                    <a:pt x="1000879" y="743669"/>
                  </a:lnTo>
                  <a:lnTo>
                    <a:pt x="1010596" y="739673"/>
                  </a:lnTo>
                  <a:lnTo>
                    <a:pt x="1020314" y="733989"/>
                  </a:lnTo>
                  <a:lnTo>
                    <a:pt x="1030031" y="728737"/>
                  </a:lnTo>
                  <a:lnTo>
                    <a:pt x="1039748" y="723680"/>
                  </a:lnTo>
                  <a:lnTo>
                    <a:pt x="1049465" y="719439"/>
                  </a:lnTo>
                  <a:lnTo>
                    <a:pt x="1059183" y="713869"/>
                  </a:lnTo>
                  <a:lnTo>
                    <a:pt x="1068900" y="710450"/>
                  </a:lnTo>
                  <a:lnTo>
                    <a:pt x="1078617" y="705614"/>
                  </a:lnTo>
                  <a:lnTo>
                    <a:pt x="1088335" y="700689"/>
                  </a:lnTo>
                  <a:lnTo>
                    <a:pt x="1098052" y="695536"/>
                  </a:lnTo>
                  <a:lnTo>
                    <a:pt x="1107769" y="690740"/>
                  </a:lnTo>
                  <a:lnTo>
                    <a:pt x="1117486" y="685928"/>
                  </a:lnTo>
                  <a:lnTo>
                    <a:pt x="1127204" y="681541"/>
                  </a:lnTo>
                  <a:lnTo>
                    <a:pt x="1136921" y="676448"/>
                  </a:lnTo>
                  <a:lnTo>
                    <a:pt x="1146638" y="670552"/>
                  </a:lnTo>
                  <a:lnTo>
                    <a:pt x="1156356" y="665148"/>
                  </a:lnTo>
                  <a:lnTo>
                    <a:pt x="1166073" y="660002"/>
                  </a:lnTo>
                  <a:lnTo>
                    <a:pt x="1175790" y="655344"/>
                  </a:lnTo>
                  <a:lnTo>
                    <a:pt x="1185507" y="650749"/>
                  </a:lnTo>
                  <a:lnTo>
                    <a:pt x="1195225" y="644903"/>
                  </a:lnTo>
                  <a:lnTo>
                    <a:pt x="1204942" y="640055"/>
                  </a:lnTo>
                  <a:lnTo>
                    <a:pt x="1214659" y="635227"/>
                  </a:lnTo>
                  <a:lnTo>
                    <a:pt x="1224376" y="629266"/>
                  </a:lnTo>
                  <a:lnTo>
                    <a:pt x="1234094" y="624627"/>
                  </a:lnTo>
                  <a:lnTo>
                    <a:pt x="1243811" y="619206"/>
                  </a:lnTo>
                  <a:lnTo>
                    <a:pt x="1253528" y="614361"/>
                  </a:lnTo>
                  <a:lnTo>
                    <a:pt x="1263246" y="608566"/>
                  </a:lnTo>
                  <a:lnTo>
                    <a:pt x="1272963" y="603230"/>
                  </a:lnTo>
                  <a:lnTo>
                    <a:pt x="1282680" y="597861"/>
                  </a:lnTo>
                  <a:lnTo>
                    <a:pt x="1292397" y="592026"/>
                  </a:lnTo>
                  <a:lnTo>
                    <a:pt x="1302115" y="586899"/>
                  </a:lnTo>
                  <a:lnTo>
                    <a:pt x="1311832" y="581563"/>
                  </a:lnTo>
                  <a:lnTo>
                    <a:pt x="1321549" y="576744"/>
                  </a:lnTo>
                  <a:lnTo>
                    <a:pt x="1331267" y="572044"/>
                  </a:lnTo>
                  <a:lnTo>
                    <a:pt x="1340984" y="567173"/>
                  </a:lnTo>
                  <a:lnTo>
                    <a:pt x="1350701" y="561350"/>
                  </a:lnTo>
                  <a:lnTo>
                    <a:pt x="1360418" y="556503"/>
                  </a:lnTo>
                  <a:lnTo>
                    <a:pt x="1370136" y="551419"/>
                  </a:lnTo>
                  <a:lnTo>
                    <a:pt x="1379853" y="546494"/>
                  </a:lnTo>
                  <a:lnTo>
                    <a:pt x="1389570" y="541684"/>
                  </a:lnTo>
                  <a:lnTo>
                    <a:pt x="1399287" y="536601"/>
                  </a:lnTo>
                  <a:lnTo>
                    <a:pt x="1409005" y="531581"/>
                  </a:lnTo>
                  <a:lnTo>
                    <a:pt x="1418722" y="525978"/>
                  </a:lnTo>
                  <a:lnTo>
                    <a:pt x="1428439" y="521510"/>
                  </a:lnTo>
                  <a:lnTo>
                    <a:pt x="1438157" y="516873"/>
                  </a:lnTo>
                  <a:lnTo>
                    <a:pt x="1447874" y="511656"/>
                  </a:lnTo>
                  <a:lnTo>
                    <a:pt x="1457591" y="507571"/>
                  </a:lnTo>
                  <a:lnTo>
                    <a:pt x="1467308" y="502327"/>
                  </a:lnTo>
                  <a:lnTo>
                    <a:pt x="1477026" y="497082"/>
                  </a:lnTo>
                  <a:lnTo>
                    <a:pt x="1486743" y="492762"/>
                  </a:lnTo>
                  <a:lnTo>
                    <a:pt x="1496460" y="487544"/>
                  </a:lnTo>
                  <a:lnTo>
                    <a:pt x="1506178" y="482832"/>
                  </a:lnTo>
                  <a:lnTo>
                    <a:pt x="1515895" y="477673"/>
                  </a:lnTo>
                  <a:lnTo>
                    <a:pt x="1525612" y="472505"/>
                  </a:lnTo>
                  <a:lnTo>
                    <a:pt x="1535329" y="467419"/>
                  </a:lnTo>
                  <a:lnTo>
                    <a:pt x="1545047" y="462339"/>
                  </a:lnTo>
                  <a:lnTo>
                    <a:pt x="1554764" y="457074"/>
                  </a:lnTo>
                  <a:lnTo>
                    <a:pt x="1564481" y="451886"/>
                  </a:lnTo>
                  <a:lnTo>
                    <a:pt x="1574198" y="447239"/>
                  </a:lnTo>
                  <a:lnTo>
                    <a:pt x="1583916" y="442679"/>
                  </a:lnTo>
                  <a:lnTo>
                    <a:pt x="1593633" y="437252"/>
                  </a:lnTo>
                  <a:lnTo>
                    <a:pt x="1603350" y="432335"/>
                  </a:lnTo>
                  <a:lnTo>
                    <a:pt x="1613068" y="427010"/>
                  </a:lnTo>
                  <a:lnTo>
                    <a:pt x="1622785" y="421800"/>
                  </a:lnTo>
                  <a:lnTo>
                    <a:pt x="1632502" y="416596"/>
                  </a:lnTo>
                  <a:lnTo>
                    <a:pt x="1642219" y="411866"/>
                  </a:lnTo>
                  <a:lnTo>
                    <a:pt x="1651937" y="406687"/>
                  </a:lnTo>
                  <a:lnTo>
                    <a:pt x="1661654" y="401295"/>
                  </a:lnTo>
                  <a:lnTo>
                    <a:pt x="1671371" y="395959"/>
                  </a:lnTo>
                  <a:lnTo>
                    <a:pt x="1681089" y="391130"/>
                  </a:lnTo>
                  <a:lnTo>
                    <a:pt x="1690806" y="386632"/>
                  </a:lnTo>
                  <a:lnTo>
                    <a:pt x="1700523" y="382367"/>
                  </a:lnTo>
                  <a:lnTo>
                    <a:pt x="1710240" y="377789"/>
                  </a:lnTo>
                  <a:lnTo>
                    <a:pt x="1719958" y="372739"/>
                  </a:lnTo>
                  <a:lnTo>
                    <a:pt x="1729675" y="367059"/>
                  </a:lnTo>
                  <a:lnTo>
                    <a:pt x="1739392" y="361832"/>
                  </a:lnTo>
                  <a:lnTo>
                    <a:pt x="1749109" y="356996"/>
                  </a:lnTo>
                  <a:lnTo>
                    <a:pt x="1758827" y="352697"/>
                  </a:lnTo>
                  <a:lnTo>
                    <a:pt x="1768544" y="347841"/>
                  </a:lnTo>
                  <a:lnTo>
                    <a:pt x="1778261" y="343127"/>
                  </a:lnTo>
                  <a:lnTo>
                    <a:pt x="1787979" y="338028"/>
                  </a:lnTo>
                  <a:lnTo>
                    <a:pt x="1797696" y="333102"/>
                  </a:lnTo>
                  <a:lnTo>
                    <a:pt x="1807413" y="328165"/>
                  </a:lnTo>
                  <a:lnTo>
                    <a:pt x="1817130" y="322959"/>
                  </a:lnTo>
                  <a:lnTo>
                    <a:pt x="1826848" y="318253"/>
                  </a:lnTo>
                  <a:lnTo>
                    <a:pt x="1836565" y="312830"/>
                  </a:lnTo>
                  <a:lnTo>
                    <a:pt x="1846282" y="308030"/>
                  </a:lnTo>
                  <a:lnTo>
                    <a:pt x="1856000" y="303472"/>
                  </a:lnTo>
                  <a:lnTo>
                    <a:pt x="1865717" y="299001"/>
                  </a:lnTo>
                  <a:lnTo>
                    <a:pt x="1875434" y="294290"/>
                  </a:lnTo>
                  <a:lnTo>
                    <a:pt x="1885151" y="289937"/>
                  </a:lnTo>
                  <a:lnTo>
                    <a:pt x="1894869" y="285567"/>
                  </a:lnTo>
                  <a:lnTo>
                    <a:pt x="1904586" y="281340"/>
                  </a:lnTo>
                  <a:lnTo>
                    <a:pt x="1914303" y="276955"/>
                  </a:lnTo>
                  <a:lnTo>
                    <a:pt x="1924020" y="272112"/>
                  </a:lnTo>
                  <a:lnTo>
                    <a:pt x="1933738" y="267277"/>
                  </a:lnTo>
                  <a:lnTo>
                    <a:pt x="1943455" y="261985"/>
                  </a:lnTo>
                  <a:lnTo>
                    <a:pt x="1953172" y="256530"/>
                  </a:lnTo>
                  <a:lnTo>
                    <a:pt x="1962890" y="251209"/>
                  </a:lnTo>
                  <a:lnTo>
                    <a:pt x="1972607" y="245994"/>
                  </a:lnTo>
                  <a:lnTo>
                    <a:pt x="1982324" y="240405"/>
                  </a:lnTo>
                  <a:lnTo>
                    <a:pt x="1992041" y="234969"/>
                  </a:lnTo>
                  <a:lnTo>
                    <a:pt x="2001759" y="229972"/>
                  </a:lnTo>
                  <a:lnTo>
                    <a:pt x="2011476" y="224985"/>
                  </a:lnTo>
                  <a:lnTo>
                    <a:pt x="2021193" y="220008"/>
                  </a:lnTo>
                  <a:lnTo>
                    <a:pt x="2030911" y="215039"/>
                  </a:lnTo>
                  <a:lnTo>
                    <a:pt x="2040628" y="209767"/>
                  </a:lnTo>
                  <a:lnTo>
                    <a:pt x="2050345" y="204897"/>
                  </a:lnTo>
                  <a:lnTo>
                    <a:pt x="2060062" y="199821"/>
                  </a:lnTo>
                  <a:lnTo>
                    <a:pt x="2069780" y="194861"/>
                  </a:lnTo>
                  <a:lnTo>
                    <a:pt x="2079497" y="190320"/>
                  </a:lnTo>
                  <a:lnTo>
                    <a:pt x="2089214" y="184895"/>
                  </a:lnTo>
                  <a:lnTo>
                    <a:pt x="2098931" y="179483"/>
                  </a:lnTo>
                  <a:lnTo>
                    <a:pt x="2108649" y="174765"/>
                  </a:lnTo>
                  <a:lnTo>
                    <a:pt x="2118366" y="170178"/>
                  </a:lnTo>
                  <a:lnTo>
                    <a:pt x="2128083" y="165039"/>
                  </a:lnTo>
                  <a:lnTo>
                    <a:pt x="2137801" y="159915"/>
                  </a:lnTo>
                  <a:lnTo>
                    <a:pt x="2147518" y="154806"/>
                  </a:lnTo>
                  <a:lnTo>
                    <a:pt x="2157235" y="149763"/>
                  </a:lnTo>
                  <a:lnTo>
                    <a:pt x="2166952" y="145509"/>
                  </a:lnTo>
                  <a:lnTo>
                    <a:pt x="2176670" y="141873"/>
                  </a:lnTo>
                  <a:lnTo>
                    <a:pt x="2186387" y="138298"/>
                  </a:lnTo>
                  <a:lnTo>
                    <a:pt x="2196104" y="134628"/>
                  </a:lnTo>
                  <a:lnTo>
                    <a:pt x="2205822" y="131218"/>
                  </a:lnTo>
                  <a:lnTo>
                    <a:pt x="2215539" y="127687"/>
                  </a:lnTo>
                  <a:lnTo>
                    <a:pt x="2225256" y="124162"/>
                  </a:lnTo>
                  <a:lnTo>
                    <a:pt x="2234973" y="120388"/>
                  </a:lnTo>
                  <a:lnTo>
                    <a:pt x="2244691" y="116740"/>
                  </a:lnTo>
                  <a:lnTo>
                    <a:pt x="2254408" y="112901"/>
                  </a:lnTo>
                  <a:lnTo>
                    <a:pt x="2264125" y="109003"/>
                  </a:lnTo>
                  <a:lnTo>
                    <a:pt x="2273842" y="105118"/>
                  </a:lnTo>
                  <a:lnTo>
                    <a:pt x="2283560" y="101130"/>
                  </a:lnTo>
                  <a:lnTo>
                    <a:pt x="2293277" y="96859"/>
                  </a:lnTo>
                  <a:lnTo>
                    <a:pt x="2302994" y="92601"/>
                  </a:lnTo>
                  <a:lnTo>
                    <a:pt x="2312712" y="87343"/>
                  </a:lnTo>
                  <a:lnTo>
                    <a:pt x="2322429" y="82143"/>
                  </a:lnTo>
                  <a:lnTo>
                    <a:pt x="2332146" y="78074"/>
                  </a:lnTo>
                  <a:lnTo>
                    <a:pt x="2341863" y="74014"/>
                  </a:lnTo>
                  <a:lnTo>
                    <a:pt x="2351581" y="69962"/>
                  </a:lnTo>
                  <a:lnTo>
                    <a:pt x="2361298" y="65323"/>
                  </a:lnTo>
                  <a:lnTo>
                    <a:pt x="2371015" y="60996"/>
                  </a:lnTo>
                  <a:lnTo>
                    <a:pt x="2380733" y="56929"/>
                  </a:lnTo>
                  <a:lnTo>
                    <a:pt x="2390450" y="53228"/>
                  </a:lnTo>
                  <a:lnTo>
                    <a:pt x="2400167" y="49398"/>
                  </a:lnTo>
                  <a:lnTo>
                    <a:pt x="2409884" y="45103"/>
                  </a:lnTo>
                  <a:lnTo>
                    <a:pt x="2419602" y="40751"/>
                  </a:lnTo>
                  <a:lnTo>
                    <a:pt x="2429319" y="36660"/>
                  </a:lnTo>
                  <a:lnTo>
                    <a:pt x="2439036" y="32702"/>
                  </a:lnTo>
                  <a:lnTo>
                    <a:pt x="2448753" y="28620"/>
                  </a:lnTo>
                  <a:lnTo>
                    <a:pt x="2458471" y="23979"/>
                  </a:lnTo>
                  <a:lnTo>
                    <a:pt x="2468188" y="19730"/>
                  </a:lnTo>
                  <a:lnTo>
                    <a:pt x="2477905" y="15912"/>
                  </a:lnTo>
                  <a:lnTo>
                    <a:pt x="2487623" y="12001"/>
                  </a:lnTo>
                  <a:lnTo>
                    <a:pt x="2497340" y="8163"/>
                  </a:lnTo>
                  <a:lnTo>
                    <a:pt x="2507057" y="4244"/>
                  </a:lnTo>
                  <a:lnTo>
                    <a:pt x="2516774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3486209" y="2912822"/>
              <a:ext cx="2516774" cy="476714"/>
            </a:xfrm>
            <a:custGeom>
              <a:avLst/>
              <a:pathLst>
                <a:path w="2516774" h="476714">
                  <a:moveTo>
                    <a:pt x="0" y="476714"/>
                  </a:moveTo>
                  <a:lnTo>
                    <a:pt x="9717" y="474155"/>
                  </a:lnTo>
                  <a:lnTo>
                    <a:pt x="19434" y="472740"/>
                  </a:lnTo>
                  <a:lnTo>
                    <a:pt x="29151" y="470623"/>
                  </a:lnTo>
                  <a:lnTo>
                    <a:pt x="38869" y="469606"/>
                  </a:lnTo>
                  <a:lnTo>
                    <a:pt x="48586" y="467992"/>
                  </a:lnTo>
                  <a:lnTo>
                    <a:pt x="58303" y="466414"/>
                  </a:lnTo>
                  <a:lnTo>
                    <a:pt x="68020" y="464118"/>
                  </a:lnTo>
                  <a:lnTo>
                    <a:pt x="77738" y="462718"/>
                  </a:lnTo>
                  <a:lnTo>
                    <a:pt x="87455" y="460984"/>
                  </a:lnTo>
                  <a:lnTo>
                    <a:pt x="97172" y="458899"/>
                  </a:lnTo>
                  <a:lnTo>
                    <a:pt x="106890" y="456995"/>
                  </a:lnTo>
                  <a:lnTo>
                    <a:pt x="116607" y="455165"/>
                  </a:lnTo>
                  <a:lnTo>
                    <a:pt x="126324" y="452966"/>
                  </a:lnTo>
                  <a:lnTo>
                    <a:pt x="136041" y="451202"/>
                  </a:lnTo>
                  <a:lnTo>
                    <a:pt x="145759" y="449456"/>
                  </a:lnTo>
                  <a:lnTo>
                    <a:pt x="155476" y="448089"/>
                  </a:lnTo>
                  <a:lnTo>
                    <a:pt x="165193" y="446904"/>
                  </a:lnTo>
                  <a:lnTo>
                    <a:pt x="174910" y="445744"/>
                  </a:lnTo>
                  <a:lnTo>
                    <a:pt x="184628" y="443868"/>
                  </a:lnTo>
                  <a:lnTo>
                    <a:pt x="194345" y="441969"/>
                  </a:lnTo>
                  <a:lnTo>
                    <a:pt x="204062" y="440289"/>
                  </a:lnTo>
                  <a:lnTo>
                    <a:pt x="213780" y="439396"/>
                  </a:lnTo>
                  <a:lnTo>
                    <a:pt x="223497" y="437144"/>
                  </a:lnTo>
                  <a:lnTo>
                    <a:pt x="233214" y="435208"/>
                  </a:lnTo>
                  <a:lnTo>
                    <a:pt x="242931" y="433531"/>
                  </a:lnTo>
                  <a:lnTo>
                    <a:pt x="252649" y="432026"/>
                  </a:lnTo>
                  <a:lnTo>
                    <a:pt x="262366" y="430295"/>
                  </a:lnTo>
                  <a:lnTo>
                    <a:pt x="272083" y="428657"/>
                  </a:lnTo>
                  <a:lnTo>
                    <a:pt x="281801" y="426760"/>
                  </a:lnTo>
                  <a:lnTo>
                    <a:pt x="291518" y="425231"/>
                  </a:lnTo>
                  <a:lnTo>
                    <a:pt x="301235" y="423389"/>
                  </a:lnTo>
                  <a:lnTo>
                    <a:pt x="310952" y="422282"/>
                  </a:lnTo>
                  <a:lnTo>
                    <a:pt x="320670" y="420319"/>
                  </a:lnTo>
                  <a:lnTo>
                    <a:pt x="330387" y="419122"/>
                  </a:lnTo>
                  <a:lnTo>
                    <a:pt x="340104" y="416418"/>
                  </a:lnTo>
                  <a:lnTo>
                    <a:pt x="349821" y="414453"/>
                  </a:lnTo>
                  <a:lnTo>
                    <a:pt x="359539" y="411791"/>
                  </a:lnTo>
                  <a:lnTo>
                    <a:pt x="369256" y="409533"/>
                  </a:lnTo>
                  <a:lnTo>
                    <a:pt x="378973" y="407689"/>
                  </a:lnTo>
                  <a:lnTo>
                    <a:pt x="388691" y="405662"/>
                  </a:lnTo>
                  <a:lnTo>
                    <a:pt x="398408" y="403335"/>
                  </a:lnTo>
                  <a:lnTo>
                    <a:pt x="408125" y="401693"/>
                  </a:lnTo>
                  <a:lnTo>
                    <a:pt x="417842" y="400058"/>
                  </a:lnTo>
                  <a:lnTo>
                    <a:pt x="427560" y="398366"/>
                  </a:lnTo>
                  <a:lnTo>
                    <a:pt x="437277" y="397860"/>
                  </a:lnTo>
                  <a:lnTo>
                    <a:pt x="446994" y="395564"/>
                  </a:lnTo>
                  <a:lnTo>
                    <a:pt x="456712" y="394449"/>
                  </a:lnTo>
                  <a:lnTo>
                    <a:pt x="466429" y="392577"/>
                  </a:lnTo>
                  <a:lnTo>
                    <a:pt x="476146" y="390864"/>
                  </a:lnTo>
                  <a:lnTo>
                    <a:pt x="485863" y="388063"/>
                  </a:lnTo>
                  <a:lnTo>
                    <a:pt x="495581" y="386110"/>
                  </a:lnTo>
                  <a:lnTo>
                    <a:pt x="505298" y="384420"/>
                  </a:lnTo>
                  <a:lnTo>
                    <a:pt x="515015" y="381943"/>
                  </a:lnTo>
                  <a:lnTo>
                    <a:pt x="524732" y="380558"/>
                  </a:lnTo>
                  <a:lnTo>
                    <a:pt x="534450" y="378796"/>
                  </a:lnTo>
                  <a:lnTo>
                    <a:pt x="544167" y="376823"/>
                  </a:lnTo>
                  <a:lnTo>
                    <a:pt x="553884" y="375819"/>
                  </a:lnTo>
                  <a:lnTo>
                    <a:pt x="563602" y="374200"/>
                  </a:lnTo>
                  <a:lnTo>
                    <a:pt x="573319" y="372303"/>
                  </a:lnTo>
                  <a:lnTo>
                    <a:pt x="583036" y="370686"/>
                  </a:lnTo>
                  <a:lnTo>
                    <a:pt x="592753" y="368772"/>
                  </a:lnTo>
                  <a:lnTo>
                    <a:pt x="602471" y="366739"/>
                  </a:lnTo>
                  <a:lnTo>
                    <a:pt x="612188" y="364530"/>
                  </a:lnTo>
                  <a:lnTo>
                    <a:pt x="621905" y="362214"/>
                  </a:lnTo>
                  <a:lnTo>
                    <a:pt x="631623" y="360081"/>
                  </a:lnTo>
                  <a:lnTo>
                    <a:pt x="641340" y="357825"/>
                  </a:lnTo>
                  <a:lnTo>
                    <a:pt x="651057" y="356739"/>
                  </a:lnTo>
                  <a:lnTo>
                    <a:pt x="660774" y="353933"/>
                  </a:lnTo>
                  <a:lnTo>
                    <a:pt x="670492" y="352113"/>
                  </a:lnTo>
                  <a:lnTo>
                    <a:pt x="680209" y="350010"/>
                  </a:lnTo>
                  <a:lnTo>
                    <a:pt x="689926" y="347640"/>
                  </a:lnTo>
                  <a:lnTo>
                    <a:pt x="699643" y="345505"/>
                  </a:lnTo>
                  <a:lnTo>
                    <a:pt x="709361" y="344372"/>
                  </a:lnTo>
                  <a:lnTo>
                    <a:pt x="719078" y="342596"/>
                  </a:lnTo>
                  <a:lnTo>
                    <a:pt x="728795" y="340800"/>
                  </a:lnTo>
                  <a:lnTo>
                    <a:pt x="738513" y="338176"/>
                  </a:lnTo>
                  <a:lnTo>
                    <a:pt x="748230" y="337214"/>
                  </a:lnTo>
                  <a:lnTo>
                    <a:pt x="757947" y="336246"/>
                  </a:lnTo>
                  <a:lnTo>
                    <a:pt x="767664" y="334768"/>
                  </a:lnTo>
                  <a:lnTo>
                    <a:pt x="777382" y="332695"/>
                  </a:lnTo>
                  <a:lnTo>
                    <a:pt x="787099" y="330707"/>
                  </a:lnTo>
                  <a:lnTo>
                    <a:pt x="796816" y="329110"/>
                  </a:lnTo>
                  <a:lnTo>
                    <a:pt x="806534" y="327844"/>
                  </a:lnTo>
                  <a:lnTo>
                    <a:pt x="816251" y="325519"/>
                  </a:lnTo>
                  <a:lnTo>
                    <a:pt x="825968" y="323610"/>
                  </a:lnTo>
                  <a:lnTo>
                    <a:pt x="835685" y="321901"/>
                  </a:lnTo>
                  <a:lnTo>
                    <a:pt x="845403" y="319854"/>
                  </a:lnTo>
                  <a:lnTo>
                    <a:pt x="855120" y="317832"/>
                  </a:lnTo>
                  <a:lnTo>
                    <a:pt x="864837" y="316331"/>
                  </a:lnTo>
                  <a:lnTo>
                    <a:pt x="874554" y="314681"/>
                  </a:lnTo>
                  <a:lnTo>
                    <a:pt x="884272" y="312411"/>
                  </a:lnTo>
                  <a:lnTo>
                    <a:pt x="893989" y="310000"/>
                  </a:lnTo>
                  <a:lnTo>
                    <a:pt x="903706" y="306986"/>
                  </a:lnTo>
                  <a:lnTo>
                    <a:pt x="913424" y="305178"/>
                  </a:lnTo>
                  <a:lnTo>
                    <a:pt x="923141" y="303025"/>
                  </a:lnTo>
                  <a:lnTo>
                    <a:pt x="932858" y="301345"/>
                  </a:lnTo>
                  <a:lnTo>
                    <a:pt x="942575" y="299733"/>
                  </a:lnTo>
                  <a:lnTo>
                    <a:pt x="952293" y="297994"/>
                  </a:lnTo>
                  <a:lnTo>
                    <a:pt x="962010" y="296590"/>
                  </a:lnTo>
                  <a:lnTo>
                    <a:pt x="971727" y="294868"/>
                  </a:lnTo>
                  <a:lnTo>
                    <a:pt x="981445" y="293193"/>
                  </a:lnTo>
                  <a:lnTo>
                    <a:pt x="991162" y="291370"/>
                  </a:lnTo>
                  <a:lnTo>
                    <a:pt x="1000879" y="289228"/>
                  </a:lnTo>
                  <a:lnTo>
                    <a:pt x="1010596" y="287404"/>
                  </a:lnTo>
                  <a:lnTo>
                    <a:pt x="1020314" y="284676"/>
                  </a:lnTo>
                  <a:lnTo>
                    <a:pt x="1030031" y="282991"/>
                  </a:lnTo>
                  <a:lnTo>
                    <a:pt x="1039748" y="280540"/>
                  </a:lnTo>
                  <a:lnTo>
                    <a:pt x="1049465" y="278307"/>
                  </a:lnTo>
                  <a:lnTo>
                    <a:pt x="1059183" y="276578"/>
                  </a:lnTo>
                  <a:lnTo>
                    <a:pt x="1068900" y="274707"/>
                  </a:lnTo>
                  <a:lnTo>
                    <a:pt x="1078617" y="273717"/>
                  </a:lnTo>
                  <a:lnTo>
                    <a:pt x="1088335" y="271643"/>
                  </a:lnTo>
                  <a:lnTo>
                    <a:pt x="1098052" y="269161"/>
                  </a:lnTo>
                  <a:lnTo>
                    <a:pt x="1107769" y="266929"/>
                  </a:lnTo>
                  <a:lnTo>
                    <a:pt x="1117486" y="265199"/>
                  </a:lnTo>
                  <a:lnTo>
                    <a:pt x="1127204" y="263935"/>
                  </a:lnTo>
                  <a:lnTo>
                    <a:pt x="1136921" y="262391"/>
                  </a:lnTo>
                  <a:lnTo>
                    <a:pt x="1146638" y="260504"/>
                  </a:lnTo>
                  <a:lnTo>
                    <a:pt x="1156356" y="258029"/>
                  </a:lnTo>
                  <a:lnTo>
                    <a:pt x="1166073" y="255727"/>
                  </a:lnTo>
                  <a:lnTo>
                    <a:pt x="1175790" y="253329"/>
                  </a:lnTo>
                  <a:lnTo>
                    <a:pt x="1185507" y="251346"/>
                  </a:lnTo>
                  <a:lnTo>
                    <a:pt x="1195225" y="249563"/>
                  </a:lnTo>
                  <a:lnTo>
                    <a:pt x="1204942" y="247006"/>
                  </a:lnTo>
                  <a:lnTo>
                    <a:pt x="1214659" y="246580"/>
                  </a:lnTo>
                  <a:lnTo>
                    <a:pt x="1224376" y="244790"/>
                  </a:lnTo>
                  <a:lnTo>
                    <a:pt x="1234094" y="242912"/>
                  </a:lnTo>
                  <a:lnTo>
                    <a:pt x="1243811" y="241170"/>
                  </a:lnTo>
                  <a:lnTo>
                    <a:pt x="1253528" y="239436"/>
                  </a:lnTo>
                  <a:lnTo>
                    <a:pt x="1263246" y="237230"/>
                  </a:lnTo>
                  <a:lnTo>
                    <a:pt x="1272963" y="235289"/>
                  </a:lnTo>
                  <a:lnTo>
                    <a:pt x="1282680" y="234365"/>
                  </a:lnTo>
                  <a:lnTo>
                    <a:pt x="1292397" y="232053"/>
                  </a:lnTo>
                  <a:lnTo>
                    <a:pt x="1302115" y="230269"/>
                  </a:lnTo>
                  <a:lnTo>
                    <a:pt x="1311832" y="228446"/>
                  </a:lnTo>
                  <a:lnTo>
                    <a:pt x="1321549" y="227141"/>
                  </a:lnTo>
                  <a:lnTo>
                    <a:pt x="1331267" y="225247"/>
                  </a:lnTo>
                  <a:lnTo>
                    <a:pt x="1340984" y="223892"/>
                  </a:lnTo>
                  <a:lnTo>
                    <a:pt x="1350701" y="221948"/>
                  </a:lnTo>
                  <a:lnTo>
                    <a:pt x="1360418" y="219493"/>
                  </a:lnTo>
                  <a:lnTo>
                    <a:pt x="1370136" y="217702"/>
                  </a:lnTo>
                  <a:lnTo>
                    <a:pt x="1379853" y="215485"/>
                  </a:lnTo>
                  <a:lnTo>
                    <a:pt x="1389570" y="214325"/>
                  </a:lnTo>
                  <a:lnTo>
                    <a:pt x="1399287" y="212523"/>
                  </a:lnTo>
                  <a:lnTo>
                    <a:pt x="1409005" y="210524"/>
                  </a:lnTo>
                  <a:lnTo>
                    <a:pt x="1418722" y="208042"/>
                  </a:lnTo>
                  <a:lnTo>
                    <a:pt x="1428439" y="206152"/>
                  </a:lnTo>
                  <a:lnTo>
                    <a:pt x="1438157" y="204116"/>
                  </a:lnTo>
                  <a:lnTo>
                    <a:pt x="1447874" y="202979"/>
                  </a:lnTo>
                  <a:lnTo>
                    <a:pt x="1457591" y="200773"/>
                  </a:lnTo>
                  <a:lnTo>
                    <a:pt x="1467308" y="198927"/>
                  </a:lnTo>
                  <a:lnTo>
                    <a:pt x="1477026" y="197354"/>
                  </a:lnTo>
                  <a:lnTo>
                    <a:pt x="1486743" y="195736"/>
                  </a:lnTo>
                  <a:lnTo>
                    <a:pt x="1496460" y="193420"/>
                  </a:lnTo>
                  <a:lnTo>
                    <a:pt x="1506178" y="191096"/>
                  </a:lnTo>
                  <a:lnTo>
                    <a:pt x="1515895" y="188923"/>
                  </a:lnTo>
                  <a:lnTo>
                    <a:pt x="1525612" y="187713"/>
                  </a:lnTo>
                  <a:lnTo>
                    <a:pt x="1535329" y="186352"/>
                  </a:lnTo>
                  <a:lnTo>
                    <a:pt x="1545047" y="184222"/>
                  </a:lnTo>
                  <a:lnTo>
                    <a:pt x="1554764" y="182285"/>
                  </a:lnTo>
                  <a:lnTo>
                    <a:pt x="1564481" y="181022"/>
                  </a:lnTo>
                  <a:lnTo>
                    <a:pt x="1574198" y="179107"/>
                  </a:lnTo>
                  <a:lnTo>
                    <a:pt x="1583916" y="177315"/>
                  </a:lnTo>
                  <a:lnTo>
                    <a:pt x="1593633" y="175943"/>
                  </a:lnTo>
                  <a:lnTo>
                    <a:pt x="1603350" y="174150"/>
                  </a:lnTo>
                  <a:lnTo>
                    <a:pt x="1613068" y="172112"/>
                  </a:lnTo>
                  <a:lnTo>
                    <a:pt x="1622785" y="170222"/>
                  </a:lnTo>
                  <a:lnTo>
                    <a:pt x="1632502" y="167864"/>
                  </a:lnTo>
                  <a:lnTo>
                    <a:pt x="1642219" y="165386"/>
                  </a:lnTo>
                  <a:lnTo>
                    <a:pt x="1651937" y="162964"/>
                  </a:lnTo>
                  <a:lnTo>
                    <a:pt x="1661654" y="161304"/>
                  </a:lnTo>
                  <a:lnTo>
                    <a:pt x="1671371" y="159730"/>
                  </a:lnTo>
                  <a:lnTo>
                    <a:pt x="1681089" y="157788"/>
                  </a:lnTo>
                  <a:lnTo>
                    <a:pt x="1690806" y="155793"/>
                  </a:lnTo>
                  <a:lnTo>
                    <a:pt x="1700523" y="153978"/>
                  </a:lnTo>
                  <a:lnTo>
                    <a:pt x="1710240" y="151686"/>
                  </a:lnTo>
                  <a:lnTo>
                    <a:pt x="1719958" y="149638"/>
                  </a:lnTo>
                  <a:lnTo>
                    <a:pt x="1729675" y="147699"/>
                  </a:lnTo>
                  <a:lnTo>
                    <a:pt x="1739392" y="145949"/>
                  </a:lnTo>
                  <a:lnTo>
                    <a:pt x="1749109" y="144273"/>
                  </a:lnTo>
                  <a:lnTo>
                    <a:pt x="1758827" y="142882"/>
                  </a:lnTo>
                  <a:lnTo>
                    <a:pt x="1768544" y="140893"/>
                  </a:lnTo>
                  <a:lnTo>
                    <a:pt x="1778261" y="138902"/>
                  </a:lnTo>
                  <a:lnTo>
                    <a:pt x="1787979" y="137230"/>
                  </a:lnTo>
                  <a:lnTo>
                    <a:pt x="1797696" y="134842"/>
                  </a:lnTo>
                  <a:lnTo>
                    <a:pt x="1807413" y="132770"/>
                  </a:lnTo>
                  <a:lnTo>
                    <a:pt x="1817130" y="131507"/>
                  </a:lnTo>
                  <a:lnTo>
                    <a:pt x="1826848" y="129784"/>
                  </a:lnTo>
                  <a:lnTo>
                    <a:pt x="1836565" y="127703"/>
                  </a:lnTo>
                  <a:lnTo>
                    <a:pt x="1846282" y="126444"/>
                  </a:lnTo>
                  <a:lnTo>
                    <a:pt x="1856000" y="124976"/>
                  </a:lnTo>
                  <a:lnTo>
                    <a:pt x="1865717" y="123193"/>
                  </a:lnTo>
                  <a:lnTo>
                    <a:pt x="1875434" y="121135"/>
                  </a:lnTo>
                  <a:lnTo>
                    <a:pt x="1885151" y="119261"/>
                  </a:lnTo>
                  <a:lnTo>
                    <a:pt x="1894869" y="117464"/>
                  </a:lnTo>
                  <a:lnTo>
                    <a:pt x="1904586" y="115661"/>
                  </a:lnTo>
                  <a:lnTo>
                    <a:pt x="1914303" y="114217"/>
                  </a:lnTo>
                  <a:lnTo>
                    <a:pt x="1924020" y="113252"/>
                  </a:lnTo>
                  <a:lnTo>
                    <a:pt x="1933738" y="111952"/>
                  </a:lnTo>
                  <a:lnTo>
                    <a:pt x="1943455" y="109763"/>
                  </a:lnTo>
                  <a:lnTo>
                    <a:pt x="1953172" y="107696"/>
                  </a:lnTo>
                  <a:lnTo>
                    <a:pt x="1962890" y="105758"/>
                  </a:lnTo>
                  <a:lnTo>
                    <a:pt x="1972607" y="104064"/>
                  </a:lnTo>
                  <a:lnTo>
                    <a:pt x="1982324" y="102517"/>
                  </a:lnTo>
                  <a:lnTo>
                    <a:pt x="1992041" y="100396"/>
                  </a:lnTo>
                  <a:lnTo>
                    <a:pt x="2001759" y="98317"/>
                  </a:lnTo>
                  <a:lnTo>
                    <a:pt x="2011476" y="96337"/>
                  </a:lnTo>
                  <a:lnTo>
                    <a:pt x="2021193" y="95146"/>
                  </a:lnTo>
                  <a:lnTo>
                    <a:pt x="2030911" y="92097"/>
                  </a:lnTo>
                  <a:lnTo>
                    <a:pt x="2040628" y="90836"/>
                  </a:lnTo>
                  <a:lnTo>
                    <a:pt x="2050345" y="89001"/>
                  </a:lnTo>
                  <a:lnTo>
                    <a:pt x="2060062" y="86613"/>
                  </a:lnTo>
                  <a:lnTo>
                    <a:pt x="2069780" y="84592"/>
                  </a:lnTo>
                  <a:lnTo>
                    <a:pt x="2079497" y="83922"/>
                  </a:lnTo>
                  <a:lnTo>
                    <a:pt x="2089214" y="81305"/>
                  </a:lnTo>
                  <a:lnTo>
                    <a:pt x="2098931" y="79750"/>
                  </a:lnTo>
                  <a:lnTo>
                    <a:pt x="2108649" y="78195"/>
                  </a:lnTo>
                  <a:lnTo>
                    <a:pt x="2118366" y="76082"/>
                  </a:lnTo>
                  <a:lnTo>
                    <a:pt x="2128083" y="74467"/>
                  </a:lnTo>
                  <a:lnTo>
                    <a:pt x="2137801" y="72557"/>
                  </a:lnTo>
                  <a:lnTo>
                    <a:pt x="2147518" y="70965"/>
                  </a:lnTo>
                  <a:lnTo>
                    <a:pt x="2157235" y="69744"/>
                  </a:lnTo>
                  <a:lnTo>
                    <a:pt x="2166952" y="68322"/>
                  </a:lnTo>
                  <a:lnTo>
                    <a:pt x="2176670" y="66757"/>
                  </a:lnTo>
                  <a:lnTo>
                    <a:pt x="2186387" y="65223"/>
                  </a:lnTo>
                  <a:lnTo>
                    <a:pt x="2196104" y="63942"/>
                  </a:lnTo>
                  <a:lnTo>
                    <a:pt x="2205822" y="62822"/>
                  </a:lnTo>
                  <a:lnTo>
                    <a:pt x="2215539" y="60924"/>
                  </a:lnTo>
                  <a:lnTo>
                    <a:pt x="2225256" y="59217"/>
                  </a:lnTo>
                  <a:lnTo>
                    <a:pt x="2234973" y="57468"/>
                  </a:lnTo>
                  <a:lnTo>
                    <a:pt x="2244691" y="55393"/>
                  </a:lnTo>
                  <a:lnTo>
                    <a:pt x="2254408" y="53319"/>
                  </a:lnTo>
                  <a:lnTo>
                    <a:pt x="2264125" y="51589"/>
                  </a:lnTo>
                  <a:lnTo>
                    <a:pt x="2273842" y="50177"/>
                  </a:lnTo>
                  <a:lnTo>
                    <a:pt x="2283560" y="48424"/>
                  </a:lnTo>
                  <a:lnTo>
                    <a:pt x="2293277" y="46635"/>
                  </a:lnTo>
                  <a:lnTo>
                    <a:pt x="2302994" y="45024"/>
                  </a:lnTo>
                  <a:lnTo>
                    <a:pt x="2312712" y="43283"/>
                  </a:lnTo>
                  <a:lnTo>
                    <a:pt x="2322429" y="41147"/>
                  </a:lnTo>
                  <a:lnTo>
                    <a:pt x="2332146" y="39178"/>
                  </a:lnTo>
                  <a:lnTo>
                    <a:pt x="2341863" y="37481"/>
                  </a:lnTo>
                  <a:lnTo>
                    <a:pt x="2351581" y="35488"/>
                  </a:lnTo>
                  <a:lnTo>
                    <a:pt x="2361298" y="33293"/>
                  </a:lnTo>
                  <a:lnTo>
                    <a:pt x="2371015" y="31099"/>
                  </a:lnTo>
                  <a:lnTo>
                    <a:pt x="2380733" y="28967"/>
                  </a:lnTo>
                  <a:lnTo>
                    <a:pt x="2390450" y="27134"/>
                  </a:lnTo>
                  <a:lnTo>
                    <a:pt x="2400167" y="25878"/>
                  </a:lnTo>
                  <a:lnTo>
                    <a:pt x="2409884" y="24259"/>
                  </a:lnTo>
                  <a:lnTo>
                    <a:pt x="2419602" y="22175"/>
                  </a:lnTo>
                  <a:lnTo>
                    <a:pt x="2429319" y="19949"/>
                  </a:lnTo>
                  <a:lnTo>
                    <a:pt x="2439036" y="17329"/>
                  </a:lnTo>
                  <a:lnTo>
                    <a:pt x="2448753" y="14616"/>
                  </a:lnTo>
                  <a:lnTo>
                    <a:pt x="2458471" y="12425"/>
                  </a:lnTo>
                  <a:lnTo>
                    <a:pt x="2468188" y="10546"/>
                  </a:lnTo>
                  <a:lnTo>
                    <a:pt x="2477905" y="8333"/>
                  </a:lnTo>
                  <a:lnTo>
                    <a:pt x="2487623" y="6204"/>
                  </a:lnTo>
                  <a:lnTo>
                    <a:pt x="2497340" y="4256"/>
                  </a:lnTo>
                  <a:lnTo>
                    <a:pt x="2507057" y="2237"/>
                  </a:lnTo>
                  <a:lnTo>
                    <a:pt x="2516774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3486209" y="2752390"/>
              <a:ext cx="2516774" cy="548767"/>
            </a:xfrm>
            <a:custGeom>
              <a:avLst/>
              <a:pathLst>
                <a:path w="2516774" h="548767">
                  <a:moveTo>
                    <a:pt x="0" y="548767"/>
                  </a:moveTo>
                  <a:lnTo>
                    <a:pt x="9717" y="545916"/>
                  </a:lnTo>
                  <a:lnTo>
                    <a:pt x="19434" y="544391"/>
                  </a:lnTo>
                  <a:lnTo>
                    <a:pt x="29151" y="541482"/>
                  </a:lnTo>
                  <a:lnTo>
                    <a:pt x="38869" y="540506"/>
                  </a:lnTo>
                  <a:lnTo>
                    <a:pt x="48586" y="538029"/>
                  </a:lnTo>
                  <a:lnTo>
                    <a:pt x="58303" y="535567"/>
                  </a:lnTo>
                  <a:lnTo>
                    <a:pt x="68020" y="533921"/>
                  </a:lnTo>
                  <a:lnTo>
                    <a:pt x="77738" y="532079"/>
                  </a:lnTo>
                  <a:lnTo>
                    <a:pt x="87455" y="529107"/>
                  </a:lnTo>
                  <a:lnTo>
                    <a:pt x="97172" y="526505"/>
                  </a:lnTo>
                  <a:lnTo>
                    <a:pt x="106890" y="524303"/>
                  </a:lnTo>
                  <a:lnTo>
                    <a:pt x="116607" y="522704"/>
                  </a:lnTo>
                  <a:lnTo>
                    <a:pt x="126324" y="520637"/>
                  </a:lnTo>
                  <a:lnTo>
                    <a:pt x="136041" y="518174"/>
                  </a:lnTo>
                  <a:lnTo>
                    <a:pt x="145759" y="515616"/>
                  </a:lnTo>
                  <a:lnTo>
                    <a:pt x="155476" y="512680"/>
                  </a:lnTo>
                  <a:lnTo>
                    <a:pt x="165193" y="509885"/>
                  </a:lnTo>
                  <a:lnTo>
                    <a:pt x="174910" y="508154"/>
                  </a:lnTo>
                  <a:lnTo>
                    <a:pt x="184628" y="505830"/>
                  </a:lnTo>
                  <a:lnTo>
                    <a:pt x="194345" y="503688"/>
                  </a:lnTo>
                  <a:lnTo>
                    <a:pt x="204062" y="501344"/>
                  </a:lnTo>
                  <a:lnTo>
                    <a:pt x="213780" y="500458"/>
                  </a:lnTo>
                  <a:lnTo>
                    <a:pt x="223497" y="499024"/>
                  </a:lnTo>
                  <a:lnTo>
                    <a:pt x="233214" y="496992"/>
                  </a:lnTo>
                  <a:lnTo>
                    <a:pt x="242931" y="495261"/>
                  </a:lnTo>
                  <a:lnTo>
                    <a:pt x="252649" y="493385"/>
                  </a:lnTo>
                  <a:lnTo>
                    <a:pt x="262366" y="491455"/>
                  </a:lnTo>
                  <a:lnTo>
                    <a:pt x="272083" y="489387"/>
                  </a:lnTo>
                  <a:lnTo>
                    <a:pt x="281801" y="486435"/>
                  </a:lnTo>
                  <a:lnTo>
                    <a:pt x="291518" y="484349"/>
                  </a:lnTo>
                  <a:lnTo>
                    <a:pt x="301235" y="482245"/>
                  </a:lnTo>
                  <a:lnTo>
                    <a:pt x="310952" y="480545"/>
                  </a:lnTo>
                  <a:lnTo>
                    <a:pt x="320670" y="478508"/>
                  </a:lnTo>
                  <a:lnTo>
                    <a:pt x="330387" y="477385"/>
                  </a:lnTo>
                  <a:lnTo>
                    <a:pt x="340104" y="475778"/>
                  </a:lnTo>
                  <a:lnTo>
                    <a:pt x="349821" y="473843"/>
                  </a:lnTo>
                  <a:lnTo>
                    <a:pt x="359539" y="471469"/>
                  </a:lnTo>
                  <a:lnTo>
                    <a:pt x="369256" y="469185"/>
                  </a:lnTo>
                  <a:lnTo>
                    <a:pt x="378973" y="467063"/>
                  </a:lnTo>
                  <a:lnTo>
                    <a:pt x="388691" y="464964"/>
                  </a:lnTo>
                  <a:lnTo>
                    <a:pt x="398408" y="462369"/>
                  </a:lnTo>
                  <a:lnTo>
                    <a:pt x="408125" y="461072"/>
                  </a:lnTo>
                  <a:lnTo>
                    <a:pt x="417842" y="458124"/>
                  </a:lnTo>
                  <a:lnTo>
                    <a:pt x="427560" y="455446"/>
                  </a:lnTo>
                  <a:lnTo>
                    <a:pt x="437277" y="453007"/>
                  </a:lnTo>
                  <a:lnTo>
                    <a:pt x="446994" y="450583"/>
                  </a:lnTo>
                  <a:lnTo>
                    <a:pt x="456712" y="449058"/>
                  </a:lnTo>
                  <a:lnTo>
                    <a:pt x="466429" y="447259"/>
                  </a:lnTo>
                  <a:lnTo>
                    <a:pt x="476146" y="446027"/>
                  </a:lnTo>
                  <a:lnTo>
                    <a:pt x="485863" y="443857"/>
                  </a:lnTo>
                  <a:lnTo>
                    <a:pt x="495581" y="441407"/>
                  </a:lnTo>
                  <a:lnTo>
                    <a:pt x="505298" y="439314"/>
                  </a:lnTo>
                  <a:lnTo>
                    <a:pt x="515015" y="436685"/>
                  </a:lnTo>
                  <a:lnTo>
                    <a:pt x="524732" y="434426"/>
                  </a:lnTo>
                  <a:lnTo>
                    <a:pt x="534450" y="432929"/>
                  </a:lnTo>
                  <a:lnTo>
                    <a:pt x="544167" y="431217"/>
                  </a:lnTo>
                  <a:lnTo>
                    <a:pt x="553884" y="429180"/>
                  </a:lnTo>
                  <a:lnTo>
                    <a:pt x="563602" y="426796"/>
                  </a:lnTo>
                  <a:lnTo>
                    <a:pt x="573319" y="425042"/>
                  </a:lnTo>
                  <a:lnTo>
                    <a:pt x="583036" y="421810"/>
                  </a:lnTo>
                  <a:lnTo>
                    <a:pt x="592753" y="420121"/>
                  </a:lnTo>
                  <a:lnTo>
                    <a:pt x="602471" y="418162"/>
                  </a:lnTo>
                  <a:lnTo>
                    <a:pt x="612188" y="416343"/>
                  </a:lnTo>
                  <a:lnTo>
                    <a:pt x="621905" y="414653"/>
                  </a:lnTo>
                  <a:lnTo>
                    <a:pt x="631623" y="412690"/>
                  </a:lnTo>
                  <a:lnTo>
                    <a:pt x="641340" y="410750"/>
                  </a:lnTo>
                  <a:lnTo>
                    <a:pt x="651057" y="408055"/>
                  </a:lnTo>
                  <a:lnTo>
                    <a:pt x="660774" y="405492"/>
                  </a:lnTo>
                  <a:lnTo>
                    <a:pt x="670492" y="403278"/>
                  </a:lnTo>
                  <a:lnTo>
                    <a:pt x="680209" y="401269"/>
                  </a:lnTo>
                  <a:lnTo>
                    <a:pt x="689926" y="397955"/>
                  </a:lnTo>
                  <a:lnTo>
                    <a:pt x="699643" y="395775"/>
                  </a:lnTo>
                  <a:lnTo>
                    <a:pt x="709361" y="393348"/>
                  </a:lnTo>
                  <a:lnTo>
                    <a:pt x="719078" y="391231"/>
                  </a:lnTo>
                  <a:lnTo>
                    <a:pt x="728795" y="388916"/>
                  </a:lnTo>
                  <a:lnTo>
                    <a:pt x="738513" y="387077"/>
                  </a:lnTo>
                  <a:lnTo>
                    <a:pt x="748230" y="384920"/>
                  </a:lnTo>
                  <a:lnTo>
                    <a:pt x="757947" y="382949"/>
                  </a:lnTo>
                  <a:lnTo>
                    <a:pt x="767664" y="381479"/>
                  </a:lnTo>
                  <a:lnTo>
                    <a:pt x="777382" y="379274"/>
                  </a:lnTo>
                  <a:lnTo>
                    <a:pt x="787099" y="377643"/>
                  </a:lnTo>
                  <a:lnTo>
                    <a:pt x="796816" y="375266"/>
                  </a:lnTo>
                  <a:lnTo>
                    <a:pt x="806534" y="373620"/>
                  </a:lnTo>
                  <a:lnTo>
                    <a:pt x="816251" y="371246"/>
                  </a:lnTo>
                  <a:lnTo>
                    <a:pt x="825968" y="369181"/>
                  </a:lnTo>
                  <a:lnTo>
                    <a:pt x="835685" y="366750"/>
                  </a:lnTo>
                  <a:lnTo>
                    <a:pt x="845403" y="364594"/>
                  </a:lnTo>
                  <a:lnTo>
                    <a:pt x="855120" y="362493"/>
                  </a:lnTo>
                  <a:lnTo>
                    <a:pt x="864837" y="360537"/>
                  </a:lnTo>
                  <a:lnTo>
                    <a:pt x="874554" y="357783"/>
                  </a:lnTo>
                  <a:lnTo>
                    <a:pt x="884272" y="355544"/>
                  </a:lnTo>
                  <a:lnTo>
                    <a:pt x="893989" y="353621"/>
                  </a:lnTo>
                  <a:lnTo>
                    <a:pt x="903706" y="351150"/>
                  </a:lnTo>
                  <a:lnTo>
                    <a:pt x="913424" y="348566"/>
                  </a:lnTo>
                  <a:lnTo>
                    <a:pt x="923141" y="346514"/>
                  </a:lnTo>
                  <a:lnTo>
                    <a:pt x="932858" y="343833"/>
                  </a:lnTo>
                  <a:lnTo>
                    <a:pt x="942575" y="341395"/>
                  </a:lnTo>
                  <a:lnTo>
                    <a:pt x="952293" y="339301"/>
                  </a:lnTo>
                  <a:lnTo>
                    <a:pt x="962010" y="336565"/>
                  </a:lnTo>
                  <a:lnTo>
                    <a:pt x="971727" y="334256"/>
                  </a:lnTo>
                  <a:lnTo>
                    <a:pt x="981445" y="332784"/>
                  </a:lnTo>
                  <a:lnTo>
                    <a:pt x="991162" y="330856"/>
                  </a:lnTo>
                  <a:lnTo>
                    <a:pt x="1000879" y="328444"/>
                  </a:lnTo>
                  <a:lnTo>
                    <a:pt x="1010596" y="326636"/>
                  </a:lnTo>
                  <a:lnTo>
                    <a:pt x="1020314" y="325599"/>
                  </a:lnTo>
                  <a:lnTo>
                    <a:pt x="1030031" y="324367"/>
                  </a:lnTo>
                  <a:lnTo>
                    <a:pt x="1039748" y="321931"/>
                  </a:lnTo>
                  <a:lnTo>
                    <a:pt x="1049465" y="318375"/>
                  </a:lnTo>
                  <a:lnTo>
                    <a:pt x="1059183" y="316400"/>
                  </a:lnTo>
                  <a:lnTo>
                    <a:pt x="1068900" y="314104"/>
                  </a:lnTo>
                  <a:lnTo>
                    <a:pt x="1078617" y="312352"/>
                  </a:lnTo>
                  <a:lnTo>
                    <a:pt x="1088335" y="310430"/>
                  </a:lnTo>
                  <a:lnTo>
                    <a:pt x="1098052" y="306856"/>
                  </a:lnTo>
                  <a:lnTo>
                    <a:pt x="1107769" y="304754"/>
                  </a:lnTo>
                  <a:lnTo>
                    <a:pt x="1117486" y="302620"/>
                  </a:lnTo>
                  <a:lnTo>
                    <a:pt x="1127204" y="300071"/>
                  </a:lnTo>
                  <a:lnTo>
                    <a:pt x="1136921" y="297097"/>
                  </a:lnTo>
                  <a:lnTo>
                    <a:pt x="1146638" y="294870"/>
                  </a:lnTo>
                  <a:lnTo>
                    <a:pt x="1156356" y="292807"/>
                  </a:lnTo>
                  <a:lnTo>
                    <a:pt x="1166073" y="289953"/>
                  </a:lnTo>
                  <a:lnTo>
                    <a:pt x="1175790" y="287641"/>
                  </a:lnTo>
                  <a:lnTo>
                    <a:pt x="1185507" y="285826"/>
                  </a:lnTo>
                  <a:lnTo>
                    <a:pt x="1195225" y="284165"/>
                  </a:lnTo>
                  <a:lnTo>
                    <a:pt x="1204942" y="282087"/>
                  </a:lnTo>
                  <a:lnTo>
                    <a:pt x="1214659" y="279658"/>
                  </a:lnTo>
                  <a:lnTo>
                    <a:pt x="1224376" y="277680"/>
                  </a:lnTo>
                  <a:lnTo>
                    <a:pt x="1234094" y="275737"/>
                  </a:lnTo>
                  <a:lnTo>
                    <a:pt x="1243811" y="273306"/>
                  </a:lnTo>
                  <a:lnTo>
                    <a:pt x="1253528" y="271438"/>
                  </a:lnTo>
                  <a:lnTo>
                    <a:pt x="1263246" y="269143"/>
                  </a:lnTo>
                  <a:lnTo>
                    <a:pt x="1272963" y="267016"/>
                  </a:lnTo>
                  <a:lnTo>
                    <a:pt x="1282680" y="265137"/>
                  </a:lnTo>
                  <a:lnTo>
                    <a:pt x="1292397" y="262780"/>
                  </a:lnTo>
                  <a:lnTo>
                    <a:pt x="1302115" y="260347"/>
                  </a:lnTo>
                  <a:lnTo>
                    <a:pt x="1311832" y="258183"/>
                  </a:lnTo>
                  <a:lnTo>
                    <a:pt x="1321549" y="256232"/>
                  </a:lnTo>
                  <a:lnTo>
                    <a:pt x="1331267" y="254635"/>
                  </a:lnTo>
                  <a:lnTo>
                    <a:pt x="1340984" y="252356"/>
                  </a:lnTo>
                  <a:lnTo>
                    <a:pt x="1350701" y="250135"/>
                  </a:lnTo>
                  <a:lnTo>
                    <a:pt x="1360418" y="248666"/>
                  </a:lnTo>
                  <a:lnTo>
                    <a:pt x="1370136" y="246669"/>
                  </a:lnTo>
                  <a:lnTo>
                    <a:pt x="1379853" y="244137"/>
                  </a:lnTo>
                  <a:lnTo>
                    <a:pt x="1389570" y="242967"/>
                  </a:lnTo>
                  <a:lnTo>
                    <a:pt x="1399287" y="240527"/>
                  </a:lnTo>
                  <a:lnTo>
                    <a:pt x="1409005" y="238723"/>
                  </a:lnTo>
                  <a:lnTo>
                    <a:pt x="1418722" y="235782"/>
                  </a:lnTo>
                  <a:lnTo>
                    <a:pt x="1428439" y="233721"/>
                  </a:lnTo>
                  <a:lnTo>
                    <a:pt x="1438157" y="231880"/>
                  </a:lnTo>
                  <a:lnTo>
                    <a:pt x="1447874" y="229544"/>
                  </a:lnTo>
                  <a:lnTo>
                    <a:pt x="1457591" y="227774"/>
                  </a:lnTo>
                  <a:lnTo>
                    <a:pt x="1467308" y="225644"/>
                  </a:lnTo>
                  <a:lnTo>
                    <a:pt x="1477026" y="223809"/>
                  </a:lnTo>
                  <a:lnTo>
                    <a:pt x="1486743" y="222118"/>
                  </a:lnTo>
                  <a:lnTo>
                    <a:pt x="1496460" y="219813"/>
                  </a:lnTo>
                  <a:lnTo>
                    <a:pt x="1506178" y="217339"/>
                  </a:lnTo>
                  <a:lnTo>
                    <a:pt x="1515895" y="214881"/>
                  </a:lnTo>
                  <a:lnTo>
                    <a:pt x="1525612" y="213146"/>
                  </a:lnTo>
                  <a:lnTo>
                    <a:pt x="1535329" y="211057"/>
                  </a:lnTo>
                  <a:lnTo>
                    <a:pt x="1545047" y="208622"/>
                  </a:lnTo>
                  <a:lnTo>
                    <a:pt x="1554764" y="206480"/>
                  </a:lnTo>
                  <a:lnTo>
                    <a:pt x="1564481" y="203551"/>
                  </a:lnTo>
                  <a:lnTo>
                    <a:pt x="1574198" y="202039"/>
                  </a:lnTo>
                  <a:lnTo>
                    <a:pt x="1583916" y="200435"/>
                  </a:lnTo>
                  <a:lnTo>
                    <a:pt x="1593633" y="199374"/>
                  </a:lnTo>
                  <a:lnTo>
                    <a:pt x="1603350" y="197216"/>
                  </a:lnTo>
                  <a:lnTo>
                    <a:pt x="1613068" y="194599"/>
                  </a:lnTo>
                  <a:lnTo>
                    <a:pt x="1622785" y="192228"/>
                  </a:lnTo>
                  <a:lnTo>
                    <a:pt x="1632502" y="190028"/>
                  </a:lnTo>
                  <a:lnTo>
                    <a:pt x="1642219" y="188160"/>
                  </a:lnTo>
                  <a:lnTo>
                    <a:pt x="1651937" y="186860"/>
                  </a:lnTo>
                  <a:lnTo>
                    <a:pt x="1661654" y="184438"/>
                  </a:lnTo>
                  <a:lnTo>
                    <a:pt x="1671371" y="181909"/>
                  </a:lnTo>
                  <a:lnTo>
                    <a:pt x="1681089" y="179062"/>
                  </a:lnTo>
                  <a:lnTo>
                    <a:pt x="1690806" y="177222"/>
                  </a:lnTo>
                  <a:lnTo>
                    <a:pt x="1700523" y="175074"/>
                  </a:lnTo>
                  <a:lnTo>
                    <a:pt x="1710240" y="173504"/>
                  </a:lnTo>
                  <a:lnTo>
                    <a:pt x="1719958" y="171892"/>
                  </a:lnTo>
                  <a:lnTo>
                    <a:pt x="1729675" y="169498"/>
                  </a:lnTo>
                  <a:lnTo>
                    <a:pt x="1739392" y="167263"/>
                  </a:lnTo>
                  <a:lnTo>
                    <a:pt x="1749109" y="165462"/>
                  </a:lnTo>
                  <a:lnTo>
                    <a:pt x="1758827" y="164011"/>
                  </a:lnTo>
                  <a:lnTo>
                    <a:pt x="1768544" y="162286"/>
                  </a:lnTo>
                  <a:lnTo>
                    <a:pt x="1778261" y="159870"/>
                  </a:lnTo>
                  <a:lnTo>
                    <a:pt x="1787979" y="157690"/>
                  </a:lnTo>
                  <a:lnTo>
                    <a:pt x="1797696" y="155337"/>
                  </a:lnTo>
                  <a:lnTo>
                    <a:pt x="1807413" y="152935"/>
                  </a:lnTo>
                  <a:lnTo>
                    <a:pt x="1817130" y="150731"/>
                  </a:lnTo>
                  <a:lnTo>
                    <a:pt x="1826848" y="148057"/>
                  </a:lnTo>
                  <a:lnTo>
                    <a:pt x="1836565" y="146009"/>
                  </a:lnTo>
                  <a:lnTo>
                    <a:pt x="1846282" y="143863"/>
                  </a:lnTo>
                  <a:lnTo>
                    <a:pt x="1856000" y="141721"/>
                  </a:lnTo>
                  <a:lnTo>
                    <a:pt x="1865717" y="139535"/>
                  </a:lnTo>
                  <a:lnTo>
                    <a:pt x="1875434" y="136926"/>
                  </a:lnTo>
                  <a:lnTo>
                    <a:pt x="1885151" y="134395"/>
                  </a:lnTo>
                  <a:lnTo>
                    <a:pt x="1894869" y="131277"/>
                  </a:lnTo>
                  <a:lnTo>
                    <a:pt x="1904586" y="129152"/>
                  </a:lnTo>
                  <a:lnTo>
                    <a:pt x="1914303" y="127457"/>
                  </a:lnTo>
                  <a:lnTo>
                    <a:pt x="1924020" y="125446"/>
                  </a:lnTo>
                  <a:lnTo>
                    <a:pt x="1933738" y="123417"/>
                  </a:lnTo>
                  <a:lnTo>
                    <a:pt x="1943455" y="120973"/>
                  </a:lnTo>
                  <a:lnTo>
                    <a:pt x="1953172" y="118457"/>
                  </a:lnTo>
                  <a:lnTo>
                    <a:pt x="1962890" y="116342"/>
                  </a:lnTo>
                  <a:lnTo>
                    <a:pt x="1972607" y="114252"/>
                  </a:lnTo>
                  <a:lnTo>
                    <a:pt x="1982324" y="112391"/>
                  </a:lnTo>
                  <a:lnTo>
                    <a:pt x="1992041" y="110399"/>
                  </a:lnTo>
                  <a:lnTo>
                    <a:pt x="2001759" y="108346"/>
                  </a:lnTo>
                  <a:lnTo>
                    <a:pt x="2011476" y="106324"/>
                  </a:lnTo>
                  <a:lnTo>
                    <a:pt x="2021193" y="104408"/>
                  </a:lnTo>
                  <a:lnTo>
                    <a:pt x="2030911" y="102374"/>
                  </a:lnTo>
                  <a:lnTo>
                    <a:pt x="2040628" y="100061"/>
                  </a:lnTo>
                  <a:lnTo>
                    <a:pt x="2050345" y="97507"/>
                  </a:lnTo>
                  <a:lnTo>
                    <a:pt x="2060062" y="95636"/>
                  </a:lnTo>
                  <a:lnTo>
                    <a:pt x="2069780" y="93854"/>
                  </a:lnTo>
                  <a:lnTo>
                    <a:pt x="2079497" y="92197"/>
                  </a:lnTo>
                  <a:lnTo>
                    <a:pt x="2089214" y="90127"/>
                  </a:lnTo>
                  <a:lnTo>
                    <a:pt x="2098931" y="88204"/>
                  </a:lnTo>
                  <a:lnTo>
                    <a:pt x="2108649" y="86176"/>
                  </a:lnTo>
                  <a:lnTo>
                    <a:pt x="2118366" y="83844"/>
                  </a:lnTo>
                  <a:lnTo>
                    <a:pt x="2128083" y="81584"/>
                  </a:lnTo>
                  <a:lnTo>
                    <a:pt x="2137801" y="79326"/>
                  </a:lnTo>
                  <a:lnTo>
                    <a:pt x="2147518" y="77567"/>
                  </a:lnTo>
                  <a:lnTo>
                    <a:pt x="2157235" y="75669"/>
                  </a:lnTo>
                  <a:lnTo>
                    <a:pt x="2166952" y="73799"/>
                  </a:lnTo>
                  <a:lnTo>
                    <a:pt x="2176670" y="71785"/>
                  </a:lnTo>
                  <a:lnTo>
                    <a:pt x="2186387" y="69938"/>
                  </a:lnTo>
                  <a:lnTo>
                    <a:pt x="2196104" y="68145"/>
                  </a:lnTo>
                  <a:lnTo>
                    <a:pt x="2205822" y="65985"/>
                  </a:lnTo>
                  <a:lnTo>
                    <a:pt x="2215539" y="64016"/>
                  </a:lnTo>
                  <a:lnTo>
                    <a:pt x="2225256" y="61985"/>
                  </a:lnTo>
                  <a:lnTo>
                    <a:pt x="2234973" y="59615"/>
                  </a:lnTo>
                  <a:lnTo>
                    <a:pt x="2244691" y="57816"/>
                  </a:lnTo>
                  <a:lnTo>
                    <a:pt x="2254408" y="55681"/>
                  </a:lnTo>
                  <a:lnTo>
                    <a:pt x="2264125" y="53388"/>
                  </a:lnTo>
                  <a:lnTo>
                    <a:pt x="2273842" y="51352"/>
                  </a:lnTo>
                  <a:lnTo>
                    <a:pt x="2283560" y="48972"/>
                  </a:lnTo>
                  <a:lnTo>
                    <a:pt x="2293277" y="46721"/>
                  </a:lnTo>
                  <a:lnTo>
                    <a:pt x="2302994" y="44834"/>
                  </a:lnTo>
                  <a:lnTo>
                    <a:pt x="2312712" y="42949"/>
                  </a:lnTo>
                  <a:lnTo>
                    <a:pt x="2322429" y="41063"/>
                  </a:lnTo>
                  <a:lnTo>
                    <a:pt x="2332146" y="39283"/>
                  </a:lnTo>
                  <a:lnTo>
                    <a:pt x="2341863" y="37382"/>
                  </a:lnTo>
                  <a:lnTo>
                    <a:pt x="2351581" y="35411"/>
                  </a:lnTo>
                  <a:lnTo>
                    <a:pt x="2361298" y="33529"/>
                  </a:lnTo>
                  <a:lnTo>
                    <a:pt x="2371015" y="31647"/>
                  </a:lnTo>
                  <a:lnTo>
                    <a:pt x="2380733" y="29765"/>
                  </a:lnTo>
                  <a:lnTo>
                    <a:pt x="2390450" y="27316"/>
                  </a:lnTo>
                  <a:lnTo>
                    <a:pt x="2400167" y="24536"/>
                  </a:lnTo>
                  <a:lnTo>
                    <a:pt x="2409884" y="22901"/>
                  </a:lnTo>
                  <a:lnTo>
                    <a:pt x="2419602" y="21379"/>
                  </a:lnTo>
                  <a:lnTo>
                    <a:pt x="2429319" y="19513"/>
                  </a:lnTo>
                  <a:lnTo>
                    <a:pt x="2439036" y="16905"/>
                  </a:lnTo>
                  <a:lnTo>
                    <a:pt x="2448753" y="14841"/>
                  </a:lnTo>
                  <a:lnTo>
                    <a:pt x="2458471" y="12765"/>
                  </a:lnTo>
                  <a:lnTo>
                    <a:pt x="2468188" y="10767"/>
                  </a:lnTo>
                  <a:lnTo>
                    <a:pt x="2477905" y="8791"/>
                  </a:lnTo>
                  <a:lnTo>
                    <a:pt x="2487623" y="6831"/>
                  </a:lnTo>
                  <a:lnTo>
                    <a:pt x="2497340" y="4870"/>
                  </a:lnTo>
                  <a:lnTo>
                    <a:pt x="2507057" y="2434"/>
                  </a:lnTo>
                  <a:lnTo>
                    <a:pt x="2516774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3486209" y="3578661"/>
              <a:ext cx="2516774" cy="363667"/>
            </a:xfrm>
            <a:custGeom>
              <a:avLst/>
              <a:pathLst>
                <a:path w="2516774" h="363667">
                  <a:moveTo>
                    <a:pt x="0" y="363667"/>
                  </a:moveTo>
                  <a:lnTo>
                    <a:pt x="9717" y="361302"/>
                  </a:lnTo>
                  <a:lnTo>
                    <a:pt x="19434" y="359812"/>
                  </a:lnTo>
                  <a:lnTo>
                    <a:pt x="29151" y="358907"/>
                  </a:lnTo>
                  <a:lnTo>
                    <a:pt x="38869" y="357260"/>
                  </a:lnTo>
                  <a:lnTo>
                    <a:pt x="48586" y="355850"/>
                  </a:lnTo>
                  <a:lnTo>
                    <a:pt x="58303" y="354154"/>
                  </a:lnTo>
                  <a:lnTo>
                    <a:pt x="68020" y="353243"/>
                  </a:lnTo>
                  <a:lnTo>
                    <a:pt x="77738" y="350970"/>
                  </a:lnTo>
                  <a:lnTo>
                    <a:pt x="87455" y="350162"/>
                  </a:lnTo>
                  <a:lnTo>
                    <a:pt x="97172" y="349114"/>
                  </a:lnTo>
                  <a:lnTo>
                    <a:pt x="106890" y="348133"/>
                  </a:lnTo>
                  <a:lnTo>
                    <a:pt x="116607" y="346865"/>
                  </a:lnTo>
                  <a:lnTo>
                    <a:pt x="126324" y="346017"/>
                  </a:lnTo>
                  <a:lnTo>
                    <a:pt x="136041" y="344595"/>
                  </a:lnTo>
                  <a:lnTo>
                    <a:pt x="145759" y="343336"/>
                  </a:lnTo>
                  <a:lnTo>
                    <a:pt x="155476" y="342571"/>
                  </a:lnTo>
                  <a:lnTo>
                    <a:pt x="165193" y="341697"/>
                  </a:lnTo>
                  <a:lnTo>
                    <a:pt x="174910" y="340050"/>
                  </a:lnTo>
                  <a:lnTo>
                    <a:pt x="184628" y="338861"/>
                  </a:lnTo>
                  <a:lnTo>
                    <a:pt x="194345" y="338832"/>
                  </a:lnTo>
                  <a:lnTo>
                    <a:pt x="204062" y="337434"/>
                  </a:lnTo>
                  <a:lnTo>
                    <a:pt x="213780" y="336710"/>
                  </a:lnTo>
                  <a:lnTo>
                    <a:pt x="223497" y="335744"/>
                  </a:lnTo>
                  <a:lnTo>
                    <a:pt x="233214" y="335213"/>
                  </a:lnTo>
                  <a:lnTo>
                    <a:pt x="242931" y="333710"/>
                  </a:lnTo>
                  <a:lnTo>
                    <a:pt x="252649" y="330662"/>
                  </a:lnTo>
                  <a:lnTo>
                    <a:pt x="262366" y="330224"/>
                  </a:lnTo>
                  <a:lnTo>
                    <a:pt x="272083" y="328709"/>
                  </a:lnTo>
                  <a:lnTo>
                    <a:pt x="281801" y="327305"/>
                  </a:lnTo>
                  <a:lnTo>
                    <a:pt x="291518" y="326465"/>
                  </a:lnTo>
                  <a:lnTo>
                    <a:pt x="301235" y="325571"/>
                  </a:lnTo>
                  <a:lnTo>
                    <a:pt x="310952" y="324644"/>
                  </a:lnTo>
                  <a:lnTo>
                    <a:pt x="320670" y="323848"/>
                  </a:lnTo>
                  <a:lnTo>
                    <a:pt x="330387" y="322582"/>
                  </a:lnTo>
                  <a:lnTo>
                    <a:pt x="340104" y="321343"/>
                  </a:lnTo>
                  <a:lnTo>
                    <a:pt x="349821" y="319550"/>
                  </a:lnTo>
                  <a:lnTo>
                    <a:pt x="359539" y="318988"/>
                  </a:lnTo>
                  <a:lnTo>
                    <a:pt x="369256" y="316660"/>
                  </a:lnTo>
                  <a:lnTo>
                    <a:pt x="378973" y="314881"/>
                  </a:lnTo>
                  <a:lnTo>
                    <a:pt x="388691" y="312924"/>
                  </a:lnTo>
                  <a:lnTo>
                    <a:pt x="398408" y="309967"/>
                  </a:lnTo>
                  <a:lnTo>
                    <a:pt x="408125" y="307902"/>
                  </a:lnTo>
                  <a:lnTo>
                    <a:pt x="417842" y="305726"/>
                  </a:lnTo>
                  <a:lnTo>
                    <a:pt x="427560" y="303400"/>
                  </a:lnTo>
                  <a:lnTo>
                    <a:pt x="437277" y="301363"/>
                  </a:lnTo>
                  <a:lnTo>
                    <a:pt x="446994" y="301319"/>
                  </a:lnTo>
                  <a:lnTo>
                    <a:pt x="456712" y="299649"/>
                  </a:lnTo>
                  <a:lnTo>
                    <a:pt x="466429" y="298692"/>
                  </a:lnTo>
                  <a:lnTo>
                    <a:pt x="476146" y="298813"/>
                  </a:lnTo>
                  <a:lnTo>
                    <a:pt x="485863" y="298411"/>
                  </a:lnTo>
                  <a:lnTo>
                    <a:pt x="495581" y="297943"/>
                  </a:lnTo>
                  <a:lnTo>
                    <a:pt x="505298" y="296916"/>
                  </a:lnTo>
                  <a:lnTo>
                    <a:pt x="515015" y="295418"/>
                  </a:lnTo>
                  <a:lnTo>
                    <a:pt x="524732" y="292865"/>
                  </a:lnTo>
                  <a:lnTo>
                    <a:pt x="534450" y="292733"/>
                  </a:lnTo>
                  <a:lnTo>
                    <a:pt x="544167" y="292457"/>
                  </a:lnTo>
                  <a:lnTo>
                    <a:pt x="553884" y="292421"/>
                  </a:lnTo>
                  <a:lnTo>
                    <a:pt x="563602" y="292154"/>
                  </a:lnTo>
                  <a:lnTo>
                    <a:pt x="573319" y="292069"/>
                  </a:lnTo>
                  <a:lnTo>
                    <a:pt x="583036" y="291606"/>
                  </a:lnTo>
                  <a:lnTo>
                    <a:pt x="592753" y="290149"/>
                  </a:lnTo>
                  <a:lnTo>
                    <a:pt x="602471" y="289083"/>
                  </a:lnTo>
                  <a:lnTo>
                    <a:pt x="612188" y="289429"/>
                  </a:lnTo>
                  <a:lnTo>
                    <a:pt x="621905" y="287513"/>
                  </a:lnTo>
                  <a:lnTo>
                    <a:pt x="631623" y="286237"/>
                  </a:lnTo>
                  <a:lnTo>
                    <a:pt x="641340" y="284431"/>
                  </a:lnTo>
                  <a:lnTo>
                    <a:pt x="651057" y="282366"/>
                  </a:lnTo>
                  <a:lnTo>
                    <a:pt x="660774" y="279369"/>
                  </a:lnTo>
                  <a:lnTo>
                    <a:pt x="670492" y="277997"/>
                  </a:lnTo>
                  <a:lnTo>
                    <a:pt x="680209" y="277874"/>
                  </a:lnTo>
                  <a:lnTo>
                    <a:pt x="689926" y="277202"/>
                  </a:lnTo>
                  <a:lnTo>
                    <a:pt x="699643" y="275086"/>
                  </a:lnTo>
                  <a:lnTo>
                    <a:pt x="709361" y="272230"/>
                  </a:lnTo>
                  <a:lnTo>
                    <a:pt x="719078" y="270301"/>
                  </a:lnTo>
                  <a:lnTo>
                    <a:pt x="728795" y="269091"/>
                  </a:lnTo>
                  <a:lnTo>
                    <a:pt x="738513" y="268420"/>
                  </a:lnTo>
                  <a:lnTo>
                    <a:pt x="748230" y="267879"/>
                  </a:lnTo>
                  <a:lnTo>
                    <a:pt x="757947" y="266505"/>
                  </a:lnTo>
                  <a:lnTo>
                    <a:pt x="767664" y="264730"/>
                  </a:lnTo>
                  <a:lnTo>
                    <a:pt x="777382" y="263741"/>
                  </a:lnTo>
                  <a:lnTo>
                    <a:pt x="787099" y="260737"/>
                  </a:lnTo>
                  <a:lnTo>
                    <a:pt x="796816" y="258842"/>
                  </a:lnTo>
                  <a:lnTo>
                    <a:pt x="806534" y="255685"/>
                  </a:lnTo>
                  <a:lnTo>
                    <a:pt x="816251" y="255352"/>
                  </a:lnTo>
                  <a:lnTo>
                    <a:pt x="825968" y="253599"/>
                  </a:lnTo>
                  <a:lnTo>
                    <a:pt x="835685" y="252072"/>
                  </a:lnTo>
                  <a:lnTo>
                    <a:pt x="845403" y="251662"/>
                  </a:lnTo>
                  <a:lnTo>
                    <a:pt x="855120" y="250428"/>
                  </a:lnTo>
                  <a:lnTo>
                    <a:pt x="864837" y="248648"/>
                  </a:lnTo>
                  <a:lnTo>
                    <a:pt x="874554" y="247765"/>
                  </a:lnTo>
                  <a:lnTo>
                    <a:pt x="884272" y="245389"/>
                  </a:lnTo>
                  <a:lnTo>
                    <a:pt x="893989" y="242986"/>
                  </a:lnTo>
                  <a:lnTo>
                    <a:pt x="903706" y="240646"/>
                  </a:lnTo>
                  <a:lnTo>
                    <a:pt x="913424" y="237453"/>
                  </a:lnTo>
                  <a:lnTo>
                    <a:pt x="923141" y="236205"/>
                  </a:lnTo>
                  <a:lnTo>
                    <a:pt x="932858" y="234683"/>
                  </a:lnTo>
                  <a:lnTo>
                    <a:pt x="942575" y="233291"/>
                  </a:lnTo>
                  <a:lnTo>
                    <a:pt x="952293" y="230649"/>
                  </a:lnTo>
                  <a:lnTo>
                    <a:pt x="962010" y="229213"/>
                  </a:lnTo>
                  <a:lnTo>
                    <a:pt x="971727" y="228886"/>
                  </a:lnTo>
                  <a:lnTo>
                    <a:pt x="981445" y="227207"/>
                  </a:lnTo>
                  <a:lnTo>
                    <a:pt x="991162" y="225082"/>
                  </a:lnTo>
                  <a:lnTo>
                    <a:pt x="1000879" y="225919"/>
                  </a:lnTo>
                  <a:lnTo>
                    <a:pt x="1010596" y="224456"/>
                  </a:lnTo>
                  <a:lnTo>
                    <a:pt x="1020314" y="224412"/>
                  </a:lnTo>
                  <a:lnTo>
                    <a:pt x="1030031" y="223442"/>
                  </a:lnTo>
                  <a:lnTo>
                    <a:pt x="1039748" y="223019"/>
                  </a:lnTo>
                  <a:lnTo>
                    <a:pt x="1049465" y="221556"/>
                  </a:lnTo>
                  <a:lnTo>
                    <a:pt x="1059183" y="219036"/>
                  </a:lnTo>
                  <a:lnTo>
                    <a:pt x="1068900" y="218180"/>
                  </a:lnTo>
                  <a:lnTo>
                    <a:pt x="1078617" y="218729"/>
                  </a:lnTo>
                  <a:lnTo>
                    <a:pt x="1088335" y="217572"/>
                  </a:lnTo>
                  <a:lnTo>
                    <a:pt x="1098052" y="216122"/>
                  </a:lnTo>
                  <a:lnTo>
                    <a:pt x="1107769" y="215891"/>
                  </a:lnTo>
                  <a:lnTo>
                    <a:pt x="1117486" y="214768"/>
                  </a:lnTo>
                  <a:lnTo>
                    <a:pt x="1127204" y="214138"/>
                  </a:lnTo>
                  <a:lnTo>
                    <a:pt x="1136921" y="212141"/>
                  </a:lnTo>
                  <a:lnTo>
                    <a:pt x="1146638" y="210258"/>
                  </a:lnTo>
                  <a:lnTo>
                    <a:pt x="1156356" y="207801"/>
                  </a:lnTo>
                  <a:lnTo>
                    <a:pt x="1166073" y="205766"/>
                  </a:lnTo>
                  <a:lnTo>
                    <a:pt x="1175790" y="203857"/>
                  </a:lnTo>
                  <a:lnTo>
                    <a:pt x="1185507" y="202946"/>
                  </a:lnTo>
                  <a:lnTo>
                    <a:pt x="1195225" y="200798"/>
                  </a:lnTo>
                  <a:lnTo>
                    <a:pt x="1204942" y="199532"/>
                  </a:lnTo>
                  <a:lnTo>
                    <a:pt x="1214659" y="197657"/>
                  </a:lnTo>
                  <a:lnTo>
                    <a:pt x="1224376" y="194975"/>
                  </a:lnTo>
                  <a:lnTo>
                    <a:pt x="1234094" y="193051"/>
                  </a:lnTo>
                  <a:lnTo>
                    <a:pt x="1243811" y="192003"/>
                  </a:lnTo>
                  <a:lnTo>
                    <a:pt x="1253528" y="190927"/>
                  </a:lnTo>
                  <a:lnTo>
                    <a:pt x="1263246" y="189361"/>
                  </a:lnTo>
                  <a:lnTo>
                    <a:pt x="1272963" y="187722"/>
                  </a:lnTo>
                  <a:lnTo>
                    <a:pt x="1282680" y="185801"/>
                  </a:lnTo>
                  <a:lnTo>
                    <a:pt x="1292397" y="183990"/>
                  </a:lnTo>
                  <a:lnTo>
                    <a:pt x="1302115" y="182839"/>
                  </a:lnTo>
                  <a:lnTo>
                    <a:pt x="1311832" y="180889"/>
                  </a:lnTo>
                  <a:lnTo>
                    <a:pt x="1321549" y="179143"/>
                  </a:lnTo>
                  <a:lnTo>
                    <a:pt x="1331267" y="177077"/>
                  </a:lnTo>
                  <a:lnTo>
                    <a:pt x="1340984" y="175244"/>
                  </a:lnTo>
                  <a:lnTo>
                    <a:pt x="1350701" y="173190"/>
                  </a:lnTo>
                  <a:lnTo>
                    <a:pt x="1360418" y="171592"/>
                  </a:lnTo>
                  <a:lnTo>
                    <a:pt x="1370136" y="169724"/>
                  </a:lnTo>
                  <a:lnTo>
                    <a:pt x="1379853" y="168894"/>
                  </a:lnTo>
                  <a:lnTo>
                    <a:pt x="1389570" y="167055"/>
                  </a:lnTo>
                  <a:lnTo>
                    <a:pt x="1399287" y="165138"/>
                  </a:lnTo>
                  <a:lnTo>
                    <a:pt x="1409005" y="162647"/>
                  </a:lnTo>
                  <a:lnTo>
                    <a:pt x="1418722" y="162056"/>
                  </a:lnTo>
                  <a:lnTo>
                    <a:pt x="1428439" y="160775"/>
                  </a:lnTo>
                  <a:lnTo>
                    <a:pt x="1438157" y="159119"/>
                  </a:lnTo>
                  <a:lnTo>
                    <a:pt x="1447874" y="157524"/>
                  </a:lnTo>
                  <a:lnTo>
                    <a:pt x="1457591" y="155688"/>
                  </a:lnTo>
                  <a:lnTo>
                    <a:pt x="1467308" y="154279"/>
                  </a:lnTo>
                  <a:lnTo>
                    <a:pt x="1477026" y="152571"/>
                  </a:lnTo>
                  <a:lnTo>
                    <a:pt x="1486743" y="151389"/>
                  </a:lnTo>
                  <a:lnTo>
                    <a:pt x="1496460" y="148453"/>
                  </a:lnTo>
                  <a:lnTo>
                    <a:pt x="1506178" y="146389"/>
                  </a:lnTo>
                  <a:lnTo>
                    <a:pt x="1515895" y="144523"/>
                  </a:lnTo>
                  <a:lnTo>
                    <a:pt x="1525612" y="143691"/>
                  </a:lnTo>
                  <a:lnTo>
                    <a:pt x="1535329" y="142643"/>
                  </a:lnTo>
                  <a:lnTo>
                    <a:pt x="1545047" y="140967"/>
                  </a:lnTo>
                  <a:lnTo>
                    <a:pt x="1554764" y="139042"/>
                  </a:lnTo>
                  <a:lnTo>
                    <a:pt x="1564481" y="137115"/>
                  </a:lnTo>
                  <a:lnTo>
                    <a:pt x="1574198" y="135365"/>
                  </a:lnTo>
                  <a:lnTo>
                    <a:pt x="1583916" y="134274"/>
                  </a:lnTo>
                  <a:lnTo>
                    <a:pt x="1593633" y="133182"/>
                  </a:lnTo>
                  <a:lnTo>
                    <a:pt x="1603350" y="130960"/>
                  </a:lnTo>
                  <a:lnTo>
                    <a:pt x="1613068" y="129396"/>
                  </a:lnTo>
                  <a:lnTo>
                    <a:pt x="1622785" y="127125"/>
                  </a:lnTo>
                  <a:lnTo>
                    <a:pt x="1632502" y="126027"/>
                  </a:lnTo>
                  <a:lnTo>
                    <a:pt x="1642219" y="124822"/>
                  </a:lnTo>
                  <a:lnTo>
                    <a:pt x="1651937" y="123179"/>
                  </a:lnTo>
                  <a:lnTo>
                    <a:pt x="1661654" y="122816"/>
                  </a:lnTo>
                  <a:lnTo>
                    <a:pt x="1671371" y="122471"/>
                  </a:lnTo>
                  <a:lnTo>
                    <a:pt x="1681089" y="120392"/>
                  </a:lnTo>
                  <a:lnTo>
                    <a:pt x="1690806" y="119488"/>
                  </a:lnTo>
                  <a:lnTo>
                    <a:pt x="1700523" y="118412"/>
                  </a:lnTo>
                  <a:lnTo>
                    <a:pt x="1710240" y="117674"/>
                  </a:lnTo>
                  <a:lnTo>
                    <a:pt x="1719958" y="116582"/>
                  </a:lnTo>
                  <a:lnTo>
                    <a:pt x="1729675" y="115491"/>
                  </a:lnTo>
                  <a:lnTo>
                    <a:pt x="1739392" y="114033"/>
                  </a:lnTo>
                  <a:lnTo>
                    <a:pt x="1749109" y="112468"/>
                  </a:lnTo>
                  <a:lnTo>
                    <a:pt x="1758827" y="111560"/>
                  </a:lnTo>
                  <a:lnTo>
                    <a:pt x="1768544" y="109804"/>
                  </a:lnTo>
                  <a:lnTo>
                    <a:pt x="1778261" y="108270"/>
                  </a:lnTo>
                  <a:lnTo>
                    <a:pt x="1787979" y="106680"/>
                  </a:lnTo>
                  <a:lnTo>
                    <a:pt x="1797696" y="105086"/>
                  </a:lnTo>
                  <a:lnTo>
                    <a:pt x="1807413" y="104213"/>
                  </a:lnTo>
                  <a:lnTo>
                    <a:pt x="1817130" y="103434"/>
                  </a:lnTo>
                  <a:lnTo>
                    <a:pt x="1826848" y="102466"/>
                  </a:lnTo>
                  <a:lnTo>
                    <a:pt x="1836565" y="100079"/>
                  </a:lnTo>
                  <a:lnTo>
                    <a:pt x="1846282" y="98570"/>
                  </a:lnTo>
                  <a:lnTo>
                    <a:pt x="1856000" y="96534"/>
                  </a:lnTo>
                  <a:lnTo>
                    <a:pt x="1865717" y="94408"/>
                  </a:lnTo>
                  <a:lnTo>
                    <a:pt x="1875434" y="93080"/>
                  </a:lnTo>
                  <a:lnTo>
                    <a:pt x="1885151" y="91670"/>
                  </a:lnTo>
                  <a:lnTo>
                    <a:pt x="1894869" y="89940"/>
                  </a:lnTo>
                  <a:lnTo>
                    <a:pt x="1904586" y="88207"/>
                  </a:lnTo>
                  <a:lnTo>
                    <a:pt x="1914303" y="86472"/>
                  </a:lnTo>
                  <a:lnTo>
                    <a:pt x="1924020" y="85007"/>
                  </a:lnTo>
                  <a:lnTo>
                    <a:pt x="1933738" y="84135"/>
                  </a:lnTo>
                  <a:lnTo>
                    <a:pt x="1943455" y="83263"/>
                  </a:lnTo>
                  <a:lnTo>
                    <a:pt x="1953172" y="82390"/>
                  </a:lnTo>
                  <a:lnTo>
                    <a:pt x="1962890" y="81517"/>
                  </a:lnTo>
                  <a:lnTo>
                    <a:pt x="1972607" y="80642"/>
                  </a:lnTo>
                  <a:lnTo>
                    <a:pt x="1982324" y="79192"/>
                  </a:lnTo>
                  <a:lnTo>
                    <a:pt x="1992041" y="76947"/>
                  </a:lnTo>
                  <a:lnTo>
                    <a:pt x="2001759" y="75963"/>
                  </a:lnTo>
                  <a:lnTo>
                    <a:pt x="2011476" y="75024"/>
                  </a:lnTo>
                  <a:lnTo>
                    <a:pt x="2021193" y="72862"/>
                  </a:lnTo>
                  <a:lnTo>
                    <a:pt x="2030911" y="71897"/>
                  </a:lnTo>
                  <a:lnTo>
                    <a:pt x="2040628" y="70345"/>
                  </a:lnTo>
                  <a:lnTo>
                    <a:pt x="2050345" y="68632"/>
                  </a:lnTo>
                  <a:lnTo>
                    <a:pt x="2060062" y="67241"/>
                  </a:lnTo>
                  <a:lnTo>
                    <a:pt x="2069780" y="66202"/>
                  </a:lnTo>
                  <a:lnTo>
                    <a:pt x="2079497" y="65161"/>
                  </a:lnTo>
                  <a:lnTo>
                    <a:pt x="2089214" y="64119"/>
                  </a:lnTo>
                  <a:lnTo>
                    <a:pt x="2098931" y="63077"/>
                  </a:lnTo>
                  <a:lnTo>
                    <a:pt x="2108649" y="62159"/>
                  </a:lnTo>
                  <a:lnTo>
                    <a:pt x="2118366" y="61332"/>
                  </a:lnTo>
                  <a:lnTo>
                    <a:pt x="2128083" y="60504"/>
                  </a:lnTo>
                  <a:lnTo>
                    <a:pt x="2137801" y="59676"/>
                  </a:lnTo>
                  <a:lnTo>
                    <a:pt x="2147518" y="58847"/>
                  </a:lnTo>
                  <a:lnTo>
                    <a:pt x="2157235" y="58018"/>
                  </a:lnTo>
                  <a:lnTo>
                    <a:pt x="2166952" y="57188"/>
                  </a:lnTo>
                  <a:lnTo>
                    <a:pt x="2176670" y="55261"/>
                  </a:lnTo>
                  <a:lnTo>
                    <a:pt x="2186387" y="53657"/>
                  </a:lnTo>
                  <a:lnTo>
                    <a:pt x="2196104" y="52628"/>
                  </a:lnTo>
                  <a:lnTo>
                    <a:pt x="2205822" y="51375"/>
                  </a:lnTo>
                  <a:lnTo>
                    <a:pt x="2215539" y="50498"/>
                  </a:lnTo>
                  <a:lnTo>
                    <a:pt x="2225256" y="49444"/>
                  </a:lnTo>
                  <a:lnTo>
                    <a:pt x="2234973" y="48358"/>
                  </a:lnTo>
                  <a:lnTo>
                    <a:pt x="2244691" y="46404"/>
                  </a:lnTo>
                  <a:lnTo>
                    <a:pt x="2254408" y="44198"/>
                  </a:lnTo>
                  <a:lnTo>
                    <a:pt x="2264125" y="41989"/>
                  </a:lnTo>
                  <a:lnTo>
                    <a:pt x="2273842" y="40079"/>
                  </a:lnTo>
                  <a:lnTo>
                    <a:pt x="2283560" y="38656"/>
                  </a:lnTo>
                  <a:lnTo>
                    <a:pt x="2293277" y="37229"/>
                  </a:lnTo>
                  <a:lnTo>
                    <a:pt x="2302994" y="35800"/>
                  </a:lnTo>
                  <a:lnTo>
                    <a:pt x="2312712" y="33781"/>
                  </a:lnTo>
                  <a:lnTo>
                    <a:pt x="2322429" y="31751"/>
                  </a:lnTo>
                  <a:lnTo>
                    <a:pt x="2332146" y="29717"/>
                  </a:lnTo>
                  <a:lnTo>
                    <a:pt x="2341863" y="27126"/>
                  </a:lnTo>
                  <a:lnTo>
                    <a:pt x="2351581" y="24068"/>
                  </a:lnTo>
                  <a:lnTo>
                    <a:pt x="2361298" y="22096"/>
                  </a:lnTo>
                  <a:lnTo>
                    <a:pt x="2371015" y="20433"/>
                  </a:lnTo>
                  <a:lnTo>
                    <a:pt x="2380733" y="18769"/>
                  </a:lnTo>
                  <a:lnTo>
                    <a:pt x="2390450" y="17103"/>
                  </a:lnTo>
                  <a:lnTo>
                    <a:pt x="2400167" y="15385"/>
                  </a:lnTo>
                  <a:lnTo>
                    <a:pt x="2409884" y="14269"/>
                  </a:lnTo>
                  <a:lnTo>
                    <a:pt x="2419602" y="13226"/>
                  </a:lnTo>
                  <a:lnTo>
                    <a:pt x="2429319" y="11658"/>
                  </a:lnTo>
                  <a:lnTo>
                    <a:pt x="2439036" y="9962"/>
                  </a:lnTo>
                  <a:lnTo>
                    <a:pt x="2448753" y="8386"/>
                  </a:lnTo>
                  <a:lnTo>
                    <a:pt x="2458471" y="7091"/>
                  </a:lnTo>
                  <a:lnTo>
                    <a:pt x="2468188" y="5795"/>
                  </a:lnTo>
                  <a:lnTo>
                    <a:pt x="2477905" y="4498"/>
                  </a:lnTo>
                  <a:lnTo>
                    <a:pt x="2487623" y="3201"/>
                  </a:lnTo>
                  <a:lnTo>
                    <a:pt x="2497340" y="1904"/>
                  </a:lnTo>
                  <a:lnTo>
                    <a:pt x="2507057" y="737"/>
                  </a:lnTo>
                  <a:lnTo>
                    <a:pt x="2516774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360370" y="745738"/>
              <a:ext cx="2768452" cy="5179814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6198411" y="745738"/>
              <a:ext cx="2768452" cy="51798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6198411" y="4697133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6198411" y="3407035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6198411" y="2116937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6198411" y="826839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6221079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6863924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7506768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8149613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8792457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6198411" y="3407035"/>
              <a:ext cx="2768452" cy="0"/>
            </a:xfrm>
            <a:custGeom>
              <a:avLst/>
              <a:pathLst>
                <a:path w="2768452" h="0">
                  <a:moveTo>
                    <a:pt x="0" y="0"/>
                  </a:moveTo>
                  <a:lnTo>
                    <a:pt x="2768452" y="0"/>
                  </a:lnTo>
                  <a:lnTo>
                    <a:pt x="2768452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6324250" y="3048971"/>
              <a:ext cx="2516774" cy="825513"/>
            </a:xfrm>
            <a:custGeom>
              <a:avLst/>
              <a:pathLst>
                <a:path w="2516774" h="825513">
                  <a:moveTo>
                    <a:pt x="0" y="0"/>
                  </a:moveTo>
                  <a:lnTo>
                    <a:pt x="9717" y="7508"/>
                  </a:lnTo>
                  <a:lnTo>
                    <a:pt x="19434" y="15533"/>
                  </a:lnTo>
                  <a:lnTo>
                    <a:pt x="29151" y="23083"/>
                  </a:lnTo>
                  <a:lnTo>
                    <a:pt x="38869" y="30540"/>
                  </a:lnTo>
                  <a:lnTo>
                    <a:pt x="48586" y="37968"/>
                  </a:lnTo>
                  <a:lnTo>
                    <a:pt x="58303" y="45592"/>
                  </a:lnTo>
                  <a:lnTo>
                    <a:pt x="68020" y="53496"/>
                  </a:lnTo>
                  <a:lnTo>
                    <a:pt x="77738" y="60928"/>
                  </a:lnTo>
                  <a:lnTo>
                    <a:pt x="87455" y="68163"/>
                  </a:lnTo>
                  <a:lnTo>
                    <a:pt x="97172" y="75357"/>
                  </a:lnTo>
                  <a:lnTo>
                    <a:pt x="106890" y="82618"/>
                  </a:lnTo>
                  <a:lnTo>
                    <a:pt x="116607" y="90222"/>
                  </a:lnTo>
                  <a:lnTo>
                    <a:pt x="126324" y="97372"/>
                  </a:lnTo>
                  <a:lnTo>
                    <a:pt x="136041" y="104478"/>
                  </a:lnTo>
                  <a:lnTo>
                    <a:pt x="145759" y="111536"/>
                  </a:lnTo>
                  <a:lnTo>
                    <a:pt x="155476" y="118548"/>
                  </a:lnTo>
                  <a:lnTo>
                    <a:pt x="165193" y="125512"/>
                  </a:lnTo>
                  <a:lnTo>
                    <a:pt x="174910" y="132433"/>
                  </a:lnTo>
                  <a:lnTo>
                    <a:pt x="184628" y="139756"/>
                  </a:lnTo>
                  <a:lnTo>
                    <a:pt x="194345" y="147071"/>
                  </a:lnTo>
                  <a:lnTo>
                    <a:pt x="204062" y="154308"/>
                  </a:lnTo>
                  <a:lnTo>
                    <a:pt x="213780" y="161228"/>
                  </a:lnTo>
                  <a:lnTo>
                    <a:pt x="223497" y="167883"/>
                  </a:lnTo>
                  <a:lnTo>
                    <a:pt x="233214" y="174489"/>
                  </a:lnTo>
                  <a:lnTo>
                    <a:pt x="242931" y="181083"/>
                  </a:lnTo>
                  <a:lnTo>
                    <a:pt x="252649" y="187818"/>
                  </a:lnTo>
                  <a:lnTo>
                    <a:pt x="262366" y="194486"/>
                  </a:lnTo>
                  <a:lnTo>
                    <a:pt x="272083" y="200778"/>
                  </a:lnTo>
                  <a:lnTo>
                    <a:pt x="281801" y="206870"/>
                  </a:lnTo>
                  <a:lnTo>
                    <a:pt x="291518" y="213067"/>
                  </a:lnTo>
                  <a:lnTo>
                    <a:pt x="301235" y="219326"/>
                  </a:lnTo>
                  <a:lnTo>
                    <a:pt x="310952" y="225532"/>
                  </a:lnTo>
                  <a:lnTo>
                    <a:pt x="320670" y="231690"/>
                  </a:lnTo>
                  <a:lnTo>
                    <a:pt x="330387" y="237801"/>
                  </a:lnTo>
                  <a:lnTo>
                    <a:pt x="340104" y="243869"/>
                  </a:lnTo>
                  <a:lnTo>
                    <a:pt x="349821" y="249843"/>
                  </a:lnTo>
                  <a:lnTo>
                    <a:pt x="359539" y="255686"/>
                  </a:lnTo>
                  <a:lnTo>
                    <a:pt x="369256" y="261496"/>
                  </a:lnTo>
                  <a:lnTo>
                    <a:pt x="378973" y="267273"/>
                  </a:lnTo>
                  <a:lnTo>
                    <a:pt x="388691" y="273053"/>
                  </a:lnTo>
                  <a:lnTo>
                    <a:pt x="398408" y="278874"/>
                  </a:lnTo>
                  <a:lnTo>
                    <a:pt x="408125" y="284520"/>
                  </a:lnTo>
                  <a:lnTo>
                    <a:pt x="417842" y="290128"/>
                  </a:lnTo>
                  <a:lnTo>
                    <a:pt x="427560" y="295826"/>
                  </a:lnTo>
                  <a:lnTo>
                    <a:pt x="437277" y="301483"/>
                  </a:lnTo>
                  <a:lnTo>
                    <a:pt x="446994" y="307091"/>
                  </a:lnTo>
                  <a:lnTo>
                    <a:pt x="456712" y="312643"/>
                  </a:lnTo>
                  <a:lnTo>
                    <a:pt x="466429" y="318096"/>
                  </a:lnTo>
                  <a:lnTo>
                    <a:pt x="476146" y="323574"/>
                  </a:lnTo>
                  <a:lnTo>
                    <a:pt x="485863" y="328942"/>
                  </a:lnTo>
                  <a:lnTo>
                    <a:pt x="495581" y="334272"/>
                  </a:lnTo>
                  <a:lnTo>
                    <a:pt x="505298" y="339603"/>
                  </a:lnTo>
                  <a:lnTo>
                    <a:pt x="515015" y="344888"/>
                  </a:lnTo>
                  <a:lnTo>
                    <a:pt x="524732" y="350120"/>
                  </a:lnTo>
                  <a:lnTo>
                    <a:pt x="534450" y="355301"/>
                  </a:lnTo>
                  <a:lnTo>
                    <a:pt x="544167" y="358276"/>
                  </a:lnTo>
                  <a:lnTo>
                    <a:pt x="553884" y="358734"/>
                  </a:lnTo>
                  <a:lnTo>
                    <a:pt x="563602" y="359192"/>
                  </a:lnTo>
                  <a:lnTo>
                    <a:pt x="573319" y="359649"/>
                  </a:lnTo>
                  <a:lnTo>
                    <a:pt x="583036" y="360106"/>
                  </a:lnTo>
                  <a:lnTo>
                    <a:pt x="592753" y="360561"/>
                  </a:lnTo>
                  <a:lnTo>
                    <a:pt x="602471" y="361016"/>
                  </a:lnTo>
                  <a:lnTo>
                    <a:pt x="612188" y="361470"/>
                  </a:lnTo>
                  <a:lnTo>
                    <a:pt x="621905" y="361924"/>
                  </a:lnTo>
                  <a:lnTo>
                    <a:pt x="631623" y="362377"/>
                  </a:lnTo>
                  <a:lnTo>
                    <a:pt x="641340" y="362829"/>
                  </a:lnTo>
                  <a:lnTo>
                    <a:pt x="651057" y="363281"/>
                  </a:lnTo>
                  <a:lnTo>
                    <a:pt x="660774" y="363731"/>
                  </a:lnTo>
                  <a:lnTo>
                    <a:pt x="670492" y="364182"/>
                  </a:lnTo>
                  <a:lnTo>
                    <a:pt x="680209" y="364631"/>
                  </a:lnTo>
                  <a:lnTo>
                    <a:pt x="689926" y="365080"/>
                  </a:lnTo>
                  <a:lnTo>
                    <a:pt x="699643" y="365528"/>
                  </a:lnTo>
                  <a:lnTo>
                    <a:pt x="709361" y="365975"/>
                  </a:lnTo>
                  <a:lnTo>
                    <a:pt x="719078" y="366422"/>
                  </a:lnTo>
                  <a:lnTo>
                    <a:pt x="728795" y="366868"/>
                  </a:lnTo>
                  <a:lnTo>
                    <a:pt x="738513" y="367313"/>
                  </a:lnTo>
                  <a:lnTo>
                    <a:pt x="748230" y="367758"/>
                  </a:lnTo>
                  <a:lnTo>
                    <a:pt x="757947" y="368202"/>
                  </a:lnTo>
                  <a:lnTo>
                    <a:pt x="767664" y="368645"/>
                  </a:lnTo>
                  <a:lnTo>
                    <a:pt x="777382" y="369087"/>
                  </a:lnTo>
                  <a:lnTo>
                    <a:pt x="787099" y="369529"/>
                  </a:lnTo>
                  <a:lnTo>
                    <a:pt x="796816" y="369971"/>
                  </a:lnTo>
                  <a:lnTo>
                    <a:pt x="806534" y="370411"/>
                  </a:lnTo>
                  <a:lnTo>
                    <a:pt x="816251" y="370851"/>
                  </a:lnTo>
                  <a:lnTo>
                    <a:pt x="825968" y="371290"/>
                  </a:lnTo>
                  <a:lnTo>
                    <a:pt x="835685" y="371729"/>
                  </a:lnTo>
                  <a:lnTo>
                    <a:pt x="845403" y="372167"/>
                  </a:lnTo>
                  <a:lnTo>
                    <a:pt x="855120" y="372604"/>
                  </a:lnTo>
                  <a:lnTo>
                    <a:pt x="864837" y="373040"/>
                  </a:lnTo>
                  <a:lnTo>
                    <a:pt x="874554" y="373476"/>
                  </a:lnTo>
                  <a:lnTo>
                    <a:pt x="884272" y="373911"/>
                  </a:lnTo>
                  <a:lnTo>
                    <a:pt x="893989" y="374346"/>
                  </a:lnTo>
                  <a:lnTo>
                    <a:pt x="903706" y="374779"/>
                  </a:lnTo>
                  <a:lnTo>
                    <a:pt x="913424" y="375213"/>
                  </a:lnTo>
                  <a:lnTo>
                    <a:pt x="923141" y="375645"/>
                  </a:lnTo>
                  <a:lnTo>
                    <a:pt x="932858" y="376077"/>
                  </a:lnTo>
                  <a:lnTo>
                    <a:pt x="942575" y="376508"/>
                  </a:lnTo>
                  <a:lnTo>
                    <a:pt x="952293" y="376938"/>
                  </a:lnTo>
                  <a:lnTo>
                    <a:pt x="962010" y="377368"/>
                  </a:lnTo>
                  <a:lnTo>
                    <a:pt x="971727" y="377797"/>
                  </a:lnTo>
                  <a:lnTo>
                    <a:pt x="981445" y="378226"/>
                  </a:lnTo>
                  <a:lnTo>
                    <a:pt x="991162" y="378654"/>
                  </a:lnTo>
                  <a:lnTo>
                    <a:pt x="1000879" y="379081"/>
                  </a:lnTo>
                  <a:lnTo>
                    <a:pt x="1010596" y="379507"/>
                  </a:lnTo>
                  <a:lnTo>
                    <a:pt x="1020314" y="379933"/>
                  </a:lnTo>
                  <a:lnTo>
                    <a:pt x="1030031" y="380358"/>
                  </a:lnTo>
                  <a:lnTo>
                    <a:pt x="1039748" y="380783"/>
                  </a:lnTo>
                  <a:lnTo>
                    <a:pt x="1049465" y="381207"/>
                  </a:lnTo>
                  <a:lnTo>
                    <a:pt x="1059183" y="381630"/>
                  </a:lnTo>
                  <a:lnTo>
                    <a:pt x="1068900" y="382052"/>
                  </a:lnTo>
                  <a:lnTo>
                    <a:pt x="1078617" y="382474"/>
                  </a:lnTo>
                  <a:lnTo>
                    <a:pt x="1088335" y="382895"/>
                  </a:lnTo>
                  <a:lnTo>
                    <a:pt x="1098052" y="383316"/>
                  </a:lnTo>
                  <a:lnTo>
                    <a:pt x="1107769" y="383736"/>
                  </a:lnTo>
                  <a:lnTo>
                    <a:pt x="1117486" y="384155"/>
                  </a:lnTo>
                  <a:lnTo>
                    <a:pt x="1127204" y="384574"/>
                  </a:lnTo>
                  <a:lnTo>
                    <a:pt x="1136921" y="384992"/>
                  </a:lnTo>
                  <a:lnTo>
                    <a:pt x="1146638" y="385409"/>
                  </a:lnTo>
                  <a:lnTo>
                    <a:pt x="1156356" y="385826"/>
                  </a:lnTo>
                  <a:lnTo>
                    <a:pt x="1166073" y="386242"/>
                  </a:lnTo>
                  <a:lnTo>
                    <a:pt x="1175790" y="386657"/>
                  </a:lnTo>
                  <a:lnTo>
                    <a:pt x="1185507" y="387072"/>
                  </a:lnTo>
                  <a:lnTo>
                    <a:pt x="1195225" y="387486"/>
                  </a:lnTo>
                  <a:lnTo>
                    <a:pt x="1204942" y="387899"/>
                  </a:lnTo>
                  <a:lnTo>
                    <a:pt x="1214659" y="388312"/>
                  </a:lnTo>
                  <a:lnTo>
                    <a:pt x="1224376" y="388724"/>
                  </a:lnTo>
                  <a:lnTo>
                    <a:pt x="1234094" y="389136"/>
                  </a:lnTo>
                  <a:lnTo>
                    <a:pt x="1243811" y="389547"/>
                  </a:lnTo>
                  <a:lnTo>
                    <a:pt x="1253528" y="389957"/>
                  </a:lnTo>
                  <a:lnTo>
                    <a:pt x="1263246" y="390366"/>
                  </a:lnTo>
                  <a:lnTo>
                    <a:pt x="1272963" y="390775"/>
                  </a:lnTo>
                  <a:lnTo>
                    <a:pt x="1282680" y="391184"/>
                  </a:lnTo>
                  <a:lnTo>
                    <a:pt x="1292397" y="391591"/>
                  </a:lnTo>
                  <a:lnTo>
                    <a:pt x="1302115" y="391998"/>
                  </a:lnTo>
                  <a:lnTo>
                    <a:pt x="1311832" y="392405"/>
                  </a:lnTo>
                  <a:lnTo>
                    <a:pt x="1321549" y="392811"/>
                  </a:lnTo>
                  <a:lnTo>
                    <a:pt x="1331267" y="393216"/>
                  </a:lnTo>
                  <a:lnTo>
                    <a:pt x="1340984" y="393620"/>
                  </a:lnTo>
                  <a:lnTo>
                    <a:pt x="1350701" y="394024"/>
                  </a:lnTo>
                  <a:lnTo>
                    <a:pt x="1360418" y="394428"/>
                  </a:lnTo>
                  <a:lnTo>
                    <a:pt x="1370136" y="394830"/>
                  </a:lnTo>
                  <a:lnTo>
                    <a:pt x="1379853" y="395233"/>
                  </a:lnTo>
                  <a:lnTo>
                    <a:pt x="1389570" y="395634"/>
                  </a:lnTo>
                  <a:lnTo>
                    <a:pt x="1399287" y="396035"/>
                  </a:lnTo>
                  <a:lnTo>
                    <a:pt x="1409005" y="396435"/>
                  </a:lnTo>
                  <a:lnTo>
                    <a:pt x="1418722" y="396835"/>
                  </a:lnTo>
                  <a:lnTo>
                    <a:pt x="1428439" y="397234"/>
                  </a:lnTo>
                  <a:lnTo>
                    <a:pt x="1438157" y="397632"/>
                  </a:lnTo>
                  <a:lnTo>
                    <a:pt x="1447874" y="398030"/>
                  </a:lnTo>
                  <a:lnTo>
                    <a:pt x="1457591" y="398427"/>
                  </a:lnTo>
                  <a:lnTo>
                    <a:pt x="1467308" y="398823"/>
                  </a:lnTo>
                  <a:lnTo>
                    <a:pt x="1477026" y="399219"/>
                  </a:lnTo>
                  <a:lnTo>
                    <a:pt x="1486743" y="399614"/>
                  </a:lnTo>
                  <a:lnTo>
                    <a:pt x="1496460" y="400009"/>
                  </a:lnTo>
                  <a:lnTo>
                    <a:pt x="1506178" y="400404"/>
                  </a:lnTo>
                  <a:lnTo>
                    <a:pt x="1515895" y="400798"/>
                  </a:lnTo>
                  <a:lnTo>
                    <a:pt x="1525612" y="401191"/>
                  </a:lnTo>
                  <a:lnTo>
                    <a:pt x="1535329" y="401584"/>
                  </a:lnTo>
                  <a:lnTo>
                    <a:pt x="1545047" y="401976"/>
                  </a:lnTo>
                  <a:lnTo>
                    <a:pt x="1554764" y="402368"/>
                  </a:lnTo>
                  <a:lnTo>
                    <a:pt x="1564481" y="402759"/>
                  </a:lnTo>
                  <a:lnTo>
                    <a:pt x="1574198" y="403149"/>
                  </a:lnTo>
                  <a:lnTo>
                    <a:pt x="1583916" y="403539"/>
                  </a:lnTo>
                  <a:lnTo>
                    <a:pt x="1593633" y="403929"/>
                  </a:lnTo>
                  <a:lnTo>
                    <a:pt x="1603350" y="404317"/>
                  </a:lnTo>
                  <a:lnTo>
                    <a:pt x="1613068" y="404705"/>
                  </a:lnTo>
                  <a:lnTo>
                    <a:pt x="1622785" y="405093"/>
                  </a:lnTo>
                  <a:lnTo>
                    <a:pt x="1632502" y="405480"/>
                  </a:lnTo>
                  <a:lnTo>
                    <a:pt x="1642219" y="405866"/>
                  </a:lnTo>
                  <a:lnTo>
                    <a:pt x="1651937" y="406252"/>
                  </a:lnTo>
                  <a:lnTo>
                    <a:pt x="1661654" y="406637"/>
                  </a:lnTo>
                  <a:lnTo>
                    <a:pt x="1671371" y="407021"/>
                  </a:lnTo>
                  <a:lnTo>
                    <a:pt x="1681089" y="407405"/>
                  </a:lnTo>
                  <a:lnTo>
                    <a:pt x="1690806" y="407789"/>
                  </a:lnTo>
                  <a:lnTo>
                    <a:pt x="1700523" y="408171"/>
                  </a:lnTo>
                  <a:lnTo>
                    <a:pt x="1710240" y="408553"/>
                  </a:lnTo>
                  <a:lnTo>
                    <a:pt x="1719958" y="408935"/>
                  </a:lnTo>
                  <a:lnTo>
                    <a:pt x="1729675" y="409316"/>
                  </a:lnTo>
                  <a:lnTo>
                    <a:pt x="1739392" y="409696"/>
                  </a:lnTo>
                  <a:lnTo>
                    <a:pt x="1749109" y="410076"/>
                  </a:lnTo>
                  <a:lnTo>
                    <a:pt x="1758827" y="410455"/>
                  </a:lnTo>
                  <a:lnTo>
                    <a:pt x="1768544" y="410834"/>
                  </a:lnTo>
                  <a:lnTo>
                    <a:pt x="1778261" y="411212"/>
                  </a:lnTo>
                  <a:lnTo>
                    <a:pt x="1787979" y="411589"/>
                  </a:lnTo>
                  <a:lnTo>
                    <a:pt x="1797696" y="411966"/>
                  </a:lnTo>
                  <a:lnTo>
                    <a:pt x="1807413" y="412343"/>
                  </a:lnTo>
                  <a:lnTo>
                    <a:pt x="1817130" y="412718"/>
                  </a:lnTo>
                  <a:lnTo>
                    <a:pt x="1826848" y="413094"/>
                  </a:lnTo>
                  <a:lnTo>
                    <a:pt x="1836565" y="413468"/>
                  </a:lnTo>
                  <a:lnTo>
                    <a:pt x="1846282" y="413842"/>
                  </a:lnTo>
                  <a:lnTo>
                    <a:pt x="1856000" y="414215"/>
                  </a:lnTo>
                  <a:lnTo>
                    <a:pt x="1865717" y="414588"/>
                  </a:lnTo>
                  <a:lnTo>
                    <a:pt x="1875434" y="414948"/>
                  </a:lnTo>
                  <a:lnTo>
                    <a:pt x="1885151" y="415301"/>
                  </a:lnTo>
                  <a:lnTo>
                    <a:pt x="1894869" y="415652"/>
                  </a:lnTo>
                  <a:lnTo>
                    <a:pt x="1904586" y="416003"/>
                  </a:lnTo>
                  <a:lnTo>
                    <a:pt x="1914303" y="416353"/>
                  </a:lnTo>
                  <a:lnTo>
                    <a:pt x="1924020" y="416702"/>
                  </a:lnTo>
                  <a:lnTo>
                    <a:pt x="1933738" y="417050"/>
                  </a:lnTo>
                  <a:lnTo>
                    <a:pt x="1943455" y="417398"/>
                  </a:lnTo>
                  <a:lnTo>
                    <a:pt x="1953172" y="417744"/>
                  </a:lnTo>
                  <a:lnTo>
                    <a:pt x="1962890" y="418090"/>
                  </a:lnTo>
                  <a:lnTo>
                    <a:pt x="1972607" y="418435"/>
                  </a:lnTo>
                  <a:lnTo>
                    <a:pt x="1982324" y="418780"/>
                  </a:lnTo>
                  <a:lnTo>
                    <a:pt x="1992041" y="419123"/>
                  </a:lnTo>
                  <a:lnTo>
                    <a:pt x="2001759" y="419466"/>
                  </a:lnTo>
                  <a:lnTo>
                    <a:pt x="2011476" y="419808"/>
                  </a:lnTo>
                  <a:lnTo>
                    <a:pt x="2021193" y="420149"/>
                  </a:lnTo>
                  <a:lnTo>
                    <a:pt x="2030911" y="420489"/>
                  </a:lnTo>
                  <a:lnTo>
                    <a:pt x="2040628" y="420829"/>
                  </a:lnTo>
                  <a:lnTo>
                    <a:pt x="2050345" y="421168"/>
                  </a:lnTo>
                  <a:lnTo>
                    <a:pt x="2060062" y="421506"/>
                  </a:lnTo>
                  <a:lnTo>
                    <a:pt x="2069780" y="421843"/>
                  </a:lnTo>
                  <a:lnTo>
                    <a:pt x="2079497" y="422179"/>
                  </a:lnTo>
                  <a:lnTo>
                    <a:pt x="2089214" y="422515"/>
                  </a:lnTo>
                  <a:lnTo>
                    <a:pt x="2098931" y="422850"/>
                  </a:lnTo>
                  <a:lnTo>
                    <a:pt x="2108649" y="423184"/>
                  </a:lnTo>
                  <a:lnTo>
                    <a:pt x="2118366" y="423518"/>
                  </a:lnTo>
                  <a:lnTo>
                    <a:pt x="2128083" y="423850"/>
                  </a:lnTo>
                  <a:lnTo>
                    <a:pt x="2137801" y="424182"/>
                  </a:lnTo>
                  <a:lnTo>
                    <a:pt x="2147518" y="424513"/>
                  </a:lnTo>
                  <a:lnTo>
                    <a:pt x="2157235" y="424844"/>
                  </a:lnTo>
                  <a:lnTo>
                    <a:pt x="2166952" y="425173"/>
                  </a:lnTo>
                  <a:lnTo>
                    <a:pt x="2176670" y="425502"/>
                  </a:lnTo>
                  <a:lnTo>
                    <a:pt x="2186387" y="425830"/>
                  </a:lnTo>
                  <a:lnTo>
                    <a:pt x="2196104" y="426157"/>
                  </a:lnTo>
                  <a:lnTo>
                    <a:pt x="2205822" y="426484"/>
                  </a:lnTo>
                  <a:lnTo>
                    <a:pt x="2215539" y="426810"/>
                  </a:lnTo>
                  <a:lnTo>
                    <a:pt x="2225256" y="427135"/>
                  </a:lnTo>
                  <a:lnTo>
                    <a:pt x="2234973" y="427426"/>
                  </a:lnTo>
                  <a:lnTo>
                    <a:pt x="2244691" y="427696"/>
                  </a:lnTo>
                  <a:lnTo>
                    <a:pt x="2254408" y="427966"/>
                  </a:lnTo>
                  <a:lnTo>
                    <a:pt x="2264125" y="428234"/>
                  </a:lnTo>
                  <a:lnTo>
                    <a:pt x="2273842" y="428501"/>
                  </a:lnTo>
                  <a:lnTo>
                    <a:pt x="2283560" y="428768"/>
                  </a:lnTo>
                  <a:lnTo>
                    <a:pt x="2293277" y="429033"/>
                  </a:lnTo>
                  <a:lnTo>
                    <a:pt x="2302994" y="429297"/>
                  </a:lnTo>
                  <a:lnTo>
                    <a:pt x="2312712" y="429559"/>
                  </a:lnTo>
                  <a:lnTo>
                    <a:pt x="2322429" y="429821"/>
                  </a:lnTo>
                  <a:lnTo>
                    <a:pt x="2332146" y="430082"/>
                  </a:lnTo>
                  <a:lnTo>
                    <a:pt x="2341863" y="430341"/>
                  </a:lnTo>
                  <a:lnTo>
                    <a:pt x="2351581" y="430600"/>
                  </a:lnTo>
                  <a:lnTo>
                    <a:pt x="2361298" y="430857"/>
                  </a:lnTo>
                  <a:lnTo>
                    <a:pt x="2371015" y="431113"/>
                  </a:lnTo>
                  <a:lnTo>
                    <a:pt x="2380733" y="431369"/>
                  </a:lnTo>
                  <a:lnTo>
                    <a:pt x="2390450" y="431623"/>
                  </a:lnTo>
                  <a:lnTo>
                    <a:pt x="2400167" y="431876"/>
                  </a:lnTo>
                  <a:lnTo>
                    <a:pt x="2409884" y="432128"/>
                  </a:lnTo>
                  <a:lnTo>
                    <a:pt x="2419602" y="432379"/>
                  </a:lnTo>
                  <a:lnTo>
                    <a:pt x="2429319" y="432629"/>
                  </a:lnTo>
                  <a:lnTo>
                    <a:pt x="2439036" y="432963"/>
                  </a:lnTo>
                  <a:lnTo>
                    <a:pt x="2448753" y="433305"/>
                  </a:lnTo>
                  <a:lnTo>
                    <a:pt x="2458471" y="433647"/>
                  </a:lnTo>
                  <a:lnTo>
                    <a:pt x="2468188" y="433988"/>
                  </a:lnTo>
                  <a:lnTo>
                    <a:pt x="2477905" y="434329"/>
                  </a:lnTo>
                  <a:lnTo>
                    <a:pt x="2487623" y="434669"/>
                  </a:lnTo>
                  <a:lnTo>
                    <a:pt x="2497340" y="435010"/>
                  </a:lnTo>
                  <a:lnTo>
                    <a:pt x="2507057" y="435349"/>
                  </a:lnTo>
                  <a:lnTo>
                    <a:pt x="2516774" y="435689"/>
                  </a:lnTo>
                  <a:lnTo>
                    <a:pt x="2516774" y="825513"/>
                  </a:lnTo>
                  <a:lnTo>
                    <a:pt x="2507057" y="824966"/>
                  </a:lnTo>
                  <a:lnTo>
                    <a:pt x="2497340" y="824413"/>
                  </a:lnTo>
                  <a:lnTo>
                    <a:pt x="2487623" y="823853"/>
                  </a:lnTo>
                  <a:lnTo>
                    <a:pt x="2477905" y="823286"/>
                  </a:lnTo>
                  <a:lnTo>
                    <a:pt x="2468188" y="822712"/>
                  </a:lnTo>
                  <a:lnTo>
                    <a:pt x="2458471" y="822130"/>
                  </a:lnTo>
                  <a:lnTo>
                    <a:pt x="2448753" y="821541"/>
                  </a:lnTo>
                  <a:lnTo>
                    <a:pt x="2439036" y="820944"/>
                  </a:lnTo>
                  <a:lnTo>
                    <a:pt x="2429319" y="820340"/>
                  </a:lnTo>
                  <a:lnTo>
                    <a:pt x="2419602" y="819719"/>
                  </a:lnTo>
                  <a:lnTo>
                    <a:pt x="2409884" y="819091"/>
                  </a:lnTo>
                  <a:lnTo>
                    <a:pt x="2400167" y="818454"/>
                  </a:lnTo>
                  <a:lnTo>
                    <a:pt x="2390450" y="817809"/>
                  </a:lnTo>
                  <a:lnTo>
                    <a:pt x="2380733" y="817157"/>
                  </a:lnTo>
                  <a:lnTo>
                    <a:pt x="2371015" y="816496"/>
                  </a:lnTo>
                  <a:lnTo>
                    <a:pt x="2361298" y="815827"/>
                  </a:lnTo>
                  <a:lnTo>
                    <a:pt x="2351581" y="815149"/>
                  </a:lnTo>
                  <a:lnTo>
                    <a:pt x="2341863" y="814463"/>
                  </a:lnTo>
                  <a:lnTo>
                    <a:pt x="2332146" y="813768"/>
                  </a:lnTo>
                  <a:lnTo>
                    <a:pt x="2322429" y="812986"/>
                  </a:lnTo>
                  <a:lnTo>
                    <a:pt x="2312712" y="811874"/>
                  </a:lnTo>
                  <a:lnTo>
                    <a:pt x="2302994" y="810752"/>
                  </a:lnTo>
                  <a:lnTo>
                    <a:pt x="2293277" y="809621"/>
                  </a:lnTo>
                  <a:lnTo>
                    <a:pt x="2283560" y="808480"/>
                  </a:lnTo>
                  <a:lnTo>
                    <a:pt x="2273842" y="807329"/>
                  </a:lnTo>
                  <a:lnTo>
                    <a:pt x="2264125" y="806158"/>
                  </a:lnTo>
                  <a:lnTo>
                    <a:pt x="2254408" y="804976"/>
                  </a:lnTo>
                  <a:lnTo>
                    <a:pt x="2244691" y="803783"/>
                  </a:lnTo>
                  <a:lnTo>
                    <a:pt x="2234973" y="802581"/>
                  </a:lnTo>
                  <a:lnTo>
                    <a:pt x="2225256" y="801368"/>
                  </a:lnTo>
                  <a:lnTo>
                    <a:pt x="2215539" y="800146"/>
                  </a:lnTo>
                  <a:lnTo>
                    <a:pt x="2205822" y="799153"/>
                  </a:lnTo>
                  <a:lnTo>
                    <a:pt x="2196104" y="798197"/>
                  </a:lnTo>
                  <a:lnTo>
                    <a:pt x="2186387" y="797230"/>
                  </a:lnTo>
                  <a:lnTo>
                    <a:pt x="2176670" y="796252"/>
                  </a:lnTo>
                  <a:lnTo>
                    <a:pt x="2166952" y="794856"/>
                  </a:lnTo>
                  <a:lnTo>
                    <a:pt x="2157235" y="794088"/>
                  </a:lnTo>
                  <a:lnTo>
                    <a:pt x="2147518" y="792741"/>
                  </a:lnTo>
                  <a:lnTo>
                    <a:pt x="2137801" y="791383"/>
                  </a:lnTo>
                  <a:lnTo>
                    <a:pt x="2128083" y="790443"/>
                  </a:lnTo>
                  <a:lnTo>
                    <a:pt x="2118366" y="789618"/>
                  </a:lnTo>
                  <a:lnTo>
                    <a:pt x="2108649" y="788781"/>
                  </a:lnTo>
                  <a:lnTo>
                    <a:pt x="2098931" y="787853"/>
                  </a:lnTo>
                  <a:lnTo>
                    <a:pt x="2089214" y="786073"/>
                  </a:lnTo>
                  <a:lnTo>
                    <a:pt x="2079497" y="784280"/>
                  </a:lnTo>
                  <a:lnTo>
                    <a:pt x="2069780" y="782477"/>
                  </a:lnTo>
                  <a:lnTo>
                    <a:pt x="2060062" y="780665"/>
                  </a:lnTo>
                  <a:lnTo>
                    <a:pt x="2050345" y="778843"/>
                  </a:lnTo>
                  <a:lnTo>
                    <a:pt x="2040628" y="777201"/>
                  </a:lnTo>
                  <a:lnTo>
                    <a:pt x="2030911" y="775721"/>
                  </a:lnTo>
                  <a:lnTo>
                    <a:pt x="2021193" y="774217"/>
                  </a:lnTo>
                  <a:lnTo>
                    <a:pt x="2011476" y="772699"/>
                  </a:lnTo>
                  <a:lnTo>
                    <a:pt x="2001759" y="771169"/>
                  </a:lnTo>
                  <a:lnTo>
                    <a:pt x="1992041" y="769628"/>
                  </a:lnTo>
                  <a:lnTo>
                    <a:pt x="1982324" y="768074"/>
                  </a:lnTo>
                  <a:lnTo>
                    <a:pt x="1972607" y="766509"/>
                  </a:lnTo>
                  <a:lnTo>
                    <a:pt x="1962890" y="764931"/>
                  </a:lnTo>
                  <a:lnTo>
                    <a:pt x="1953172" y="763341"/>
                  </a:lnTo>
                  <a:lnTo>
                    <a:pt x="1943455" y="761740"/>
                  </a:lnTo>
                  <a:lnTo>
                    <a:pt x="1933738" y="760125"/>
                  </a:lnTo>
                  <a:lnTo>
                    <a:pt x="1924020" y="758499"/>
                  </a:lnTo>
                  <a:lnTo>
                    <a:pt x="1914303" y="756859"/>
                  </a:lnTo>
                  <a:lnTo>
                    <a:pt x="1904586" y="755215"/>
                  </a:lnTo>
                  <a:lnTo>
                    <a:pt x="1894869" y="753606"/>
                  </a:lnTo>
                  <a:lnTo>
                    <a:pt x="1885151" y="751983"/>
                  </a:lnTo>
                  <a:lnTo>
                    <a:pt x="1875434" y="750831"/>
                  </a:lnTo>
                  <a:lnTo>
                    <a:pt x="1865717" y="749766"/>
                  </a:lnTo>
                  <a:lnTo>
                    <a:pt x="1856000" y="748008"/>
                  </a:lnTo>
                  <a:lnTo>
                    <a:pt x="1846282" y="746843"/>
                  </a:lnTo>
                  <a:lnTo>
                    <a:pt x="1836565" y="745662"/>
                  </a:lnTo>
                  <a:lnTo>
                    <a:pt x="1826848" y="744460"/>
                  </a:lnTo>
                  <a:lnTo>
                    <a:pt x="1817130" y="743229"/>
                  </a:lnTo>
                  <a:lnTo>
                    <a:pt x="1807413" y="741538"/>
                  </a:lnTo>
                  <a:lnTo>
                    <a:pt x="1797696" y="740341"/>
                  </a:lnTo>
                  <a:lnTo>
                    <a:pt x="1787979" y="739127"/>
                  </a:lnTo>
                  <a:lnTo>
                    <a:pt x="1778261" y="737898"/>
                  </a:lnTo>
                  <a:lnTo>
                    <a:pt x="1768544" y="736652"/>
                  </a:lnTo>
                  <a:lnTo>
                    <a:pt x="1758827" y="735391"/>
                  </a:lnTo>
                  <a:lnTo>
                    <a:pt x="1749109" y="734112"/>
                  </a:lnTo>
                  <a:lnTo>
                    <a:pt x="1739392" y="732817"/>
                  </a:lnTo>
                  <a:lnTo>
                    <a:pt x="1729675" y="731505"/>
                  </a:lnTo>
                  <a:lnTo>
                    <a:pt x="1719958" y="730176"/>
                  </a:lnTo>
                  <a:lnTo>
                    <a:pt x="1710240" y="728807"/>
                  </a:lnTo>
                  <a:lnTo>
                    <a:pt x="1700523" y="727396"/>
                  </a:lnTo>
                  <a:lnTo>
                    <a:pt x="1690806" y="725909"/>
                  </a:lnTo>
                  <a:lnTo>
                    <a:pt x="1681089" y="723748"/>
                  </a:lnTo>
                  <a:lnTo>
                    <a:pt x="1671371" y="722069"/>
                  </a:lnTo>
                  <a:lnTo>
                    <a:pt x="1661654" y="720135"/>
                  </a:lnTo>
                  <a:lnTo>
                    <a:pt x="1651937" y="718166"/>
                  </a:lnTo>
                  <a:lnTo>
                    <a:pt x="1642219" y="716180"/>
                  </a:lnTo>
                  <a:lnTo>
                    <a:pt x="1632502" y="714178"/>
                  </a:lnTo>
                  <a:lnTo>
                    <a:pt x="1622785" y="712247"/>
                  </a:lnTo>
                  <a:lnTo>
                    <a:pt x="1613068" y="710385"/>
                  </a:lnTo>
                  <a:lnTo>
                    <a:pt x="1603350" y="708184"/>
                  </a:lnTo>
                  <a:lnTo>
                    <a:pt x="1593633" y="706132"/>
                  </a:lnTo>
                  <a:lnTo>
                    <a:pt x="1583916" y="704340"/>
                  </a:lnTo>
                  <a:lnTo>
                    <a:pt x="1574198" y="702530"/>
                  </a:lnTo>
                  <a:lnTo>
                    <a:pt x="1564481" y="700445"/>
                  </a:lnTo>
                  <a:lnTo>
                    <a:pt x="1554764" y="698289"/>
                  </a:lnTo>
                  <a:lnTo>
                    <a:pt x="1545047" y="696116"/>
                  </a:lnTo>
                  <a:lnTo>
                    <a:pt x="1535329" y="694230"/>
                  </a:lnTo>
                  <a:lnTo>
                    <a:pt x="1525612" y="692379"/>
                  </a:lnTo>
                  <a:lnTo>
                    <a:pt x="1515895" y="690508"/>
                  </a:lnTo>
                  <a:lnTo>
                    <a:pt x="1506178" y="688624"/>
                  </a:lnTo>
                  <a:lnTo>
                    <a:pt x="1496460" y="686729"/>
                  </a:lnTo>
                  <a:lnTo>
                    <a:pt x="1486743" y="684806"/>
                  </a:lnTo>
                  <a:lnTo>
                    <a:pt x="1477026" y="682857"/>
                  </a:lnTo>
                  <a:lnTo>
                    <a:pt x="1467308" y="680886"/>
                  </a:lnTo>
                  <a:lnTo>
                    <a:pt x="1457591" y="678893"/>
                  </a:lnTo>
                  <a:lnTo>
                    <a:pt x="1447874" y="676879"/>
                  </a:lnTo>
                  <a:lnTo>
                    <a:pt x="1438157" y="674842"/>
                  </a:lnTo>
                  <a:lnTo>
                    <a:pt x="1428439" y="672782"/>
                  </a:lnTo>
                  <a:lnTo>
                    <a:pt x="1418722" y="670700"/>
                  </a:lnTo>
                  <a:lnTo>
                    <a:pt x="1409005" y="668595"/>
                  </a:lnTo>
                  <a:lnTo>
                    <a:pt x="1399287" y="666467"/>
                  </a:lnTo>
                  <a:lnTo>
                    <a:pt x="1389570" y="664315"/>
                  </a:lnTo>
                  <a:lnTo>
                    <a:pt x="1379853" y="662140"/>
                  </a:lnTo>
                  <a:lnTo>
                    <a:pt x="1370136" y="659887"/>
                  </a:lnTo>
                  <a:lnTo>
                    <a:pt x="1360418" y="657339"/>
                  </a:lnTo>
                  <a:lnTo>
                    <a:pt x="1350701" y="654771"/>
                  </a:lnTo>
                  <a:lnTo>
                    <a:pt x="1340984" y="652699"/>
                  </a:lnTo>
                  <a:lnTo>
                    <a:pt x="1331267" y="650259"/>
                  </a:lnTo>
                  <a:lnTo>
                    <a:pt x="1321549" y="647686"/>
                  </a:lnTo>
                  <a:lnTo>
                    <a:pt x="1311832" y="645091"/>
                  </a:lnTo>
                  <a:lnTo>
                    <a:pt x="1302115" y="642474"/>
                  </a:lnTo>
                  <a:lnTo>
                    <a:pt x="1292397" y="639836"/>
                  </a:lnTo>
                  <a:lnTo>
                    <a:pt x="1282680" y="637175"/>
                  </a:lnTo>
                  <a:lnTo>
                    <a:pt x="1272963" y="634492"/>
                  </a:lnTo>
                  <a:lnTo>
                    <a:pt x="1263246" y="631787"/>
                  </a:lnTo>
                  <a:lnTo>
                    <a:pt x="1253528" y="629060"/>
                  </a:lnTo>
                  <a:lnTo>
                    <a:pt x="1243811" y="626310"/>
                  </a:lnTo>
                  <a:lnTo>
                    <a:pt x="1234094" y="623537"/>
                  </a:lnTo>
                  <a:lnTo>
                    <a:pt x="1224376" y="620741"/>
                  </a:lnTo>
                  <a:lnTo>
                    <a:pt x="1214659" y="618268"/>
                  </a:lnTo>
                  <a:lnTo>
                    <a:pt x="1204942" y="615937"/>
                  </a:lnTo>
                  <a:lnTo>
                    <a:pt x="1195225" y="613574"/>
                  </a:lnTo>
                  <a:lnTo>
                    <a:pt x="1185507" y="611178"/>
                  </a:lnTo>
                  <a:lnTo>
                    <a:pt x="1175790" y="608750"/>
                  </a:lnTo>
                  <a:lnTo>
                    <a:pt x="1166073" y="606289"/>
                  </a:lnTo>
                  <a:lnTo>
                    <a:pt x="1156356" y="603794"/>
                  </a:lnTo>
                  <a:lnTo>
                    <a:pt x="1146638" y="601243"/>
                  </a:lnTo>
                  <a:lnTo>
                    <a:pt x="1136921" y="598378"/>
                  </a:lnTo>
                  <a:lnTo>
                    <a:pt x="1127204" y="595484"/>
                  </a:lnTo>
                  <a:lnTo>
                    <a:pt x="1117486" y="592560"/>
                  </a:lnTo>
                  <a:lnTo>
                    <a:pt x="1107769" y="589605"/>
                  </a:lnTo>
                  <a:lnTo>
                    <a:pt x="1098052" y="586609"/>
                  </a:lnTo>
                  <a:lnTo>
                    <a:pt x="1088335" y="583641"/>
                  </a:lnTo>
                  <a:lnTo>
                    <a:pt x="1078617" y="580786"/>
                  </a:lnTo>
                  <a:lnTo>
                    <a:pt x="1068900" y="577481"/>
                  </a:lnTo>
                  <a:lnTo>
                    <a:pt x="1059183" y="574347"/>
                  </a:lnTo>
                  <a:lnTo>
                    <a:pt x="1049465" y="571212"/>
                  </a:lnTo>
                  <a:lnTo>
                    <a:pt x="1039748" y="568046"/>
                  </a:lnTo>
                  <a:lnTo>
                    <a:pt x="1030031" y="564849"/>
                  </a:lnTo>
                  <a:lnTo>
                    <a:pt x="1020314" y="561620"/>
                  </a:lnTo>
                  <a:lnTo>
                    <a:pt x="1010596" y="558666"/>
                  </a:lnTo>
                  <a:lnTo>
                    <a:pt x="1000879" y="555685"/>
                  </a:lnTo>
                  <a:lnTo>
                    <a:pt x="991162" y="552662"/>
                  </a:lnTo>
                  <a:lnTo>
                    <a:pt x="981445" y="549594"/>
                  </a:lnTo>
                  <a:lnTo>
                    <a:pt x="971727" y="545939"/>
                  </a:lnTo>
                  <a:lnTo>
                    <a:pt x="962010" y="542236"/>
                  </a:lnTo>
                  <a:lnTo>
                    <a:pt x="952293" y="538510"/>
                  </a:lnTo>
                  <a:lnTo>
                    <a:pt x="942575" y="534865"/>
                  </a:lnTo>
                  <a:lnTo>
                    <a:pt x="932858" y="531728"/>
                  </a:lnTo>
                  <a:lnTo>
                    <a:pt x="923141" y="528542"/>
                  </a:lnTo>
                  <a:lnTo>
                    <a:pt x="913424" y="525238"/>
                  </a:lnTo>
                  <a:lnTo>
                    <a:pt x="903706" y="521512"/>
                  </a:lnTo>
                  <a:lnTo>
                    <a:pt x="893989" y="517753"/>
                  </a:lnTo>
                  <a:lnTo>
                    <a:pt x="884272" y="513963"/>
                  </a:lnTo>
                  <a:lnTo>
                    <a:pt x="874554" y="510142"/>
                  </a:lnTo>
                  <a:lnTo>
                    <a:pt x="864837" y="506288"/>
                  </a:lnTo>
                  <a:lnTo>
                    <a:pt x="855120" y="502403"/>
                  </a:lnTo>
                  <a:lnTo>
                    <a:pt x="845403" y="498486"/>
                  </a:lnTo>
                  <a:lnTo>
                    <a:pt x="835685" y="494537"/>
                  </a:lnTo>
                  <a:lnTo>
                    <a:pt x="825968" y="490555"/>
                  </a:lnTo>
                  <a:lnTo>
                    <a:pt x="816251" y="486541"/>
                  </a:lnTo>
                  <a:lnTo>
                    <a:pt x="806534" y="482503"/>
                  </a:lnTo>
                  <a:lnTo>
                    <a:pt x="796816" y="478783"/>
                  </a:lnTo>
                  <a:lnTo>
                    <a:pt x="787099" y="475032"/>
                  </a:lnTo>
                  <a:lnTo>
                    <a:pt x="777382" y="471201"/>
                  </a:lnTo>
                  <a:lnTo>
                    <a:pt x="767664" y="467019"/>
                  </a:lnTo>
                  <a:lnTo>
                    <a:pt x="757947" y="462799"/>
                  </a:lnTo>
                  <a:lnTo>
                    <a:pt x="748230" y="458541"/>
                  </a:lnTo>
                  <a:lnTo>
                    <a:pt x="738513" y="454246"/>
                  </a:lnTo>
                  <a:lnTo>
                    <a:pt x="728795" y="449934"/>
                  </a:lnTo>
                  <a:lnTo>
                    <a:pt x="719078" y="445557"/>
                  </a:lnTo>
                  <a:lnTo>
                    <a:pt x="709361" y="441146"/>
                  </a:lnTo>
                  <a:lnTo>
                    <a:pt x="699643" y="436706"/>
                  </a:lnTo>
                  <a:lnTo>
                    <a:pt x="689926" y="432227"/>
                  </a:lnTo>
                  <a:lnTo>
                    <a:pt x="680209" y="427710"/>
                  </a:lnTo>
                  <a:lnTo>
                    <a:pt x="670492" y="423155"/>
                  </a:lnTo>
                  <a:lnTo>
                    <a:pt x="660774" y="418562"/>
                  </a:lnTo>
                  <a:lnTo>
                    <a:pt x="651057" y="413930"/>
                  </a:lnTo>
                  <a:lnTo>
                    <a:pt x="641340" y="409259"/>
                  </a:lnTo>
                  <a:lnTo>
                    <a:pt x="631623" y="404550"/>
                  </a:lnTo>
                  <a:lnTo>
                    <a:pt x="621905" y="399803"/>
                  </a:lnTo>
                  <a:lnTo>
                    <a:pt x="612188" y="395016"/>
                  </a:lnTo>
                  <a:lnTo>
                    <a:pt x="602471" y="390191"/>
                  </a:lnTo>
                  <a:lnTo>
                    <a:pt x="592753" y="385327"/>
                  </a:lnTo>
                  <a:lnTo>
                    <a:pt x="583036" y="380424"/>
                  </a:lnTo>
                  <a:lnTo>
                    <a:pt x="573319" y="375501"/>
                  </a:lnTo>
                  <a:lnTo>
                    <a:pt x="563602" y="370529"/>
                  </a:lnTo>
                  <a:lnTo>
                    <a:pt x="553884" y="365505"/>
                  </a:lnTo>
                  <a:lnTo>
                    <a:pt x="544167" y="360429"/>
                  </a:lnTo>
                  <a:lnTo>
                    <a:pt x="534450" y="357817"/>
                  </a:lnTo>
                  <a:lnTo>
                    <a:pt x="524732" y="357357"/>
                  </a:lnTo>
                  <a:lnTo>
                    <a:pt x="515015" y="356896"/>
                  </a:lnTo>
                  <a:lnTo>
                    <a:pt x="505298" y="356435"/>
                  </a:lnTo>
                  <a:lnTo>
                    <a:pt x="495581" y="355972"/>
                  </a:lnTo>
                  <a:lnTo>
                    <a:pt x="485863" y="355507"/>
                  </a:lnTo>
                  <a:lnTo>
                    <a:pt x="476146" y="355041"/>
                  </a:lnTo>
                  <a:lnTo>
                    <a:pt x="466429" y="354574"/>
                  </a:lnTo>
                  <a:lnTo>
                    <a:pt x="456712" y="354109"/>
                  </a:lnTo>
                  <a:lnTo>
                    <a:pt x="446994" y="353643"/>
                  </a:lnTo>
                  <a:lnTo>
                    <a:pt x="437277" y="353177"/>
                  </a:lnTo>
                  <a:lnTo>
                    <a:pt x="427560" y="352710"/>
                  </a:lnTo>
                  <a:lnTo>
                    <a:pt x="417842" y="352242"/>
                  </a:lnTo>
                  <a:lnTo>
                    <a:pt x="408125" y="351774"/>
                  </a:lnTo>
                  <a:lnTo>
                    <a:pt x="398408" y="351305"/>
                  </a:lnTo>
                  <a:lnTo>
                    <a:pt x="388691" y="350836"/>
                  </a:lnTo>
                  <a:lnTo>
                    <a:pt x="378973" y="350366"/>
                  </a:lnTo>
                  <a:lnTo>
                    <a:pt x="369256" y="349896"/>
                  </a:lnTo>
                  <a:lnTo>
                    <a:pt x="359539" y="349425"/>
                  </a:lnTo>
                  <a:lnTo>
                    <a:pt x="349821" y="348953"/>
                  </a:lnTo>
                  <a:lnTo>
                    <a:pt x="340104" y="348481"/>
                  </a:lnTo>
                  <a:lnTo>
                    <a:pt x="330387" y="348008"/>
                  </a:lnTo>
                  <a:lnTo>
                    <a:pt x="320670" y="347535"/>
                  </a:lnTo>
                  <a:lnTo>
                    <a:pt x="310952" y="347061"/>
                  </a:lnTo>
                  <a:lnTo>
                    <a:pt x="301235" y="346587"/>
                  </a:lnTo>
                  <a:lnTo>
                    <a:pt x="291518" y="346112"/>
                  </a:lnTo>
                  <a:lnTo>
                    <a:pt x="281801" y="345630"/>
                  </a:lnTo>
                  <a:lnTo>
                    <a:pt x="272083" y="345146"/>
                  </a:lnTo>
                  <a:lnTo>
                    <a:pt x="262366" y="344660"/>
                  </a:lnTo>
                  <a:lnTo>
                    <a:pt x="252649" y="344174"/>
                  </a:lnTo>
                  <a:lnTo>
                    <a:pt x="242931" y="343686"/>
                  </a:lnTo>
                  <a:lnTo>
                    <a:pt x="233214" y="343197"/>
                  </a:lnTo>
                  <a:lnTo>
                    <a:pt x="223497" y="342707"/>
                  </a:lnTo>
                  <a:lnTo>
                    <a:pt x="213780" y="342216"/>
                  </a:lnTo>
                  <a:lnTo>
                    <a:pt x="204062" y="341724"/>
                  </a:lnTo>
                  <a:lnTo>
                    <a:pt x="194345" y="341230"/>
                  </a:lnTo>
                  <a:lnTo>
                    <a:pt x="184628" y="340735"/>
                  </a:lnTo>
                  <a:lnTo>
                    <a:pt x="174910" y="340239"/>
                  </a:lnTo>
                  <a:lnTo>
                    <a:pt x="165193" y="339742"/>
                  </a:lnTo>
                  <a:lnTo>
                    <a:pt x="155476" y="339244"/>
                  </a:lnTo>
                  <a:lnTo>
                    <a:pt x="145759" y="338745"/>
                  </a:lnTo>
                  <a:lnTo>
                    <a:pt x="136041" y="338244"/>
                  </a:lnTo>
                  <a:lnTo>
                    <a:pt x="126324" y="337742"/>
                  </a:lnTo>
                  <a:lnTo>
                    <a:pt x="116607" y="337239"/>
                  </a:lnTo>
                  <a:lnTo>
                    <a:pt x="106890" y="336734"/>
                  </a:lnTo>
                  <a:lnTo>
                    <a:pt x="97172" y="336228"/>
                  </a:lnTo>
                  <a:lnTo>
                    <a:pt x="87455" y="335722"/>
                  </a:lnTo>
                  <a:lnTo>
                    <a:pt x="77738" y="335213"/>
                  </a:lnTo>
                  <a:lnTo>
                    <a:pt x="68020" y="334704"/>
                  </a:lnTo>
                  <a:lnTo>
                    <a:pt x="58303" y="334193"/>
                  </a:lnTo>
                  <a:lnTo>
                    <a:pt x="48586" y="333682"/>
                  </a:lnTo>
                  <a:lnTo>
                    <a:pt x="38869" y="333169"/>
                  </a:lnTo>
                  <a:lnTo>
                    <a:pt x="29151" y="332654"/>
                  </a:lnTo>
                  <a:lnTo>
                    <a:pt x="19434" y="332139"/>
                  </a:lnTo>
                  <a:lnTo>
                    <a:pt x="9717" y="331622"/>
                  </a:lnTo>
                  <a:lnTo>
                    <a:pt x="0" y="331104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6324250" y="3048971"/>
              <a:ext cx="2516774" cy="435689"/>
            </a:xfrm>
            <a:custGeom>
              <a:avLst/>
              <a:pathLst>
                <a:path w="2516774" h="435689">
                  <a:moveTo>
                    <a:pt x="0" y="0"/>
                  </a:moveTo>
                  <a:lnTo>
                    <a:pt x="9717" y="7508"/>
                  </a:lnTo>
                  <a:lnTo>
                    <a:pt x="19434" y="15533"/>
                  </a:lnTo>
                  <a:lnTo>
                    <a:pt x="29151" y="23083"/>
                  </a:lnTo>
                  <a:lnTo>
                    <a:pt x="38869" y="30540"/>
                  </a:lnTo>
                  <a:lnTo>
                    <a:pt x="48586" y="37968"/>
                  </a:lnTo>
                  <a:lnTo>
                    <a:pt x="58303" y="45592"/>
                  </a:lnTo>
                  <a:lnTo>
                    <a:pt x="68020" y="53496"/>
                  </a:lnTo>
                  <a:lnTo>
                    <a:pt x="77738" y="60928"/>
                  </a:lnTo>
                  <a:lnTo>
                    <a:pt x="87455" y="68163"/>
                  </a:lnTo>
                  <a:lnTo>
                    <a:pt x="97172" y="75357"/>
                  </a:lnTo>
                  <a:lnTo>
                    <a:pt x="106890" y="82618"/>
                  </a:lnTo>
                  <a:lnTo>
                    <a:pt x="116607" y="90222"/>
                  </a:lnTo>
                  <a:lnTo>
                    <a:pt x="126324" y="97372"/>
                  </a:lnTo>
                  <a:lnTo>
                    <a:pt x="136041" y="104478"/>
                  </a:lnTo>
                  <a:lnTo>
                    <a:pt x="145759" y="111536"/>
                  </a:lnTo>
                  <a:lnTo>
                    <a:pt x="155476" y="118548"/>
                  </a:lnTo>
                  <a:lnTo>
                    <a:pt x="165193" y="125512"/>
                  </a:lnTo>
                  <a:lnTo>
                    <a:pt x="174910" y="132433"/>
                  </a:lnTo>
                  <a:lnTo>
                    <a:pt x="184628" y="139756"/>
                  </a:lnTo>
                  <a:lnTo>
                    <a:pt x="194345" y="147071"/>
                  </a:lnTo>
                  <a:lnTo>
                    <a:pt x="204062" y="154308"/>
                  </a:lnTo>
                  <a:lnTo>
                    <a:pt x="213780" y="161228"/>
                  </a:lnTo>
                  <a:lnTo>
                    <a:pt x="223497" y="167883"/>
                  </a:lnTo>
                  <a:lnTo>
                    <a:pt x="233214" y="174489"/>
                  </a:lnTo>
                  <a:lnTo>
                    <a:pt x="242931" y="181083"/>
                  </a:lnTo>
                  <a:lnTo>
                    <a:pt x="252649" y="187818"/>
                  </a:lnTo>
                  <a:lnTo>
                    <a:pt x="262366" y="194486"/>
                  </a:lnTo>
                  <a:lnTo>
                    <a:pt x="272083" y="200778"/>
                  </a:lnTo>
                  <a:lnTo>
                    <a:pt x="281801" y="206870"/>
                  </a:lnTo>
                  <a:lnTo>
                    <a:pt x="291518" y="213067"/>
                  </a:lnTo>
                  <a:lnTo>
                    <a:pt x="301235" y="219326"/>
                  </a:lnTo>
                  <a:lnTo>
                    <a:pt x="310952" y="225532"/>
                  </a:lnTo>
                  <a:lnTo>
                    <a:pt x="320670" y="231690"/>
                  </a:lnTo>
                  <a:lnTo>
                    <a:pt x="330387" y="237801"/>
                  </a:lnTo>
                  <a:lnTo>
                    <a:pt x="340104" y="243869"/>
                  </a:lnTo>
                  <a:lnTo>
                    <a:pt x="349821" y="249843"/>
                  </a:lnTo>
                  <a:lnTo>
                    <a:pt x="359539" y="255686"/>
                  </a:lnTo>
                  <a:lnTo>
                    <a:pt x="369256" y="261496"/>
                  </a:lnTo>
                  <a:lnTo>
                    <a:pt x="378973" y="267273"/>
                  </a:lnTo>
                  <a:lnTo>
                    <a:pt x="388691" y="273053"/>
                  </a:lnTo>
                  <a:lnTo>
                    <a:pt x="398408" y="278874"/>
                  </a:lnTo>
                  <a:lnTo>
                    <a:pt x="408125" y="284520"/>
                  </a:lnTo>
                  <a:lnTo>
                    <a:pt x="417842" y="290128"/>
                  </a:lnTo>
                  <a:lnTo>
                    <a:pt x="427560" y="295826"/>
                  </a:lnTo>
                  <a:lnTo>
                    <a:pt x="437277" y="301483"/>
                  </a:lnTo>
                  <a:lnTo>
                    <a:pt x="446994" y="307091"/>
                  </a:lnTo>
                  <a:lnTo>
                    <a:pt x="456712" y="312643"/>
                  </a:lnTo>
                  <a:lnTo>
                    <a:pt x="466429" y="318096"/>
                  </a:lnTo>
                  <a:lnTo>
                    <a:pt x="476146" y="323574"/>
                  </a:lnTo>
                  <a:lnTo>
                    <a:pt x="485863" y="328942"/>
                  </a:lnTo>
                  <a:lnTo>
                    <a:pt x="495581" y="334272"/>
                  </a:lnTo>
                  <a:lnTo>
                    <a:pt x="505298" y="339603"/>
                  </a:lnTo>
                  <a:lnTo>
                    <a:pt x="515015" y="344888"/>
                  </a:lnTo>
                  <a:lnTo>
                    <a:pt x="524732" y="350120"/>
                  </a:lnTo>
                  <a:lnTo>
                    <a:pt x="534450" y="355301"/>
                  </a:lnTo>
                  <a:lnTo>
                    <a:pt x="544167" y="358276"/>
                  </a:lnTo>
                  <a:lnTo>
                    <a:pt x="553884" y="358734"/>
                  </a:lnTo>
                  <a:lnTo>
                    <a:pt x="563602" y="359192"/>
                  </a:lnTo>
                  <a:lnTo>
                    <a:pt x="573319" y="359649"/>
                  </a:lnTo>
                  <a:lnTo>
                    <a:pt x="583036" y="360106"/>
                  </a:lnTo>
                  <a:lnTo>
                    <a:pt x="592753" y="360561"/>
                  </a:lnTo>
                  <a:lnTo>
                    <a:pt x="602471" y="361016"/>
                  </a:lnTo>
                  <a:lnTo>
                    <a:pt x="612188" y="361470"/>
                  </a:lnTo>
                  <a:lnTo>
                    <a:pt x="621905" y="361924"/>
                  </a:lnTo>
                  <a:lnTo>
                    <a:pt x="631623" y="362377"/>
                  </a:lnTo>
                  <a:lnTo>
                    <a:pt x="641340" y="362829"/>
                  </a:lnTo>
                  <a:lnTo>
                    <a:pt x="651057" y="363281"/>
                  </a:lnTo>
                  <a:lnTo>
                    <a:pt x="660774" y="363731"/>
                  </a:lnTo>
                  <a:lnTo>
                    <a:pt x="670492" y="364182"/>
                  </a:lnTo>
                  <a:lnTo>
                    <a:pt x="680209" y="364631"/>
                  </a:lnTo>
                  <a:lnTo>
                    <a:pt x="689926" y="365080"/>
                  </a:lnTo>
                  <a:lnTo>
                    <a:pt x="699643" y="365528"/>
                  </a:lnTo>
                  <a:lnTo>
                    <a:pt x="709361" y="365975"/>
                  </a:lnTo>
                  <a:lnTo>
                    <a:pt x="719078" y="366422"/>
                  </a:lnTo>
                  <a:lnTo>
                    <a:pt x="728795" y="366868"/>
                  </a:lnTo>
                  <a:lnTo>
                    <a:pt x="738513" y="367313"/>
                  </a:lnTo>
                  <a:lnTo>
                    <a:pt x="748230" y="367758"/>
                  </a:lnTo>
                  <a:lnTo>
                    <a:pt x="757947" y="368202"/>
                  </a:lnTo>
                  <a:lnTo>
                    <a:pt x="767664" y="368645"/>
                  </a:lnTo>
                  <a:lnTo>
                    <a:pt x="777382" y="369087"/>
                  </a:lnTo>
                  <a:lnTo>
                    <a:pt x="787099" y="369529"/>
                  </a:lnTo>
                  <a:lnTo>
                    <a:pt x="796816" y="369971"/>
                  </a:lnTo>
                  <a:lnTo>
                    <a:pt x="806534" y="370411"/>
                  </a:lnTo>
                  <a:lnTo>
                    <a:pt x="816251" y="370851"/>
                  </a:lnTo>
                  <a:lnTo>
                    <a:pt x="825968" y="371290"/>
                  </a:lnTo>
                  <a:lnTo>
                    <a:pt x="835685" y="371729"/>
                  </a:lnTo>
                  <a:lnTo>
                    <a:pt x="845403" y="372167"/>
                  </a:lnTo>
                  <a:lnTo>
                    <a:pt x="855120" y="372604"/>
                  </a:lnTo>
                  <a:lnTo>
                    <a:pt x="864837" y="373040"/>
                  </a:lnTo>
                  <a:lnTo>
                    <a:pt x="874554" y="373476"/>
                  </a:lnTo>
                  <a:lnTo>
                    <a:pt x="884272" y="373911"/>
                  </a:lnTo>
                  <a:lnTo>
                    <a:pt x="893989" y="374346"/>
                  </a:lnTo>
                  <a:lnTo>
                    <a:pt x="903706" y="374779"/>
                  </a:lnTo>
                  <a:lnTo>
                    <a:pt x="913424" y="375213"/>
                  </a:lnTo>
                  <a:lnTo>
                    <a:pt x="923141" y="375645"/>
                  </a:lnTo>
                  <a:lnTo>
                    <a:pt x="932858" y="376077"/>
                  </a:lnTo>
                  <a:lnTo>
                    <a:pt x="942575" y="376508"/>
                  </a:lnTo>
                  <a:lnTo>
                    <a:pt x="952293" y="376938"/>
                  </a:lnTo>
                  <a:lnTo>
                    <a:pt x="962010" y="377368"/>
                  </a:lnTo>
                  <a:lnTo>
                    <a:pt x="971727" y="377797"/>
                  </a:lnTo>
                  <a:lnTo>
                    <a:pt x="981445" y="378226"/>
                  </a:lnTo>
                  <a:lnTo>
                    <a:pt x="991162" y="378654"/>
                  </a:lnTo>
                  <a:lnTo>
                    <a:pt x="1000879" y="379081"/>
                  </a:lnTo>
                  <a:lnTo>
                    <a:pt x="1010596" y="379507"/>
                  </a:lnTo>
                  <a:lnTo>
                    <a:pt x="1020314" y="379933"/>
                  </a:lnTo>
                  <a:lnTo>
                    <a:pt x="1030031" y="380358"/>
                  </a:lnTo>
                  <a:lnTo>
                    <a:pt x="1039748" y="380783"/>
                  </a:lnTo>
                  <a:lnTo>
                    <a:pt x="1049465" y="381207"/>
                  </a:lnTo>
                  <a:lnTo>
                    <a:pt x="1059183" y="381630"/>
                  </a:lnTo>
                  <a:lnTo>
                    <a:pt x="1068900" y="382052"/>
                  </a:lnTo>
                  <a:lnTo>
                    <a:pt x="1078617" y="382474"/>
                  </a:lnTo>
                  <a:lnTo>
                    <a:pt x="1088335" y="382895"/>
                  </a:lnTo>
                  <a:lnTo>
                    <a:pt x="1098052" y="383316"/>
                  </a:lnTo>
                  <a:lnTo>
                    <a:pt x="1107769" y="383736"/>
                  </a:lnTo>
                  <a:lnTo>
                    <a:pt x="1117486" y="384155"/>
                  </a:lnTo>
                  <a:lnTo>
                    <a:pt x="1127204" y="384574"/>
                  </a:lnTo>
                  <a:lnTo>
                    <a:pt x="1136921" y="384992"/>
                  </a:lnTo>
                  <a:lnTo>
                    <a:pt x="1146638" y="385409"/>
                  </a:lnTo>
                  <a:lnTo>
                    <a:pt x="1156356" y="385826"/>
                  </a:lnTo>
                  <a:lnTo>
                    <a:pt x="1166073" y="386242"/>
                  </a:lnTo>
                  <a:lnTo>
                    <a:pt x="1175790" y="386657"/>
                  </a:lnTo>
                  <a:lnTo>
                    <a:pt x="1185507" y="387072"/>
                  </a:lnTo>
                  <a:lnTo>
                    <a:pt x="1195225" y="387486"/>
                  </a:lnTo>
                  <a:lnTo>
                    <a:pt x="1204942" y="387899"/>
                  </a:lnTo>
                  <a:lnTo>
                    <a:pt x="1214659" y="388312"/>
                  </a:lnTo>
                  <a:lnTo>
                    <a:pt x="1224376" y="388724"/>
                  </a:lnTo>
                  <a:lnTo>
                    <a:pt x="1234094" y="389136"/>
                  </a:lnTo>
                  <a:lnTo>
                    <a:pt x="1243811" y="389547"/>
                  </a:lnTo>
                  <a:lnTo>
                    <a:pt x="1253528" y="389957"/>
                  </a:lnTo>
                  <a:lnTo>
                    <a:pt x="1263246" y="390366"/>
                  </a:lnTo>
                  <a:lnTo>
                    <a:pt x="1272963" y="390775"/>
                  </a:lnTo>
                  <a:lnTo>
                    <a:pt x="1282680" y="391184"/>
                  </a:lnTo>
                  <a:lnTo>
                    <a:pt x="1292397" y="391591"/>
                  </a:lnTo>
                  <a:lnTo>
                    <a:pt x="1302115" y="391998"/>
                  </a:lnTo>
                  <a:lnTo>
                    <a:pt x="1311832" y="392405"/>
                  </a:lnTo>
                  <a:lnTo>
                    <a:pt x="1321549" y="392811"/>
                  </a:lnTo>
                  <a:lnTo>
                    <a:pt x="1331267" y="393216"/>
                  </a:lnTo>
                  <a:lnTo>
                    <a:pt x="1340984" y="393620"/>
                  </a:lnTo>
                  <a:lnTo>
                    <a:pt x="1350701" y="394024"/>
                  </a:lnTo>
                  <a:lnTo>
                    <a:pt x="1360418" y="394428"/>
                  </a:lnTo>
                  <a:lnTo>
                    <a:pt x="1370136" y="394830"/>
                  </a:lnTo>
                  <a:lnTo>
                    <a:pt x="1379853" y="395233"/>
                  </a:lnTo>
                  <a:lnTo>
                    <a:pt x="1389570" y="395634"/>
                  </a:lnTo>
                  <a:lnTo>
                    <a:pt x="1399287" y="396035"/>
                  </a:lnTo>
                  <a:lnTo>
                    <a:pt x="1409005" y="396435"/>
                  </a:lnTo>
                  <a:lnTo>
                    <a:pt x="1418722" y="396835"/>
                  </a:lnTo>
                  <a:lnTo>
                    <a:pt x="1428439" y="397234"/>
                  </a:lnTo>
                  <a:lnTo>
                    <a:pt x="1438157" y="397632"/>
                  </a:lnTo>
                  <a:lnTo>
                    <a:pt x="1447874" y="398030"/>
                  </a:lnTo>
                  <a:lnTo>
                    <a:pt x="1457591" y="398427"/>
                  </a:lnTo>
                  <a:lnTo>
                    <a:pt x="1467308" y="398823"/>
                  </a:lnTo>
                  <a:lnTo>
                    <a:pt x="1477026" y="399219"/>
                  </a:lnTo>
                  <a:lnTo>
                    <a:pt x="1486743" y="399614"/>
                  </a:lnTo>
                  <a:lnTo>
                    <a:pt x="1496460" y="400009"/>
                  </a:lnTo>
                  <a:lnTo>
                    <a:pt x="1506178" y="400404"/>
                  </a:lnTo>
                  <a:lnTo>
                    <a:pt x="1515895" y="400798"/>
                  </a:lnTo>
                  <a:lnTo>
                    <a:pt x="1525612" y="401191"/>
                  </a:lnTo>
                  <a:lnTo>
                    <a:pt x="1535329" y="401584"/>
                  </a:lnTo>
                  <a:lnTo>
                    <a:pt x="1545047" y="401976"/>
                  </a:lnTo>
                  <a:lnTo>
                    <a:pt x="1554764" y="402368"/>
                  </a:lnTo>
                  <a:lnTo>
                    <a:pt x="1564481" y="402759"/>
                  </a:lnTo>
                  <a:lnTo>
                    <a:pt x="1574198" y="403149"/>
                  </a:lnTo>
                  <a:lnTo>
                    <a:pt x="1583916" y="403539"/>
                  </a:lnTo>
                  <a:lnTo>
                    <a:pt x="1593633" y="403929"/>
                  </a:lnTo>
                  <a:lnTo>
                    <a:pt x="1603350" y="404317"/>
                  </a:lnTo>
                  <a:lnTo>
                    <a:pt x="1613068" y="404705"/>
                  </a:lnTo>
                  <a:lnTo>
                    <a:pt x="1622785" y="405093"/>
                  </a:lnTo>
                  <a:lnTo>
                    <a:pt x="1632502" y="405480"/>
                  </a:lnTo>
                  <a:lnTo>
                    <a:pt x="1642219" y="405866"/>
                  </a:lnTo>
                  <a:lnTo>
                    <a:pt x="1651937" y="406252"/>
                  </a:lnTo>
                  <a:lnTo>
                    <a:pt x="1661654" y="406637"/>
                  </a:lnTo>
                  <a:lnTo>
                    <a:pt x="1671371" y="407021"/>
                  </a:lnTo>
                  <a:lnTo>
                    <a:pt x="1681089" y="407405"/>
                  </a:lnTo>
                  <a:lnTo>
                    <a:pt x="1690806" y="407789"/>
                  </a:lnTo>
                  <a:lnTo>
                    <a:pt x="1700523" y="408171"/>
                  </a:lnTo>
                  <a:lnTo>
                    <a:pt x="1710240" y="408553"/>
                  </a:lnTo>
                  <a:lnTo>
                    <a:pt x="1719958" y="408935"/>
                  </a:lnTo>
                  <a:lnTo>
                    <a:pt x="1729675" y="409316"/>
                  </a:lnTo>
                  <a:lnTo>
                    <a:pt x="1739392" y="409696"/>
                  </a:lnTo>
                  <a:lnTo>
                    <a:pt x="1749109" y="410076"/>
                  </a:lnTo>
                  <a:lnTo>
                    <a:pt x="1758827" y="410455"/>
                  </a:lnTo>
                  <a:lnTo>
                    <a:pt x="1768544" y="410834"/>
                  </a:lnTo>
                  <a:lnTo>
                    <a:pt x="1778261" y="411212"/>
                  </a:lnTo>
                  <a:lnTo>
                    <a:pt x="1787979" y="411589"/>
                  </a:lnTo>
                  <a:lnTo>
                    <a:pt x="1797696" y="411966"/>
                  </a:lnTo>
                  <a:lnTo>
                    <a:pt x="1807413" y="412343"/>
                  </a:lnTo>
                  <a:lnTo>
                    <a:pt x="1817130" y="412718"/>
                  </a:lnTo>
                  <a:lnTo>
                    <a:pt x="1826848" y="413094"/>
                  </a:lnTo>
                  <a:lnTo>
                    <a:pt x="1836565" y="413468"/>
                  </a:lnTo>
                  <a:lnTo>
                    <a:pt x="1846282" y="413842"/>
                  </a:lnTo>
                  <a:lnTo>
                    <a:pt x="1856000" y="414215"/>
                  </a:lnTo>
                  <a:lnTo>
                    <a:pt x="1865717" y="414588"/>
                  </a:lnTo>
                  <a:lnTo>
                    <a:pt x="1875434" y="414948"/>
                  </a:lnTo>
                  <a:lnTo>
                    <a:pt x="1885151" y="415301"/>
                  </a:lnTo>
                  <a:lnTo>
                    <a:pt x="1894869" y="415652"/>
                  </a:lnTo>
                  <a:lnTo>
                    <a:pt x="1904586" y="416003"/>
                  </a:lnTo>
                  <a:lnTo>
                    <a:pt x="1914303" y="416353"/>
                  </a:lnTo>
                  <a:lnTo>
                    <a:pt x="1924020" y="416702"/>
                  </a:lnTo>
                  <a:lnTo>
                    <a:pt x="1933738" y="417050"/>
                  </a:lnTo>
                  <a:lnTo>
                    <a:pt x="1943455" y="417398"/>
                  </a:lnTo>
                  <a:lnTo>
                    <a:pt x="1953172" y="417744"/>
                  </a:lnTo>
                  <a:lnTo>
                    <a:pt x="1962890" y="418090"/>
                  </a:lnTo>
                  <a:lnTo>
                    <a:pt x="1972607" y="418435"/>
                  </a:lnTo>
                  <a:lnTo>
                    <a:pt x="1982324" y="418780"/>
                  </a:lnTo>
                  <a:lnTo>
                    <a:pt x="1992041" y="419123"/>
                  </a:lnTo>
                  <a:lnTo>
                    <a:pt x="2001759" y="419466"/>
                  </a:lnTo>
                  <a:lnTo>
                    <a:pt x="2011476" y="419808"/>
                  </a:lnTo>
                  <a:lnTo>
                    <a:pt x="2021193" y="420149"/>
                  </a:lnTo>
                  <a:lnTo>
                    <a:pt x="2030911" y="420489"/>
                  </a:lnTo>
                  <a:lnTo>
                    <a:pt x="2040628" y="420829"/>
                  </a:lnTo>
                  <a:lnTo>
                    <a:pt x="2050345" y="421168"/>
                  </a:lnTo>
                  <a:lnTo>
                    <a:pt x="2060062" y="421506"/>
                  </a:lnTo>
                  <a:lnTo>
                    <a:pt x="2069780" y="421843"/>
                  </a:lnTo>
                  <a:lnTo>
                    <a:pt x="2079497" y="422179"/>
                  </a:lnTo>
                  <a:lnTo>
                    <a:pt x="2089214" y="422515"/>
                  </a:lnTo>
                  <a:lnTo>
                    <a:pt x="2098931" y="422850"/>
                  </a:lnTo>
                  <a:lnTo>
                    <a:pt x="2108649" y="423184"/>
                  </a:lnTo>
                  <a:lnTo>
                    <a:pt x="2118366" y="423518"/>
                  </a:lnTo>
                  <a:lnTo>
                    <a:pt x="2128083" y="423850"/>
                  </a:lnTo>
                  <a:lnTo>
                    <a:pt x="2137801" y="424182"/>
                  </a:lnTo>
                  <a:lnTo>
                    <a:pt x="2147518" y="424513"/>
                  </a:lnTo>
                  <a:lnTo>
                    <a:pt x="2157235" y="424844"/>
                  </a:lnTo>
                  <a:lnTo>
                    <a:pt x="2166952" y="425173"/>
                  </a:lnTo>
                  <a:lnTo>
                    <a:pt x="2176670" y="425502"/>
                  </a:lnTo>
                  <a:lnTo>
                    <a:pt x="2186387" y="425830"/>
                  </a:lnTo>
                  <a:lnTo>
                    <a:pt x="2196104" y="426157"/>
                  </a:lnTo>
                  <a:lnTo>
                    <a:pt x="2205822" y="426484"/>
                  </a:lnTo>
                  <a:lnTo>
                    <a:pt x="2215539" y="426810"/>
                  </a:lnTo>
                  <a:lnTo>
                    <a:pt x="2225256" y="427135"/>
                  </a:lnTo>
                  <a:lnTo>
                    <a:pt x="2234973" y="427426"/>
                  </a:lnTo>
                  <a:lnTo>
                    <a:pt x="2244691" y="427696"/>
                  </a:lnTo>
                  <a:lnTo>
                    <a:pt x="2254408" y="427966"/>
                  </a:lnTo>
                  <a:lnTo>
                    <a:pt x="2264125" y="428234"/>
                  </a:lnTo>
                  <a:lnTo>
                    <a:pt x="2273842" y="428501"/>
                  </a:lnTo>
                  <a:lnTo>
                    <a:pt x="2283560" y="428768"/>
                  </a:lnTo>
                  <a:lnTo>
                    <a:pt x="2293277" y="429033"/>
                  </a:lnTo>
                  <a:lnTo>
                    <a:pt x="2302994" y="429297"/>
                  </a:lnTo>
                  <a:lnTo>
                    <a:pt x="2312712" y="429559"/>
                  </a:lnTo>
                  <a:lnTo>
                    <a:pt x="2322429" y="429821"/>
                  </a:lnTo>
                  <a:lnTo>
                    <a:pt x="2332146" y="430082"/>
                  </a:lnTo>
                  <a:lnTo>
                    <a:pt x="2341863" y="430341"/>
                  </a:lnTo>
                  <a:lnTo>
                    <a:pt x="2351581" y="430600"/>
                  </a:lnTo>
                  <a:lnTo>
                    <a:pt x="2361298" y="430857"/>
                  </a:lnTo>
                  <a:lnTo>
                    <a:pt x="2371015" y="431113"/>
                  </a:lnTo>
                  <a:lnTo>
                    <a:pt x="2380733" y="431369"/>
                  </a:lnTo>
                  <a:lnTo>
                    <a:pt x="2390450" y="431623"/>
                  </a:lnTo>
                  <a:lnTo>
                    <a:pt x="2400167" y="431876"/>
                  </a:lnTo>
                  <a:lnTo>
                    <a:pt x="2409884" y="432128"/>
                  </a:lnTo>
                  <a:lnTo>
                    <a:pt x="2419602" y="432379"/>
                  </a:lnTo>
                  <a:lnTo>
                    <a:pt x="2429319" y="432629"/>
                  </a:lnTo>
                  <a:lnTo>
                    <a:pt x="2439036" y="432963"/>
                  </a:lnTo>
                  <a:lnTo>
                    <a:pt x="2448753" y="433305"/>
                  </a:lnTo>
                  <a:lnTo>
                    <a:pt x="2458471" y="433647"/>
                  </a:lnTo>
                  <a:lnTo>
                    <a:pt x="2468188" y="433988"/>
                  </a:lnTo>
                  <a:lnTo>
                    <a:pt x="2477905" y="434329"/>
                  </a:lnTo>
                  <a:lnTo>
                    <a:pt x="2487623" y="434669"/>
                  </a:lnTo>
                  <a:lnTo>
                    <a:pt x="2497340" y="435010"/>
                  </a:lnTo>
                  <a:lnTo>
                    <a:pt x="2507057" y="435349"/>
                  </a:lnTo>
                  <a:lnTo>
                    <a:pt x="2516774" y="4356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6324250" y="3380076"/>
              <a:ext cx="2516774" cy="494408"/>
            </a:xfrm>
            <a:custGeom>
              <a:avLst/>
              <a:pathLst>
                <a:path w="2516774" h="494408">
                  <a:moveTo>
                    <a:pt x="2516774" y="494408"/>
                  </a:moveTo>
                  <a:lnTo>
                    <a:pt x="2507057" y="493862"/>
                  </a:lnTo>
                  <a:lnTo>
                    <a:pt x="2497340" y="493309"/>
                  </a:lnTo>
                  <a:lnTo>
                    <a:pt x="2487623" y="492749"/>
                  </a:lnTo>
                  <a:lnTo>
                    <a:pt x="2477905" y="492181"/>
                  </a:lnTo>
                  <a:lnTo>
                    <a:pt x="2468188" y="491607"/>
                  </a:lnTo>
                  <a:lnTo>
                    <a:pt x="2458471" y="491025"/>
                  </a:lnTo>
                  <a:lnTo>
                    <a:pt x="2448753" y="490436"/>
                  </a:lnTo>
                  <a:lnTo>
                    <a:pt x="2439036" y="489839"/>
                  </a:lnTo>
                  <a:lnTo>
                    <a:pt x="2429319" y="489235"/>
                  </a:lnTo>
                  <a:lnTo>
                    <a:pt x="2419602" y="488615"/>
                  </a:lnTo>
                  <a:lnTo>
                    <a:pt x="2409884" y="487986"/>
                  </a:lnTo>
                  <a:lnTo>
                    <a:pt x="2400167" y="487349"/>
                  </a:lnTo>
                  <a:lnTo>
                    <a:pt x="2390450" y="486705"/>
                  </a:lnTo>
                  <a:lnTo>
                    <a:pt x="2380733" y="486052"/>
                  </a:lnTo>
                  <a:lnTo>
                    <a:pt x="2371015" y="485391"/>
                  </a:lnTo>
                  <a:lnTo>
                    <a:pt x="2361298" y="484722"/>
                  </a:lnTo>
                  <a:lnTo>
                    <a:pt x="2351581" y="484044"/>
                  </a:lnTo>
                  <a:lnTo>
                    <a:pt x="2341863" y="483358"/>
                  </a:lnTo>
                  <a:lnTo>
                    <a:pt x="2332146" y="482664"/>
                  </a:lnTo>
                  <a:lnTo>
                    <a:pt x="2322429" y="481882"/>
                  </a:lnTo>
                  <a:lnTo>
                    <a:pt x="2312712" y="480769"/>
                  </a:lnTo>
                  <a:lnTo>
                    <a:pt x="2302994" y="479648"/>
                  </a:lnTo>
                  <a:lnTo>
                    <a:pt x="2293277" y="478516"/>
                  </a:lnTo>
                  <a:lnTo>
                    <a:pt x="2283560" y="477375"/>
                  </a:lnTo>
                  <a:lnTo>
                    <a:pt x="2273842" y="476225"/>
                  </a:lnTo>
                  <a:lnTo>
                    <a:pt x="2264125" y="475054"/>
                  </a:lnTo>
                  <a:lnTo>
                    <a:pt x="2254408" y="473871"/>
                  </a:lnTo>
                  <a:lnTo>
                    <a:pt x="2244691" y="472679"/>
                  </a:lnTo>
                  <a:lnTo>
                    <a:pt x="2234973" y="471476"/>
                  </a:lnTo>
                  <a:lnTo>
                    <a:pt x="2225256" y="470264"/>
                  </a:lnTo>
                  <a:lnTo>
                    <a:pt x="2215539" y="469041"/>
                  </a:lnTo>
                  <a:lnTo>
                    <a:pt x="2205822" y="468049"/>
                  </a:lnTo>
                  <a:lnTo>
                    <a:pt x="2196104" y="467092"/>
                  </a:lnTo>
                  <a:lnTo>
                    <a:pt x="2186387" y="466126"/>
                  </a:lnTo>
                  <a:lnTo>
                    <a:pt x="2176670" y="465148"/>
                  </a:lnTo>
                  <a:lnTo>
                    <a:pt x="2166952" y="463751"/>
                  </a:lnTo>
                  <a:lnTo>
                    <a:pt x="2157235" y="462983"/>
                  </a:lnTo>
                  <a:lnTo>
                    <a:pt x="2147518" y="461636"/>
                  </a:lnTo>
                  <a:lnTo>
                    <a:pt x="2137801" y="460279"/>
                  </a:lnTo>
                  <a:lnTo>
                    <a:pt x="2128083" y="459338"/>
                  </a:lnTo>
                  <a:lnTo>
                    <a:pt x="2118366" y="458513"/>
                  </a:lnTo>
                  <a:lnTo>
                    <a:pt x="2108649" y="457677"/>
                  </a:lnTo>
                  <a:lnTo>
                    <a:pt x="2098931" y="456748"/>
                  </a:lnTo>
                  <a:lnTo>
                    <a:pt x="2089214" y="454969"/>
                  </a:lnTo>
                  <a:lnTo>
                    <a:pt x="2079497" y="453175"/>
                  </a:lnTo>
                  <a:lnTo>
                    <a:pt x="2069780" y="451373"/>
                  </a:lnTo>
                  <a:lnTo>
                    <a:pt x="2060062" y="449561"/>
                  </a:lnTo>
                  <a:lnTo>
                    <a:pt x="2050345" y="447739"/>
                  </a:lnTo>
                  <a:lnTo>
                    <a:pt x="2040628" y="446097"/>
                  </a:lnTo>
                  <a:lnTo>
                    <a:pt x="2030911" y="444616"/>
                  </a:lnTo>
                  <a:lnTo>
                    <a:pt x="2021193" y="443112"/>
                  </a:lnTo>
                  <a:lnTo>
                    <a:pt x="2011476" y="441594"/>
                  </a:lnTo>
                  <a:lnTo>
                    <a:pt x="2001759" y="440065"/>
                  </a:lnTo>
                  <a:lnTo>
                    <a:pt x="1992041" y="438523"/>
                  </a:lnTo>
                  <a:lnTo>
                    <a:pt x="1982324" y="436970"/>
                  </a:lnTo>
                  <a:lnTo>
                    <a:pt x="1972607" y="435404"/>
                  </a:lnTo>
                  <a:lnTo>
                    <a:pt x="1962890" y="433827"/>
                  </a:lnTo>
                  <a:lnTo>
                    <a:pt x="1953172" y="432237"/>
                  </a:lnTo>
                  <a:lnTo>
                    <a:pt x="1943455" y="430635"/>
                  </a:lnTo>
                  <a:lnTo>
                    <a:pt x="1933738" y="429021"/>
                  </a:lnTo>
                  <a:lnTo>
                    <a:pt x="1924020" y="427394"/>
                  </a:lnTo>
                  <a:lnTo>
                    <a:pt x="1914303" y="425755"/>
                  </a:lnTo>
                  <a:lnTo>
                    <a:pt x="1904586" y="424110"/>
                  </a:lnTo>
                  <a:lnTo>
                    <a:pt x="1894869" y="422501"/>
                  </a:lnTo>
                  <a:lnTo>
                    <a:pt x="1885151" y="420878"/>
                  </a:lnTo>
                  <a:lnTo>
                    <a:pt x="1875434" y="419727"/>
                  </a:lnTo>
                  <a:lnTo>
                    <a:pt x="1865717" y="418661"/>
                  </a:lnTo>
                  <a:lnTo>
                    <a:pt x="1856000" y="416904"/>
                  </a:lnTo>
                  <a:lnTo>
                    <a:pt x="1846282" y="415738"/>
                  </a:lnTo>
                  <a:lnTo>
                    <a:pt x="1836565" y="414557"/>
                  </a:lnTo>
                  <a:lnTo>
                    <a:pt x="1826848" y="413355"/>
                  </a:lnTo>
                  <a:lnTo>
                    <a:pt x="1817130" y="412124"/>
                  </a:lnTo>
                  <a:lnTo>
                    <a:pt x="1807413" y="410434"/>
                  </a:lnTo>
                  <a:lnTo>
                    <a:pt x="1797696" y="409236"/>
                  </a:lnTo>
                  <a:lnTo>
                    <a:pt x="1787979" y="408023"/>
                  </a:lnTo>
                  <a:lnTo>
                    <a:pt x="1778261" y="406793"/>
                  </a:lnTo>
                  <a:lnTo>
                    <a:pt x="1768544" y="405548"/>
                  </a:lnTo>
                  <a:lnTo>
                    <a:pt x="1758827" y="404286"/>
                  </a:lnTo>
                  <a:lnTo>
                    <a:pt x="1749109" y="403008"/>
                  </a:lnTo>
                  <a:lnTo>
                    <a:pt x="1739392" y="401713"/>
                  </a:lnTo>
                  <a:lnTo>
                    <a:pt x="1729675" y="400401"/>
                  </a:lnTo>
                  <a:lnTo>
                    <a:pt x="1719958" y="399072"/>
                  </a:lnTo>
                  <a:lnTo>
                    <a:pt x="1710240" y="397702"/>
                  </a:lnTo>
                  <a:lnTo>
                    <a:pt x="1700523" y="396291"/>
                  </a:lnTo>
                  <a:lnTo>
                    <a:pt x="1690806" y="394804"/>
                  </a:lnTo>
                  <a:lnTo>
                    <a:pt x="1681089" y="392643"/>
                  </a:lnTo>
                  <a:lnTo>
                    <a:pt x="1671371" y="390964"/>
                  </a:lnTo>
                  <a:lnTo>
                    <a:pt x="1661654" y="389030"/>
                  </a:lnTo>
                  <a:lnTo>
                    <a:pt x="1651937" y="387061"/>
                  </a:lnTo>
                  <a:lnTo>
                    <a:pt x="1642219" y="385075"/>
                  </a:lnTo>
                  <a:lnTo>
                    <a:pt x="1632502" y="383074"/>
                  </a:lnTo>
                  <a:lnTo>
                    <a:pt x="1622785" y="381143"/>
                  </a:lnTo>
                  <a:lnTo>
                    <a:pt x="1613068" y="379281"/>
                  </a:lnTo>
                  <a:lnTo>
                    <a:pt x="1603350" y="377079"/>
                  </a:lnTo>
                  <a:lnTo>
                    <a:pt x="1593633" y="375027"/>
                  </a:lnTo>
                  <a:lnTo>
                    <a:pt x="1583916" y="373236"/>
                  </a:lnTo>
                  <a:lnTo>
                    <a:pt x="1574198" y="371426"/>
                  </a:lnTo>
                  <a:lnTo>
                    <a:pt x="1564481" y="369341"/>
                  </a:lnTo>
                  <a:lnTo>
                    <a:pt x="1554764" y="367185"/>
                  </a:lnTo>
                  <a:lnTo>
                    <a:pt x="1545047" y="365012"/>
                  </a:lnTo>
                  <a:lnTo>
                    <a:pt x="1535329" y="363126"/>
                  </a:lnTo>
                  <a:lnTo>
                    <a:pt x="1525612" y="361275"/>
                  </a:lnTo>
                  <a:lnTo>
                    <a:pt x="1515895" y="359403"/>
                  </a:lnTo>
                  <a:lnTo>
                    <a:pt x="1506178" y="357520"/>
                  </a:lnTo>
                  <a:lnTo>
                    <a:pt x="1496460" y="355625"/>
                  </a:lnTo>
                  <a:lnTo>
                    <a:pt x="1486743" y="353701"/>
                  </a:lnTo>
                  <a:lnTo>
                    <a:pt x="1477026" y="351752"/>
                  </a:lnTo>
                  <a:lnTo>
                    <a:pt x="1467308" y="349781"/>
                  </a:lnTo>
                  <a:lnTo>
                    <a:pt x="1457591" y="347789"/>
                  </a:lnTo>
                  <a:lnTo>
                    <a:pt x="1447874" y="345774"/>
                  </a:lnTo>
                  <a:lnTo>
                    <a:pt x="1438157" y="343737"/>
                  </a:lnTo>
                  <a:lnTo>
                    <a:pt x="1428439" y="341678"/>
                  </a:lnTo>
                  <a:lnTo>
                    <a:pt x="1418722" y="339596"/>
                  </a:lnTo>
                  <a:lnTo>
                    <a:pt x="1409005" y="337490"/>
                  </a:lnTo>
                  <a:lnTo>
                    <a:pt x="1399287" y="335362"/>
                  </a:lnTo>
                  <a:lnTo>
                    <a:pt x="1389570" y="333210"/>
                  </a:lnTo>
                  <a:lnTo>
                    <a:pt x="1379853" y="331035"/>
                  </a:lnTo>
                  <a:lnTo>
                    <a:pt x="1370136" y="328783"/>
                  </a:lnTo>
                  <a:lnTo>
                    <a:pt x="1360418" y="326235"/>
                  </a:lnTo>
                  <a:lnTo>
                    <a:pt x="1350701" y="323667"/>
                  </a:lnTo>
                  <a:lnTo>
                    <a:pt x="1340984" y="321594"/>
                  </a:lnTo>
                  <a:lnTo>
                    <a:pt x="1331267" y="319154"/>
                  </a:lnTo>
                  <a:lnTo>
                    <a:pt x="1321549" y="316581"/>
                  </a:lnTo>
                  <a:lnTo>
                    <a:pt x="1311832" y="313986"/>
                  </a:lnTo>
                  <a:lnTo>
                    <a:pt x="1302115" y="311370"/>
                  </a:lnTo>
                  <a:lnTo>
                    <a:pt x="1292397" y="308731"/>
                  </a:lnTo>
                  <a:lnTo>
                    <a:pt x="1282680" y="306071"/>
                  </a:lnTo>
                  <a:lnTo>
                    <a:pt x="1272963" y="303388"/>
                  </a:lnTo>
                  <a:lnTo>
                    <a:pt x="1263246" y="300683"/>
                  </a:lnTo>
                  <a:lnTo>
                    <a:pt x="1253528" y="297955"/>
                  </a:lnTo>
                  <a:lnTo>
                    <a:pt x="1243811" y="295205"/>
                  </a:lnTo>
                  <a:lnTo>
                    <a:pt x="1234094" y="292432"/>
                  </a:lnTo>
                  <a:lnTo>
                    <a:pt x="1224376" y="289636"/>
                  </a:lnTo>
                  <a:lnTo>
                    <a:pt x="1214659" y="287164"/>
                  </a:lnTo>
                  <a:lnTo>
                    <a:pt x="1204942" y="284832"/>
                  </a:lnTo>
                  <a:lnTo>
                    <a:pt x="1195225" y="282469"/>
                  </a:lnTo>
                  <a:lnTo>
                    <a:pt x="1185507" y="280073"/>
                  </a:lnTo>
                  <a:lnTo>
                    <a:pt x="1175790" y="277645"/>
                  </a:lnTo>
                  <a:lnTo>
                    <a:pt x="1166073" y="275184"/>
                  </a:lnTo>
                  <a:lnTo>
                    <a:pt x="1156356" y="272690"/>
                  </a:lnTo>
                  <a:lnTo>
                    <a:pt x="1146638" y="270138"/>
                  </a:lnTo>
                  <a:lnTo>
                    <a:pt x="1136921" y="267273"/>
                  </a:lnTo>
                  <a:lnTo>
                    <a:pt x="1127204" y="264379"/>
                  </a:lnTo>
                  <a:lnTo>
                    <a:pt x="1117486" y="261456"/>
                  </a:lnTo>
                  <a:lnTo>
                    <a:pt x="1107769" y="258501"/>
                  </a:lnTo>
                  <a:lnTo>
                    <a:pt x="1098052" y="255504"/>
                  </a:lnTo>
                  <a:lnTo>
                    <a:pt x="1088335" y="252537"/>
                  </a:lnTo>
                  <a:lnTo>
                    <a:pt x="1078617" y="249681"/>
                  </a:lnTo>
                  <a:lnTo>
                    <a:pt x="1068900" y="246376"/>
                  </a:lnTo>
                  <a:lnTo>
                    <a:pt x="1059183" y="243243"/>
                  </a:lnTo>
                  <a:lnTo>
                    <a:pt x="1049465" y="240108"/>
                  </a:lnTo>
                  <a:lnTo>
                    <a:pt x="1039748" y="236942"/>
                  </a:lnTo>
                  <a:lnTo>
                    <a:pt x="1030031" y="233745"/>
                  </a:lnTo>
                  <a:lnTo>
                    <a:pt x="1020314" y="230516"/>
                  </a:lnTo>
                  <a:lnTo>
                    <a:pt x="1010596" y="227561"/>
                  </a:lnTo>
                  <a:lnTo>
                    <a:pt x="1000879" y="224580"/>
                  </a:lnTo>
                  <a:lnTo>
                    <a:pt x="991162" y="221558"/>
                  </a:lnTo>
                  <a:lnTo>
                    <a:pt x="981445" y="218490"/>
                  </a:lnTo>
                  <a:lnTo>
                    <a:pt x="971727" y="214835"/>
                  </a:lnTo>
                  <a:lnTo>
                    <a:pt x="962010" y="211132"/>
                  </a:lnTo>
                  <a:lnTo>
                    <a:pt x="952293" y="207405"/>
                  </a:lnTo>
                  <a:lnTo>
                    <a:pt x="942575" y="203760"/>
                  </a:lnTo>
                  <a:lnTo>
                    <a:pt x="932858" y="200623"/>
                  </a:lnTo>
                  <a:lnTo>
                    <a:pt x="923141" y="197438"/>
                  </a:lnTo>
                  <a:lnTo>
                    <a:pt x="913424" y="194133"/>
                  </a:lnTo>
                  <a:lnTo>
                    <a:pt x="903706" y="190407"/>
                  </a:lnTo>
                  <a:lnTo>
                    <a:pt x="893989" y="186649"/>
                  </a:lnTo>
                  <a:lnTo>
                    <a:pt x="884272" y="182859"/>
                  </a:lnTo>
                  <a:lnTo>
                    <a:pt x="874554" y="179037"/>
                  </a:lnTo>
                  <a:lnTo>
                    <a:pt x="864837" y="175184"/>
                  </a:lnTo>
                  <a:lnTo>
                    <a:pt x="855120" y="171299"/>
                  </a:lnTo>
                  <a:lnTo>
                    <a:pt x="845403" y="167381"/>
                  </a:lnTo>
                  <a:lnTo>
                    <a:pt x="835685" y="163432"/>
                  </a:lnTo>
                  <a:lnTo>
                    <a:pt x="825968" y="159451"/>
                  </a:lnTo>
                  <a:lnTo>
                    <a:pt x="816251" y="155436"/>
                  </a:lnTo>
                  <a:lnTo>
                    <a:pt x="806534" y="151399"/>
                  </a:lnTo>
                  <a:lnTo>
                    <a:pt x="796816" y="147678"/>
                  </a:lnTo>
                  <a:lnTo>
                    <a:pt x="787099" y="143928"/>
                  </a:lnTo>
                  <a:lnTo>
                    <a:pt x="777382" y="140097"/>
                  </a:lnTo>
                  <a:lnTo>
                    <a:pt x="767664" y="135915"/>
                  </a:lnTo>
                  <a:lnTo>
                    <a:pt x="757947" y="131694"/>
                  </a:lnTo>
                  <a:lnTo>
                    <a:pt x="748230" y="127436"/>
                  </a:lnTo>
                  <a:lnTo>
                    <a:pt x="738513" y="123141"/>
                  </a:lnTo>
                  <a:lnTo>
                    <a:pt x="728795" y="118829"/>
                  </a:lnTo>
                  <a:lnTo>
                    <a:pt x="719078" y="114452"/>
                  </a:lnTo>
                  <a:lnTo>
                    <a:pt x="709361" y="110042"/>
                  </a:lnTo>
                  <a:lnTo>
                    <a:pt x="699643" y="105602"/>
                  </a:lnTo>
                  <a:lnTo>
                    <a:pt x="689926" y="101123"/>
                  </a:lnTo>
                  <a:lnTo>
                    <a:pt x="680209" y="96606"/>
                  </a:lnTo>
                  <a:lnTo>
                    <a:pt x="670492" y="92051"/>
                  </a:lnTo>
                  <a:lnTo>
                    <a:pt x="660774" y="87458"/>
                  </a:lnTo>
                  <a:lnTo>
                    <a:pt x="651057" y="82825"/>
                  </a:lnTo>
                  <a:lnTo>
                    <a:pt x="641340" y="78155"/>
                  </a:lnTo>
                  <a:lnTo>
                    <a:pt x="631623" y="73446"/>
                  </a:lnTo>
                  <a:lnTo>
                    <a:pt x="621905" y="68698"/>
                  </a:lnTo>
                  <a:lnTo>
                    <a:pt x="612188" y="63912"/>
                  </a:lnTo>
                  <a:lnTo>
                    <a:pt x="602471" y="59087"/>
                  </a:lnTo>
                  <a:lnTo>
                    <a:pt x="592753" y="54223"/>
                  </a:lnTo>
                  <a:lnTo>
                    <a:pt x="583036" y="49319"/>
                  </a:lnTo>
                  <a:lnTo>
                    <a:pt x="573319" y="44397"/>
                  </a:lnTo>
                  <a:lnTo>
                    <a:pt x="563602" y="39424"/>
                  </a:lnTo>
                  <a:lnTo>
                    <a:pt x="553884" y="34400"/>
                  </a:lnTo>
                  <a:lnTo>
                    <a:pt x="544167" y="29324"/>
                  </a:lnTo>
                  <a:lnTo>
                    <a:pt x="534450" y="26712"/>
                  </a:lnTo>
                  <a:lnTo>
                    <a:pt x="524732" y="26252"/>
                  </a:lnTo>
                  <a:lnTo>
                    <a:pt x="515015" y="25792"/>
                  </a:lnTo>
                  <a:lnTo>
                    <a:pt x="505298" y="25330"/>
                  </a:lnTo>
                  <a:lnTo>
                    <a:pt x="495581" y="24867"/>
                  </a:lnTo>
                  <a:lnTo>
                    <a:pt x="485863" y="24402"/>
                  </a:lnTo>
                  <a:lnTo>
                    <a:pt x="476146" y="23937"/>
                  </a:lnTo>
                  <a:lnTo>
                    <a:pt x="466429" y="23470"/>
                  </a:lnTo>
                  <a:lnTo>
                    <a:pt x="456712" y="23004"/>
                  </a:lnTo>
                  <a:lnTo>
                    <a:pt x="446994" y="22539"/>
                  </a:lnTo>
                  <a:lnTo>
                    <a:pt x="437277" y="22072"/>
                  </a:lnTo>
                  <a:lnTo>
                    <a:pt x="427560" y="21605"/>
                  </a:lnTo>
                  <a:lnTo>
                    <a:pt x="417842" y="21137"/>
                  </a:lnTo>
                  <a:lnTo>
                    <a:pt x="408125" y="20669"/>
                  </a:lnTo>
                  <a:lnTo>
                    <a:pt x="398408" y="20201"/>
                  </a:lnTo>
                  <a:lnTo>
                    <a:pt x="388691" y="19731"/>
                  </a:lnTo>
                  <a:lnTo>
                    <a:pt x="378973" y="19261"/>
                  </a:lnTo>
                  <a:lnTo>
                    <a:pt x="369256" y="18791"/>
                  </a:lnTo>
                  <a:lnTo>
                    <a:pt x="359539" y="18320"/>
                  </a:lnTo>
                  <a:lnTo>
                    <a:pt x="349821" y="17848"/>
                  </a:lnTo>
                  <a:lnTo>
                    <a:pt x="340104" y="17376"/>
                  </a:lnTo>
                  <a:lnTo>
                    <a:pt x="330387" y="16904"/>
                  </a:lnTo>
                  <a:lnTo>
                    <a:pt x="320670" y="16430"/>
                  </a:lnTo>
                  <a:lnTo>
                    <a:pt x="310952" y="15956"/>
                  </a:lnTo>
                  <a:lnTo>
                    <a:pt x="301235" y="15482"/>
                  </a:lnTo>
                  <a:lnTo>
                    <a:pt x="291518" y="15007"/>
                  </a:lnTo>
                  <a:lnTo>
                    <a:pt x="281801" y="14525"/>
                  </a:lnTo>
                  <a:lnTo>
                    <a:pt x="272083" y="14041"/>
                  </a:lnTo>
                  <a:lnTo>
                    <a:pt x="262366" y="13556"/>
                  </a:lnTo>
                  <a:lnTo>
                    <a:pt x="252649" y="13069"/>
                  </a:lnTo>
                  <a:lnTo>
                    <a:pt x="242931" y="12582"/>
                  </a:lnTo>
                  <a:lnTo>
                    <a:pt x="233214" y="12093"/>
                  </a:lnTo>
                  <a:lnTo>
                    <a:pt x="223497" y="11603"/>
                  </a:lnTo>
                  <a:lnTo>
                    <a:pt x="213780" y="11111"/>
                  </a:lnTo>
                  <a:lnTo>
                    <a:pt x="204062" y="10619"/>
                  </a:lnTo>
                  <a:lnTo>
                    <a:pt x="194345" y="10126"/>
                  </a:lnTo>
                  <a:lnTo>
                    <a:pt x="184628" y="9631"/>
                  </a:lnTo>
                  <a:lnTo>
                    <a:pt x="174910" y="9135"/>
                  </a:lnTo>
                  <a:lnTo>
                    <a:pt x="165193" y="8638"/>
                  </a:lnTo>
                  <a:lnTo>
                    <a:pt x="155476" y="8140"/>
                  </a:lnTo>
                  <a:lnTo>
                    <a:pt x="145759" y="7640"/>
                  </a:lnTo>
                  <a:lnTo>
                    <a:pt x="136041" y="7139"/>
                  </a:lnTo>
                  <a:lnTo>
                    <a:pt x="126324" y="6637"/>
                  </a:lnTo>
                  <a:lnTo>
                    <a:pt x="116607" y="6134"/>
                  </a:lnTo>
                  <a:lnTo>
                    <a:pt x="106890" y="5630"/>
                  </a:lnTo>
                  <a:lnTo>
                    <a:pt x="97172" y="5124"/>
                  </a:lnTo>
                  <a:lnTo>
                    <a:pt x="87455" y="4617"/>
                  </a:lnTo>
                  <a:lnTo>
                    <a:pt x="77738" y="4109"/>
                  </a:lnTo>
                  <a:lnTo>
                    <a:pt x="68020" y="3599"/>
                  </a:lnTo>
                  <a:lnTo>
                    <a:pt x="58303" y="3089"/>
                  </a:lnTo>
                  <a:lnTo>
                    <a:pt x="48586" y="2577"/>
                  </a:lnTo>
                  <a:lnTo>
                    <a:pt x="38869" y="2064"/>
                  </a:lnTo>
                  <a:lnTo>
                    <a:pt x="29151" y="1550"/>
                  </a:lnTo>
                  <a:lnTo>
                    <a:pt x="19434" y="1034"/>
                  </a:lnTo>
                  <a:lnTo>
                    <a:pt x="9717" y="5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4" name="pg83"/>
            <p:cNvSpPr/>
            <p:nvPr/>
          </p:nvSpPr>
          <p:spPr>
            <a:xfrm>
              <a:off x="6324250" y="3002090"/>
              <a:ext cx="2516774" cy="869255"/>
            </a:xfrm>
            <a:custGeom>
              <a:avLst/>
              <a:pathLst>
                <a:path w="2516774" h="869255">
                  <a:moveTo>
                    <a:pt x="0" y="0"/>
                  </a:moveTo>
                  <a:lnTo>
                    <a:pt x="9717" y="8227"/>
                  </a:lnTo>
                  <a:lnTo>
                    <a:pt x="19434" y="15209"/>
                  </a:lnTo>
                  <a:lnTo>
                    <a:pt x="29151" y="21268"/>
                  </a:lnTo>
                  <a:lnTo>
                    <a:pt x="38869" y="30223"/>
                  </a:lnTo>
                  <a:lnTo>
                    <a:pt x="48586" y="37514"/>
                  </a:lnTo>
                  <a:lnTo>
                    <a:pt x="58303" y="42325"/>
                  </a:lnTo>
                  <a:lnTo>
                    <a:pt x="68020" y="48264"/>
                  </a:lnTo>
                  <a:lnTo>
                    <a:pt x="77738" y="56352"/>
                  </a:lnTo>
                  <a:lnTo>
                    <a:pt x="87455" y="63380"/>
                  </a:lnTo>
                  <a:lnTo>
                    <a:pt x="97172" y="71742"/>
                  </a:lnTo>
                  <a:lnTo>
                    <a:pt x="106890" y="78585"/>
                  </a:lnTo>
                  <a:lnTo>
                    <a:pt x="116607" y="84556"/>
                  </a:lnTo>
                  <a:lnTo>
                    <a:pt x="126324" y="90611"/>
                  </a:lnTo>
                  <a:lnTo>
                    <a:pt x="136041" y="96548"/>
                  </a:lnTo>
                  <a:lnTo>
                    <a:pt x="145759" y="103297"/>
                  </a:lnTo>
                  <a:lnTo>
                    <a:pt x="155476" y="112036"/>
                  </a:lnTo>
                  <a:lnTo>
                    <a:pt x="165193" y="121186"/>
                  </a:lnTo>
                  <a:lnTo>
                    <a:pt x="174910" y="127664"/>
                  </a:lnTo>
                  <a:lnTo>
                    <a:pt x="184628" y="134137"/>
                  </a:lnTo>
                  <a:lnTo>
                    <a:pt x="194345" y="142840"/>
                  </a:lnTo>
                  <a:lnTo>
                    <a:pt x="204062" y="148904"/>
                  </a:lnTo>
                  <a:lnTo>
                    <a:pt x="213780" y="154040"/>
                  </a:lnTo>
                  <a:lnTo>
                    <a:pt x="223497" y="158872"/>
                  </a:lnTo>
                  <a:lnTo>
                    <a:pt x="233214" y="165132"/>
                  </a:lnTo>
                  <a:lnTo>
                    <a:pt x="242931" y="170931"/>
                  </a:lnTo>
                  <a:lnTo>
                    <a:pt x="252649" y="177509"/>
                  </a:lnTo>
                  <a:lnTo>
                    <a:pt x="262366" y="182379"/>
                  </a:lnTo>
                  <a:lnTo>
                    <a:pt x="272083" y="187832"/>
                  </a:lnTo>
                  <a:lnTo>
                    <a:pt x="281801" y="193552"/>
                  </a:lnTo>
                  <a:lnTo>
                    <a:pt x="291518" y="198968"/>
                  </a:lnTo>
                  <a:lnTo>
                    <a:pt x="301235" y="205132"/>
                  </a:lnTo>
                  <a:lnTo>
                    <a:pt x="310952" y="211166"/>
                  </a:lnTo>
                  <a:lnTo>
                    <a:pt x="320670" y="215951"/>
                  </a:lnTo>
                  <a:lnTo>
                    <a:pt x="330387" y="220614"/>
                  </a:lnTo>
                  <a:lnTo>
                    <a:pt x="340104" y="224296"/>
                  </a:lnTo>
                  <a:lnTo>
                    <a:pt x="349821" y="228911"/>
                  </a:lnTo>
                  <a:lnTo>
                    <a:pt x="359539" y="234854"/>
                  </a:lnTo>
                  <a:lnTo>
                    <a:pt x="369256" y="238826"/>
                  </a:lnTo>
                  <a:lnTo>
                    <a:pt x="378973" y="242574"/>
                  </a:lnTo>
                  <a:lnTo>
                    <a:pt x="388691" y="245558"/>
                  </a:lnTo>
                  <a:lnTo>
                    <a:pt x="398408" y="250282"/>
                  </a:lnTo>
                  <a:lnTo>
                    <a:pt x="408125" y="253370"/>
                  </a:lnTo>
                  <a:lnTo>
                    <a:pt x="417842" y="257938"/>
                  </a:lnTo>
                  <a:lnTo>
                    <a:pt x="427560" y="260432"/>
                  </a:lnTo>
                  <a:lnTo>
                    <a:pt x="437277" y="263356"/>
                  </a:lnTo>
                  <a:lnTo>
                    <a:pt x="446994" y="267527"/>
                  </a:lnTo>
                  <a:lnTo>
                    <a:pt x="456712" y="269057"/>
                  </a:lnTo>
                  <a:lnTo>
                    <a:pt x="466429" y="273292"/>
                  </a:lnTo>
                  <a:lnTo>
                    <a:pt x="476146" y="277511"/>
                  </a:lnTo>
                  <a:lnTo>
                    <a:pt x="485863" y="280336"/>
                  </a:lnTo>
                  <a:lnTo>
                    <a:pt x="495581" y="282688"/>
                  </a:lnTo>
                  <a:lnTo>
                    <a:pt x="505298" y="285009"/>
                  </a:lnTo>
                  <a:lnTo>
                    <a:pt x="515015" y="287401"/>
                  </a:lnTo>
                  <a:lnTo>
                    <a:pt x="524732" y="290183"/>
                  </a:lnTo>
                  <a:lnTo>
                    <a:pt x="534450" y="292239"/>
                  </a:lnTo>
                  <a:lnTo>
                    <a:pt x="544167" y="294022"/>
                  </a:lnTo>
                  <a:lnTo>
                    <a:pt x="553884" y="295319"/>
                  </a:lnTo>
                  <a:lnTo>
                    <a:pt x="563602" y="297134"/>
                  </a:lnTo>
                  <a:lnTo>
                    <a:pt x="573319" y="299980"/>
                  </a:lnTo>
                  <a:lnTo>
                    <a:pt x="583036" y="301822"/>
                  </a:lnTo>
                  <a:lnTo>
                    <a:pt x="592753" y="301810"/>
                  </a:lnTo>
                  <a:lnTo>
                    <a:pt x="602471" y="302709"/>
                  </a:lnTo>
                  <a:lnTo>
                    <a:pt x="612188" y="304215"/>
                  </a:lnTo>
                  <a:lnTo>
                    <a:pt x="621905" y="304522"/>
                  </a:lnTo>
                  <a:lnTo>
                    <a:pt x="631623" y="306669"/>
                  </a:lnTo>
                  <a:lnTo>
                    <a:pt x="641340" y="308730"/>
                  </a:lnTo>
                  <a:lnTo>
                    <a:pt x="651057" y="310261"/>
                  </a:lnTo>
                  <a:lnTo>
                    <a:pt x="660774" y="311205"/>
                  </a:lnTo>
                  <a:lnTo>
                    <a:pt x="670492" y="311905"/>
                  </a:lnTo>
                  <a:lnTo>
                    <a:pt x="680209" y="312676"/>
                  </a:lnTo>
                  <a:lnTo>
                    <a:pt x="689926" y="313934"/>
                  </a:lnTo>
                  <a:lnTo>
                    <a:pt x="699643" y="314385"/>
                  </a:lnTo>
                  <a:lnTo>
                    <a:pt x="709361" y="314948"/>
                  </a:lnTo>
                  <a:lnTo>
                    <a:pt x="719078" y="316743"/>
                  </a:lnTo>
                  <a:lnTo>
                    <a:pt x="728795" y="317474"/>
                  </a:lnTo>
                  <a:lnTo>
                    <a:pt x="738513" y="318754"/>
                  </a:lnTo>
                  <a:lnTo>
                    <a:pt x="748230" y="319728"/>
                  </a:lnTo>
                  <a:lnTo>
                    <a:pt x="757947" y="320588"/>
                  </a:lnTo>
                  <a:lnTo>
                    <a:pt x="767664" y="320928"/>
                  </a:lnTo>
                  <a:lnTo>
                    <a:pt x="777382" y="321235"/>
                  </a:lnTo>
                  <a:lnTo>
                    <a:pt x="787099" y="321459"/>
                  </a:lnTo>
                  <a:lnTo>
                    <a:pt x="796816" y="321231"/>
                  </a:lnTo>
                  <a:lnTo>
                    <a:pt x="806534" y="322191"/>
                  </a:lnTo>
                  <a:lnTo>
                    <a:pt x="816251" y="323602"/>
                  </a:lnTo>
                  <a:lnTo>
                    <a:pt x="825968" y="324708"/>
                  </a:lnTo>
                  <a:lnTo>
                    <a:pt x="835685" y="324443"/>
                  </a:lnTo>
                  <a:lnTo>
                    <a:pt x="845403" y="324834"/>
                  </a:lnTo>
                  <a:lnTo>
                    <a:pt x="855120" y="325708"/>
                  </a:lnTo>
                  <a:lnTo>
                    <a:pt x="864837" y="325109"/>
                  </a:lnTo>
                  <a:lnTo>
                    <a:pt x="874554" y="324733"/>
                  </a:lnTo>
                  <a:lnTo>
                    <a:pt x="884272" y="324703"/>
                  </a:lnTo>
                  <a:lnTo>
                    <a:pt x="893989" y="325053"/>
                  </a:lnTo>
                  <a:lnTo>
                    <a:pt x="903706" y="325343"/>
                  </a:lnTo>
                  <a:lnTo>
                    <a:pt x="913424" y="325652"/>
                  </a:lnTo>
                  <a:lnTo>
                    <a:pt x="923141" y="325949"/>
                  </a:lnTo>
                  <a:lnTo>
                    <a:pt x="932858" y="326262"/>
                  </a:lnTo>
                  <a:lnTo>
                    <a:pt x="942575" y="326928"/>
                  </a:lnTo>
                  <a:lnTo>
                    <a:pt x="952293" y="327095"/>
                  </a:lnTo>
                  <a:lnTo>
                    <a:pt x="962010" y="327202"/>
                  </a:lnTo>
                  <a:lnTo>
                    <a:pt x="971727" y="327505"/>
                  </a:lnTo>
                  <a:lnTo>
                    <a:pt x="981445" y="327652"/>
                  </a:lnTo>
                  <a:lnTo>
                    <a:pt x="991162" y="327670"/>
                  </a:lnTo>
                  <a:lnTo>
                    <a:pt x="1000879" y="327823"/>
                  </a:lnTo>
                  <a:lnTo>
                    <a:pt x="1010596" y="328468"/>
                  </a:lnTo>
                  <a:lnTo>
                    <a:pt x="1020314" y="329071"/>
                  </a:lnTo>
                  <a:lnTo>
                    <a:pt x="1030031" y="329026"/>
                  </a:lnTo>
                  <a:lnTo>
                    <a:pt x="1039748" y="329418"/>
                  </a:lnTo>
                  <a:lnTo>
                    <a:pt x="1049465" y="329826"/>
                  </a:lnTo>
                  <a:lnTo>
                    <a:pt x="1059183" y="329191"/>
                  </a:lnTo>
                  <a:lnTo>
                    <a:pt x="1068900" y="328069"/>
                  </a:lnTo>
                  <a:lnTo>
                    <a:pt x="1078617" y="326822"/>
                  </a:lnTo>
                  <a:lnTo>
                    <a:pt x="1088335" y="326335"/>
                  </a:lnTo>
                  <a:lnTo>
                    <a:pt x="1098052" y="326189"/>
                  </a:lnTo>
                  <a:lnTo>
                    <a:pt x="1107769" y="325938"/>
                  </a:lnTo>
                  <a:lnTo>
                    <a:pt x="1117486" y="325322"/>
                  </a:lnTo>
                  <a:lnTo>
                    <a:pt x="1127204" y="325202"/>
                  </a:lnTo>
                  <a:lnTo>
                    <a:pt x="1136921" y="324475"/>
                  </a:lnTo>
                  <a:lnTo>
                    <a:pt x="1146638" y="323937"/>
                  </a:lnTo>
                  <a:lnTo>
                    <a:pt x="1156356" y="323383"/>
                  </a:lnTo>
                  <a:lnTo>
                    <a:pt x="1166073" y="323389"/>
                  </a:lnTo>
                  <a:lnTo>
                    <a:pt x="1175790" y="323279"/>
                  </a:lnTo>
                  <a:lnTo>
                    <a:pt x="1185507" y="322423"/>
                  </a:lnTo>
                  <a:lnTo>
                    <a:pt x="1195225" y="321565"/>
                  </a:lnTo>
                  <a:lnTo>
                    <a:pt x="1204942" y="320706"/>
                  </a:lnTo>
                  <a:lnTo>
                    <a:pt x="1214659" y="319674"/>
                  </a:lnTo>
                  <a:lnTo>
                    <a:pt x="1224376" y="319056"/>
                  </a:lnTo>
                  <a:lnTo>
                    <a:pt x="1234094" y="318428"/>
                  </a:lnTo>
                  <a:lnTo>
                    <a:pt x="1243811" y="317811"/>
                  </a:lnTo>
                  <a:lnTo>
                    <a:pt x="1253528" y="317689"/>
                  </a:lnTo>
                  <a:lnTo>
                    <a:pt x="1263246" y="317696"/>
                  </a:lnTo>
                  <a:lnTo>
                    <a:pt x="1272963" y="317703"/>
                  </a:lnTo>
                  <a:lnTo>
                    <a:pt x="1282680" y="317684"/>
                  </a:lnTo>
                  <a:lnTo>
                    <a:pt x="1292397" y="317658"/>
                  </a:lnTo>
                  <a:lnTo>
                    <a:pt x="1302115" y="317654"/>
                  </a:lnTo>
                  <a:lnTo>
                    <a:pt x="1311832" y="317650"/>
                  </a:lnTo>
                  <a:lnTo>
                    <a:pt x="1321549" y="317646"/>
                  </a:lnTo>
                  <a:lnTo>
                    <a:pt x="1331267" y="317642"/>
                  </a:lnTo>
                  <a:lnTo>
                    <a:pt x="1340984" y="316530"/>
                  </a:lnTo>
                  <a:lnTo>
                    <a:pt x="1350701" y="315087"/>
                  </a:lnTo>
                  <a:lnTo>
                    <a:pt x="1360418" y="314036"/>
                  </a:lnTo>
                  <a:lnTo>
                    <a:pt x="1370136" y="313772"/>
                  </a:lnTo>
                  <a:lnTo>
                    <a:pt x="1379853" y="313541"/>
                  </a:lnTo>
                  <a:lnTo>
                    <a:pt x="1389570" y="313080"/>
                  </a:lnTo>
                  <a:lnTo>
                    <a:pt x="1399287" y="312072"/>
                  </a:lnTo>
                  <a:lnTo>
                    <a:pt x="1409005" y="312084"/>
                  </a:lnTo>
                  <a:lnTo>
                    <a:pt x="1418722" y="312112"/>
                  </a:lnTo>
                  <a:lnTo>
                    <a:pt x="1428439" y="311647"/>
                  </a:lnTo>
                  <a:lnTo>
                    <a:pt x="1438157" y="311015"/>
                  </a:lnTo>
                  <a:lnTo>
                    <a:pt x="1447874" y="311603"/>
                  </a:lnTo>
                  <a:lnTo>
                    <a:pt x="1457591" y="311667"/>
                  </a:lnTo>
                  <a:lnTo>
                    <a:pt x="1467308" y="311434"/>
                  </a:lnTo>
                  <a:lnTo>
                    <a:pt x="1477026" y="310457"/>
                  </a:lnTo>
                  <a:lnTo>
                    <a:pt x="1486743" y="309429"/>
                  </a:lnTo>
                  <a:lnTo>
                    <a:pt x="1496460" y="309250"/>
                  </a:lnTo>
                  <a:lnTo>
                    <a:pt x="1506178" y="309093"/>
                  </a:lnTo>
                  <a:lnTo>
                    <a:pt x="1515895" y="308936"/>
                  </a:lnTo>
                  <a:lnTo>
                    <a:pt x="1525612" y="308779"/>
                  </a:lnTo>
                  <a:lnTo>
                    <a:pt x="1535329" y="308622"/>
                  </a:lnTo>
                  <a:lnTo>
                    <a:pt x="1545047" y="308465"/>
                  </a:lnTo>
                  <a:lnTo>
                    <a:pt x="1554764" y="307785"/>
                  </a:lnTo>
                  <a:lnTo>
                    <a:pt x="1564481" y="306571"/>
                  </a:lnTo>
                  <a:lnTo>
                    <a:pt x="1574198" y="306561"/>
                  </a:lnTo>
                  <a:lnTo>
                    <a:pt x="1583916" y="306922"/>
                  </a:lnTo>
                  <a:lnTo>
                    <a:pt x="1593633" y="307283"/>
                  </a:lnTo>
                  <a:lnTo>
                    <a:pt x="1603350" y="307523"/>
                  </a:lnTo>
                  <a:lnTo>
                    <a:pt x="1613068" y="307366"/>
                  </a:lnTo>
                  <a:lnTo>
                    <a:pt x="1622785" y="307208"/>
                  </a:lnTo>
                  <a:lnTo>
                    <a:pt x="1632502" y="307051"/>
                  </a:lnTo>
                  <a:lnTo>
                    <a:pt x="1642219" y="306894"/>
                  </a:lnTo>
                  <a:lnTo>
                    <a:pt x="1651937" y="306736"/>
                  </a:lnTo>
                  <a:lnTo>
                    <a:pt x="1661654" y="306579"/>
                  </a:lnTo>
                  <a:lnTo>
                    <a:pt x="1671371" y="306418"/>
                  </a:lnTo>
                  <a:lnTo>
                    <a:pt x="1681089" y="306179"/>
                  </a:lnTo>
                  <a:lnTo>
                    <a:pt x="1690806" y="305939"/>
                  </a:lnTo>
                  <a:lnTo>
                    <a:pt x="1700523" y="305700"/>
                  </a:lnTo>
                  <a:lnTo>
                    <a:pt x="1710240" y="305460"/>
                  </a:lnTo>
                  <a:lnTo>
                    <a:pt x="1719958" y="305221"/>
                  </a:lnTo>
                  <a:lnTo>
                    <a:pt x="1729675" y="304981"/>
                  </a:lnTo>
                  <a:lnTo>
                    <a:pt x="1739392" y="304741"/>
                  </a:lnTo>
                  <a:lnTo>
                    <a:pt x="1749109" y="304501"/>
                  </a:lnTo>
                  <a:lnTo>
                    <a:pt x="1758827" y="304260"/>
                  </a:lnTo>
                  <a:lnTo>
                    <a:pt x="1768544" y="304020"/>
                  </a:lnTo>
                  <a:lnTo>
                    <a:pt x="1778261" y="303779"/>
                  </a:lnTo>
                  <a:lnTo>
                    <a:pt x="1787979" y="303538"/>
                  </a:lnTo>
                  <a:lnTo>
                    <a:pt x="1797696" y="302565"/>
                  </a:lnTo>
                  <a:lnTo>
                    <a:pt x="1807413" y="301414"/>
                  </a:lnTo>
                  <a:lnTo>
                    <a:pt x="1817130" y="300259"/>
                  </a:lnTo>
                  <a:lnTo>
                    <a:pt x="1826848" y="299101"/>
                  </a:lnTo>
                  <a:lnTo>
                    <a:pt x="1836565" y="297939"/>
                  </a:lnTo>
                  <a:lnTo>
                    <a:pt x="1846282" y="296828"/>
                  </a:lnTo>
                  <a:lnTo>
                    <a:pt x="1856000" y="296501"/>
                  </a:lnTo>
                  <a:lnTo>
                    <a:pt x="1865717" y="296191"/>
                  </a:lnTo>
                  <a:lnTo>
                    <a:pt x="1875434" y="295886"/>
                  </a:lnTo>
                  <a:lnTo>
                    <a:pt x="1885151" y="295581"/>
                  </a:lnTo>
                  <a:lnTo>
                    <a:pt x="1894869" y="295275"/>
                  </a:lnTo>
                  <a:lnTo>
                    <a:pt x="1904586" y="294970"/>
                  </a:lnTo>
                  <a:lnTo>
                    <a:pt x="1914303" y="294664"/>
                  </a:lnTo>
                  <a:lnTo>
                    <a:pt x="1924020" y="294358"/>
                  </a:lnTo>
                  <a:lnTo>
                    <a:pt x="1933738" y="294053"/>
                  </a:lnTo>
                  <a:lnTo>
                    <a:pt x="1943455" y="293548"/>
                  </a:lnTo>
                  <a:lnTo>
                    <a:pt x="1953172" y="292814"/>
                  </a:lnTo>
                  <a:lnTo>
                    <a:pt x="1962890" y="292825"/>
                  </a:lnTo>
                  <a:lnTo>
                    <a:pt x="1972607" y="292827"/>
                  </a:lnTo>
                  <a:lnTo>
                    <a:pt x="1982324" y="292520"/>
                  </a:lnTo>
                  <a:lnTo>
                    <a:pt x="1992041" y="292213"/>
                  </a:lnTo>
                  <a:lnTo>
                    <a:pt x="2001759" y="291906"/>
                  </a:lnTo>
                  <a:lnTo>
                    <a:pt x="2011476" y="291599"/>
                  </a:lnTo>
                  <a:lnTo>
                    <a:pt x="2021193" y="291292"/>
                  </a:lnTo>
                  <a:lnTo>
                    <a:pt x="2030911" y="290984"/>
                  </a:lnTo>
                  <a:lnTo>
                    <a:pt x="2040628" y="290676"/>
                  </a:lnTo>
                  <a:lnTo>
                    <a:pt x="2050345" y="290369"/>
                  </a:lnTo>
                  <a:lnTo>
                    <a:pt x="2060062" y="290060"/>
                  </a:lnTo>
                  <a:lnTo>
                    <a:pt x="2069780" y="289752"/>
                  </a:lnTo>
                  <a:lnTo>
                    <a:pt x="2079497" y="289444"/>
                  </a:lnTo>
                  <a:lnTo>
                    <a:pt x="2089214" y="289135"/>
                  </a:lnTo>
                  <a:lnTo>
                    <a:pt x="2098931" y="288827"/>
                  </a:lnTo>
                  <a:lnTo>
                    <a:pt x="2108649" y="288518"/>
                  </a:lnTo>
                  <a:lnTo>
                    <a:pt x="2118366" y="288209"/>
                  </a:lnTo>
                  <a:lnTo>
                    <a:pt x="2128083" y="287899"/>
                  </a:lnTo>
                  <a:lnTo>
                    <a:pt x="2137801" y="287590"/>
                  </a:lnTo>
                  <a:lnTo>
                    <a:pt x="2147518" y="287281"/>
                  </a:lnTo>
                  <a:lnTo>
                    <a:pt x="2157235" y="286971"/>
                  </a:lnTo>
                  <a:lnTo>
                    <a:pt x="2166952" y="286661"/>
                  </a:lnTo>
                  <a:lnTo>
                    <a:pt x="2176670" y="286351"/>
                  </a:lnTo>
                  <a:lnTo>
                    <a:pt x="2186387" y="286041"/>
                  </a:lnTo>
                  <a:lnTo>
                    <a:pt x="2196104" y="285730"/>
                  </a:lnTo>
                  <a:lnTo>
                    <a:pt x="2205822" y="285420"/>
                  </a:lnTo>
                  <a:lnTo>
                    <a:pt x="2215539" y="285109"/>
                  </a:lnTo>
                  <a:lnTo>
                    <a:pt x="2225256" y="284798"/>
                  </a:lnTo>
                  <a:lnTo>
                    <a:pt x="2234973" y="284487"/>
                  </a:lnTo>
                  <a:lnTo>
                    <a:pt x="2244691" y="284176"/>
                  </a:lnTo>
                  <a:lnTo>
                    <a:pt x="2254408" y="283865"/>
                  </a:lnTo>
                  <a:lnTo>
                    <a:pt x="2264125" y="283553"/>
                  </a:lnTo>
                  <a:lnTo>
                    <a:pt x="2273842" y="283242"/>
                  </a:lnTo>
                  <a:lnTo>
                    <a:pt x="2283560" y="282930"/>
                  </a:lnTo>
                  <a:lnTo>
                    <a:pt x="2293277" y="282618"/>
                  </a:lnTo>
                  <a:lnTo>
                    <a:pt x="2302994" y="282306"/>
                  </a:lnTo>
                  <a:lnTo>
                    <a:pt x="2312712" y="281993"/>
                  </a:lnTo>
                  <a:lnTo>
                    <a:pt x="2322429" y="281681"/>
                  </a:lnTo>
                  <a:lnTo>
                    <a:pt x="2332146" y="281041"/>
                  </a:lnTo>
                  <a:lnTo>
                    <a:pt x="2341863" y="280652"/>
                  </a:lnTo>
                  <a:lnTo>
                    <a:pt x="2351581" y="280341"/>
                  </a:lnTo>
                  <a:lnTo>
                    <a:pt x="2361298" y="280030"/>
                  </a:lnTo>
                  <a:lnTo>
                    <a:pt x="2371015" y="279730"/>
                  </a:lnTo>
                  <a:lnTo>
                    <a:pt x="2380733" y="279434"/>
                  </a:lnTo>
                  <a:lnTo>
                    <a:pt x="2390450" y="278981"/>
                  </a:lnTo>
                  <a:lnTo>
                    <a:pt x="2400167" y="278514"/>
                  </a:lnTo>
                  <a:lnTo>
                    <a:pt x="2409884" y="278194"/>
                  </a:lnTo>
                  <a:lnTo>
                    <a:pt x="2419602" y="278093"/>
                  </a:lnTo>
                  <a:lnTo>
                    <a:pt x="2429319" y="277930"/>
                  </a:lnTo>
                  <a:lnTo>
                    <a:pt x="2439036" y="277623"/>
                  </a:lnTo>
                  <a:lnTo>
                    <a:pt x="2448753" y="277316"/>
                  </a:lnTo>
                  <a:lnTo>
                    <a:pt x="2458471" y="277009"/>
                  </a:lnTo>
                  <a:lnTo>
                    <a:pt x="2468188" y="276702"/>
                  </a:lnTo>
                  <a:lnTo>
                    <a:pt x="2477905" y="276394"/>
                  </a:lnTo>
                  <a:lnTo>
                    <a:pt x="2487623" y="276086"/>
                  </a:lnTo>
                  <a:lnTo>
                    <a:pt x="2497340" y="275606"/>
                  </a:lnTo>
                  <a:lnTo>
                    <a:pt x="2507057" y="274728"/>
                  </a:lnTo>
                  <a:lnTo>
                    <a:pt x="2516774" y="273848"/>
                  </a:lnTo>
                  <a:lnTo>
                    <a:pt x="2516774" y="869255"/>
                  </a:lnTo>
                  <a:lnTo>
                    <a:pt x="2507057" y="868847"/>
                  </a:lnTo>
                  <a:lnTo>
                    <a:pt x="2497340" y="868314"/>
                  </a:lnTo>
                  <a:lnTo>
                    <a:pt x="2487623" y="867509"/>
                  </a:lnTo>
                  <a:lnTo>
                    <a:pt x="2477905" y="867102"/>
                  </a:lnTo>
                  <a:lnTo>
                    <a:pt x="2468188" y="866620"/>
                  </a:lnTo>
                  <a:lnTo>
                    <a:pt x="2458471" y="865393"/>
                  </a:lnTo>
                  <a:lnTo>
                    <a:pt x="2448753" y="864181"/>
                  </a:lnTo>
                  <a:lnTo>
                    <a:pt x="2439036" y="863332"/>
                  </a:lnTo>
                  <a:lnTo>
                    <a:pt x="2429319" y="862485"/>
                  </a:lnTo>
                  <a:lnTo>
                    <a:pt x="2419602" y="861858"/>
                  </a:lnTo>
                  <a:lnTo>
                    <a:pt x="2409884" y="861225"/>
                  </a:lnTo>
                  <a:lnTo>
                    <a:pt x="2400167" y="860585"/>
                  </a:lnTo>
                  <a:lnTo>
                    <a:pt x="2390450" y="859939"/>
                  </a:lnTo>
                  <a:lnTo>
                    <a:pt x="2380733" y="859287"/>
                  </a:lnTo>
                  <a:lnTo>
                    <a:pt x="2371015" y="858629"/>
                  </a:lnTo>
                  <a:lnTo>
                    <a:pt x="2361298" y="857953"/>
                  </a:lnTo>
                  <a:lnTo>
                    <a:pt x="2351581" y="857268"/>
                  </a:lnTo>
                  <a:lnTo>
                    <a:pt x="2341863" y="856374"/>
                  </a:lnTo>
                  <a:lnTo>
                    <a:pt x="2332146" y="855684"/>
                  </a:lnTo>
                  <a:lnTo>
                    <a:pt x="2322429" y="855005"/>
                  </a:lnTo>
                  <a:lnTo>
                    <a:pt x="2312712" y="854318"/>
                  </a:lnTo>
                  <a:lnTo>
                    <a:pt x="2302994" y="853623"/>
                  </a:lnTo>
                  <a:lnTo>
                    <a:pt x="2293277" y="852920"/>
                  </a:lnTo>
                  <a:lnTo>
                    <a:pt x="2283560" y="852209"/>
                  </a:lnTo>
                  <a:lnTo>
                    <a:pt x="2273842" y="851490"/>
                  </a:lnTo>
                  <a:lnTo>
                    <a:pt x="2264125" y="850762"/>
                  </a:lnTo>
                  <a:lnTo>
                    <a:pt x="2254408" y="850026"/>
                  </a:lnTo>
                  <a:lnTo>
                    <a:pt x="2244691" y="849277"/>
                  </a:lnTo>
                  <a:lnTo>
                    <a:pt x="2234973" y="848388"/>
                  </a:lnTo>
                  <a:lnTo>
                    <a:pt x="2225256" y="847471"/>
                  </a:lnTo>
                  <a:lnTo>
                    <a:pt x="2215539" y="846198"/>
                  </a:lnTo>
                  <a:lnTo>
                    <a:pt x="2205822" y="845342"/>
                  </a:lnTo>
                  <a:lnTo>
                    <a:pt x="2196104" y="844650"/>
                  </a:lnTo>
                  <a:lnTo>
                    <a:pt x="2186387" y="843703"/>
                  </a:lnTo>
                  <a:lnTo>
                    <a:pt x="2176670" y="842876"/>
                  </a:lnTo>
                  <a:lnTo>
                    <a:pt x="2166952" y="842054"/>
                  </a:lnTo>
                  <a:lnTo>
                    <a:pt x="2157235" y="841217"/>
                  </a:lnTo>
                  <a:lnTo>
                    <a:pt x="2147518" y="840593"/>
                  </a:lnTo>
                  <a:lnTo>
                    <a:pt x="2137801" y="839980"/>
                  </a:lnTo>
                  <a:lnTo>
                    <a:pt x="2128083" y="839358"/>
                  </a:lnTo>
                  <a:lnTo>
                    <a:pt x="2118366" y="838727"/>
                  </a:lnTo>
                  <a:lnTo>
                    <a:pt x="2108649" y="837912"/>
                  </a:lnTo>
                  <a:lnTo>
                    <a:pt x="2098931" y="837034"/>
                  </a:lnTo>
                  <a:lnTo>
                    <a:pt x="2089214" y="836141"/>
                  </a:lnTo>
                  <a:lnTo>
                    <a:pt x="2079497" y="835238"/>
                  </a:lnTo>
                  <a:lnTo>
                    <a:pt x="2069780" y="834313"/>
                  </a:lnTo>
                  <a:lnTo>
                    <a:pt x="2060062" y="833029"/>
                  </a:lnTo>
                  <a:lnTo>
                    <a:pt x="2050345" y="831591"/>
                  </a:lnTo>
                  <a:lnTo>
                    <a:pt x="2040628" y="830281"/>
                  </a:lnTo>
                  <a:lnTo>
                    <a:pt x="2030911" y="829371"/>
                  </a:lnTo>
                  <a:lnTo>
                    <a:pt x="2021193" y="828388"/>
                  </a:lnTo>
                  <a:lnTo>
                    <a:pt x="2011476" y="827292"/>
                  </a:lnTo>
                  <a:lnTo>
                    <a:pt x="2001759" y="825778"/>
                  </a:lnTo>
                  <a:lnTo>
                    <a:pt x="1992041" y="824256"/>
                  </a:lnTo>
                  <a:lnTo>
                    <a:pt x="1982324" y="822728"/>
                  </a:lnTo>
                  <a:lnTo>
                    <a:pt x="1972607" y="821194"/>
                  </a:lnTo>
                  <a:lnTo>
                    <a:pt x="1962890" y="819653"/>
                  </a:lnTo>
                  <a:lnTo>
                    <a:pt x="1953172" y="818104"/>
                  </a:lnTo>
                  <a:lnTo>
                    <a:pt x="1943455" y="816937"/>
                  </a:lnTo>
                  <a:lnTo>
                    <a:pt x="1933738" y="815931"/>
                  </a:lnTo>
                  <a:lnTo>
                    <a:pt x="1924020" y="814915"/>
                  </a:lnTo>
                  <a:lnTo>
                    <a:pt x="1914303" y="813891"/>
                  </a:lnTo>
                  <a:lnTo>
                    <a:pt x="1904586" y="812858"/>
                  </a:lnTo>
                  <a:lnTo>
                    <a:pt x="1894869" y="812123"/>
                  </a:lnTo>
                  <a:lnTo>
                    <a:pt x="1885151" y="811386"/>
                  </a:lnTo>
                  <a:lnTo>
                    <a:pt x="1875434" y="810638"/>
                  </a:lnTo>
                  <a:lnTo>
                    <a:pt x="1865717" y="809570"/>
                  </a:lnTo>
                  <a:lnTo>
                    <a:pt x="1856000" y="808055"/>
                  </a:lnTo>
                  <a:lnTo>
                    <a:pt x="1846282" y="807029"/>
                  </a:lnTo>
                  <a:lnTo>
                    <a:pt x="1836565" y="806096"/>
                  </a:lnTo>
                  <a:lnTo>
                    <a:pt x="1826848" y="805195"/>
                  </a:lnTo>
                  <a:lnTo>
                    <a:pt x="1817130" y="804267"/>
                  </a:lnTo>
                  <a:lnTo>
                    <a:pt x="1807413" y="803317"/>
                  </a:lnTo>
                  <a:lnTo>
                    <a:pt x="1797696" y="802154"/>
                  </a:lnTo>
                  <a:lnTo>
                    <a:pt x="1787979" y="800855"/>
                  </a:lnTo>
                  <a:lnTo>
                    <a:pt x="1778261" y="799541"/>
                  </a:lnTo>
                  <a:lnTo>
                    <a:pt x="1768544" y="798211"/>
                  </a:lnTo>
                  <a:lnTo>
                    <a:pt x="1758827" y="796866"/>
                  </a:lnTo>
                  <a:lnTo>
                    <a:pt x="1749109" y="795687"/>
                  </a:lnTo>
                  <a:lnTo>
                    <a:pt x="1739392" y="794691"/>
                  </a:lnTo>
                  <a:lnTo>
                    <a:pt x="1729675" y="793677"/>
                  </a:lnTo>
                  <a:lnTo>
                    <a:pt x="1719958" y="792766"/>
                  </a:lnTo>
                  <a:lnTo>
                    <a:pt x="1710240" y="791984"/>
                  </a:lnTo>
                  <a:lnTo>
                    <a:pt x="1700523" y="790705"/>
                  </a:lnTo>
                  <a:lnTo>
                    <a:pt x="1690806" y="789519"/>
                  </a:lnTo>
                  <a:lnTo>
                    <a:pt x="1681089" y="788453"/>
                  </a:lnTo>
                  <a:lnTo>
                    <a:pt x="1671371" y="787365"/>
                  </a:lnTo>
                  <a:lnTo>
                    <a:pt x="1661654" y="786245"/>
                  </a:lnTo>
                  <a:lnTo>
                    <a:pt x="1651937" y="784256"/>
                  </a:lnTo>
                  <a:lnTo>
                    <a:pt x="1642219" y="782878"/>
                  </a:lnTo>
                  <a:lnTo>
                    <a:pt x="1632502" y="781817"/>
                  </a:lnTo>
                  <a:lnTo>
                    <a:pt x="1622785" y="780705"/>
                  </a:lnTo>
                  <a:lnTo>
                    <a:pt x="1613068" y="779124"/>
                  </a:lnTo>
                  <a:lnTo>
                    <a:pt x="1603350" y="777419"/>
                  </a:lnTo>
                  <a:lnTo>
                    <a:pt x="1593633" y="775689"/>
                  </a:lnTo>
                  <a:lnTo>
                    <a:pt x="1583916" y="773935"/>
                  </a:lnTo>
                  <a:lnTo>
                    <a:pt x="1574198" y="772166"/>
                  </a:lnTo>
                  <a:lnTo>
                    <a:pt x="1564481" y="770444"/>
                  </a:lnTo>
                  <a:lnTo>
                    <a:pt x="1554764" y="768599"/>
                  </a:lnTo>
                  <a:lnTo>
                    <a:pt x="1545047" y="767520"/>
                  </a:lnTo>
                  <a:lnTo>
                    <a:pt x="1535329" y="766213"/>
                  </a:lnTo>
                  <a:lnTo>
                    <a:pt x="1525612" y="764782"/>
                  </a:lnTo>
                  <a:lnTo>
                    <a:pt x="1515895" y="763332"/>
                  </a:lnTo>
                  <a:lnTo>
                    <a:pt x="1506178" y="761858"/>
                  </a:lnTo>
                  <a:lnTo>
                    <a:pt x="1496460" y="760370"/>
                  </a:lnTo>
                  <a:lnTo>
                    <a:pt x="1486743" y="758870"/>
                  </a:lnTo>
                  <a:lnTo>
                    <a:pt x="1477026" y="756979"/>
                  </a:lnTo>
                  <a:lnTo>
                    <a:pt x="1467308" y="754095"/>
                  </a:lnTo>
                  <a:lnTo>
                    <a:pt x="1457591" y="751178"/>
                  </a:lnTo>
                  <a:lnTo>
                    <a:pt x="1447874" y="748483"/>
                  </a:lnTo>
                  <a:lnTo>
                    <a:pt x="1438157" y="746892"/>
                  </a:lnTo>
                  <a:lnTo>
                    <a:pt x="1428439" y="745285"/>
                  </a:lnTo>
                  <a:lnTo>
                    <a:pt x="1418722" y="743662"/>
                  </a:lnTo>
                  <a:lnTo>
                    <a:pt x="1409005" y="742024"/>
                  </a:lnTo>
                  <a:lnTo>
                    <a:pt x="1399287" y="740236"/>
                  </a:lnTo>
                  <a:lnTo>
                    <a:pt x="1389570" y="738049"/>
                  </a:lnTo>
                  <a:lnTo>
                    <a:pt x="1379853" y="735839"/>
                  </a:lnTo>
                  <a:lnTo>
                    <a:pt x="1370136" y="733606"/>
                  </a:lnTo>
                  <a:lnTo>
                    <a:pt x="1360418" y="731975"/>
                  </a:lnTo>
                  <a:lnTo>
                    <a:pt x="1350701" y="730486"/>
                  </a:lnTo>
                  <a:lnTo>
                    <a:pt x="1340984" y="728975"/>
                  </a:lnTo>
                  <a:lnTo>
                    <a:pt x="1331267" y="727449"/>
                  </a:lnTo>
                  <a:lnTo>
                    <a:pt x="1321549" y="725916"/>
                  </a:lnTo>
                  <a:lnTo>
                    <a:pt x="1311832" y="723952"/>
                  </a:lnTo>
                  <a:lnTo>
                    <a:pt x="1302115" y="721070"/>
                  </a:lnTo>
                  <a:lnTo>
                    <a:pt x="1292397" y="718722"/>
                  </a:lnTo>
                  <a:lnTo>
                    <a:pt x="1282680" y="716486"/>
                  </a:lnTo>
                  <a:lnTo>
                    <a:pt x="1272963" y="714226"/>
                  </a:lnTo>
                  <a:lnTo>
                    <a:pt x="1263246" y="711929"/>
                  </a:lnTo>
                  <a:lnTo>
                    <a:pt x="1253528" y="709609"/>
                  </a:lnTo>
                  <a:lnTo>
                    <a:pt x="1243811" y="707412"/>
                  </a:lnTo>
                  <a:lnTo>
                    <a:pt x="1234094" y="704917"/>
                  </a:lnTo>
                  <a:lnTo>
                    <a:pt x="1224376" y="702551"/>
                  </a:lnTo>
                  <a:lnTo>
                    <a:pt x="1214659" y="700160"/>
                  </a:lnTo>
                  <a:lnTo>
                    <a:pt x="1204942" y="697746"/>
                  </a:lnTo>
                  <a:lnTo>
                    <a:pt x="1195225" y="695428"/>
                  </a:lnTo>
                  <a:lnTo>
                    <a:pt x="1185507" y="693667"/>
                  </a:lnTo>
                  <a:lnTo>
                    <a:pt x="1175790" y="691889"/>
                  </a:lnTo>
                  <a:lnTo>
                    <a:pt x="1166073" y="690093"/>
                  </a:lnTo>
                  <a:lnTo>
                    <a:pt x="1156356" y="688279"/>
                  </a:lnTo>
                  <a:lnTo>
                    <a:pt x="1146638" y="686388"/>
                  </a:lnTo>
                  <a:lnTo>
                    <a:pt x="1136921" y="684127"/>
                  </a:lnTo>
                  <a:lnTo>
                    <a:pt x="1127204" y="681577"/>
                  </a:lnTo>
                  <a:lnTo>
                    <a:pt x="1117486" y="678697"/>
                  </a:lnTo>
                  <a:lnTo>
                    <a:pt x="1107769" y="676988"/>
                  </a:lnTo>
                  <a:lnTo>
                    <a:pt x="1098052" y="674545"/>
                  </a:lnTo>
                  <a:lnTo>
                    <a:pt x="1088335" y="671394"/>
                  </a:lnTo>
                  <a:lnTo>
                    <a:pt x="1078617" y="669655"/>
                  </a:lnTo>
                  <a:lnTo>
                    <a:pt x="1068900" y="667493"/>
                  </a:lnTo>
                  <a:lnTo>
                    <a:pt x="1059183" y="665008"/>
                  </a:lnTo>
                  <a:lnTo>
                    <a:pt x="1049465" y="662506"/>
                  </a:lnTo>
                  <a:lnTo>
                    <a:pt x="1039748" y="659987"/>
                  </a:lnTo>
                  <a:lnTo>
                    <a:pt x="1030031" y="657451"/>
                  </a:lnTo>
                  <a:lnTo>
                    <a:pt x="1020314" y="654898"/>
                  </a:lnTo>
                  <a:lnTo>
                    <a:pt x="1010596" y="652294"/>
                  </a:lnTo>
                  <a:lnTo>
                    <a:pt x="1000879" y="649670"/>
                  </a:lnTo>
                  <a:lnTo>
                    <a:pt x="991162" y="647028"/>
                  </a:lnTo>
                  <a:lnTo>
                    <a:pt x="981445" y="644369"/>
                  </a:lnTo>
                  <a:lnTo>
                    <a:pt x="971727" y="641691"/>
                  </a:lnTo>
                  <a:lnTo>
                    <a:pt x="962010" y="638993"/>
                  </a:lnTo>
                  <a:lnTo>
                    <a:pt x="952293" y="635222"/>
                  </a:lnTo>
                  <a:lnTo>
                    <a:pt x="942575" y="631890"/>
                  </a:lnTo>
                  <a:lnTo>
                    <a:pt x="932858" y="629571"/>
                  </a:lnTo>
                  <a:lnTo>
                    <a:pt x="923141" y="626519"/>
                  </a:lnTo>
                  <a:lnTo>
                    <a:pt x="913424" y="623882"/>
                  </a:lnTo>
                  <a:lnTo>
                    <a:pt x="903706" y="621187"/>
                  </a:lnTo>
                  <a:lnTo>
                    <a:pt x="893989" y="618021"/>
                  </a:lnTo>
                  <a:lnTo>
                    <a:pt x="884272" y="613690"/>
                  </a:lnTo>
                  <a:lnTo>
                    <a:pt x="874554" y="609552"/>
                  </a:lnTo>
                  <a:lnTo>
                    <a:pt x="864837" y="607047"/>
                  </a:lnTo>
                  <a:lnTo>
                    <a:pt x="855120" y="604513"/>
                  </a:lnTo>
                  <a:lnTo>
                    <a:pt x="845403" y="602583"/>
                  </a:lnTo>
                  <a:lnTo>
                    <a:pt x="835685" y="601125"/>
                  </a:lnTo>
                  <a:lnTo>
                    <a:pt x="825968" y="597518"/>
                  </a:lnTo>
                  <a:lnTo>
                    <a:pt x="816251" y="594071"/>
                  </a:lnTo>
                  <a:lnTo>
                    <a:pt x="806534" y="591364"/>
                  </a:lnTo>
                  <a:lnTo>
                    <a:pt x="796816" y="588135"/>
                  </a:lnTo>
                  <a:lnTo>
                    <a:pt x="787099" y="585822"/>
                  </a:lnTo>
                  <a:lnTo>
                    <a:pt x="777382" y="583150"/>
                  </a:lnTo>
                  <a:lnTo>
                    <a:pt x="767664" y="579830"/>
                  </a:lnTo>
                  <a:lnTo>
                    <a:pt x="757947" y="575528"/>
                  </a:lnTo>
                  <a:lnTo>
                    <a:pt x="748230" y="572911"/>
                  </a:lnTo>
                  <a:lnTo>
                    <a:pt x="738513" y="568453"/>
                  </a:lnTo>
                  <a:lnTo>
                    <a:pt x="728795" y="564205"/>
                  </a:lnTo>
                  <a:lnTo>
                    <a:pt x="719078" y="560710"/>
                  </a:lnTo>
                  <a:lnTo>
                    <a:pt x="709361" y="556999"/>
                  </a:lnTo>
                  <a:lnTo>
                    <a:pt x="699643" y="554290"/>
                  </a:lnTo>
                  <a:lnTo>
                    <a:pt x="689926" y="551852"/>
                  </a:lnTo>
                  <a:lnTo>
                    <a:pt x="680209" y="549287"/>
                  </a:lnTo>
                  <a:lnTo>
                    <a:pt x="670492" y="545214"/>
                  </a:lnTo>
                  <a:lnTo>
                    <a:pt x="660774" y="541217"/>
                  </a:lnTo>
                  <a:lnTo>
                    <a:pt x="651057" y="538622"/>
                  </a:lnTo>
                  <a:lnTo>
                    <a:pt x="641340" y="535752"/>
                  </a:lnTo>
                  <a:lnTo>
                    <a:pt x="631623" y="532750"/>
                  </a:lnTo>
                  <a:lnTo>
                    <a:pt x="621905" y="529088"/>
                  </a:lnTo>
                  <a:lnTo>
                    <a:pt x="612188" y="527300"/>
                  </a:lnTo>
                  <a:lnTo>
                    <a:pt x="602471" y="524961"/>
                  </a:lnTo>
                  <a:lnTo>
                    <a:pt x="592753" y="522642"/>
                  </a:lnTo>
                  <a:lnTo>
                    <a:pt x="583036" y="519920"/>
                  </a:lnTo>
                  <a:lnTo>
                    <a:pt x="573319" y="516510"/>
                  </a:lnTo>
                  <a:lnTo>
                    <a:pt x="563602" y="513160"/>
                  </a:lnTo>
                  <a:lnTo>
                    <a:pt x="553884" y="509731"/>
                  </a:lnTo>
                  <a:lnTo>
                    <a:pt x="544167" y="506824"/>
                  </a:lnTo>
                  <a:lnTo>
                    <a:pt x="534450" y="504487"/>
                  </a:lnTo>
                  <a:lnTo>
                    <a:pt x="524732" y="502266"/>
                  </a:lnTo>
                  <a:lnTo>
                    <a:pt x="515015" y="499449"/>
                  </a:lnTo>
                  <a:lnTo>
                    <a:pt x="505298" y="497523"/>
                  </a:lnTo>
                  <a:lnTo>
                    <a:pt x="495581" y="494873"/>
                  </a:lnTo>
                  <a:lnTo>
                    <a:pt x="485863" y="491679"/>
                  </a:lnTo>
                  <a:lnTo>
                    <a:pt x="476146" y="488162"/>
                  </a:lnTo>
                  <a:lnTo>
                    <a:pt x="466429" y="484145"/>
                  </a:lnTo>
                  <a:lnTo>
                    <a:pt x="456712" y="481515"/>
                  </a:lnTo>
                  <a:lnTo>
                    <a:pt x="446994" y="478996"/>
                  </a:lnTo>
                  <a:lnTo>
                    <a:pt x="437277" y="475828"/>
                  </a:lnTo>
                  <a:lnTo>
                    <a:pt x="427560" y="472363"/>
                  </a:lnTo>
                  <a:lnTo>
                    <a:pt x="417842" y="470398"/>
                  </a:lnTo>
                  <a:lnTo>
                    <a:pt x="408125" y="468442"/>
                  </a:lnTo>
                  <a:lnTo>
                    <a:pt x="398408" y="466310"/>
                  </a:lnTo>
                  <a:lnTo>
                    <a:pt x="388691" y="464515"/>
                  </a:lnTo>
                  <a:lnTo>
                    <a:pt x="378973" y="462946"/>
                  </a:lnTo>
                  <a:lnTo>
                    <a:pt x="369256" y="460191"/>
                  </a:lnTo>
                  <a:lnTo>
                    <a:pt x="359539" y="458248"/>
                  </a:lnTo>
                  <a:lnTo>
                    <a:pt x="349821" y="456452"/>
                  </a:lnTo>
                  <a:lnTo>
                    <a:pt x="340104" y="454335"/>
                  </a:lnTo>
                  <a:lnTo>
                    <a:pt x="330387" y="451783"/>
                  </a:lnTo>
                  <a:lnTo>
                    <a:pt x="320670" y="450160"/>
                  </a:lnTo>
                  <a:lnTo>
                    <a:pt x="310952" y="447499"/>
                  </a:lnTo>
                  <a:lnTo>
                    <a:pt x="301235" y="446414"/>
                  </a:lnTo>
                  <a:lnTo>
                    <a:pt x="291518" y="445897"/>
                  </a:lnTo>
                  <a:lnTo>
                    <a:pt x="281801" y="444743"/>
                  </a:lnTo>
                  <a:lnTo>
                    <a:pt x="272083" y="444132"/>
                  </a:lnTo>
                  <a:lnTo>
                    <a:pt x="262366" y="443019"/>
                  </a:lnTo>
                  <a:lnTo>
                    <a:pt x="252649" y="442089"/>
                  </a:lnTo>
                  <a:lnTo>
                    <a:pt x="242931" y="441055"/>
                  </a:lnTo>
                  <a:lnTo>
                    <a:pt x="233214" y="437712"/>
                  </a:lnTo>
                  <a:lnTo>
                    <a:pt x="223497" y="437129"/>
                  </a:lnTo>
                  <a:lnTo>
                    <a:pt x="213780" y="435395"/>
                  </a:lnTo>
                  <a:lnTo>
                    <a:pt x="204062" y="434217"/>
                  </a:lnTo>
                  <a:lnTo>
                    <a:pt x="194345" y="433922"/>
                  </a:lnTo>
                  <a:lnTo>
                    <a:pt x="184628" y="432711"/>
                  </a:lnTo>
                  <a:lnTo>
                    <a:pt x="174910" y="431559"/>
                  </a:lnTo>
                  <a:lnTo>
                    <a:pt x="165193" y="430497"/>
                  </a:lnTo>
                  <a:lnTo>
                    <a:pt x="155476" y="430304"/>
                  </a:lnTo>
                  <a:lnTo>
                    <a:pt x="145759" y="429739"/>
                  </a:lnTo>
                  <a:lnTo>
                    <a:pt x="136041" y="428989"/>
                  </a:lnTo>
                  <a:lnTo>
                    <a:pt x="126324" y="428674"/>
                  </a:lnTo>
                  <a:lnTo>
                    <a:pt x="116607" y="428146"/>
                  </a:lnTo>
                  <a:lnTo>
                    <a:pt x="106890" y="428134"/>
                  </a:lnTo>
                  <a:lnTo>
                    <a:pt x="97172" y="428161"/>
                  </a:lnTo>
                  <a:lnTo>
                    <a:pt x="87455" y="428904"/>
                  </a:lnTo>
                  <a:lnTo>
                    <a:pt x="77738" y="429052"/>
                  </a:lnTo>
                  <a:lnTo>
                    <a:pt x="68020" y="429423"/>
                  </a:lnTo>
                  <a:lnTo>
                    <a:pt x="58303" y="428763"/>
                  </a:lnTo>
                  <a:lnTo>
                    <a:pt x="48586" y="427814"/>
                  </a:lnTo>
                  <a:lnTo>
                    <a:pt x="38869" y="427936"/>
                  </a:lnTo>
                  <a:lnTo>
                    <a:pt x="29151" y="427566"/>
                  </a:lnTo>
                  <a:lnTo>
                    <a:pt x="19434" y="427752"/>
                  </a:lnTo>
                  <a:lnTo>
                    <a:pt x="9717" y="427806"/>
                  </a:lnTo>
                  <a:lnTo>
                    <a:pt x="0" y="426041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6324250" y="3002090"/>
              <a:ext cx="2516774" cy="329826"/>
            </a:xfrm>
            <a:custGeom>
              <a:avLst/>
              <a:pathLst>
                <a:path w="2516774" h="329826">
                  <a:moveTo>
                    <a:pt x="0" y="0"/>
                  </a:moveTo>
                  <a:lnTo>
                    <a:pt x="9717" y="8227"/>
                  </a:lnTo>
                  <a:lnTo>
                    <a:pt x="19434" y="15209"/>
                  </a:lnTo>
                  <a:lnTo>
                    <a:pt x="29151" y="21268"/>
                  </a:lnTo>
                  <a:lnTo>
                    <a:pt x="38869" y="30223"/>
                  </a:lnTo>
                  <a:lnTo>
                    <a:pt x="48586" y="37514"/>
                  </a:lnTo>
                  <a:lnTo>
                    <a:pt x="58303" y="42325"/>
                  </a:lnTo>
                  <a:lnTo>
                    <a:pt x="68020" y="48264"/>
                  </a:lnTo>
                  <a:lnTo>
                    <a:pt x="77738" y="56352"/>
                  </a:lnTo>
                  <a:lnTo>
                    <a:pt x="87455" y="63380"/>
                  </a:lnTo>
                  <a:lnTo>
                    <a:pt x="97172" y="71742"/>
                  </a:lnTo>
                  <a:lnTo>
                    <a:pt x="106890" y="78585"/>
                  </a:lnTo>
                  <a:lnTo>
                    <a:pt x="116607" y="84556"/>
                  </a:lnTo>
                  <a:lnTo>
                    <a:pt x="126324" y="90611"/>
                  </a:lnTo>
                  <a:lnTo>
                    <a:pt x="136041" y="96548"/>
                  </a:lnTo>
                  <a:lnTo>
                    <a:pt x="145759" y="103297"/>
                  </a:lnTo>
                  <a:lnTo>
                    <a:pt x="155476" y="112036"/>
                  </a:lnTo>
                  <a:lnTo>
                    <a:pt x="165193" y="121186"/>
                  </a:lnTo>
                  <a:lnTo>
                    <a:pt x="174910" y="127664"/>
                  </a:lnTo>
                  <a:lnTo>
                    <a:pt x="184628" y="134137"/>
                  </a:lnTo>
                  <a:lnTo>
                    <a:pt x="194345" y="142840"/>
                  </a:lnTo>
                  <a:lnTo>
                    <a:pt x="204062" y="148904"/>
                  </a:lnTo>
                  <a:lnTo>
                    <a:pt x="213780" y="154040"/>
                  </a:lnTo>
                  <a:lnTo>
                    <a:pt x="223497" y="158872"/>
                  </a:lnTo>
                  <a:lnTo>
                    <a:pt x="233214" y="165132"/>
                  </a:lnTo>
                  <a:lnTo>
                    <a:pt x="242931" y="170931"/>
                  </a:lnTo>
                  <a:lnTo>
                    <a:pt x="252649" y="177509"/>
                  </a:lnTo>
                  <a:lnTo>
                    <a:pt x="262366" y="182379"/>
                  </a:lnTo>
                  <a:lnTo>
                    <a:pt x="272083" y="187832"/>
                  </a:lnTo>
                  <a:lnTo>
                    <a:pt x="281801" y="193552"/>
                  </a:lnTo>
                  <a:lnTo>
                    <a:pt x="291518" y="198968"/>
                  </a:lnTo>
                  <a:lnTo>
                    <a:pt x="301235" y="205132"/>
                  </a:lnTo>
                  <a:lnTo>
                    <a:pt x="310952" y="211166"/>
                  </a:lnTo>
                  <a:lnTo>
                    <a:pt x="320670" y="215951"/>
                  </a:lnTo>
                  <a:lnTo>
                    <a:pt x="330387" y="220614"/>
                  </a:lnTo>
                  <a:lnTo>
                    <a:pt x="340104" y="224296"/>
                  </a:lnTo>
                  <a:lnTo>
                    <a:pt x="349821" y="228911"/>
                  </a:lnTo>
                  <a:lnTo>
                    <a:pt x="359539" y="234854"/>
                  </a:lnTo>
                  <a:lnTo>
                    <a:pt x="369256" y="238826"/>
                  </a:lnTo>
                  <a:lnTo>
                    <a:pt x="378973" y="242574"/>
                  </a:lnTo>
                  <a:lnTo>
                    <a:pt x="388691" y="245558"/>
                  </a:lnTo>
                  <a:lnTo>
                    <a:pt x="398408" y="250282"/>
                  </a:lnTo>
                  <a:lnTo>
                    <a:pt x="408125" y="253370"/>
                  </a:lnTo>
                  <a:lnTo>
                    <a:pt x="417842" y="257938"/>
                  </a:lnTo>
                  <a:lnTo>
                    <a:pt x="427560" y="260432"/>
                  </a:lnTo>
                  <a:lnTo>
                    <a:pt x="437277" y="263356"/>
                  </a:lnTo>
                  <a:lnTo>
                    <a:pt x="446994" y="267527"/>
                  </a:lnTo>
                  <a:lnTo>
                    <a:pt x="456712" y="269057"/>
                  </a:lnTo>
                  <a:lnTo>
                    <a:pt x="466429" y="273292"/>
                  </a:lnTo>
                  <a:lnTo>
                    <a:pt x="476146" y="277511"/>
                  </a:lnTo>
                  <a:lnTo>
                    <a:pt x="485863" y="280336"/>
                  </a:lnTo>
                  <a:lnTo>
                    <a:pt x="495581" y="282688"/>
                  </a:lnTo>
                  <a:lnTo>
                    <a:pt x="505298" y="285009"/>
                  </a:lnTo>
                  <a:lnTo>
                    <a:pt x="515015" y="287401"/>
                  </a:lnTo>
                  <a:lnTo>
                    <a:pt x="524732" y="290183"/>
                  </a:lnTo>
                  <a:lnTo>
                    <a:pt x="534450" y="292239"/>
                  </a:lnTo>
                  <a:lnTo>
                    <a:pt x="544167" y="294022"/>
                  </a:lnTo>
                  <a:lnTo>
                    <a:pt x="553884" y="295319"/>
                  </a:lnTo>
                  <a:lnTo>
                    <a:pt x="563602" y="297134"/>
                  </a:lnTo>
                  <a:lnTo>
                    <a:pt x="573319" y="299980"/>
                  </a:lnTo>
                  <a:lnTo>
                    <a:pt x="583036" y="301822"/>
                  </a:lnTo>
                  <a:lnTo>
                    <a:pt x="592753" y="301810"/>
                  </a:lnTo>
                  <a:lnTo>
                    <a:pt x="602471" y="302709"/>
                  </a:lnTo>
                  <a:lnTo>
                    <a:pt x="612188" y="304215"/>
                  </a:lnTo>
                  <a:lnTo>
                    <a:pt x="621905" y="304522"/>
                  </a:lnTo>
                  <a:lnTo>
                    <a:pt x="631623" y="306669"/>
                  </a:lnTo>
                  <a:lnTo>
                    <a:pt x="641340" y="308730"/>
                  </a:lnTo>
                  <a:lnTo>
                    <a:pt x="651057" y="310261"/>
                  </a:lnTo>
                  <a:lnTo>
                    <a:pt x="660774" y="311205"/>
                  </a:lnTo>
                  <a:lnTo>
                    <a:pt x="670492" y="311905"/>
                  </a:lnTo>
                  <a:lnTo>
                    <a:pt x="680209" y="312676"/>
                  </a:lnTo>
                  <a:lnTo>
                    <a:pt x="689926" y="313934"/>
                  </a:lnTo>
                  <a:lnTo>
                    <a:pt x="699643" y="314385"/>
                  </a:lnTo>
                  <a:lnTo>
                    <a:pt x="709361" y="314948"/>
                  </a:lnTo>
                  <a:lnTo>
                    <a:pt x="719078" y="316743"/>
                  </a:lnTo>
                  <a:lnTo>
                    <a:pt x="728795" y="317474"/>
                  </a:lnTo>
                  <a:lnTo>
                    <a:pt x="738513" y="318754"/>
                  </a:lnTo>
                  <a:lnTo>
                    <a:pt x="748230" y="319728"/>
                  </a:lnTo>
                  <a:lnTo>
                    <a:pt x="757947" y="320588"/>
                  </a:lnTo>
                  <a:lnTo>
                    <a:pt x="767664" y="320928"/>
                  </a:lnTo>
                  <a:lnTo>
                    <a:pt x="777382" y="321235"/>
                  </a:lnTo>
                  <a:lnTo>
                    <a:pt x="787099" y="321459"/>
                  </a:lnTo>
                  <a:lnTo>
                    <a:pt x="796816" y="321231"/>
                  </a:lnTo>
                  <a:lnTo>
                    <a:pt x="806534" y="322191"/>
                  </a:lnTo>
                  <a:lnTo>
                    <a:pt x="816251" y="323602"/>
                  </a:lnTo>
                  <a:lnTo>
                    <a:pt x="825968" y="324708"/>
                  </a:lnTo>
                  <a:lnTo>
                    <a:pt x="835685" y="324443"/>
                  </a:lnTo>
                  <a:lnTo>
                    <a:pt x="845403" y="324834"/>
                  </a:lnTo>
                  <a:lnTo>
                    <a:pt x="855120" y="325708"/>
                  </a:lnTo>
                  <a:lnTo>
                    <a:pt x="864837" y="325109"/>
                  </a:lnTo>
                  <a:lnTo>
                    <a:pt x="874554" y="324733"/>
                  </a:lnTo>
                  <a:lnTo>
                    <a:pt x="884272" y="324703"/>
                  </a:lnTo>
                  <a:lnTo>
                    <a:pt x="893989" y="325053"/>
                  </a:lnTo>
                  <a:lnTo>
                    <a:pt x="903706" y="325343"/>
                  </a:lnTo>
                  <a:lnTo>
                    <a:pt x="913424" y="325652"/>
                  </a:lnTo>
                  <a:lnTo>
                    <a:pt x="923141" y="325949"/>
                  </a:lnTo>
                  <a:lnTo>
                    <a:pt x="932858" y="326262"/>
                  </a:lnTo>
                  <a:lnTo>
                    <a:pt x="942575" y="326928"/>
                  </a:lnTo>
                  <a:lnTo>
                    <a:pt x="952293" y="327095"/>
                  </a:lnTo>
                  <a:lnTo>
                    <a:pt x="962010" y="327202"/>
                  </a:lnTo>
                  <a:lnTo>
                    <a:pt x="971727" y="327505"/>
                  </a:lnTo>
                  <a:lnTo>
                    <a:pt x="981445" y="327652"/>
                  </a:lnTo>
                  <a:lnTo>
                    <a:pt x="991162" y="327670"/>
                  </a:lnTo>
                  <a:lnTo>
                    <a:pt x="1000879" y="327823"/>
                  </a:lnTo>
                  <a:lnTo>
                    <a:pt x="1010596" y="328468"/>
                  </a:lnTo>
                  <a:lnTo>
                    <a:pt x="1020314" y="329071"/>
                  </a:lnTo>
                  <a:lnTo>
                    <a:pt x="1030031" y="329026"/>
                  </a:lnTo>
                  <a:lnTo>
                    <a:pt x="1039748" y="329418"/>
                  </a:lnTo>
                  <a:lnTo>
                    <a:pt x="1049465" y="329826"/>
                  </a:lnTo>
                  <a:lnTo>
                    <a:pt x="1059183" y="329191"/>
                  </a:lnTo>
                  <a:lnTo>
                    <a:pt x="1068900" y="328069"/>
                  </a:lnTo>
                  <a:lnTo>
                    <a:pt x="1078617" y="326822"/>
                  </a:lnTo>
                  <a:lnTo>
                    <a:pt x="1088335" y="326335"/>
                  </a:lnTo>
                  <a:lnTo>
                    <a:pt x="1098052" y="326189"/>
                  </a:lnTo>
                  <a:lnTo>
                    <a:pt x="1107769" y="325938"/>
                  </a:lnTo>
                  <a:lnTo>
                    <a:pt x="1117486" y="325322"/>
                  </a:lnTo>
                  <a:lnTo>
                    <a:pt x="1127204" y="325202"/>
                  </a:lnTo>
                  <a:lnTo>
                    <a:pt x="1136921" y="324475"/>
                  </a:lnTo>
                  <a:lnTo>
                    <a:pt x="1146638" y="323937"/>
                  </a:lnTo>
                  <a:lnTo>
                    <a:pt x="1156356" y="323383"/>
                  </a:lnTo>
                  <a:lnTo>
                    <a:pt x="1166073" y="323389"/>
                  </a:lnTo>
                  <a:lnTo>
                    <a:pt x="1175790" y="323279"/>
                  </a:lnTo>
                  <a:lnTo>
                    <a:pt x="1185507" y="322423"/>
                  </a:lnTo>
                  <a:lnTo>
                    <a:pt x="1195225" y="321565"/>
                  </a:lnTo>
                  <a:lnTo>
                    <a:pt x="1204942" y="320706"/>
                  </a:lnTo>
                  <a:lnTo>
                    <a:pt x="1214659" y="319674"/>
                  </a:lnTo>
                  <a:lnTo>
                    <a:pt x="1224376" y="319056"/>
                  </a:lnTo>
                  <a:lnTo>
                    <a:pt x="1234094" y="318428"/>
                  </a:lnTo>
                  <a:lnTo>
                    <a:pt x="1243811" y="317811"/>
                  </a:lnTo>
                  <a:lnTo>
                    <a:pt x="1253528" y="317689"/>
                  </a:lnTo>
                  <a:lnTo>
                    <a:pt x="1263246" y="317696"/>
                  </a:lnTo>
                  <a:lnTo>
                    <a:pt x="1272963" y="317703"/>
                  </a:lnTo>
                  <a:lnTo>
                    <a:pt x="1282680" y="317684"/>
                  </a:lnTo>
                  <a:lnTo>
                    <a:pt x="1292397" y="317658"/>
                  </a:lnTo>
                  <a:lnTo>
                    <a:pt x="1302115" y="317654"/>
                  </a:lnTo>
                  <a:lnTo>
                    <a:pt x="1311832" y="317650"/>
                  </a:lnTo>
                  <a:lnTo>
                    <a:pt x="1321549" y="317646"/>
                  </a:lnTo>
                  <a:lnTo>
                    <a:pt x="1331267" y="317642"/>
                  </a:lnTo>
                  <a:lnTo>
                    <a:pt x="1340984" y="316530"/>
                  </a:lnTo>
                  <a:lnTo>
                    <a:pt x="1350701" y="315087"/>
                  </a:lnTo>
                  <a:lnTo>
                    <a:pt x="1360418" y="314036"/>
                  </a:lnTo>
                  <a:lnTo>
                    <a:pt x="1370136" y="313772"/>
                  </a:lnTo>
                  <a:lnTo>
                    <a:pt x="1379853" y="313541"/>
                  </a:lnTo>
                  <a:lnTo>
                    <a:pt x="1389570" y="313080"/>
                  </a:lnTo>
                  <a:lnTo>
                    <a:pt x="1399287" y="312072"/>
                  </a:lnTo>
                  <a:lnTo>
                    <a:pt x="1409005" y="312084"/>
                  </a:lnTo>
                  <a:lnTo>
                    <a:pt x="1418722" y="312112"/>
                  </a:lnTo>
                  <a:lnTo>
                    <a:pt x="1428439" y="311647"/>
                  </a:lnTo>
                  <a:lnTo>
                    <a:pt x="1438157" y="311015"/>
                  </a:lnTo>
                  <a:lnTo>
                    <a:pt x="1447874" y="311603"/>
                  </a:lnTo>
                  <a:lnTo>
                    <a:pt x="1457591" y="311667"/>
                  </a:lnTo>
                  <a:lnTo>
                    <a:pt x="1467308" y="311434"/>
                  </a:lnTo>
                  <a:lnTo>
                    <a:pt x="1477026" y="310457"/>
                  </a:lnTo>
                  <a:lnTo>
                    <a:pt x="1486743" y="309429"/>
                  </a:lnTo>
                  <a:lnTo>
                    <a:pt x="1496460" y="309250"/>
                  </a:lnTo>
                  <a:lnTo>
                    <a:pt x="1506178" y="309093"/>
                  </a:lnTo>
                  <a:lnTo>
                    <a:pt x="1515895" y="308936"/>
                  </a:lnTo>
                  <a:lnTo>
                    <a:pt x="1525612" y="308779"/>
                  </a:lnTo>
                  <a:lnTo>
                    <a:pt x="1535329" y="308622"/>
                  </a:lnTo>
                  <a:lnTo>
                    <a:pt x="1545047" y="308465"/>
                  </a:lnTo>
                  <a:lnTo>
                    <a:pt x="1554764" y="307785"/>
                  </a:lnTo>
                  <a:lnTo>
                    <a:pt x="1564481" y="306571"/>
                  </a:lnTo>
                  <a:lnTo>
                    <a:pt x="1574198" y="306561"/>
                  </a:lnTo>
                  <a:lnTo>
                    <a:pt x="1583916" y="306922"/>
                  </a:lnTo>
                  <a:lnTo>
                    <a:pt x="1593633" y="307283"/>
                  </a:lnTo>
                  <a:lnTo>
                    <a:pt x="1603350" y="307523"/>
                  </a:lnTo>
                  <a:lnTo>
                    <a:pt x="1613068" y="307366"/>
                  </a:lnTo>
                  <a:lnTo>
                    <a:pt x="1622785" y="307208"/>
                  </a:lnTo>
                  <a:lnTo>
                    <a:pt x="1632502" y="307051"/>
                  </a:lnTo>
                  <a:lnTo>
                    <a:pt x="1642219" y="306894"/>
                  </a:lnTo>
                  <a:lnTo>
                    <a:pt x="1651937" y="306736"/>
                  </a:lnTo>
                  <a:lnTo>
                    <a:pt x="1661654" y="306579"/>
                  </a:lnTo>
                  <a:lnTo>
                    <a:pt x="1671371" y="306418"/>
                  </a:lnTo>
                  <a:lnTo>
                    <a:pt x="1681089" y="306179"/>
                  </a:lnTo>
                  <a:lnTo>
                    <a:pt x="1690806" y="305939"/>
                  </a:lnTo>
                  <a:lnTo>
                    <a:pt x="1700523" y="305700"/>
                  </a:lnTo>
                  <a:lnTo>
                    <a:pt x="1710240" y="305460"/>
                  </a:lnTo>
                  <a:lnTo>
                    <a:pt x="1719958" y="305221"/>
                  </a:lnTo>
                  <a:lnTo>
                    <a:pt x="1729675" y="304981"/>
                  </a:lnTo>
                  <a:lnTo>
                    <a:pt x="1739392" y="304741"/>
                  </a:lnTo>
                  <a:lnTo>
                    <a:pt x="1749109" y="304501"/>
                  </a:lnTo>
                  <a:lnTo>
                    <a:pt x="1758827" y="304260"/>
                  </a:lnTo>
                  <a:lnTo>
                    <a:pt x="1768544" y="304020"/>
                  </a:lnTo>
                  <a:lnTo>
                    <a:pt x="1778261" y="303779"/>
                  </a:lnTo>
                  <a:lnTo>
                    <a:pt x="1787979" y="303538"/>
                  </a:lnTo>
                  <a:lnTo>
                    <a:pt x="1797696" y="302565"/>
                  </a:lnTo>
                  <a:lnTo>
                    <a:pt x="1807413" y="301414"/>
                  </a:lnTo>
                  <a:lnTo>
                    <a:pt x="1817130" y="300259"/>
                  </a:lnTo>
                  <a:lnTo>
                    <a:pt x="1826848" y="299101"/>
                  </a:lnTo>
                  <a:lnTo>
                    <a:pt x="1836565" y="297939"/>
                  </a:lnTo>
                  <a:lnTo>
                    <a:pt x="1846282" y="296828"/>
                  </a:lnTo>
                  <a:lnTo>
                    <a:pt x="1856000" y="296501"/>
                  </a:lnTo>
                  <a:lnTo>
                    <a:pt x="1865717" y="296191"/>
                  </a:lnTo>
                  <a:lnTo>
                    <a:pt x="1875434" y="295886"/>
                  </a:lnTo>
                  <a:lnTo>
                    <a:pt x="1885151" y="295581"/>
                  </a:lnTo>
                  <a:lnTo>
                    <a:pt x="1894869" y="295275"/>
                  </a:lnTo>
                  <a:lnTo>
                    <a:pt x="1904586" y="294970"/>
                  </a:lnTo>
                  <a:lnTo>
                    <a:pt x="1914303" y="294664"/>
                  </a:lnTo>
                  <a:lnTo>
                    <a:pt x="1924020" y="294358"/>
                  </a:lnTo>
                  <a:lnTo>
                    <a:pt x="1933738" y="294053"/>
                  </a:lnTo>
                  <a:lnTo>
                    <a:pt x="1943455" y="293548"/>
                  </a:lnTo>
                  <a:lnTo>
                    <a:pt x="1953172" y="292814"/>
                  </a:lnTo>
                  <a:lnTo>
                    <a:pt x="1962890" y="292825"/>
                  </a:lnTo>
                  <a:lnTo>
                    <a:pt x="1972607" y="292827"/>
                  </a:lnTo>
                  <a:lnTo>
                    <a:pt x="1982324" y="292520"/>
                  </a:lnTo>
                  <a:lnTo>
                    <a:pt x="1992041" y="292213"/>
                  </a:lnTo>
                  <a:lnTo>
                    <a:pt x="2001759" y="291906"/>
                  </a:lnTo>
                  <a:lnTo>
                    <a:pt x="2011476" y="291599"/>
                  </a:lnTo>
                  <a:lnTo>
                    <a:pt x="2021193" y="291292"/>
                  </a:lnTo>
                  <a:lnTo>
                    <a:pt x="2030911" y="290984"/>
                  </a:lnTo>
                  <a:lnTo>
                    <a:pt x="2040628" y="290676"/>
                  </a:lnTo>
                  <a:lnTo>
                    <a:pt x="2050345" y="290369"/>
                  </a:lnTo>
                  <a:lnTo>
                    <a:pt x="2060062" y="290060"/>
                  </a:lnTo>
                  <a:lnTo>
                    <a:pt x="2069780" y="289752"/>
                  </a:lnTo>
                  <a:lnTo>
                    <a:pt x="2079497" y="289444"/>
                  </a:lnTo>
                  <a:lnTo>
                    <a:pt x="2089214" y="289135"/>
                  </a:lnTo>
                  <a:lnTo>
                    <a:pt x="2098931" y="288827"/>
                  </a:lnTo>
                  <a:lnTo>
                    <a:pt x="2108649" y="288518"/>
                  </a:lnTo>
                  <a:lnTo>
                    <a:pt x="2118366" y="288209"/>
                  </a:lnTo>
                  <a:lnTo>
                    <a:pt x="2128083" y="287899"/>
                  </a:lnTo>
                  <a:lnTo>
                    <a:pt x="2137801" y="287590"/>
                  </a:lnTo>
                  <a:lnTo>
                    <a:pt x="2147518" y="287281"/>
                  </a:lnTo>
                  <a:lnTo>
                    <a:pt x="2157235" y="286971"/>
                  </a:lnTo>
                  <a:lnTo>
                    <a:pt x="2166952" y="286661"/>
                  </a:lnTo>
                  <a:lnTo>
                    <a:pt x="2176670" y="286351"/>
                  </a:lnTo>
                  <a:lnTo>
                    <a:pt x="2186387" y="286041"/>
                  </a:lnTo>
                  <a:lnTo>
                    <a:pt x="2196104" y="285730"/>
                  </a:lnTo>
                  <a:lnTo>
                    <a:pt x="2205822" y="285420"/>
                  </a:lnTo>
                  <a:lnTo>
                    <a:pt x="2215539" y="285109"/>
                  </a:lnTo>
                  <a:lnTo>
                    <a:pt x="2225256" y="284798"/>
                  </a:lnTo>
                  <a:lnTo>
                    <a:pt x="2234973" y="284487"/>
                  </a:lnTo>
                  <a:lnTo>
                    <a:pt x="2244691" y="284176"/>
                  </a:lnTo>
                  <a:lnTo>
                    <a:pt x="2254408" y="283865"/>
                  </a:lnTo>
                  <a:lnTo>
                    <a:pt x="2264125" y="283553"/>
                  </a:lnTo>
                  <a:lnTo>
                    <a:pt x="2273842" y="283242"/>
                  </a:lnTo>
                  <a:lnTo>
                    <a:pt x="2283560" y="282930"/>
                  </a:lnTo>
                  <a:lnTo>
                    <a:pt x="2293277" y="282618"/>
                  </a:lnTo>
                  <a:lnTo>
                    <a:pt x="2302994" y="282306"/>
                  </a:lnTo>
                  <a:lnTo>
                    <a:pt x="2312712" y="281993"/>
                  </a:lnTo>
                  <a:lnTo>
                    <a:pt x="2322429" y="281681"/>
                  </a:lnTo>
                  <a:lnTo>
                    <a:pt x="2332146" y="281041"/>
                  </a:lnTo>
                  <a:lnTo>
                    <a:pt x="2341863" y="280652"/>
                  </a:lnTo>
                  <a:lnTo>
                    <a:pt x="2351581" y="280341"/>
                  </a:lnTo>
                  <a:lnTo>
                    <a:pt x="2361298" y="280030"/>
                  </a:lnTo>
                  <a:lnTo>
                    <a:pt x="2371015" y="279730"/>
                  </a:lnTo>
                  <a:lnTo>
                    <a:pt x="2380733" y="279434"/>
                  </a:lnTo>
                  <a:lnTo>
                    <a:pt x="2390450" y="278981"/>
                  </a:lnTo>
                  <a:lnTo>
                    <a:pt x="2400167" y="278514"/>
                  </a:lnTo>
                  <a:lnTo>
                    <a:pt x="2409884" y="278194"/>
                  </a:lnTo>
                  <a:lnTo>
                    <a:pt x="2419602" y="278093"/>
                  </a:lnTo>
                  <a:lnTo>
                    <a:pt x="2429319" y="277930"/>
                  </a:lnTo>
                  <a:lnTo>
                    <a:pt x="2439036" y="277623"/>
                  </a:lnTo>
                  <a:lnTo>
                    <a:pt x="2448753" y="277316"/>
                  </a:lnTo>
                  <a:lnTo>
                    <a:pt x="2458471" y="277009"/>
                  </a:lnTo>
                  <a:lnTo>
                    <a:pt x="2468188" y="276702"/>
                  </a:lnTo>
                  <a:lnTo>
                    <a:pt x="2477905" y="276394"/>
                  </a:lnTo>
                  <a:lnTo>
                    <a:pt x="2487623" y="276086"/>
                  </a:lnTo>
                  <a:lnTo>
                    <a:pt x="2497340" y="275606"/>
                  </a:lnTo>
                  <a:lnTo>
                    <a:pt x="2507057" y="274728"/>
                  </a:lnTo>
                  <a:lnTo>
                    <a:pt x="2516774" y="2738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6324250" y="3428131"/>
              <a:ext cx="2516774" cy="443213"/>
            </a:xfrm>
            <a:custGeom>
              <a:avLst/>
              <a:pathLst>
                <a:path w="2516774" h="443213">
                  <a:moveTo>
                    <a:pt x="2516774" y="443213"/>
                  </a:moveTo>
                  <a:lnTo>
                    <a:pt x="2507057" y="442805"/>
                  </a:lnTo>
                  <a:lnTo>
                    <a:pt x="2497340" y="442273"/>
                  </a:lnTo>
                  <a:lnTo>
                    <a:pt x="2487623" y="441468"/>
                  </a:lnTo>
                  <a:lnTo>
                    <a:pt x="2477905" y="441061"/>
                  </a:lnTo>
                  <a:lnTo>
                    <a:pt x="2468188" y="440579"/>
                  </a:lnTo>
                  <a:lnTo>
                    <a:pt x="2458471" y="439352"/>
                  </a:lnTo>
                  <a:lnTo>
                    <a:pt x="2448753" y="438140"/>
                  </a:lnTo>
                  <a:lnTo>
                    <a:pt x="2439036" y="437291"/>
                  </a:lnTo>
                  <a:lnTo>
                    <a:pt x="2429319" y="436443"/>
                  </a:lnTo>
                  <a:lnTo>
                    <a:pt x="2419602" y="435817"/>
                  </a:lnTo>
                  <a:lnTo>
                    <a:pt x="2409884" y="435183"/>
                  </a:lnTo>
                  <a:lnTo>
                    <a:pt x="2400167" y="434544"/>
                  </a:lnTo>
                  <a:lnTo>
                    <a:pt x="2390450" y="433898"/>
                  </a:lnTo>
                  <a:lnTo>
                    <a:pt x="2380733" y="433246"/>
                  </a:lnTo>
                  <a:lnTo>
                    <a:pt x="2371015" y="432587"/>
                  </a:lnTo>
                  <a:lnTo>
                    <a:pt x="2361298" y="431912"/>
                  </a:lnTo>
                  <a:lnTo>
                    <a:pt x="2351581" y="431226"/>
                  </a:lnTo>
                  <a:lnTo>
                    <a:pt x="2341863" y="430333"/>
                  </a:lnTo>
                  <a:lnTo>
                    <a:pt x="2332146" y="429643"/>
                  </a:lnTo>
                  <a:lnTo>
                    <a:pt x="2322429" y="428964"/>
                  </a:lnTo>
                  <a:lnTo>
                    <a:pt x="2312712" y="428277"/>
                  </a:lnTo>
                  <a:lnTo>
                    <a:pt x="2302994" y="427582"/>
                  </a:lnTo>
                  <a:lnTo>
                    <a:pt x="2293277" y="426879"/>
                  </a:lnTo>
                  <a:lnTo>
                    <a:pt x="2283560" y="426167"/>
                  </a:lnTo>
                  <a:lnTo>
                    <a:pt x="2273842" y="425448"/>
                  </a:lnTo>
                  <a:lnTo>
                    <a:pt x="2264125" y="424721"/>
                  </a:lnTo>
                  <a:lnTo>
                    <a:pt x="2254408" y="423984"/>
                  </a:lnTo>
                  <a:lnTo>
                    <a:pt x="2244691" y="423236"/>
                  </a:lnTo>
                  <a:lnTo>
                    <a:pt x="2234973" y="422346"/>
                  </a:lnTo>
                  <a:lnTo>
                    <a:pt x="2225256" y="421430"/>
                  </a:lnTo>
                  <a:lnTo>
                    <a:pt x="2215539" y="420157"/>
                  </a:lnTo>
                  <a:lnTo>
                    <a:pt x="2205822" y="419301"/>
                  </a:lnTo>
                  <a:lnTo>
                    <a:pt x="2196104" y="418609"/>
                  </a:lnTo>
                  <a:lnTo>
                    <a:pt x="2186387" y="417661"/>
                  </a:lnTo>
                  <a:lnTo>
                    <a:pt x="2176670" y="416835"/>
                  </a:lnTo>
                  <a:lnTo>
                    <a:pt x="2166952" y="416012"/>
                  </a:lnTo>
                  <a:lnTo>
                    <a:pt x="2157235" y="415176"/>
                  </a:lnTo>
                  <a:lnTo>
                    <a:pt x="2147518" y="414552"/>
                  </a:lnTo>
                  <a:lnTo>
                    <a:pt x="2137801" y="413939"/>
                  </a:lnTo>
                  <a:lnTo>
                    <a:pt x="2128083" y="413317"/>
                  </a:lnTo>
                  <a:lnTo>
                    <a:pt x="2118366" y="412686"/>
                  </a:lnTo>
                  <a:lnTo>
                    <a:pt x="2108649" y="411871"/>
                  </a:lnTo>
                  <a:lnTo>
                    <a:pt x="2098931" y="410993"/>
                  </a:lnTo>
                  <a:lnTo>
                    <a:pt x="2089214" y="410100"/>
                  </a:lnTo>
                  <a:lnTo>
                    <a:pt x="2079497" y="409196"/>
                  </a:lnTo>
                  <a:lnTo>
                    <a:pt x="2069780" y="408272"/>
                  </a:lnTo>
                  <a:lnTo>
                    <a:pt x="2060062" y="406988"/>
                  </a:lnTo>
                  <a:lnTo>
                    <a:pt x="2050345" y="405550"/>
                  </a:lnTo>
                  <a:lnTo>
                    <a:pt x="2040628" y="404239"/>
                  </a:lnTo>
                  <a:lnTo>
                    <a:pt x="2030911" y="403330"/>
                  </a:lnTo>
                  <a:lnTo>
                    <a:pt x="2021193" y="402347"/>
                  </a:lnTo>
                  <a:lnTo>
                    <a:pt x="2011476" y="401251"/>
                  </a:lnTo>
                  <a:lnTo>
                    <a:pt x="2001759" y="399736"/>
                  </a:lnTo>
                  <a:lnTo>
                    <a:pt x="1992041" y="398215"/>
                  </a:lnTo>
                  <a:lnTo>
                    <a:pt x="1982324" y="396687"/>
                  </a:lnTo>
                  <a:lnTo>
                    <a:pt x="1972607" y="395153"/>
                  </a:lnTo>
                  <a:lnTo>
                    <a:pt x="1962890" y="393611"/>
                  </a:lnTo>
                  <a:lnTo>
                    <a:pt x="1953172" y="392063"/>
                  </a:lnTo>
                  <a:lnTo>
                    <a:pt x="1943455" y="390895"/>
                  </a:lnTo>
                  <a:lnTo>
                    <a:pt x="1933738" y="389889"/>
                  </a:lnTo>
                  <a:lnTo>
                    <a:pt x="1924020" y="388874"/>
                  </a:lnTo>
                  <a:lnTo>
                    <a:pt x="1914303" y="387850"/>
                  </a:lnTo>
                  <a:lnTo>
                    <a:pt x="1904586" y="386817"/>
                  </a:lnTo>
                  <a:lnTo>
                    <a:pt x="1894869" y="386081"/>
                  </a:lnTo>
                  <a:lnTo>
                    <a:pt x="1885151" y="385345"/>
                  </a:lnTo>
                  <a:lnTo>
                    <a:pt x="1875434" y="384597"/>
                  </a:lnTo>
                  <a:lnTo>
                    <a:pt x="1865717" y="383529"/>
                  </a:lnTo>
                  <a:lnTo>
                    <a:pt x="1856000" y="382013"/>
                  </a:lnTo>
                  <a:lnTo>
                    <a:pt x="1846282" y="380988"/>
                  </a:lnTo>
                  <a:lnTo>
                    <a:pt x="1836565" y="380054"/>
                  </a:lnTo>
                  <a:lnTo>
                    <a:pt x="1826848" y="379153"/>
                  </a:lnTo>
                  <a:lnTo>
                    <a:pt x="1817130" y="378226"/>
                  </a:lnTo>
                  <a:lnTo>
                    <a:pt x="1807413" y="377275"/>
                  </a:lnTo>
                  <a:lnTo>
                    <a:pt x="1797696" y="376113"/>
                  </a:lnTo>
                  <a:lnTo>
                    <a:pt x="1787979" y="374814"/>
                  </a:lnTo>
                  <a:lnTo>
                    <a:pt x="1778261" y="373499"/>
                  </a:lnTo>
                  <a:lnTo>
                    <a:pt x="1768544" y="372169"/>
                  </a:lnTo>
                  <a:lnTo>
                    <a:pt x="1758827" y="370824"/>
                  </a:lnTo>
                  <a:lnTo>
                    <a:pt x="1749109" y="369646"/>
                  </a:lnTo>
                  <a:lnTo>
                    <a:pt x="1739392" y="368649"/>
                  </a:lnTo>
                  <a:lnTo>
                    <a:pt x="1729675" y="367636"/>
                  </a:lnTo>
                  <a:lnTo>
                    <a:pt x="1719958" y="366725"/>
                  </a:lnTo>
                  <a:lnTo>
                    <a:pt x="1710240" y="365943"/>
                  </a:lnTo>
                  <a:lnTo>
                    <a:pt x="1700523" y="364664"/>
                  </a:lnTo>
                  <a:lnTo>
                    <a:pt x="1690806" y="363477"/>
                  </a:lnTo>
                  <a:lnTo>
                    <a:pt x="1681089" y="362412"/>
                  </a:lnTo>
                  <a:lnTo>
                    <a:pt x="1671371" y="361324"/>
                  </a:lnTo>
                  <a:lnTo>
                    <a:pt x="1661654" y="360204"/>
                  </a:lnTo>
                  <a:lnTo>
                    <a:pt x="1651937" y="358214"/>
                  </a:lnTo>
                  <a:lnTo>
                    <a:pt x="1642219" y="356837"/>
                  </a:lnTo>
                  <a:lnTo>
                    <a:pt x="1632502" y="355776"/>
                  </a:lnTo>
                  <a:lnTo>
                    <a:pt x="1622785" y="354664"/>
                  </a:lnTo>
                  <a:lnTo>
                    <a:pt x="1613068" y="353083"/>
                  </a:lnTo>
                  <a:lnTo>
                    <a:pt x="1603350" y="351378"/>
                  </a:lnTo>
                  <a:lnTo>
                    <a:pt x="1593633" y="349647"/>
                  </a:lnTo>
                  <a:lnTo>
                    <a:pt x="1583916" y="347894"/>
                  </a:lnTo>
                  <a:lnTo>
                    <a:pt x="1574198" y="346125"/>
                  </a:lnTo>
                  <a:lnTo>
                    <a:pt x="1564481" y="344403"/>
                  </a:lnTo>
                  <a:lnTo>
                    <a:pt x="1554764" y="342557"/>
                  </a:lnTo>
                  <a:lnTo>
                    <a:pt x="1545047" y="341479"/>
                  </a:lnTo>
                  <a:lnTo>
                    <a:pt x="1535329" y="340172"/>
                  </a:lnTo>
                  <a:lnTo>
                    <a:pt x="1525612" y="338741"/>
                  </a:lnTo>
                  <a:lnTo>
                    <a:pt x="1515895" y="337291"/>
                  </a:lnTo>
                  <a:lnTo>
                    <a:pt x="1506178" y="335816"/>
                  </a:lnTo>
                  <a:lnTo>
                    <a:pt x="1496460" y="334329"/>
                  </a:lnTo>
                  <a:lnTo>
                    <a:pt x="1486743" y="332829"/>
                  </a:lnTo>
                  <a:lnTo>
                    <a:pt x="1477026" y="330937"/>
                  </a:lnTo>
                  <a:lnTo>
                    <a:pt x="1467308" y="328054"/>
                  </a:lnTo>
                  <a:lnTo>
                    <a:pt x="1457591" y="325137"/>
                  </a:lnTo>
                  <a:lnTo>
                    <a:pt x="1447874" y="322442"/>
                  </a:lnTo>
                  <a:lnTo>
                    <a:pt x="1438157" y="320851"/>
                  </a:lnTo>
                  <a:lnTo>
                    <a:pt x="1428439" y="319244"/>
                  </a:lnTo>
                  <a:lnTo>
                    <a:pt x="1418722" y="317621"/>
                  </a:lnTo>
                  <a:lnTo>
                    <a:pt x="1409005" y="315982"/>
                  </a:lnTo>
                  <a:lnTo>
                    <a:pt x="1399287" y="314195"/>
                  </a:lnTo>
                  <a:lnTo>
                    <a:pt x="1389570" y="312007"/>
                  </a:lnTo>
                  <a:lnTo>
                    <a:pt x="1379853" y="309797"/>
                  </a:lnTo>
                  <a:lnTo>
                    <a:pt x="1370136" y="307565"/>
                  </a:lnTo>
                  <a:lnTo>
                    <a:pt x="1360418" y="305933"/>
                  </a:lnTo>
                  <a:lnTo>
                    <a:pt x="1350701" y="304445"/>
                  </a:lnTo>
                  <a:lnTo>
                    <a:pt x="1340984" y="302933"/>
                  </a:lnTo>
                  <a:lnTo>
                    <a:pt x="1331267" y="301408"/>
                  </a:lnTo>
                  <a:lnTo>
                    <a:pt x="1321549" y="299875"/>
                  </a:lnTo>
                  <a:lnTo>
                    <a:pt x="1311832" y="297911"/>
                  </a:lnTo>
                  <a:lnTo>
                    <a:pt x="1302115" y="295028"/>
                  </a:lnTo>
                  <a:lnTo>
                    <a:pt x="1292397" y="292680"/>
                  </a:lnTo>
                  <a:lnTo>
                    <a:pt x="1282680" y="290445"/>
                  </a:lnTo>
                  <a:lnTo>
                    <a:pt x="1272963" y="288184"/>
                  </a:lnTo>
                  <a:lnTo>
                    <a:pt x="1263246" y="285888"/>
                  </a:lnTo>
                  <a:lnTo>
                    <a:pt x="1253528" y="283568"/>
                  </a:lnTo>
                  <a:lnTo>
                    <a:pt x="1243811" y="281371"/>
                  </a:lnTo>
                  <a:lnTo>
                    <a:pt x="1234094" y="278876"/>
                  </a:lnTo>
                  <a:lnTo>
                    <a:pt x="1224376" y="276509"/>
                  </a:lnTo>
                  <a:lnTo>
                    <a:pt x="1214659" y="274119"/>
                  </a:lnTo>
                  <a:lnTo>
                    <a:pt x="1204942" y="271705"/>
                  </a:lnTo>
                  <a:lnTo>
                    <a:pt x="1195225" y="269387"/>
                  </a:lnTo>
                  <a:lnTo>
                    <a:pt x="1185507" y="267626"/>
                  </a:lnTo>
                  <a:lnTo>
                    <a:pt x="1175790" y="265847"/>
                  </a:lnTo>
                  <a:lnTo>
                    <a:pt x="1166073" y="264052"/>
                  </a:lnTo>
                  <a:lnTo>
                    <a:pt x="1156356" y="262238"/>
                  </a:lnTo>
                  <a:lnTo>
                    <a:pt x="1146638" y="260347"/>
                  </a:lnTo>
                  <a:lnTo>
                    <a:pt x="1136921" y="258086"/>
                  </a:lnTo>
                  <a:lnTo>
                    <a:pt x="1127204" y="255535"/>
                  </a:lnTo>
                  <a:lnTo>
                    <a:pt x="1117486" y="252656"/>
                  </a:lnTo>
                  <a:lnTo>
                    <a:pt x="1107769" y="250947"/>
                  </a:lnTo>
                  <a:lnTo>
                    <a:pt x="1098052" y="248503"/>
                  </a:lnTo>
                  <a:lnTo>
                    <a:pt x="1088335" y="245353"/>
                  </a:lnTo>
                  <a:lnTo>
                    <a:pt x="1078617" y="243613"/>
                  </a:lnTo>
                  <a:lnTo>
                    <a:pt x="1068900" y="241452"/>
                  </a:lnTo>
                  <a:lnTo>
                    <a:pt x="1059183" y="238967"/>
                  </a:lnTo>
                  <a:lnTo>
                    <a:pt x="1049465" y="236465"/>
                  </a:lnTo>
                  <a:lnTo>
                    <a:pt x="1039748" y="233946"/>
                  </a:lnTo>
                  <a:lnTo>
                    <a:pt x="1030031" y="231410"/>
                  </a:lnTo>
                  <a:lnTo>
                    <a:pt x="1020314" y="228856"/>
                  </a:lnTo>
                  <a:lnTo>
                    <a:pt x="1010596" y="226253"/>
                  </a:lnTo>
                  <a:lnTo>
                    <a:pt x="1000879" y="223629"/>
                  </a:lnTo>
                  <a:lnTo>
                    <a:pt x="991162" y="220987"/>
                  </a:lnTo>
                  <a:lnTo>
                    <a:pt x="981445" y="218327"/>
                  </a:lnTo>
                  <a:lnTo>
                    <a:pt x="971727" y="215650"/>
                  </a:lnTo>
                  <a:lnTo>
                    <a:pt x="962010" y="212952"/>
                  </a:lnTo>
                  <a:lnTo>
                    <a:pt x="952293" y="209180"/>
                  </a:lnTo>
                  <a:lnTo>
                    <a:pt x="942575" y="205849"/>
                  </a:lnTo>
                  <a:lnTo>
                    <a:pt x="932858" y="203529"/>
                  </a:lnTo>
                  <a:lnTo>
                    <a:pt x="923141" y="200477"/>
                  </a:lnTo>
                  <a:lnTo>
                    <a:pt x="913424" y="197841"/>
                  </a:lnTo>
                  <a:lnTo>
                    <a:pt x="903706" y="195146"/>
                  </a:lnTo>
                  <a:lnTo>
                    <a:pt x="893989" y="191980"/>
                  </a:lnTo>
                  <a:lnTo>
                    <a:pt x="884272" y="187649"/>
                  </a:lnTo>
                  <a:lnTo>
                    <a:pt x="874554" y="183510"/>
                  </a:lnTo>
                  <a:lnTo>
                    <a:pt x="864837" y="181006"/>
                  </a:lnTo>
                  <a:lnTo>
                    <a:pt x="855120" y="178471"/>
                  </a:lnTo>
                  <a:lnTo>
                    <a:pt x="845403" y="176542"/>
                  </a:lnTo>
                  <a:lnTo>
                    <a:pt x="835685" y="175083"/>
                  </a:lnTo>
                  <a:lnTo>
                    <a:pt x="825968" y="171477"/>
                  </a:lnTo>
                  <a:lnTo>
                    <a:pt x="816251" y="168030"/>
                  </a:lnTo>
                  <a:lnTo>
                    <a:pt x="806534" y="165323"/>
                  </a:lnTo>
                  <a:lnTo>
                    <a:pt x="796816" y="162094"/>
                  </a:lnTo>
                  <a:lnTo>
                    <a:pt x="787099" y="159781"/>
                  </a:lnTo>
                  <a:lnTo>
                    <a:pt x="777382" y="157108"/>
                  </a:lnTo>
                  <a:lnTo>
                    <a:pt x="767664" y="153789"/>
                  </a:lnTo>
                  <a:lnTo>
                    <a:pt x="757947" y="149487"/>
                  </a:lnTo>
                  <a:lnTo>
                    <a:pt x="748230" y="146870"/>
                  </a:lnTo>
                  <a:lnTo>
                    <a:pt x="738513" y="142412"/>
                  </a:lnTo>
                  <a:lnTo>
                    <a:pt x="728795" y="138164"/>
                  </a:lnTo>
                  <a:lnTo>
                    <a:pt x="719078" y="134669"/>
                  </a:lnTo>
                  <a:lnTo>
                    <a:pt x="709361" y="130957"/>
                  </a:lnTo>
                  <a:lnTo>
                    <a:pt x="699643" y="128248"/>
                  </a:lnTo>
                  <a:lnTo>
                    <a:pt x="689926" y="125811"/>
                  </a:lnTo>
                  <a:lnTo>
                    <a:pt x="680209" y="123246"/>
                  </a:lnTo>
                  <a:lnTo>
                    <a:pt x="670492" y="119173"/>
                  </a:lnTo>
                  <a:lnTo>
                    <a:pt x="660774" y="115175"/>
                  </a:lnTo>
                  <a:lnTo>
                    <a:pt x="651057" y="112581"/>
                  </a:lnTo>
                  <a:lnTo>
                    <a:pt x="641340" y="109711"/>
                  </a:lnTo>
                  <a:lnTo>
                    <a:pt x="631623" y="106709"/>
                  </a:lnTo>
                  <a:lnTo>
                    <a:pt x="621905" y="103047"/>
                  </a:lnTo>
                  <a:lnTo>
                    <a:pt x="612188" y="101259"/>
                  </a:lnTo>
                  <a:lnTo>
                    <a:pt x="602471" y="98920"/>
                  </a:lnTo>
                  <a:lnTo>
                    <a:pt x="592753" y="96601"/>
                  </a:lnTo>
                  <a:lnTo>
                    <a:pt x="583036" y="93879"/>
                  </a:lnTo>
                  <a:lnTo>
                    <a:pt x="573319" y="90469"/>
                  </a:lnTo>
                  <a:lnTo>
                    <a:pt x="563602" y="87119"/>
                  </a:lnTo>
                  <a:lnTo>
                    <a:pt x="553884" y="83690"/>
                  </a:lnTo>
                  <a:lnTo>
                    <a:pt x="544167" y="80783"/>
                  </a:lnTo>
                  <a:lnTo>
                    <a:pt x="534450" y="78446"/>
                  </a:lnTo>
                  <a:lnTo>
                    <a:pt x="524732" y="76225"/>
                  </a:lnTo>
                  <a:lnTo>
                    <a:pt x="515015" y="73407"/>
                  </a:lnTo>
                  <a:lnTo>
                    <a:pt x="505298" y="71482"/>
                  </a:lnTo>
                  <a:lnTo>
                    <a:pt x="495581" y="68832"/>
                  </a:lnTo>
                  <a:lnTo>
                    <a:pt x="485863" y="65637"/>
                  </a:lnTo>
                  <a:lnTo>
                    <a:pt x="476146" y="62121"/>
                  </a:lnTo>
                  <a:lnTo>
                    <a:pt x="466429" y="58104"/>
                  </a:lnTo>
                  <a:lnTo>
                    <a:pt x="456712" y="55474"/>
                  </a:lnTo>
                  <a:lnTo>
                    <a:pt x="446994" y="52955"/>
                  </a:lnTo>
                  <a:lnTo>
                    <a:pt x="437277" y="49786"/>
                  </a:lnTo>
                  <a:lnTo>
                    <a:pt x="427560" y="46322"/>
                  </a:lnTo>
                  <a:lnTo>
                    <a:pt x="417842" y="44356"/>
                  </a:lnTo>
                  <a:lnTo>
                    <a:pt x="408125" y="42401"/>
                  </a:lnTo>
                  <a:lnTo>
                    <a:pt x="398408" y="40269"/>
                  </a:lnTo>
                  <a:lnTo>
                    <a:pt x="388691" y="38474"/>
                  </a:lnTo>
                  <a:lnTo>
                    <a:pt x="378973" y="36905"/>
                  </a:lnTo>
                  <a:lnTo>
                    <a:pt x="369256" y="34149"/>
                  </a:lnTo>
                  <a:lnTo>
                    <a:pt x="359539" y="32206"/>
                  </a:lnTo>
                  <a:lnTo>
                    <a:pt x="349821" y="30411"/>
                  </a:lnTo>
                  <a:lnTo>
                    <a:pt x="340104" y="28293"/>
                  </a:lnTo>
                  <a:lnTo>
                    <a:pt x="330387" y="25742"/>
                  </a:lnTo>
                  <a:lnTo>
                    <a:pt x="320670" y="24119"/>
                  </a:lnTo>
                  <a:lnTo>
                    <a:pt x="310952" y="21458"/>
                  </a:lnTo>
                  <a:lnTo>
                    <a:pt x="301235" y="20372"/>
                  </a:lnTo>
                  <a:lnTo>
                    <a:pt x="291518" y="19856"/>
                  </a:lnTo>
                  <a:lnTo>
                    <a:pt x="281801" y="18702"/>
                  </a:lnTo>
                  <a:lnTo>
                    <a:pt x="272083" y="18090"/>
                  </a:lnTo>
                  <a:lnTo>
                    <a:pt x="262366" y="16978"/>
                  </a:lnTo>
                  <a:lnTo>
                    <a:pt x="252649" y="16047"/>
                  </a:lnTo>
                  <a:lnTo>
                    <a:pt x="242931" y="15014"/>
                  </a:lnTo>
                  <a:lnTo>
                    <a:pt x="233214" y="11670"/>
                  </a:lnTo>
                  <a:lnTo>
                    <a:pt x="223497" y="11087"/>
                  </a:lnTo>
                  <a:lnTo>
                    <a:pt x="213780" y="9354"/>
                  </a:lnTo>
                  <a:lnTo>
                    <a:pt x="204062" y="8176"/>
                  </a:lnTo>
                  <a:lnTo>
                    <a:pt x="194345" y="7880"/>
                  </a:lnTo>
                  <a:lnTo>
                    <a:pt x="184628" y="6670"/>
                  </a:lnTo>
                  <a:lnTo>
                    <a:pt x="174910" y="5518"/>
                  </a:lnTo>
                  <a:lnTo>
                    <a:pt x="165193" y="4456"/>
                  </a:lnTo>
                  <a:lnTo>
                    <a:pt x="155476" y="4263"/>
                  </a:lnTo>
                  <a:lnTo>
                    <a:pt x="145759" y="3698"/>
                  </a:lnTo>
                  <a:lnTo>
                    <a:pt x="136041" y="2948"/>
                  </a:lnTo>
                  <a:lnTo>
                    <a:pt x="126324" y="2632"/>
                  </a:lnTo>
                  <a:lnTo>
                    <a:pt x="116607" y="2105"/>
                  </a:lnTo>
                  <a:lnTo>
                    <a:pt x="106890" y="2092"/>
                  </a:lnTo>
                  <a:lnTo>
                    <a:pt x="97172" y="2120"/>
                  </a:lnTo>
                  <a:lnTo>
                    <a:pt x="87455" y="2863"/>
                  </a:lnTo>
                  <a:lnTo>
                    <a:pt x="77738" y="3011"/>
                  </a:lnTo>
                  <a:lnTo>
                    <a:pt x="68020" y="3382"/>
                  </a:lnTo>
                  <a:lnTo>
                    <a:pt x="58303" y="2722"/>
                  </a:lnTo>
                  <a:lnTo>
                    <a:pt x="48586" y="1773"/>
                  </a:lnTo>
                  <a:lnTo>
                    <a:pt x="38869" y="1895"/>
                  </a:lnTo>
                  <a:lnTo>
                    <a:pt x="29151" y="1525"/>
                  </a:lnTo>
                  <a:lnTo>
                    <a:pt x="19434" y="1710"/>
                  </a:lnTo>
                  <a:lnTo>
                    <a:pt x="9717" y="176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6324250" y="3117356"/>
              <a:ext cx="2516774" cy="748443"/>
            </a:xfrm>
            <a:custGeom>
              <a:avLst/>
              <a:pathLst>
                <a:path w="2516774" h="748443">
                  <a:moveTo>
                    <a:pt x="0" y="0"/>
                  </a:moveTo>
                  <a:lnTo>
                    <a:pt x="9717" y="4483"/>
                  </a:lnTo>
                  <a:lnTo>
                    <a:pt x="19434" y="8888"/>
                  </a:lnTo>
                  <a:lnTo>
                    <a:pt x="29151" y="13300"/>
                  </a:lnTo>
                  <a:lnTo>
                    <a:pt x="38869" y="17977"/>
                  </a:lnTo>
                  <a:lnTo>
                    <a:pt x="48586" y="23781"/>
                  </a:lnTo>
                  <a:lnTo>
                    <a:pt x="58303" y="29538"/>
                  </a:lnTo>
                  <a:lnTo>
                    <a:pt x="68020" y="35828"/>
                  </a:lnTo>
                  <a:lnTo>
                    <a:pt x="77738" y="42489"/>
                  </a:lnTo>
                  <a:lnTo>
                    <a:pt x="87455" y="47565"/>
                  </a:lnTo>
                  <a:lnTo>
                    <a:pt x="97172" y="52163"/>
                  </a:lnTo>
                  <a:lnTo>
                    <a:pt x="106890" y="56942"/>
                  </a:lnTo>
                  <a:lnTo>
                    <a:pt x="116607" y="62306"/>
                  </a:lnTo>
                  <a:lnTo>
                    <a:pt x="126324" y="67502"/>
                  </a:lnTo>
                  <a:lnTo>
                    <a:pt x="136041" y="73364"/>
                  </a:lnTo>
                  <a:lnTo>
                    <a:pt x="145759" y="78873"/>
                  </a:lnTo>
                  <a:lnTo>
                    <a:pt x="155476" y="84396"/>
                  </a:lnTo>
                  <a:lnTo>
                    <a:pt x="165193" y="90177"/>
                  </a:lnTo>
                  <a:lnTo>
                    <a:pt x="174910" y="95255"/>
                  </a:lnTo>
                  <a:lnTo>
                    <a:pt x="184628" y="100608"/>
                  </a:lnTo>
                  <a:lnTo>
                    <a:pt x="194345" y="105995"/>
                  </a:lnTo>
                  <a:lnTo>
                    <a:pt x="204062" y="110907"/>
                  </a:lnTo>
                  <a:lnTo>
                    <a:pt x="213780" y="115177"/>
                  </a:lnTo>
                  <a:lnTo>
                    <a:pt x="223497" y="120032"/>
                  </a:lnTo>
                  <a:lnTo>
                    <a:pt x="233214" y="125715"/>
                  </a:lnTo>
                  <a:lnTo>
                    <a:pt x="242931" y="130885"/>
                  </a:lnTo>
                  <a:lnTo>
                    <a:pt x="252649" y="134264"/>
                  </a:lnTo>
                  <a:lnTo>
                    <a:pt x="262366" y="137699"/>
                  </a:lnTo>
                  <a:lnTo>
                    <a:pt x="272083" y="142575"/>
                  </a:lnTo>
                  <a:lnTo>
                    <a:pt x="281801" y="148942"/>
                  </a:lnTo>
                  <a:lnTo>
                    <a:pt x="291518" y="153119"/>
                  </a:lnTo>
                  <a:lnTo>
                    <a:pt x="301235" y="156697"/>
                  </a:lnTo>
                  <a:lnTo>
                    <a:pt x="310952" y="161615"/>
                  </a:lnTo>
                  <a:lnTo>
                    <a:pt x="320670" y="165613"/>
                  </a:lnTo>
                  <a:lnTo>
                    <a:pt x="330387" y="168696"/>
                  </a:lnTo>
                  <a:lnTo>
                    <a:pt x="340104" y="173289"/>
                  </a:lnTo>
                  <a:lnTo>
                    <a:pt x="349821" y="175724"/>
                  </a:lnTo>
                  <a:lnTo>
                    <a:pt x="359539" y="178373"/>
                  </a:lnTo>
                  <a:lnTo>
                    <a:pt x="369256" y="182327"/>
                  </a:lnTo>
                  <a:lnTo>
                    <a:pt x="378973" y="187342"/>
                  </a:lnTo>
                  <a:lnTo>
                    <a:pt x="388691" y="188268"/>
                  </a:lnTo>
                  <a:lnTo>
                    <a:pt x="398408" y="191160"/>
                  </a:lnTo>
                  <a:lnTo>
                    <a:pt x="408125" y="195890"/>
                  </a:lnTo>
                  <a:lnTo>
                    <a:pt x="417842" y="198640"/>
                  </a:lnTo>
                  <a:lnTo>
                    <a:pt x="427560" y="203480"/>
                  </a:lnTo>
                  <a:lnTo>
                    <a:pt x="437277" y="206028"/>
                  </a:lnTo>
                  <a:lnTo>
                    <a:pt x="446994" y="209672"/>
                  </a:lnTo>
                  <a:lnTo>
                    <a:pt x="456712" y="213536"/>
                  </a:lnTo>
                  <a:lnTo>
                    <a:pt x="466429" y="217717"/>
                  </a:lnTo>
                  <a:lnTo>
                    <a:pt x="476146" y="219753"/>
                  </a:lnTo>
                  <a:lnTo>
                    <a:pt x="485863" y="221592"/>
                  </a:lnTo>
                  <a:lnTo>
                    <a:pt x="495581" y="223834"/>
                  </a:lnTo>
                  <a:lnTo>
                    <a:pt x="505298" y="226188"/>
                  </a:lnTo>
                  <a:lnTo>
                    <a:pt x="515015" y="228841"/>
                  </a:lnTo>
                  <a:lnTo>
                    <a:pt x="524732" y="231480"/>
                  </a:lnTo>
                  <a:lnTo>
                    <a:pt x="534450" y="233613"/>
                  </a:lnTo>
                  <a:lnTo>
                    <a:pt x="544167" y="236700"/>
                  </a:lnTo>
                  <a:lnTo>
                    <a:pt x="553884" y="239255"/>
                  </a:lnTo>
                  <a:lnTo>
                    <a:pt x="563602" y="240767"/>
                  </a:lnTo>
                  <a:lnTo>
                    <a:pt x="573319" y="243685"/>
                  </a:lnTo>
                  <a:lnTo>
                    <a:pt x="583036" y="245216"/>
                  </a:lnTo>
                  <a:lnTo>
                    <a:pt x="592753" y="247948"/>
                  </a:lnTo>
                  <a:lnTo>
                    <a:pt x="602471" y="250529"/>
                  </a:lnTo>
                  <a:lnTo>
                    <a:pt x="612188" y="252726"/>
                  </a:lnTo>
                  <a:lnTo>
                    <a:pt x="621905" y="254043"/>
                  </a:lnTo>
                  <a:lnTo>
                    <a:pt x="631623" y="254303"/>
                  </a:lnTo>
                  <a:lnTo>
                    <a:pt x="641340" y="255897"/>
                  </a:lnTo>
                  <a:lnTo>
                    <a:pt x="651057" y="258593"/>
                  </a:lnTo>
                  <a:lnTo>
                    <a:pt x="660774" y="259378"/>
                  </a:lnTo>
                  <a:lnTo>
                    <a:pt x="670492" y="261564"/>
                  </a:lnTo>
                  <a:lnTo>
                    <a:pt x="680209" y="262018"/>
                  </a:lnTo>
                  <a:lnTo>
                    <a:pt x="689926" y="263630"/>
                  </a:lnTo>
                  <a:lnTo>
                    <a:pt x="699643" y="265431"/>
                  </a:lnTo>
                  <a:lnTo>
                    <a:pt x="709361" y="266962"/>
                  </a:lnTo>
                  <a:lnTo>
                    <a:pt x="719078" y="268275"/>
                  </a:lnTo>
                  <a:lnTo>
                    <a:pt x="728795" y="268779"/>
                  </a:lnTo>
                  <a:lnTo>
                    <a:pt x="738513" y="269540"/>
                  </a:lnTo>
                  <a:lnTo>
                    <a:pt x="748230" y="270576"/>
                  </a:lnTo>
                  <a:lnTo>
                    <a:pt x="757947" y="272130"/>
                  </a:lnTo>
                  <a:lnTo>
                    <a:pt x="767664" y="273712"/>
                  </a:lnTo>
                  <a:lnTo>
                    <a:pt x="777382" y="274675"/>
                  </a:lnTo>
                  <a:lnTo>
                    <a:pt x="787099" y="275122"/>
                  </a:lnTo>
                  <a:lnTo>
                    <a:pt x="796816" y="275730"/>
                  </a:lnTo>
                  <a:lnTo>
                    <a:pt x="806534" y="277198"/>
                  </a:lnTo>
                  <a:lnTo>
                    <a:pt x="816251" y="278560"/>
                  </a:lnTo>
                  <a:lnTo>
                    <a:pt x="825968" y="280204"/>
                  </a:lnTo>
                  <a:lnTo>
                    <a:pt x="835685" y="282083"/>
                  </a:lnTo>
                  <a:lnTo>
                    <a:pt x="845403" y="283476"/>
                  </a:lnTo>
                  <a:lnTo>
                    <a:pt x="855120" y="284934"/>
                  </a:lnTo>
                  <a:lnTo>
                    <a:pt x="864837" y="286090"/>
                  </a:lnTo>
                  <a:lnTo>
                    <a:pt x="874554" y="286623"/>
                  </a:lnTo>
                  <a:lnTo>
                    <a:pt x="884272" y="287035"/>
                  </a:lnTo>
                  <a:lnTo>
                    <a:pt x="893989" y="287208"/>
                  </a:lnTo>
                  <a:lnTo>
                    <a:pt x="903706" y="287181"/>
                  </a:lnTo>
                  <a:lnTo>
                    <a:pt x="913424" y="287260"/>
                  </a:lnTo>
                  <a:lnTo>
                    <a:pt x="923141" y="287308"/>
                  </a:lnTo>
                  <a:lnTo>
                    <a:pt x="932858" y="288376"/>
                  </a:lnTo>
                  <a:lnTo>
                    <a:pt x="942575" y="288739"/>
                  </a:lnTo>
                  <a:lnTo>
                    <a:pt x="952293" y="289814"/>
                  </a:lnTo>
                  <a:lnTo>
                    <a:pt x="962010" y="290690"/>
                  </a:lnTo>
                  <a:lnTo>
                    <a:pt x="971727" y="291154"/>
                  </a:lnTo>
                  <a:lnTo>
                    <a:pt x="981445" y="291389"/>
                  </a:lnTo>
                  <a:lnTo>
                    <a:pt x="991162" y="292065"/>
                  </a:lnTo>
                  <a:lnTo>
                    <a:pt x="1000879" y="292760"/>
                  </a:lnTo>
                  <a:lnTo>
                    <a:pt x="1010596" y="293472"/>
                  </a:lnTo>
                  <a:lnTo>
                    <a:pt x="1020314" y="293876"/>
                  </a:lnTo>
                  <a:lnTo>
                    <a:pt x="1030031" y="294040"/>
                  </a:lnTo>
                  <a:lnTo>
                    <a:pt x="1039748" y="294330"/>
                  </a:lnTo>
                  <a:lnTo>
                    <a:pt x="1049465" y="294805"/>
                  </a:lnTo>
                  <a:lnTo>
                    <a:pt x="1059183" y="295847"/>
                  </a:lnTo>
                  <a:lnTo>
                    <a:pt x="1068900" y="296634"/>
                  </a:lnTo>
                  <a:lnTo>
                    <a:pt x="1078617" y="297138"/>
                  </a:lnTo>
                  <a:lnTo>
                    <a:pt x="1088335" y="298085"/>
                  </a:lnTo>
                  <a:lnTo>
                    <a:pt x="1098052" y="298916"/>
                  </a:lnTo>
                  <a:lnTo>
                    <a:pt x="1107769" y="299489"/>
                  </a:lnTo>
                  <a:lnTo>
                    <a:pt x="1117486" y="300087"/>
                  </a:lnTo>
                  <a:lnTo>
                    <a:pt x="1127204" y="300240"/>
                  </a:lnTo>
                  <a:lnTo>
                    <a:pt x="1136921" y="301369"/>
                  </a:lnTo>
                  <a:lnTo>
                    <a:pt x="1146638" y="300960"/>
                  </a:lnTo>
                  <a:lnTo>
                    <a:pt x="1156356" y="300876"/>
                  </a:lnTo>
                  <a:lnTo>
                    <a:pt x="1166073" y="301180"/>
                  </a:lnTo>
                  <a:lnTo>
                    <a:pt x="1175790" y="301498"/>
                  </a:lnTo>
                  <a:lnTo>
                    <a:pt x="1185507" y="301820"/>
                  </a:lnTo>
                  <a:lnTo>
                    <a:pt x="1195225" y="301949"/>
                  </a:lnTo>
                  <a:lnTo>
                    <a:pt x="1204942" y="301782"/>
                  </a:lnTo>
                  <a:lnTo>
                    <a:pt x="1214659" y="302113"/>
                  </a:lnTo>
                  <a:lnTo>
                    <a:pt x="1224376" y="302532"/>
                  </a:lnTo>
                  <a:lnTo>
                    <a:pt x="1234094" y="302965"/>
                  </a:lnTo>
                  <a:lnTo>
                    <a:pt x="1243811" y="303554"/>
                  </a:lnTo>
                  <a:lnTo>
                    <a:pt x="1253528" y="304060"/>
                  </a:lnTo>
                  <a:lnTo>
                    <a:pt x="1263246" y="304225"/>
                  </a:lnTo>
                  <a:lnTo>
                    <a:pt x="1272963" y="304626"/>
                  </a:lnTo>
                  <a:lnTo>
                    <a:pt x="1282680" y="304992"/>
                  </a:lnTo>
                  <a:lnTo>
                    <a:pt x="1292397" y="305478"/>
                  </a:lnTo>
                  <a:lnTo>
                    <a:pt x="1302115" y="305890"/>
                  </a:lnTo>
                  <a:lnTo>
                    <a:pt x="1311832" y="306300"/>
                  </a:lnTo>
                  <a:lnTo>
                    <a:pt x="1321549" y="307115"/>
                  </a:lnTo>
                  <a:lnTo>
                    <a:pt x="1331267" y="308770"/>
                  </a:lnTo>
                  <a:lnTo>
                    <a:pt x="1340984" y="309089"/>
                  </a:lnTo>
                  <a:lnTo>
                    <a:pt x="1350701" y="308964"/>
                  </a:lnTo>
                  <a:lnTo>
                    <a:pt x="1360418" y="308747"/>
                  </a:lnTo>
                  <a:lnTo>
                    <a:pt x="1370136" y="308706"/>
                  </a:lnTo>
                  <a:lnTo>
                    <a:pt x="1379853" y="308569"/>
                  </a:lnTo>
                  <a:lnTo>
                    <a:pt x="1389570" y="309280"/>
                  </a:lnTo>
                  <a:lnTo>
                    <a:pt x="1399287" y="308828"/>
                  </a:lnTo>
                  <a:lnTo>
                    <a:pt x="1409005" y="309032"/>
                  </a:lnTo>
                  <a:lnTo>
                    <a:pt x="1418722" y="309325"/>
                  </a:lnTo>
                  <a:lnTo>
                    <a:pt x="1428439" y="309624"/>
                  </a:lnTo>
                  <a:lnTo>
                    <a:pt x="1438157" y="309660"/>
                  </a:lnTo>
                  <a:lnTo>
                    <a:pt x="1447874" y="309514"/>
                  </a:lnTo>
                  <a:lnTo>
                    <a:pt x="1457591" y="309415"/>
                  </a:lnTo>
                  <a:lnTo>
                    <a:pt x="1467308" y="309871"/>
                  </a:lnTo>
                  <a:lnTo>
                    <a:pt x="1477026" y="310327"/>
                  </a:lnTo>
                  <a:lnTo>
                    <a:pt x="1486743" y="310782"/>
                  </a:lnTo>
                  <a:lnTo>
                    <a:pt x="1496460" y="311104"/>
                  </a:lnTo>
                  <a:lnTo>
                    <a:pt x="1506178" y="311120"/>
                  </a:lnTo>
                  <a:lnTo>
                    <a:pt x="1515895" y="311136"/>
                  </a:lnTo>
                  <a:lnTo>
                    <a:pt x="1525612" y="311152"/>
                  </a:lnTo>
                  <a:lnTo>
                    <a:pt x="1535329" y="311181"/>
                  </a:lnTo>
                  <a:lnTo>
                    <a:pt x="1545047" y="311209"/>
                  </a:lnTo>
                  <a:lnTo>
                    <a:pt x="1554764" y="311238"/>
                  </a:lnTo>
                  <a:lnTo>
                    <a:pt x="1564481" y="311267"/>
                  </a:lnTo>
                  <a:lnTo>
                    <a:pt x="1574198" y="311296"/>
                  </a:lnTo>
                  <a:lnTo>
                    <a:pt x="1583916" y="311326"/>
                  </a:lnTo>
                  <a:lnTo>
                    <a:pt x="1593633" y="311360"/>
                  </a:lnTo>
                  <a:lnTo>
                    <a:pt x="1603350" y="311453"/>
                  </a:lnTo>
                  <a:lnTo>
                    <a:pt x="1613068" y="312013"/>
                  </a:lnTo>
                  <a:lnTo>
                    <a:pt x="1622785" y="312620"/>
                  </a:lnTo>
                  <a:lnTo>
                    <a:pt x="1632502" y="313109"/>
                  </a:lnTo>
                  <a:lnTo>
                    <a:pt x="1642219" y="313649"/>
                  </a:lnTo>
                  <a:lnTo>
                    <a:pt x="1651937" y="314197"/>
                  </a:lnTo>
                  <a:lnTo>
                    <a:pt x="1661654" y="314743"/>
                  </a:lnTo>
                  <a:lnTo>
                    <a:pt x="1671371" y="315289"/>
                  </a:lnTo>
                  <a:lnTo>
                    <a:pt x="1681089" y="315606"/>
                  </a:lnTo>
                  <a:lnTo>
                    <a:pt x="1690806" y="315309"/>
                  </a:lnTo>
                  <a:lnTo>
                    <a:pt x="1700523" y="315011"/>
                  </a:lnTo>
                  <a:lnTo>
                    <a:pt x="1710240" y="314761"/>
                  </a:lnTo>
                  <a:lnTo>
                    <a:pt x="1719958" y="315182"/>
                  </a:lnTo>
                  <a:lnTo>
                    <a:pt x="1729675" y="315603"/>
                  </a:lnTo>
                  <a:lnTo>
                    <a:pt x="1739392" y="316023"/>
                  </a:lnTo>
                  <a:lnTo>
                    <a:pt x="1749109" y="316442"/>
                  </a:lnTo>
                  <a:lnTo>
                    <a:pt x="1758827" y="316861"/>
                  </a:lnTo>
                  <a:lnTo>
                    <a:pt x="1768544" y="316915"/>
                  </a:lnTo>
                  <a:lnTo>
                    <a:pt x="1778261" y="317097"/>
                  </a:lnTo>
                  <a:lnTo>
                    <a:pt x="1787979" y="317426"/>
                  </a:lnTo>
                  <a:lnTo>
                    <a:pt x="1797696" y="317637"/>
                  </a:lnTo>
                  <a:lnTo>
                    <a:pt x="1807413" y="317357"/>
                  </a:lnTo>
                  <a:lnTo>
                    <a:pt x="1817130" y="317711"/>
                  </a:lnTo>
                  <a:lnTo>
                    <a:pt x="1826848" y="317673"/>
                  </a:lnTo>
                  <a:lnTo>
                    <a:pt x="1836565" y="317070"/>
                  </a:lnTo>
                  <a:lnTo>
                    <a:pt x="1846282" y="316965"/>
                  </a:lnTo>
                  <a:lnTo>
                    <a:pt x="1856000" y="317244"/>
                  </a:lnTo>
                  <a:lnTo>
                    <a:pt x="1865717" y="317477"/>
                  </a:lnTo>
                  <a:lnTo>
                    <a:pt x="1875434" y="317724"/>
                  </a:lnTo>
                  <a:lnTo>
                    <a:pt x="1885151" y="317970"/>
                  </a:lnTo>
                  <a:lnTo>
                    <a:pt x="1894869" y="318216"/>
                  </a:lnTo>
                  <a:lnTo>
                    <a:pt x="1904586" y="318461"/>
                  </a:lnTo>
                  <a:lnTo>
                    <a:pt x="1914303" y="318707"/>
                  </a:lnTo>
                  <a:lnTo>
                    <a:pt x="1924020" y="318716"/>
                  </a:lnTo>
                  <a:lnTo>
                    <a:pt x="1933738" y="318446"/>
                  </a:lnTo>
                  <a:lnTo>
                    <a:pt x="1943455" y="318175"/>
                  </a:lnTo>
                  <a:lnTo>
                    <a:pt x="1953172" y="317884"/>
                  </a:lnTo>
                  <a:lnTo>
                    <a:pt x="1962890" y="317532"/>
                  </a:lnTo>
                  <a:lnTo>
                    <a:pt x="1972607" y="317315"/>
                  </a:lnTo>
                  <a:lnTo>
                    <a:pt x="1982324" y="317070"/>
                  </a:lnTo>
                  <a:lnTo>
                    <a:pt x="1992041" y="316790"/>
                  </a:lnTo>
                  <a:lnTo>
                    <a:pt x="2001759" y="316943"/>
                  </a:lnTo>
                  <a:lnTo>
                    <a:pt x="2011476" y="317248"/>
                  </a:lnTo>
                  <a:lnTo>
                    <a:pt x="2021193" y="317591"/>
                  </a:lnTo>
                  <a:lnTo>
                    <a:pt x="2030911" y="317933"/>
                  </a:lnTo>
                  <a:lnTo>
                    <a:pt x="2040628" y="318274"/>
                  </a:lnTo>
                  <a:lnTo>
                    <a:pt x="2050345" y="318614"/>
                  </a:lnTo>
                  <a:lnTo>
                    <a:pt x="2060062" y="318954"/>
                  </a:lnTo>
                  <a:lnTo>
                    <a:pt x="2069780" y="319302"/>
                  </a:lnTo>
                  <a:lnTo>
                    <a:pt x="2079497" y="319652"/>
                  </a:lnTo>
                  <a:lnTo>
                    <a:pt x="2089214" y="320245"/>
                  </a:lnTo>
                  <a:lnTo>
                    <a:pt x="2098931" y="320506"/>
                  </a:lnTo>
                  <a:lnTo>
                    <a:pt x="2108649" y="320666"/>
                  </a:lnTo>
                  <a:lnTo>
                    <a:pt x="2118366" y="320971"/>
                  </a:lnTo>
                  <a:lnTo>
                    <a:pt x="2128083" y="321203"/>
                  </a:lnTo>
                  <a:lnTo>
                    <a:pt x="2137801" y="321444"/>
                  </a:lnTo>
                  <a:lnTo>
                    <a:pt x="2147518" y="321684"/>
                  </a:lnTo>
                  <a:lnTo>
                    <a:pt x="2157235" y="321925"/>
                  </a:lnTo>
                  <a:lnTo>
                    <a:pt x="2166952" y="322165"/>
                  </a:lnTo>
                  <a:lnTo>
                    <a:pt x="2176670" y="322404"/>
                  </a:lnTo>
                  <a:lnTo>
                    <a:pt x="2186387" y="322294"/>
                  </a:lnTo>
                  <a:lnTo>
                    <a:pt x="2196104" y="322050"/>
                  </a:lnTo>
                  <a:lnTo>
                    <a:pt x="2205822" y="321806"/>
                  </a:lnTo>
                  <a:lnTo>
                    <a:pt x="2215539" y="321818"/>
                  </a:lnTo>
                  <a:lnTo>
                    <a:pt x="2225256" y="322027"/>
                  </a:lnTo>
                  <a:lnTo>
                    <a:pt x="2234973" y="322235"/>
                  </a:lnTo>
                  <a:lnTo>
                    <a:pt x="2244691" y="322444"/>
                  </a:lnTo>
                  <a:lnTo>
                    <a:pt x="2254408" y="322652"/>
                  </a:lnTo>
                  <a:lnTo>
                    <a:pt x="2264125" y="322868"/>
                  </a:lnTo>
                  <a:lnTo>
                    <a:pt x="2273842" y="323088"/>
                  </a:lnTo>
                  <a:lnTo>
                    <a:pt x="2283560" y="323308"/>
                  </a:lnTo>
                  <a:lnTo>
                    <a:pt x="2293277" y="323528"/>
                  </a:lnTo>
                  <a:lnTo>
                    <a:pt x="2302994" y="323748"/>
                  </a:lnTo>
                  <a:lnTo>
                    <a:pt x="2312712" y="323729"/>
                  </a:lnTo>
                  <a:lnTo>
                    <a:pt x="2322429" y="323668"/>
                  </a:lnTo>
                  <a:lnTo>
                    <a:pt x="2332146" y="323607"/>
                  </a:lnTo>
                  <a:lnTo>
                    <a:pt x="2341863" y="323546"/>
                  </a:lnTo>
                  <a:lnTo>
                    <a:pt x="2351581" y="323485"/>
                  </a:lnTo>
                  <a:lnTo>
                    <a:pt x="2361298" y="323426"/>
                  </a:lnTo>
                  <a:lnTo>
                    <a:pt x="2371015" y="323367"/>
                  </a:lnTo>
                  <a:lnTo>
                    <a:pt x="2380733" y="323433"/>
                  </a:lnTo>
                  <a:lnTo>
                    <a:pt x="2390450" y="323719"/>
                  </a:lnTo>
                  <a:lnTo>
                    <a:pt x="2400167" y="323870"/>
                  </a:lnTo>
                  <a:lnTo>
                    <a:pt x="2409884" y="323877"/>
                  </a:lnTo>
                  <a:lnTo>
                    <a:pt x="2419602" y="324086"/>
                  </a:lnTo>
                  <a:lnTo>
                    <a:pt x="2429319" y="324296"/>
                  </a:lnTo>
                  <a:lnTo>
                    <a:pt x="2439036" y="324505"/>
                  </a:lnTo>
                  <a:lnTo>
                    <a:pt x="2448753" y="324714"/>
                  </a:lnTo>
                  <a:lnTo>
                    <a:pt x="2458471" y="324922"/>
                  </a:lnTo>
                  <a:lnTo>
                    <a:pt x="2468188" y="324950"/>
                  </a:lnTo>
                  <a:lnTo>
                    <a:pt x="2477905" y="324802"/>
                  </a:lnTo>
                  <a:lnTo>
                    <a:pt x="2487623" y="324654"/>
                  </a:lnTo>
                  <a:lnTo>
                    <a:pt x="2497340" y="324506"/>
                  </a:lnTo>
                  <a:lnTo>
                    <a:pt x="2507057" y="324358"/>
                  </a:lnTo>
                  <a:lnTo>
                    <a:pt x="2516774" y="324210"/>
                  </a:lnTo>
                  <a:lnTo>
                    <a:pt x="2516774" y="748443"/>
                  </a:lnTo>
                  <a:lnTo>
                    <a:pt x="2507057" y="747844"/>
                  </a:lnTo>
                  <a:lnTo>
                    <a:pt x="2497340" y="747104"/>
                  </a:lnTo>
                  <a:lnTo>
                    <a:pt x="2487623" y="746258"/>
                  </a:lnTo>
                  <a:lnTo>
                    <a:pt x="2477905" y="745400"/>
                  </a:lnTo>
                  <a:lnTo>
                    <a:pt x="2468188" y="744534"/>
                  </a:lnTo>
                  <a:lnTo>
                    <a:pt x="2458471" y="743801"/>
                  </a:lnTo>
                  <a:lnTo>
                    <a:pt x="2448753" y="742905"/>
                  </a:lnTo>
                  <a:lnTo>
                    <a:pt x="2439036" y="742002"/>
                  </a:lnTo>
                  <a:lnTo>
                    <a:pt x="2429319" y="741093"/>
                  </a:lnTo>
                  <a:lnTo>
                    <a:pt x="2419602" y="740177"/>
                  </a:lnTo>
                  <a:lnTo>
                    <a:pt x="2409884" y="739249"/>
                  </a:lnTo>
                  <a:lnTo>
                    <a:pt x="2400167" y="738312"/>
                  </a:lnTo>
                  <a:lnTo>
                    <a:pt x="2390450" y="737368"/>
                  </a:lnTo>
                  <a:lnTo>
                    <a:pt x="2380733" y="736417"/>
                  </a:lnTo>
                  <a:lnTo>
                    <a:pt x="2371015" y="735465"/>
                  </a:lnTo>
                  <a:lnTo>
                    <a:pt x="2361298" y="734506"/>
                  </a:lnTo>
                  <a:lnTo>
                    <a:pt x="2351581" y="733537"/>
                  </a:lnTo>
                  <a:lnTo>
                    <a:pt x="2341863" y="732558"/>
                  </a:lnTo>
                  <a:lnTo>
                    <a:pt x="2332146" y="731570"/>
                  </a:lnTo>
                  <a:lnTo>
                    <a:pt x="2322429" y="730573"/>
                  </a:lnTo>
                  <a:lnTo>
                    <a:pt x="2312712" y="729565"/>
                  </a:lnTo>
                  <a:lnTo>
                    <a:pt x="2302994" y="728549"/>
                  </a:lnTo>
                  <a:lnTo>
                    <a:pt x="2293277" y="727533"/>
                  </a:lnTo>
                  <a:lnTo>
                    <a:pt x="2283560" y="726509"/>
                  </a:lnTo>
                  <a:lnTo>
                    <a:pt x="2273842" y="725478"/>
                  </a:lnTo>
                  <a:lnTo>
                    <a:pt x="2264125" y="724439"/>
                  </a:lnTo>
                  <a:lnTo>
                    <a:pt x="2254408" y="723392"/>
                  </a:lnTo>
                  <a:lnTo>
                    <a:pt x="2244691" y="722338"/>
                  </a:lnTo>
                  <a:lnTo>
                    <a:pt x="2234973" y="721466"/>
                  </a:lnTo>
                  <a:lnTo>
                    <a:pt x="2225256" y="720611"/>
                  </a:lnTo>
                  <a:lnTo>
                    <a:pt x="2215539" y="719749"/>
                  </a:lnTo>
                  <a:lnTo>
                    <a:pt x="2205822" y="718878"/>
                  </a:lnTo>
                  <a:lnTo>
                    <a:pt x="2196104" y="717999"/>
                  </a:lnTo>
                  <a:lnTo>
                    <a:pt x="2186387" y="717113"/>
                  </a:lnTo>
                  <a:lnTo>
                    <a:pt x="2176670" y="716221"/>
                  </a:lnTo>
                  <a:lnTo>
                    <a:pt x="2166952" y="715322"/>
                  </a:lnTo>
                  <a:lnTo>
                    <a:pt x="2157235" y="714416"/>
                  </a:lnTo>
                  <a:lnTo>
                    <a:pt x="2147518" y="713503"/>
                  </a:lnTo>
                  <a:lnTo>
                    <a:pt x="2137801" y="712583"/>
                  </a:lnTo>
                  <a:lnTo>
                    <a:pt x="2128083" y="711656"/>
                  </a:lnTo>
                  <a:lnTo>
                    <a:pt x="2118366" y="710722"/>
                  </a:lnTo>
                  <a:lnTo>
                    <a:pt x="2108649" y="709781"/>
                  </a:lnTo>
                  <a:lnTo>
                    <a:pt x="2098931" y="708833"/>
                  </a:lnTo>
                  <a:lnTo>
                    <a:pt x="2089214" y="707878"/>
                  </a:lnTo>
                  <a:lnTo>
                    <a:pt x="2079497" y="706984"/>
                  </a:lnTo>
                  <a:lnTo>
                    <a:pt x="2069780" y="706430"/>
                  </a:lnTo>
                  <a:lnTo>
                    <a:pt x="2060062" y="705232"/>
                  </a:lnTo>
                  <a:lnTo>
                    <a:pt x="2050345" y="704021"/>
                  </a:lnTo>
                  <a:lnTo>
                    <a:pt x="2040628" y="703043"/>
                  </a:lnTo>
                  <a:lnTo>
                    <a:pt x="2030911" y="702058"/>
                  </a:lnTo>
                  <a:lnTo>
                    <a:pt x="2021193" y="701054"/>
                  </a:lnTo>
                  <a:lnTo>
                    <a:pt x="2011476" y="700043"/>
                  </a:lnTo>
                  <a:lnTo>
                    <a:pt x="2001759" y="699023"/>
                  </a:lnTo>
                  <a:lnTo>
                    <a:pt x="1992041" y="697996"/>
                  </a:lnTo>
                  <a:lnTo>
                    <a:pt x="1982324" y="696962"/>
                  </a:lnTo>
                  <a:lnTo>
                    <a:pt x="1972607" y="695919"/>
                  </a:lnTo>
                  <a:lnTo>
                    <a:pt x="1962890" y="695021"/>
                  </a:lnTo>
                  <a:lnTo>
                    <a:pt x="1953172" y="694271"/>
                  </a:lnTo>
                  <a:lnTo>
                    <a:pt x="1943455" y="693512"/>
                  </a:lnTo>
                  <a:lnTo>
                    <a:pt x="1933738" y="692338"/>
                  </a:lnTo>
                  <a:lnTo>
                    <a:pt x="1924020" y="691101"/>
                  </a:lnTo>
                  <a:lnTo>
                    <a:pt x="1914303" y="689848"/>
                  </a:lnTo>
                  <a:lnTo>
                    <a:pt x="1904586" y="688568"/>
                  </a:lnTo>
                  <a:lnTo>
                    <a:pt x="1894869" y="687333"/>
                  </a:lnTo>
                  <a:lnTo>
                    <a:pt x="1885151" y="686195"/>
                  </a:lnTo>
                  <a:lnTo>
                    <a:pt x="1875434" y="685082"/>
                  </a:lnTo>
                  <a:lnTo>
                    <a:pt x="1865717" y="684015"/>
                  </a:lnTo>
                  <a:lnTo>
                    <a:pt x="1856000" y="683024"/>
                  </a:lnTo>
                  <a:lnTo>
                    <a:pt x="1846282" y="682028"/>
                  </a:lnTo>
                  <a:lnTo>
                    <a:pt x="1836565" y="681025"/>
                  </a:lnTo>
                  <a:lnTo>
                    <a:pt x="1826848" y="680017"/>
                  </a:lnTo>
                  <a:lnTo>
                    <a:pt x="1817130" y="679002"/>
                  </a:lnTo>
                  <a:lnTo>
                    <a:pt x="1807413" y="677981"/>
                  </a:lnTo>
                  <a:lnTo>
                    <a:pt x="1797696" y="676945"/>
                  </a:lnTo>
                  <a:lnTo>
                    <a:pt x="1787979" y="675895"/>
                  </a:lnTo>
                  <a:lnTo>
                    <a:pt x="1778261" y="674838"/>
                  </a:lnTo>
                  <a:lnTo>
                    <a:pt x="1768544" y="673775"/>
                  </a:lnTo>
                  <a:lnTo>
                    <a:pt x="1758827" y="672705"/>
                  </a:lnTo>
                  <a:lnTo>
                    <a:pt x="1749109" y="671132"/>
                  </a:lnTo>
                  <a:lnTo>
                    <a:pt x="1739392" y="669528"/>
                  </a:lnTo>
                  <a:lnTo>
                    <a:pt x="1729675" y="667911"/>
                  </a:lnTo>
                  <a:lnTo>
                    <a:pt x="1719958" y="666280"/>
                  </a:lnTo>
                  <a:lnTo>
                    <a:pt x="1710240" y="664733"/>
                  </a:lnTo>
                  <a:lnTo>
                    <a:pt x="1700523" y="663447"/>
                  </a:lnTo>
                  <a:lnTo>
                    <a:pt x="1690806" y="662151"/>
                  </a:lnTo>
                  <a:lnTo>
                    <a:pt x="1681089" y="660845"/>
                  </a:lnTo>
                  <a:lnTo>
                    <a:pt x="1671371" y="659530"/>
                  </a:lnTo>
                  <a:lnTo>
                    <a:pt x="1661654" y="658199"/>
                  </a:lnTo>
                  <a:lnTo>
                    <a:pt x="1651937" y="656521"/>
                  </a:lnTo>
                  <a:lnTo>
                    <a:pt x="1642219" y="654191"/>
                  </a:lnTo>
                  <a:lnTo>
                    <a:pt x="1632502" y="651841"/>
                  </a:lnTo>
                  <a:lnTo>
                    <a:pt x="1622785" y="649473"/>
                  </a:lnTo>
                  <a:lnTo>
                    <a:pt x="1613068" y="647370"/>
                  </a:lnTo>
                  <a:lnTo>
                    <a:pt x="1603350" y="645569"/>
                  </a:lnTo>
                  <a:lnTo>
                    <a:pt x="1593633" y="644017"/>
                  </a:lnTo>
                  <a:lnTo>
                    <a:pt x="1583916" y="642876"/>
                  </a:lnTo>
                  <a:lnTo>
                    <a:pt x="1574198" y="641058"/>
                  </a:lnTo>
                  <a:lnTo>
                    <a:pt x="1564481" y="639572"/>
                  </a:lnTo>
                  <a:lnTo>
                    <a:pt x="1554764" y="638072"/>
                  </a:lnTo>
                  <a:lnTo>
                    <a:pt x="1545047" y="636545"/>
                  </a:lnTo>
                  <a:lnTo>
                    <a:pt x="1535329" y="634996"/>
                  </a:lnTo>
                  <a:lnTo>
                    <a:pt x="1525612" y="633432"/>
                  </a:lnTo>
                  <a:lnTo>
                    <a:pt x="1515895" y="631854"/>
                  </a:lnTo>
                  <a:lnTo>
                    <a:pt x="1506178" y="630262"/>
                  </a:lnTo>
                  <a:lnTo>
                    <a:pt x="1496460" y="628710"/>
                  </a:lnTo>
                  <a:lnTo>
                    <a:pt x="1486743" y="627430"/>
                  </a:lnTo>
                  <a:lnTo>
                    <a:pt x="1477026" y="625506"/>
                  </a:lnTo>
                  <a:lnTo>
                    <a:pt x="1467308" y="623778"/>
                  </a:lnTo>
                  <a:lnTo>
                    <a:pt x="1457591" y="622128"/>
                  </a:lnTo>
                  <a:lnTo>
                    <a:pt x="1447874" y="620463"/>
                  </a:lnTo>
                  <a:lnTo>
                    <a:pt x="1438157" y="618783"/>
                  </a:lnTo>
                  <a:lnTo>
                    <a:pt x="1428439" y="617081"/>
                  </a:lnTo>
                  <a:lnTo>
                    <a:pt x="1418722" y="615348"/>
                  </a:lnTo>
                  <a:lnTo>
                    <a:pt x="1409005" y="613600"/>
                  </a:lnTo>
                  <a:lnTo>
                    <a:pt x="1399287" y="611835"/>
                  </a:lnTo>
                  <a:lnTo>
                    <a:pt x="1389570" y="610054"/>
                  </a:lnTo>
                  <a:lnTo>
                    <a:pt x="1379853" y="608140"/>
                  </a:lnTo>
                  <a:lnTo>
                    <a:pt x="1370136" y="605811"/>
                  </a:lnTo>
                  <a:lnTo>
                    <a:pt x="1360418" y="603454"/>
                  </a:lnTo>
                  <a:lnTo>
                    <a:pt x="1350701" y="601068"/>
                  </a:lnTo>
                  <a:lnTo>
                    <a:pt x="1340984" y="599060"/>
                  </a:lnTo>
                  <a:lnTo>
                    <a:pt x="1331267" y="597446"/>
                  </a:lnTo>
                  <a:lnTo>
                    <a:pt x="1321549" y="595820"/>
                  </a:lnTo>
                  <a:lnTo>
                    <a:pt x="1311832" y="594184"/>
                  </a:lnTo>
                  <a:lnTo>
                    <a:pt x="1302115" y="592686"/>
                  </a:lnTo>
                  <a:lnTo>
                    <a:pt x="1292397" y="591467"/>
                  </a:lnTo>
                  <a:lnTo>
                    <a:pt x="1282680" y="589536"/>
                  </a:lnTo>
                  <a:lnTo>
                    <a:pt x="1272963" y="587589"/>
                  </a:lnTo>
                  <a:lnTo>
                    <a:pt x="1263246" y="585903"/>
                  </a:lnTo>
                  <a:lnTo>
                    <a:pt x="1253528" y="584201"/>
                  </a:lnTo>
                  <a:lnTo>
                    <a:pt x="1243811" y="582471"/>
                  </a:lnTo>
                  <a:lnTo>
                    <a:pt x="1234094" y="580729"/>
                  </a:lnTo>
                  <a:lnTo>
                    <a:pt x="1224376" y="578410"/>
                  </a:lnTo>
                  <a:lnTo>
                    <a:pt x="1214659" y="576930"/>
                  </a:lnTo>
                  <a:lnTo>
                    <a:pt x="1204942" y="575167"/>
                  </a:lnTo>
                  <a:lnTo>
                    <a:pt x="1195225" y="572667"/>
                  </a:lnTo>
                  <a:lnTo>
                    <a:pt x="1185507" y="570126"/>
                  </a:lnTo>
                  <a:lnTo>
                    <a:pt x="1175790" y="567826"/>
                  </a:lnTo>
                  <a:lnTo>
                    <a:pt x="1166073" y="565370"/>
                  </a:lnTo>
                  <a:lnTo>
                    <a:pt x="1156356" y="562722"/>
                  </a:lnTo>
                  <a:lnTo>
                    <a:pt x="1146638" y="560358"/>
                  </a:lnTo>
                  <a:lnTo>
                    <a:pt x="1136921" y="558139"/>
                  </a:lnTo>
                  <a:lnTo>
                    <a:pt x="1127204" y="555901"/>
                  </a:lnTo>
                  <a:lnTo>
                    <a:pt x="1117486" y="553621"/>
                  </a:lnTo>
                  <a:lnTo>
                    <a:pt x="1107769" y="551309"/>
                  </a:lnTo>
                  <a:lnTo>
                    <a:pt x="1098052" y="548582"/>
                  </a:lnTo>
                  <a:lnTo>
                    <a:pt x="1088335" y="546670"/>
                  </a:lnTo>
                  <a:lnTo>
                    <a:pt x="1078617" y="544338"/>
                  </a:lnTo>
                  <a:lnTo>
                    <a:pt x="1068900" y="541950"/>
                  </a:lnTo>
                  <a:lnTo>
                    <a:pt x="1059183" y="539576"/>
                  </a:lnTo>
                  <a:lnTo>
                    <a:pt x="1049465" y="537280"/>
                  </a:lnTo>
                  <a:lnTo>
                    <a:pt x="1039748" y="534993"/>
                  </a:lnTo>
                  <a:lnTo>
                    <a:pt x="1030031" y="532295"/>
                  </a:lnTo>
                  <a:lnTo>
                    <a:pt x="1020314" y="529487"/>
                  </a:lnTo>
                  <a:lnTo>
                    <a:pt x="1010596" y="527096"/>
                  </a:lnTo>
                  <a:lnTo>
                    <a:pt x="1000879" y="524912"/>
                  </a:lnTo>
                  <a:lnTo>
                    <a:pt x="991162" y="522473"/>
                  </a:lnTo>
                  <a:lnTo>
                    <a:pt x="981445" y="520828"/>
                  </a:lnTo>
                  <a:lnTo>
                    <a:pt x="971727" y="518865"/>
                  </a:lnTo>
                  <a:lnTo>
                    <a:pt x="962010" y="516453"/>
                  </a:lnTo>
                  <a:lnTo>
                    <a:pt x="952293" y="514016"/>
                  </a:lnTo>
                  <a:lnTo>
                    <a:pt x="942575" y="510963"/>
                  </a:lnTo>
                  <a:lnTo>
                    <a:pt x="932858" y="508929"/>
                  </a:lnTo>
                  <a:lnTo>
                    <a:pt x="923141" y="506702"/>
                  </a:lnTo>
                  <a:lnTo>
                    <a:pt x="913424" y="504547"/>
                  </a:lnTo>
                  <a:lnTo>
                    <a:pt x="903706" y="502053"/>
                  </a:lnTo>
                  <a:lnTo>
                    <a:pt x="893989" y="499608"/>
                  </a:lnTo>
                  <a:lnTo>
                    <a:pt x="884272" y="497164"/>
                  </a:lnTo>
                  <a:lnTo>
                    <a:pt x="874554" y="495552"/>
                  </a:lnTo>
                  <a:lnTo>
                    <a:pt x="864837" y="493611"/>
                  </a:lnTo>
                  <a:lnTo>
                    <a:pt x="855120" y="491393"/>
                  </a:lnTo>
                  <a:lnTo>
                    <a:pt x="845403" y="488791"/>
                  </a:lnTo>
                  <a:lnTo>
                    <a:pt x="835685" y="485646"/>
                  </a:lnTo>
                  <a:lnTo>
                    <a:pt x="825968" y="483786"/>
                  </a:lnTo>
                  <a:lnTo>
                    <a:pt x="816251" y="481324"/>
                  </a:lnTo>
                  <a:lnTo>
                    <a:pt x="806534" y="478552"/>
                  </a:lnTo>
                  <a:lnTo>
                    <a:pt x="796816" y="476152"/>
                  </a:lnTo>
                  <a:lnTo>
                    <a:pt x="787099" y="473759"/>
                  </a:lnTo>
                  <a:lnTo>
                    <a:pt x="777382" y="472807"/>
                  </a:lnTo>
                  <a:lnTo>
                    <a:pt x="767664" y="470543"/>
                  </a:lnTo>
                  <a:lnTo>
                    <a:pt x="757947" y="468295"/>
                  </a:lnTo>
                  <a:lnTo>
                    <a:pt x="748230" y="465939"/>
                  </a:lnTo>
                  <a:lnTo>
                    <a:pt x="738513" y="463807"/>
                  </a:lnTo>
                  <a:lnTo>
                    <a:pt x="728795" y="462261"/>
                  </a:lnTo>
                  <a:lnTo>
                    <a:pt x="719078" y="461222"/>
                  </a:lnTo>
                  <a:lnTo>
                    <a:pt x="709361" y="459275"/>
                  </a:lnTo>
                  <a:lnTo>
                    <a:pt x="699643" y="458701"/>
                  </a:lnTo>
                  <a:lnTo>
                    <a:pt x="689926" y="456652"/>
                  </a:lnTo>
                  <a:lnTo>
                    <a:pt x="680209" y="454933"/>
                  </a:lnTo>
                  <a:lnTo>
                    <a:pt x="670492" y="454134"/>
                  </a:lnTo>
                  <a:lnTo>
                    <a:pt x="660774" y="451472"/>
                  </a:lnTo>
                  <a:lnTo>
                    <a:pt x="651057" y="448258"/>
                  </a:lnTo>
                  <a:lnTo>
                    <a:pt x="641340" y="445776"/>
                  </a:lnTo>
                  <a:lnTo>
                    <a:pt x="631623" y="443766"/>
                  </a:lnTo>
                  <a:lnTo>
                    <a:pt x="621905" y="442687"/>
                  </a:lnTo>
                  <a:lnTo>
                    <a:pt x="612188" y="440664"/>
                  </a:lnTo>
                  <a:lnTo>
                    <a:pt x="602471" y="437064"/>
                  </a:lnTo>
                  <a:lnTo>
                    <a:pt x="592753" y="434261"/>
                  </a:lnTo>
                  <a:lnTo>
                    <a:pt x="583036" y="432662"/>
                  </a:lnTo>
                  <a:lnTo>
                    <a:pt x="573319" y="430978"/>
                  </a:lnTo>
                  <a:lnTo>
                    <a:pt x="563602" y="428671"/>
                  </a:lnTo>
                  <a:lnTo>
                    <a:pt x="553884" y="427366"/>
                  </a:lnTo>
                  <a:lnTo>
                    <a:pt x="544167" y="425603"/>
                  </a:lnTo>
                  <a:lnTo>
                    <a:pt x="534450" y="424053"/>
                  </a:lnTo>
                  <a:lnTo>
                    <a:pt x="524732" y="422648"/>
                  </a:lnTo>
                  <a:lnTo>
                    <a:pt x="515015" y="421411"/>
                  </a:lnTo>
                  <a:lnTo>
                    <a:pt x="505298" y="419383"/>
                  </a:lnTo>
                  <a:lnTo>
                    <a:pt x="495581" y="417296"/>
                  </a:lnTo>
                  <a:lnTo>
                    <a:pt x="485863" y="415945"/>
                  </a:lnTo>
                  <a:lnTo>
                    <a:pt x="476146" y="414636"/>
                  </a:lnTo>
                  <a:lnTo>
                    <a:pt x="466429" y="413047"/>
                  </a:lnTo>
                  <a:lnTo>
                    <a:pt x="456712" y="411444"/>
                  </a:lnTo>
                  <a:lnTo>
                    <a:pt x="446994" y="409078"/>
                  </a:lnTo>
                  <a:lnTo>
                    <a:pt x="437277" y="406742"/>
                  </a:lnTo>
                  <a:lnTo>
                    <a:pt x="427560" y="405450"/>
                  </a:lnTo>
                  <a:lnTo>
                    <a:pt x="417842" y="404241"/>
                  </a:lnTo>
                  <a:lnTo>
                    <a:pt x="408125" y="403071"/>
                  </a:lnTo>
                  <a:lnTo>
                    <a:pt x="398408" y="401677"/>
                  </a:lnTo>
                  <a:lnTo>
                    <a:pt x="388691" y="400023"/>
                  </a:lnTo>
                  <a:lnTo>
                    <a:pt x="378973" y="398591"/>
                  </a:lnTo>
                  <a:lnTo>
                    <a:pt x="369256" y="397618"/>
                  </a:lnTo>
                  <a:lnTo>
                    <a:pt x="359539" y="396688"/>
                  </a:lnTo>
                  <a:lnTo>
                    <a:pt x="349821" y="396006"/>
                  </a:lnTo>
                  <a:lnTo>
                    <a:pt x="340104" y="394807"/>
                  </a:lnTo>
                  <a:lnTo>
                    <a:pt x="330387" y="393606"/>
                  </a:lnTo>
                  <a:lnTo>
                    <a:pt x="320670" y="392083"/>
                  </a:lnTo>
                  <a:lnTo>
                    <a:pt x="310952" y="390965"/>
                  </a:lnTo>
                  <a:lnTo>
                    <a:pt x="301235" y="389844"/>
                  </a:lnTo>
                  <a:lnTo>
                    <a:pt x="291518" y="389253"/>
                  </a:lnTo>
                  <a:lnTo>
                    <a:pt x="281801" y="388484"/>
                  </a:lnTo>
                  <a:lnTo>
                    <a:pt x="272083" y="387249"/>
                  </a:lnTo>
                  <a:lnTo>
                    <a:pt x="262366" y="386662"/>
                  </a:lnTo>
                  <a:lnTo>
                    <a:pt x="252649" y="384530"/>
                  </a:lnTo>
                  <a:lnTo>
                    <a:pt x="242931" y="383808"/>
                  </a:lnTo>
                  <a:lnTo>
                    <a:pt x="233214" y="383077"/>
                  </a:lnTo>
                  <a:lnTo>
                    <a:pt x="223497" y="382303"/>
                  </a:lnTo>
                  <a:lnTo>
                    <a:pt x="213780" y="381265"/>
                  </a:lnTo>
                  <a:lnTo>
                    <a:pt x="204062" y="380397"/>
                  </a:lnTo>
                  <a:lnTo>
                    <a:pt x="194345" y="379169"/>
                  </a:lnTo>
                  <a:lnTo>
                    <a:pt x="184628" y="377932"/>
                  </a:lnTo>
                  <a:lnTo>
                    <a:pt x="174910" y="377530"/>
                  </a:lnTo>
                  <a:lnTo>
                    <a:pt x="165193" y="377842"/>
                  </a:lnTo>
                  <a:lnTo>
                    <a:pt x="155476" y="377728"/>
                  </a:lnTo>
                  <a:lnTo>
                    <a:pt x="145759" y="377568"/>
                  </a:lnTo>
                  <a:lnTo>
                    <a:pt x="136041" y="377083"/>
                  </a:lnTo>
                  <a:lnTo>
                    <a:pt x="126324" y="376375"/>
                  </a:lnTo>
                  <a:lnTo>
                    <a:pt x="116607" y="375507"/>
                  </a:lnTo>
                  <a:lnTo>
                    <a:pt x="106890" y="374659"/>
                  </a:lnTo>
                  <a:lnTo>
                    <a:pt x="97172" y="373799"/>
                  </a:lnTo>
                  <a:lnTo>
                    <a:pt x="87455" y="372937"/>
                  </a:lnTo>
                  <a:lnTo>
                    <a:pt x="77738" y="372315"/>
                  </a:lnTo>
                  <a:lnTo>
                    <a:pt x="68020" y="371765"/>
                  </a:lnTo>
                  <a:lnTo>
                    <a:pt x="58303" y="371095"/>
                  </a:lnTo>
                  <a:lnTo>
                    <a:pt x="48586" y="370457"/>
                  </a:lnTo>
                  <a:lnTo>
                    <a:pt x="38869" y="369346"/>
                  </a:lnTo>
                  <a:lnTo>
                    <a:pt x="29151" y="369566"/>
                  </a:lnTo>
                  <a:lnTo>
                    <a:pt x="19434" y="369109"/>
                  </a:lnTo>
                  <a:lnTo>
                    <a:pt x="9717" y="368612"/>
                  </a:lnTo>
                  <a:lnTo>
                    <a:pt x="0" y="367065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6324250" y="3117356"/>
              <a:ext cx="2516774" cy="324950"/>
            </a:xfrm>
            <a:custGeom>
              <a:avLst/>
              <a:pathLst>
                <a:path w="2516774" h="324950">
                  <a:moveTo>
                    <a:pt x="0" y="0"/>
                  </a:moveTo>
                  <a:lnTo>
                    <a:pt x="9717" y="4483"/>
                  </a:lnTo>
                  <a:lnTo>
                    <a:pt x="19434" y="8888"/>
                  </a:lnTo>
                  <a:lnTo>
                    <a:pt x="29151" y="13300"/>
                  </a:lnTo>
                  <a:lnTo>
                    <a:pt x="38869" y="17977"/>
                  </a:lnTo>
                  <a:lnTo>
                    <a:pt x="48586" y="23781"/>
                  </a:lnTo>
                  <a:lnTo>
                    <a:pt x="58303" y="29538"/>
                  </a:lnTo>
                  <a:lnTo>
                    <a:pt x="68020" y="35828"/>
                  </a:lnTo>
                  <a:lnTo>
                    <a:pt x="77738" y="42489"/>
                  </a:lnTo>
                  <a:lnTo>
                    <a:pt x="87455" y="47565"/>
                  </a:lnTo>
                  <a:lnTo>
                    <a:pt x="97172" y="52163"/>
                  </a:lnTo>
                  <a:lnTo>
                    <a:pt x="106890" y="56942"/>
                  </a:lnTo>
                  <a:lnTo>
                    <a:pt x="116607" y="62306"/>
                  </a:lnTo>
                  <a:lnTo>
                    <a:pt x="126324" y="67502"/>
                  </a:lnTo>
                  <a:lnTo>
                    <a:pt x="136041" y="73364"/>
                  </a:lnTo>
                  <a:lnTo>
                    <a:pt x="145759" y="78873"/>
                  </a:lnTo>
                  <a:lnTo>
                    <a:pt x="155476" y="84396"/>
                  </a:lnTo>
                  <a:lnTo>
                    <a:pt x="165193" y="90177"/>
                  </a:lnTo>
                  <a:lnTo>
                    <a:pt x="174910" y="95255"/>
                  </a:lnTo>
                  <a:lnTo>
                    <a:pt x="184628" y="100608"/>
                  </a:lnTo>
                  <a:lnTo>
                    <a:pt x="194345" y="105995"/>
                  </a:lnTo>
                  <a:lnTo>
                    <a:pt x="204062" y="110907"/>
                  </a:lnTo>
                  <a:lnTo>
                    <a:pt x="213780" y="115177"/>
                  </a:lnTo>
                  <a:lnTo>
                    <a:pt x="223497" y="120032"/>
                  </a:lnTo>
                  <a:lnTo>
                    <a:pt x="233214" y="125715"/>
                  </a:lnTo>
                  <a:lnTo>
                    <a:pt x="242931" y="130885"/>
                  </a:lnTo>
                  <a:lnTo>
                    <a:pt x="252649" y="134264"/>
                  </a:lnTo>
                  <a:lnTo>
                    <a:pt x="262366" y="137699"/>
                  </a:lnTo>
                  <a:lnTo>
                    <a:pt x="272083" y="142575"/>
                  </a:lnTo>
                  <a:lnTo>
                    <a:pt x="281801" y="148942"/>
                  </a:lnTo>
                  <a:lnTo>
                    <a:pt x="291518" y="153119"/>
                  </a:lnTo>
                  <a:lnTo>
                    <a:pt x="301235" y="156697"/>
                  </a:lnTo>
                  <a:lnTo>
                    <a:pt x="310952" y="161615"/>
                  </a:lnTo>
                  <a:lnTo>
                    <a:pt x="320670" y="165613"/>
                  </a:lnTo>
                  <a:lnTo>
                    <a:pt x="330387" y="168696"/>
                  </a:lnTo>
                  <a:lnTo>
                    <a:pt x="340104" y="173289"/>
                  </a:lnTo>
                  <a:lnTo>
                    <a:pt x="349821" y="175724"/>
                  </a:lnTo>
                  <a:lnTo>
                    <a:pt x="359539" y="178373"/>
                  </a:lnTo>
                  <a:lnTo>
                    <a:pt x="369256" y="182327"/>
                  </a:lnTo>
                  <a:lnTo>
                    <a:pt x="378973" y="187342"/>
                  </a:lnTo>
                  <a:lnTo>
                    <a:pt x="388691" y="188268"/>
                  </a:lnTo>
                  <a:lnTo>
                    <a:pt x="398408" y="191160"/>
                  </a:lnTo>
                  <a:lnTo>
                    <a:pt x="408125" y="195890"/>
                  </a:lnTo>
                  <a:lnTo>
                    <a:pt x="417842" y="198640"/>
                  </a:lnTo>
                  <a:lnTo>
                    <a:pt x="427560" y="203480"/>
                  </a:lnTo>
                  <a:lnTo>
                    <a:pt x="437277" y="206028"/>
                  </a:lnTo>
                  <a:lnTo>
                    <a:pt x="446994" y="209672"/>
                  </a:lnTo>
                  <a:lnTo>
                    <a:pt x="456712" y="213536"/>
                  </a:lnTo>
                  <a:lnTo>
                    <a:pt x="466429" y="217717"/>
                  </a:lnTo>
                  <a:lnTo>
                    <a:pt x="476146" y="219753"/>
                  </a:lnTo>
                  <a:lnTo>
                    <a:pt x="485863" y="221592"/>
                  </a:lnTo>
                  <a:lnTo>
                    <a:pt x="495581" y="223834"/>
                  </a:lnTo>
                  <a:lnTo>
                    <a:pt x="505298" y="226188"/>
                  </a:lnTo>
                  <a:lnTo>
                    <a:pt x="515015" y="228841"/>
                  </a:lnTo>
                  <a:lnTo>
                    <a:pt x="524732" y="231480"/>
                  </a:lnTo>
                  <a:lnTo>
                    <a:pt x="534450" y="233613"/>
                  </a:lnTo>
                  <a:lnTo>
                    <a:pt x="544167" y="236700"/>
                  </a:lnTo>
                  <a:lnTo>
                    <a:pt x="553884" y="239255"/>
                  </a:lnTo>
                  <a:lnTo>
                    <a:pt x="563602" y="240767"/>
                  </a:lnTo>
                  <a:lnTo>
                    <a:pt x="573319" y="243685"/>
                  </a:lnTo>
                  <a:lnTo>
                    <a:pt x="583036" y="245216"/>
                  </a:lnTo>
                  <a:lnTo>
                    <a:pt x="592753" y="247948"/>
                  </a:lnTo>
                  <a:lnTo>
                    <a:pt x="602471" y="250529"/>
                  </a:lnTo>
                  <a:lnTo>
                    <a:pt x="612188" y="252726"/>
                  </a:lnTo>
                  <a:lnTo>
                    <a:pt x="621905" y="254043"/>
                  </a:lnTo>
                  <a:lnTo>
                    <a:pt x="631623" y="254303"/>
                  </a:lnTo>
                  <a:lnTo>
                    <a:pt x="641340" y="255897"/>
                  </a:lnTo>
                  <a:lnTo>
                    <a:pt x="651057" y="258593"/>
                  </a:lnTo>
                  <a:lnTo>
                    <a:pt x="660774" y="259378"/>
                  </a:lnTo>
                  <a:lnTo>
                    <a:pt x="670492" y="261564"/>
                  </a:lnTo>
                  <a:lnTo>
                    <a:pt x="680209" y="262018"/>
                  </a:lnTo>
                  <a:lnTo>
                    <a:pt x="689926" y="263630"/>
                  </a:lnTo>
                  <a:lnTo>
                    <a:pt x="699643" y="265431"/>
                  </a:lnTo>
                  <a:lnTo>
                    <a:pt x="709361" y="266962"/>
                  </a:lnTo>
                  <a:lnTo>
                    <a:pt x="719078" y="268275"/>
                  </a:lnTo>
                  <a:lnTo>
                    <a:pt x="728795" y="268779"/>
                  </a:lnTo>
                  <a:lnTo>
                    <a:pt x="738513" y="269540"/>
                  </a:lnTo>
                  <a:lnTo>
                    <a:pt x="748230" y="270576"/>
                  </a:lnTo>
                  <a:lnTo>
                    <a:pt x="757947" y="272130"/>
                  </a:lnTo>
                  <a:lnTo>
                    <a:pt x="767664" y="273712"/>
                  </a:lnTo>
                  <a:lnTo>
                    <a:pt x="777382" y="274675"/>
                  </a:lnTo>
                  <a:lnTo>
                    <a:pt x="787099" y="275122"/>
                  </a:lnTo>
                  <a:lnTo>
                    <a:pt x="796816" y="275730"/>
                  </a:lnTo>
                  <a:lnTo>
                    <a:pt x="806534" y="277198"/>
                  </a:lnTo>
                  <a:lnTo>
                    <a:pt x="816251" y="278560"/>
                  </a:lnTo>
                  <a:lnTo>
                    <a:pt x="825968" y="280204"/>
                  </a:lnTo>
                  <a:lnTo>
                    <a:pt x="835685" y="282083"/>
                  </a:lnTo>
                  <a:lnTo>
                    <a:pt x="845403" y="283476"/>
                  </a:lnTo>
                  <a:lnTo>
                    <a:pt x="855120" y="284934"/>
                  </a:lnTo>
                  <a:lnTo>
                    <a:pt x="864837" y="286090"/>
                  </a:lnTo>
                  <a:lnTo>
                    <a:pt x="874554" y="286623"/>
                  </a:lnTo>
                  <a:lnTo>
                    <a:pt x="884272" y="287035"/>
                  </a:lnTo>
                  <a:lnTo>
                    <a:pt x="893989" y="287208"/>
                  </a:lnTo>
                  <a:lnTo>
                    <a:pt x="903706" y="287181"/>
                  </a:lnTo>
                  <a:lnTo>
                    <a:pt x="913424" y="287260"/>
                  </a:lnTo>
                  <a:lnTo>
                    <a:pt x="923141" y="287308"/>
                  </a:lnTo>
                  <a:lnTo>
                    <a:pt x="932858" y="288376"/>
                  </a:lnTo>
                  <a:lnTo>
                    <a:pt x="942575" y="288739"/>
                  </a:lnTo>
                  <a:lnTo>
                    <a:pt x="952293" y="289814"/>
                  </a:lnTo>
                  <a:lnTo>
                    <a:pt x="962010" y="290690"/>
                  </a:lnTo>
                  <a:lnTo>
                    <a:pt x="971727" y="291154"/>
                  </a:lnTo>
                  <a:lnTo>
                    <a:pt x="981445" y="291389"/>
                  </a:lnTo>
                  <a:lnTo>
                    <a:pt x="991162" y="292065"/>
                  </a:lnTo>
                  <a:lnTo>
                    <a:pt x="1000879" y="292760"/>
                  </a:lnTo>
                  <a:lnTo>
                    <a:pt x="1010596" y="293472"/>
                  </a:lnTo>
                  <a:lnTo>
                    <a:pt x="1020314" y="293876"/>
                  </a:lnTo>
                  <a:lnTo>
                    <a:pt x="1030031" y="294040"/>
                  </a:lnTo>
                  <a:lnTo>
                    <a:pt x="1039748" y="294330"/>
                  </a:lnTo>
                  <a:lnTo>
                    <a:pt x="1049465" y="294805"/>
                  </a:lnTo>
                  <a:lnTo>
                    <a:pt x="1059183" y="295847"/>
                  </a:lnTo>
                  <a:lnTo>
                    <a:pt x="1068900" y="296634"/>
                  </a:lnTo>
                  <a:lnTo>
                    <a:pt x="1078617" y="297138"/>
                  </a:lnTo>
                  <a:lnTo>
                    <a:pt x="1088335" y="298085"/>
                  </a:lnTo>
                  <a:lnTo>
                    <a:pt x="1098052" y="298916"/>
                  </a:lnTo>
                  <a:lnTo>
                    <a:pt x="1107769" y="299489"/>
                  </a:lnTo>
                  <a:lnTo>
                    <a:pt x="1117486" y="300087"/>
                  </a:lnTo>
                  <a:lnTo>
                    <a:pt x="1127204" y="300240"/>
                  </a:lnTo>
                  <a:lnTo>
                    <a:pt x="1136921" y="301369"/>
                  </a:lnTo>
                  <a:lnTo>
                    <a:pt x="1146638" y="300960"/>
                  </a:lnTo>
                  <a:lnTo>
                    <a:pt x="1156356" y="300876"/>
                  </a:lnTo>
                  <a:lnTo>
                    <a:pt x="1166073" y="301180"/>
                  </a:lnTo>
                  <a:lnTo>
                    <a:pt x="1175790" y="301498"/>
                  </a:lnTo>
                  <a:lnTo>
                    <a:pt x="1185507" y="301820"/>
                  </a:lnTo>
                  <a:lnTo>
                    <a:pt x="1195225" y="301949"/>
                  </a:lnTo>
                  <a:lnTo>
                    <a:pt x="1204942" y="301782"/>
                  </a:lnTo>
                  <a:lnTo>
                    <a:pt x="1214659" y="302113"/>
                  </a:lnTo>
                  <a:lnTo>
                    <a:pt x="1224376" y="302532"/>
                  </a:lnTo>
                  <a:lnTo>
                    <a:pt x="1234094" y="302965"/>
                  </a:lnTo>
                  <a:lnTo>
                    <a:pt x="1243811" y="303554"/>
                  </a:lnTo>
                  <a:lnTo>
                    <a:pt x="1253528" y="304060"/>
                  </a:lnTo>
                  <a:lnTo>
                    <a:pt x="1263246" y="304225"/>
                  </a:lnTo>
                  <a:lnTo>
                    <a:pt x="1272963" y="304626"/>
                  </a:lnTo>
                  <a:lnTo>
                    <a:pt x="1282680" y="304992"/>
                  </a:lnTo>
                  <a:lnTo>
                    <a:pt x="1292397" y="305478"/>
                  </a:lnTo>
                  <a:lnTo>
                    <a:pt x="1302115" y="305890"/>
                  </a:lnTo>
                  <a:lnTo>
                    <a:pt x="1311832" y="306300"/>
                  </a:lnTo>
                  <a:lnTo>
                    <a:pt x="1321549" y="307115"/>
                  </a:lnTo>
                  <a:lnTo>
                    <a:pt x="1331267" y="308770"/>
                  </a:lnTo>
                  <a:lnTo>
                    <a:pt x="1340984" y="309089"/>
                  </a:lnTo>
                  <a:lnTo>
                    <a:pt x="1350701" y="308964"/>
                  </a:lnTo>
                  <a:lnTo>
                    <a:pt x="1360418" y="308747"/>
                  </a:lnTo>
                  <a:lnTo>
                    <a:pt x="1370136" y="308706"/>
                  </a:lnTo>
                  <a:lnTo>
                    <a:pt x="1379853" y="308569"/>
                  </a:lnTo>
                  <a:lnTo>
                    <a:pt x="1389570" y="309280"/>
                  </a:lnTo>
                  <a:lnTo>
                    <a:pt x="1399287" y="308828"/>
                  </a:lnTo>
                  <a:lnTo>
                    <a:pt x="1409005" y="309032"/>
                  </a:lnTo>
                  <a:lnTo>
                    <a:pt x="1418722" y="309325"/>
                  </a:lnTo>
                  <a:lnTo>
                    <a:pt x="1428439" y="309624"/>
                  </a:lnTo>
                  <a:lnTo>
                    <a:pt x="1438157" y="309660"/>
                  </a:lnTo>
                  <a:lnTo>
                    <a:pt x="1447874" y="309514"/>
                  </a:lnTo>
                  <a:lnTo>
                    <a:pt x="1457591" y="309415"/>
                  </a:lnTo>
                  <a:lnTo>
                    <a:pt x="1467308" y="309871"/>
                  </a:lnTo>
                  <a:lnTo>
                    <a:pt x="1477026" y="310327"/>
                  </a:lnTo>
                  <a:lnTo>
                    <a:pt x="1486743" y="310782"/>
                  </a:lnTo>
                  <a:lnTo>
                    <a:pt x="1496460" y="311104"/>
                  </a:lnTo>
                  <a:lnTo>
                    <a:pt x="1506178" y="311120"/>
                  </a:lnTo>
                  <a:lnTo>
                    <a:pt x="1515895" y="311136"/>
                  </a:lnTo>
                  <a:lnTo>
                    <a:pt x="1525612" y="311152"/>
                  </a:lnTo>
                  <a:lnTo>
                    <a:pt x="1535329" y="311181"/>
                  </a:lnTo>
                  <a:lnTo>
                    <a:pt x="1545047" y="311209"/>
                  </a:lnTo>
                  <a:lnTo>
                    <a:pt x="1554764" y="311238"/>
                  </a:lnTo>
                  <a:lnTo>
                    <a:pt x="1564481" y="311267"/>
                  </a:lnTo>
                  <a:lnTo>
                    <a:pt x="1574198" y="311296"/>
                  </a:lnTo>
                  <a:lnTo>
                    <a:pt x="1583916" y="311326"/>
                  </a:lnTo>
                  <a:lnTo>
                    <a:pt x="1593633" y="311360"/>
                  </a:lnTo>
                  <a:lnTo>
                    <a:pt x="1603350" y="311453"/>
                  </a:lnTo>
                  <a:lnTo>
                    <a:pt x="1613068" y="312013"/>
                  </a:lnTo>
                  <a:lnTo>
                    <a:pt x="1622785" y="312620"/>
                  </a:lnTo>
                  <a:lnTo>
                    <a:pt x="1632502" y="313109"/>
                  </a:lnTo>
                  <a:lnTo>
                    <a:pt x="1642219" y="313649"/>
                  </a:lnTo>
                  <a:lnTo>
                    <a:pt x="1651937" y="314197"/>
                  </a:lnTo>
                  <a:lnTo>
                    <a:pt x="1661654" y="314743"/>
                  </a:lnTo>
                  <a:lnTo>
                    <a:pt x="1671371" y="315289"/>
                  </a:lnTo>
                  <a:lnTo>
                    <a:pt x="1681089" y="315606"/>
                  </a:lnTo>
                  <a:lnTo>
                    <a:pt x="1690806" y="315309"/>
                  </a:lnTo>
                  <a:lnTo>
                    <a:pt x="1700523" y="315011"/>
                  </a:lnTo>
                  <a:lnTo>
                    <a:pt x="1710240" y="314761"/>
                  </a:lnTo>
                  <a:lnTo>
                    <a:pt x="1719958" y="315182"/>
                  </a:lnTo>
                  <a:lnTo>
                    <a:pt x="1729675" y="315603"/>
                  </a:lnTo>
                  <a:lnTo>
                    <a:pt x="1739392" y="316023"/>
                  </a:lnTo>
                  <a:lnTo>
                    <a:pt x="1749109" y="316442"/>
                  </a:lnTo>
                  <a:lnTo>
                    <a:pt x="1758827" y="316861"/>
                  </a:lnTo>
                  <a:lnTo>
                    <a:pt x="1768544" y="316915"/>
                  </a:lnTo>
                  <a:lnTo>
                    <a:pt x="1778261" y="317097"/>
                  </a:lnTo>
                  <a:lnTo>
                    <a:pt x="1787979" y="317426"/>
                  </a:lnTo>
                  <a:lnTo>
                    <a:pt x="1797696" y="317637"/>
                  </a:lnTo>
                  <a:lnTo>
                    <a:pt x="1807413" y="317357"/>
                  </a:lnTo>
                  <a:lnTo>
                    <a:pt x="1817130" y="317711"/>
                  </a:lnTo>
                  <a:lnTo>
                    <a:pt x="1826848" y="317673"/>
                  </a:lnTo>
                  <a:lnTo>
                    <a:pt x="1836565" y="317070"/>
                  </a:lnTo>
                  <a:lnTo>
                    <a:pt x="1846282" y="316965"/>
                  </a:lnTo>
                  <a:lnTo>
                    <a:pt x="1856000" y="317244"/>
                  </a:lnTo>
                  <a:lnTo>
                    <a:pt x="1865717" y="317477"/>
                  </a:lnTo>
                  <a:lnTo>
                    <a:pt x="1875434" y="317724"/>
                  </a:lnTo>
                  <a:lnTo>
                    <a:pt x="1885151" y="317970"/>
                  </a:lnTo>
                  <a:lnTo>
                    <a:pt x="1894869" y="318216"/>
                  </a:lnTo>
                  <a:lnTo>
                    <a:pt x="1904586" y="318461"/>
                  </a:lnTo>
                  <a:lnTo>
                    <a:pt x="1914303" y="318707"/>
                  </a:lnTo>
                  <a:lnTo>
                    <a:pt x="1924020" y="318716"/>
                  </a:lnTo>
                  <a:lnTo>
                    <a:pt x="1933738" y="318446"/>
                  </a:lnTo>
                  <a:lnTo>
                    <a:pt x="1943455" y="318175"/>
                  </a:lnTo>
                  <a:lnTo>
                    <a:pt x="1953172" y="317884"/>
                  </a:lnTo>
                  <a:lnTo>
                    <a:pt x="1962890" y="317532"/>
                  </a:lnTo>
                  <a:lnTo>
                    <a:pt x="1972607" y="317315"/>
                  </a:lnTo>
                  <a:lnTo>
                    <a:pt x="1982324" y="317070"/>
                  </a:lnTo>
                  <a:lnTo>
                    <a:pt x="1992041" y="316790"/>
                  </a:lnTo>
                  <a:lnTo>
                    <a:pt x="2001759" y="316943"/>
                  </a:lnTo>
                  <a:lnTo>
                    <a:pt x="2011476" y="317248"/>
                  </a:lnTo>
                  <a:lnTo>
                    <a:pt x="2021193" y="317591"/>
                  </a:lnTo>
                  <a:lnTo>
                    <a:pt x="2030911" y="317933"/>
                  </a:lnTo>
                  <a:lnTo>
                    <a:pt x="2040628" y="318274"/>
                  </a:lnTo>
                  <a:lnTo>
                    <a:pt x="2050345" y="318614"/>
                  </a:lnTo>
                  <a:lnTo>
                    <a:pt x="2060062" y="318954"/>
                  </a:lnTo>
                  <a:lnTo>
                    <a:pt x="2069780" y="319302"/>
                  </a:lnTo>
                  <a:lnTo>
                    <a:pt x="2079497" y="319652"/>
                  </a:lnTo>
                  <a:lnTo>
                    <a:pt x="2089214" y="320245"/>
                  </a:lnTo>
                  <a:lnTo>
                    <a:pt x="2098931" y="320506"/>
                  </a:lnTo>
                  <a:lnTo>
                    <a:pt x="2108649" y="320666"/>
                  </a:lnTo>
                  <a:lnTo>
                    <a:pt x="2118366" y="320971"/>
                  </a:lnTo>
                  <a:lnTo>
                    <a:pt x="2128083" y="321203"/>
                  </a:lnTo>
                  <a:lnTo>
                    <a:pt x="2137801" y="321444"/>
                  </a:lnTo>
                  <a:lnTo>
                    <a:pt x="2147518" y="321684"/>
                  </a:lnTo>
                  <a:lnTo>
                    <a:pt x="2157235" y="321925"/>
                  </a:lnTo>
                  <a:lnTo>
                    <a:pt x="2166952" y="322165"/>
                  </a:lnTo>
                  <a:lnTo>
                    <a:pt x="2176670" y="322404"/>
                  </a:lnTo>
                  <a:lnTo>
                    <a:pt x="2186387" y="322294"/>
                  </a:lnTo>
                  <a:lnTo>
                    <a:pt x="2196104" y="322050"/>
                  </a:lnTo>
                  <a:lnTo>
                    <a:pt x="2205822" y="321806"/>
                  </a:lnTo>
                  <a:lnTo>
                    <a:pt x="2215539" y="321818"/>
                  </a:lnTo>
                  <a:lnTo>
                    <a:pt x="2225256" y="322027"/>
                  </a:lnTo>
                  <a:lnTo>
                    <a:pt x="2234973" y="322235"/>
                  </a:lnTo>
                  <a:lnTo>
                    <a:pt x="2244691" y="322444"/>
                  </a:lnTo>
                  <a:lnTo>
                    <a:pt x="2254408" y="322652"/>
                  </a:lnTo>
                  <a:lnTo>
                    <a:pt x="2264125" y="322868"/>
                  </a:lnTo>
                  <a:lnTo>
                    <a:pt x="2273842" y="323088"/>
                  </a:lnTo>
                  <a:lnTo>
                    <a:pt x="2283560" y="323308"/>
                  </a:lnTo>
                  <a:lnTo>
                    <a:pt x="2293277" y="323528"/>
                  </a:lnTo>
                  <a:lnTo>
                    <a:pt x="2302994" y="323748"/>
                  </a:lnTo>
                  <a:lnTo>
                    <a:pt x="2312712" y="323729"/>
                  </a:lnTo>
                  <a:lnTo>
                    <a:pt x="2322429" y="323668"/>
                  </a:lnTo>
                  <a:lnTo>
                    <a:pt x="2332146" y="323607"/>
                  </a:lnTo>
                  <a:lnTo>
                    <a:pt x="2341863" y="323546"/>
                  </a:lnTo>
                  <a:lnTo>
                    <a:pt x="2351581" y="323485"/>
                  </a:lnTo>
                  <a:lnTo>
                    <a:pt x="2361298" y="323426"/>
                  </a:lnTo>
                  <a:lnTo>
                    <a:pt x="2371015" y="323367"/>
                  </a:lnTo>
                  <a:lnTo>
                    <a:pt x="2380733" y="323433"/>
                  </a:lnTo>
                  <a:lnTo>
                    <a:pt x="2390450" y="323719"/>
                  </a:lnTo>
                  <a:lnTo>
                    <a:pt x="2400167" y="323870"/>
                  </a:lnTo>
                  <a:lnTo>
                    <a:pt x="2409884" y="323877"/>
                  </a:lnTo>
                  <a:lnTo>
                    <a:pt x="2419602" y="324086"/>
                  </a:lnTo>
                  <a:lnTo>
                    <a:pt x="2429319" y="324296"/>
                  </a:lnTo>
                  <a:lnTo>
                    <a:pt x="2439036" y="324505"/>
                  </a:lnTo>
                  <a:lnTo>
                    <a:pt x="2448753" y="324714"/>
                  </a:lnTo>
                  <a:lnTo>
                    <a:pt x="2458471" y="324922"/>
                  </a:lnTo>
                  <a:lnTo>
                    <a:pt x="2468188" y="324950"/>
                  </a:lnTo>
                  <a:lnTo>
                    <a:pt x="2477905" y="324802"/>
                  </a:lnTo>
                  <a:lnTo>
                    <a:pt x="2487623" y="324654"/>
                  </a:lnTo>
                  <a:lnTo>
                    <a:pt x="2497340" y="324506"/>
                  </a:lnTo>
                  <a:lnTo>
                    <a:pt x="2507057" y="324358"/>
                  </a:lnTo>
                  <a:lnTo>
                    <a:pt x="2516774" y="3242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6324250" y="3484421"/>
              <a:ext cx="2516774" cy="381377"/>
            </a:xfrm>
            <a:custGeom>
              <a:avLst/>
              <a:pathLst>
                <a:path w="2516774" h="381377">
                  <a:moveTo>
                    <a:pt x="2516774" y="381377"/>
                  </a:moveTo>
                  <a:lnTo>
                    <a:pt x="2507057" y="380779"/>
                  </a:lnTo>
                  <a:lnTo>
                    <a:pt x="2497340" y="380039"/>
                  </a:lnTo>
                  <a:lnTo>
                    <a:pt x="2487623" y="379192"/>
                  </a:lnTo>
                  <a:lnTo>
                    <a:pt x="2477905" y="378335"/>
                  </a:lnTo>
                  <a:lnTo>
                    <a:pt x="2468188" y="377469"/>
                  </a:lnTo>
                  <a:lnTo>
                    <a:pt x="2458471" y="376735"/>
                  </a:lnTo>
                  <a:lnTo>
                    <a:pt x="2448753" y="375839"/>
                  </a:lnTo>
                  <a:lnTo>
                    <a:pt x="2439036" y="374937"/>
                  </a:lnTo>
                  <a:lnTo>
                    <a:pt x="2429319" y="374027"/>
                  </a:lnTo>
                  <a:lnTo>
                    <a:pt x="2419602" y="373111"/>
                  </a:lnTo>
                  <a:lnTo>
                    <a:pt x="2409884" y="372184"/>
                  </a:lnTo>
                  <a:lnTo>
                    <a:pt x="2400167" y="371247"/>
                  </a:lnTo>
                  <a:lnTo>
                    <a:pt x="2390450" y="370303"/>
                  </a:lnTo>
                  <a:lnTo>
                    <a:pt x="2380733" y="369351"/>
                  </a:lnTo>
                  <a:lnTo>
                    <a:pt x="2371015" y="368400"/>
                  </a:lnTo>
                  <a:lnTo>
                    <a:pt x="2361298" y="367440"/>
                  </a:lnTo>
                  <a:lnTo>
                    <a:pt x="2351581" y="366471"/>
                  </a:lnTo>
                  <a:lnTo>
                    <a:pt x="2341863" y="365493"/>
                  </a:lnTo>
                  <a:lnTo>
                    <a:pt x="2332146" y="364505"/>
                  </a:lnTo>
                  <a:lnTo>
                    <a:pt x="2322429" y="363507"/>
                  </a:lnTo>
                  <a:lnTo>
                    <a:pt x="2312712" y="362500"/>
                  </a:lnTo>
                  <a:lnTo>
                    <a:pt x="2302994" y="361484"/>
                  </a:lnTo>
                  <a:lnTo>
                    <a:pt x="2293277" y="360467"/>
                  </a:lnTo>
                  <a:lnTo>
                    <a:pt x="2283560" y="359444"/>
                  </a:lnTo>
                  <a:lnTo>
                    <a:pt x="2273842" y="358412"/>
                  </a:lnTo>
                  <a:lnTo>
                    <a:pt x="2264125" y="357373"/>
                  </a:lnTo>
                  <a:lnTo>
                    <a:pt x="2254408" y="356327"/>
                  </a:lnTo>
                  <a:lnTo>
                    <a:pt x="2244691" y="355272"/>
                  </a:lnTo>
                  <a:lnTo>
                    <a:pt x="2234973" y="354401"/>
                  </a:lnTo>
                  <a:lnTo>
                    <a:pt x="2225256" y="353545"/>
                  </a:lnTo>
                  <a:lnTo>
                    <a:pt x="2215539" y="352684"/>
                  </a:lnTo>
                  <a:lnTo>
                    <a:pt x="2205822" y="351812"/>
                  </a:lnTo>
                  <a:lnTo>
                    <a:pt x="2196104" y="350933"/>
                  </a:lnTo>
                  <a:lnTo>
                    <a:pt x="2186387" y="350048"/>
                  </a:lnTo>
                  <a:lnTo>
                    <a:pt x="2176670" y="349155"/>
                  </a:lnTo>
                  <a:lnTo>
                    <a:pt x="2166952" y="348256"/>
                  </a:lnTo>
                  <a:lnTo>
                    <a:pt x="2157235" y="347350"/>
                  </a:lnTo>
                  <a:lnTo>
                    <a:pt x="2147518" y="346437"/>
                  </a:lnTo>
                  <a:lnTo>
                    <a:pt x="2137801" y="345517"/>
                  </a:lnTo>
                  <a:lnTo>
                    <a:pt x="2128083" y="344591"/>
                  </a:lnTo>
                  <a:lnTo>
                    <a:pt x="2118366" y="343657"/>
                  </a:lnTo>
                  <a:lnTo>
                    <a:pt x="2108649" y="342716"/>
                  </a:lnTo>
                  <a:lnTo>
                    <a:pt x="2098931" y="341768"/>
                  </a:lnTo>
                  <a:lnTo>
                    <a:pt x="2089214" y="340813"/>
                  </a:lnTo>
                  <a:lnTo>
                    <a:pt x="2079497" y="339919"/>
                  </a:lnTo>
                  <a:lnTo>
                    <a:pt x="2069780" y="339365"/>
                  </a:lnTo>
                  <a:lnTo>
                    <a:pt x="2060062" y="338166"/>
                  </a:lnTo>
                  <a:lnTo>
                    <a:pt x="2050345" y="336955"/>
                  </a:lnTo>
                  <a:lnTo>
                    <a:pt x="2040628" y="335978"/>
                  </a:lnTo>
                  <a:lnTo>
                    <a:pt x="2030911" y="334993"/>
                  </a:lnTo>
                  <a:lnTo>
                    <a:pt x="2021193" y="333989"/>
                  </a:lnTo>
                  <a:lnTo>
                    <a:pt x="2011476" y="332977"/>
                  </a:lnTo>
                  <a:lnTo>
                    <a:pt x="2001759" y="331958"/>
                  </a:lnTo>
                  <a:lnTo>
                    <a:pt x="1992041" y="330931"/>
                  </a:lnTo>
                  <a:lnTo>
                    <a:pt x="1982324" y="329896"/>
                  </a:lnTo>
                  <a:lnTo>
                    <a:pt x="1972607" y="328853"/>
                  </a:lnTo>
                  <a:lnTo>
                    <a:pt x="1962890" y="327955"/>
                  </a:lnTo>
                  <a:lnTo>
                    <a:pt x="1953172" y="327205"/>
                  </a:lnTo>
                  <a:lnTo>
                    <a:pt x="1943455" y="326446"/>
                  </a:lnTo>
                  <a:lnTo>
                    <a:pt x="1933738" y="325272"/>
                  </a:lnTo>
                  <a:lnTo>
                    <a:pt x="1924020" y="324035"/>
                  </a:lnTo>
                  <a:lnTo>
                    <a:pt x="1914303" y="322782"/>
                  </a:lnTo>
                  <a:lnTo>
                    <a:pt x="1904586" y="321502"/>
                  </a:lnTo>
                  <a:lnTo>
                    <a:pt x="1894869" y="320268"/>
                  </a:lnTo>
                  <a:lnTo>
                    <a:pt x="1885151" y="319129"/>
                  </a:lnTo>
                  <a:lnTo>
                    <a:pt x="1875434" y="318017"/>
                  </a:lnTo>
                  <a:lnTo>
                    <a:pt x="1865717" y="316949"/>
                  </a:lnTo>
                  <a:lnTo>
                    <a:pt x="1856000" y="315959"/>
                  </a:lnTo>
                  <a:lnTo>
                    <a:pt x="1846282" y="314963"/>
                  </a:lnTo>
                  <a:lnTo>
                    <a:pt x="1836565" y="313960"/>
                  </a:lnTo>
                  <a:lnTo>
                    <a:pt x="1826848" y="312951"/>
                  </a:lnTo>
                  <a:lnTo>
                    <a:pt x="1817130" y="311937"/>
                  </a:lnTo>
                  <a:lnTo>
                    <a:pt x="1807413" y="310915"/>
                  </a:lnTo>
                  <a:lnTo>
                    <a:pt x="1797696" y="309879"/>
                  </a:lnTo>
                  <a:lnTo>
                    <a:pt x="1787979" y="308829"/>
                  </a:lnTo>
                  <a:lnTo>
                    <a:pt x="1778261" y="307772"/>
                  </a:lnTo>
                  <a:lnTo>
                    <a:pt x="1768544" y="306709"/>
                  </a:lnTo>
                  <a:lnTo>
                    <a:pt x="1758827" y="305639"/>
                  </a:lnTo>
                  <a:lnTo>
                    <a:pt x="1749109" y="304066"/>
                  </a:lnTo>
                  <a:lnTo>
                    <a:pt x="1739392" y="302462"/>
                  </a:lnTo>
                  <a:lnTo>
                    <a:pt x="1729675" y="300846"/>
                  </a:lnTo>
                  <a:lnTo>
                    <a:pt x="1719958" y="299214"/>
                  </a:lnTo>
                  <a:lnTo>
                    <a:pt x="1710240" y="297667"/>
                  </a:lnTo>
                  <a:lnTo>
                    <a:pt x="1700523" y="296381"/>
                  </a:lnTo>
                  <a:lnTo>
                    <a:pt x="1690806" y="295085"/>
                  </a:lnTo>
                  <a:lnTo>
                    <a:pt x="1681089" y="293780"/>
                  </a:lnTo>
                  <a:lnTo>
                    <a:pt x="1671371" y="292464"/>
                  </a:lnTo>
                  <a:lnTo>
                    <a:pt x="1661654" y="291134"/>
                  </a:lnTo>
                  <a:lnTo>
                    <a:pt x="1651937" y="289456"/>
                  </a:lnTo>
                  <a:lnTo>
                    <a:pt x="1642219" y="287125"/>
                  </a:lnTo>
                  <a:lnTo>
                    <a:pt x="1632502" y="284775"/>
                  </a:lnTo>
                  <a:lnTo>
                    <a:pt x="1622785" y="282407"/>
                  </a:lnTo>
                  <a:lnTo>
                    <a:pt x="1613068" y="280305"/>
                  </a:lnTo>
                  <a:lnTo>
                    <a:pt x="1603350" y="278503"/>
                  </a:lnTo>
                  <a:lnTo>
                    <a:pt x="1593633" y="276951"/>
                  </a:lnTo>
                  <a:lnTo>
                    <a:pt x="1583916" y="275811"/>
                  </a:lnTo>
                  <a:lnTo>
                    <a:pt x="1574198" y="273993"/>
                  </a:lnTo>
                  <a:lnTo>
                    <a:pt x="1564481" y="272506"/>
                  </a:lnTo>
                  <a:lnTo>
                    <a:pt x="1554764" y="271006"/>
                  </a:lnTo>
                  <a:lnTo>
                    <a:pt x="1545047" y="269480"/>
                  </a:lnTo>
                  <a:lnTo>
                    <a:pt x="1535329" y="267931"/>
                  </a:lnTo>
                  <a:lnTo>
                    <a:pt x="1525612" y="266367"/>
                  </a:lnTo>
                  <a:lnTo>
                    <a:pt x="1515895" y="264789"/>
                  </a:lnTo>
                  <a:lnTo>
                    <a:pt x="1506178" y="263196"/>
                  </a:lnTo>
                  <a:lnTo>
                    <a:pt x="1496460" y="261645"/>
                  </a:lnTo>
                  <a:lnTo>
                    <a:pt x="1486743" y="260365"/>
                  </a:lnTo>
                  <a:lnTo>
                    <a:pt x="1477026" y="258440"/>
                  </a:lnTo>
                  <a:lnTo>
                    <a:pt x="1467308" y="256713"/>
                  </a:lnTo>
                  <a:lnTo>
                    <a:pt x="1457591" y="255063"/>
                  </a:lnTo>
                  <a:lnTo>
                    <a:pt x="1447874" y="253398"/>
                  </a:lnTo>
                  <a:lnTo>
                    <a:pt x="1438157" y="251718"/>
                  </a:lnTo>
                  <a:lnTo>
                    <a:pt x="1428439" y="250015"/>
                  </a:lnTo>
                  <a:lnTo>
                    <a:pt x="1418722" y="248283"/>
                  </a:lnTo>
                  <a:lnTo>
                    <a:pt x="1409005" y="246534"/>
                  </a:lnTo>
                  <a:lnTo>
                    <a:pt x="1399287" y="244769"/>
                  </a:lnTo>
                  <a:lnTo>
                    <a:pt x="1389570" y="242989"/>
                  </a:lnTo>
                  <a:lnTo>
                    <a:pt x="1379853" y="241075"/>
                  </a:lnTo>
                  <a:lnTo>
                    <a:pt x="1370136" y="238746"/>
                  </a:lnTo>
                  <a:lnTo>
                    <a:pt x="1360418" y="236388"/>
                  </a:lnTo>
                  <a:lnTo>
                    <a:pt x="1350701" y="234003"/>
                  </a:lnTo>
                  <a:lnTo>
                    <a:pt x="1340984" y="231995"/>
                  </a:lnTo>
                  <a:lnTo>
                    <a:pt x="1331267" y="230380"/>
                  </a:lnTo>
                  <a:lnTo>
                    <a:pt x="1321549" y="228755"/>
                  </a:lnTo>
                  <a:lnTo>
                    <a:pt x="1311832" y="227119"/>
                  </a:lnTo>
                  <a:lnTo>
                    <a:pt x="1302115" y="225621"/>
                  </a:lnTo>
                  <a:lnTo>
                    <a:pt x="1292397" y="224401"/>
                  </a:lnTo>
                  <a:lnTo>
                    <a:pt x="1282680" y="222471"/>
                  </a:lnTo>
                  <a:lnTo>
                    <a:pt x="1272963" y="220524"/>
                  </a:lnTo>
                  <a:lnTo>
                    <a:pt x="1263246" y="218838"/>
                  </a:lnTo>
                  <a:lnTo>
                    <a:pt x="1253528" y="217135"/>
                  </a:lnTo>
                  <a:lnTo>
                    <a:pt x="1243811" y="215405"/>
                  </a:lnTo>
                  <a:lnTo>
                    <a:pt x="1234094" y="213664"/>
                  </a:lnTo>
                  <a:lnTo>
                    <a:pt x="1224376" y="211344"/>
                  </a:lnTo>
                  <a:lnTo>
                    <a:pt x="1214659" y="209865"/>
                  </a:lnTo>
                  <a:lnTo>
                    <a:pt x="1204942" y="208101"/>
                  </a:lnTo>
                  <a:lnTo>
                    <a:pt x="1195225" y="205602"/>
                  </a:lnTo>
                  <a:lnTo>
                    <a:pt x="1185507" y="203061"/>
                  </a:lnTo>
                  <a:lnTo>
                    <a:pt x="1175790" y="200760"/>
                  </a:lnTo>
                  <a:lnTo>
                    <a:pt x="1166073" y="198305"/>
                  </a:lnTo>
                  <a:lnTo>
                    <a:pt x="1156356" y="195656"/>
                  </a:lnTo>
                  <a:lnTo>
                    <a:pt x="1146638" y="193293"/>
                  </a:lnTo>
                  <a:lnTo>
                    <a:pt x="1136921" y="191074"/>
                  </a:lnTo>
                  <a:lnTo>
                    <a:pt x="1127204" y="188836"/>
                  </a:lnTo>
                  <a:lnTo>
                    <a:pt x="1117486" y="186555"/>
                  </a:lnTo>
                  <a:lnTo>
                    <a:pt x="1107769" y="184244"/>
                  </a:lnTo>
                  <a:lnTo>
                    <a:pt x="1098052" y="181516"/>
                  </a:lnTo>
                  <a:lnTo>
                    <a:pt x="1088335" y="179605"/>
                  </a:lnTo>
                  <a:lnTo>
                    <a:pt x="1078617" y="177273"/>
                  </a:lnTo>
                  <a:lnTo>
                    <a:pt x="1068900" y="174884"/>
                  </a:lnTo>
                  <a:lnTo>
                    <a:pt x="1059183" y="172510"/>
                  </a:lnTo>
                  <a:lnTo>
                    <a:pt x="1049465" y="170214"/>
                  </a:lnTo>
                  <a:lnTo>
                    <a:pt x="1039748" y="167928"/>
                  </a:lnTo>
                  <a:lnTo>
                    <a:pt x="1030031" y="165230"/>
                  </a:lnTo>
                  <a:lnTo>
                    <a:pt x="1020314" y="162422"/>
                  </a:lnTo>
                  <a:lnTo>
                    <a:pt x="1010596" y="160031"/>
                  </a:lnTo>
                  <a:lnTo>
                    <a:pt x="1000879" y="157846"/>
                  </a:lnTo>
                  <a:lnTo>
                    <a:pt x="991162" y="155408"/>
                  </a:lnTo>
                  <a:lnTo>
                    <a:pt x="981445" y="153763"/>
                  </a:lnTo>
                  <a:lnTo>
                    <a:pt x="971727" y="151800"/>
                  </a:lnTo>
                  <a:lnTo>
                    <a:pt x="962010" y="149388"/>
                  </a:lnTo>
                  <a:lnTo>
                    <a:pt x="952293" y="146951"/>
                  </a:lnTo>
                  <a:lnTo>
                    <a:pt x="942575" y="143898"/>
                  </a:lnTo>
                  <a:lnTo>
                    <a:pt x="932858" y="141864"/>
                  </a:lnTo>
                  <a:lnTo>
                    <a:pt x="923141" y="139637"/>
                  </a:lnTo>
                  <a:lnTo>
                    <a:pt x="913424" y="137482"/>
                  </a:lnTo>
                  <a:lnTo>
                    <a:pt x="903706" y="134987"/>
                  </a:lnTo>
                  <a:lnTo>
                    <a:pt x="893989" y="132543"/>
                  </a:lnTo>
                  <a:lnTo>
                    <a:pt x="884272" y="130098"/>
                  </a:lnTo>
                  <a:lnTo>
                    <a:pt x="874554" y="128487"/>
                  </a:lnTo>
                  <a:lnTo>
                    <a:pt x="864837" y="126546"/>
                  </a:lnTo>
                  <a:lnTo>
                    <a:pt x="855120" y="124327"/>
                  </a:lnTo>
                  <a:lnTo>
                    <a:pt x="845403" y="121726"/>
                  </a:lnTo>
                  <a:lnTo>
                    <a:pt x="835685" y="118580"/>
                  </a:lnTo>
                  <a:lnTo>
                    <a:pt x="825968" y="116721"/>
                  </a:lnTo>
                  <a:lnTo>
                    <a:pt x="816251" y="114258"/>
                  </a:lnTo>
                  <a:lnTo>
                    <a:pt x="806534" y="111486"/>
                  </a:lnTo>
                  <a:lnTo>
                    <a:pt x="796816" y="109087"/>
                  </a:lnTo>
                  <a:lnTo>
                    <a:pt x="787099" y="106694"/>
                  </a:lnTo>
                  <a:lnTo>
                    <a:pt x="777382" y="105742"/>
                  </a:lnTo>
                  <a:lnTo>
                    <a:pt x="767664" y="103477"/>
                  </a:lnTo>
                  <a:lnTo>
                    <a:pt x="757947" y="101229"/>
                  </a:lnTo>
                  <a:lnTo>
                    <a:pt x="748230" y="98873"/>
                  </a:lnTo>
                  <a:lnTo>
                    <a:pt x="738513" y="96741"/>
                  </a:lnTo>
                  <a:lnTo>
                    <a:pt x="728795" y="95196"/>
                  </a:lnTo>
                  <a:lnTo>
                    <a:pt x="719078" y="94156"/>
                  </a:lnTo>
                  <a:lnTo>
                    <a:pt x="709361" y="92209"/>
                  </a:lnTo>
                  <a:lnTo>
                    <a:pt x="699643" y="91636"/>
                  </a:lnTo>
                  <a:lnTo>
                    <a:pt x="689926" y="89587"/>
                  </a:lnTo>
                  <a:lnTo>
                    <a:pt x="680209" y="87868"/>
                  </a:lnTo>
                  <a:lnTo>
                    <a:pt x="670492" y="87069"/>
                  </a:lnTo>
                  <a:lnTo>
                    <a:pt x="660774" y="84407"/>
                  </a:lnTo>
                  <a:lnTo>
                    <a:pt x="651057" y="81192"/>
                  </a:lnTo>
                  <a:lnTo>
                    <a:pt x="641340" y="78710"/>
                  </a:lnTo>
                  <a:lnTo>
                    <a:pt x="631623" y="76701"/>
                  </a:lnTo>
                  <a:lnTo>
                    <a:pt x="621905" y="75622"/>
                  </a:lnTo>
                  <a:lnTo>
                    <a:pt x="612188" y="73599"/>
                  </a:lnTo>
                  <a:lnTo>
                    <a:pt x="602471" y="69998"/>
                  </a:lnTo>
                  <a:lnTo>
                    <a:pt x="592753" y="67195"/>
                  </a:lnTo>
                  <a:lnTo>
                    <a:pt x="583036" y="65597"/>
                  </a:lnTo>
                  <a:lnTo>
                    <a:pt x="573319" y="63913"/>
                  </a:lnTo>
                  <a:lnTo>
                    <a:pt x="563602" y="61605"/>
                  </a:lnTo>
                  <a:lnTo>
                    <a:pt x="553884" y="60300"/>
                  </a:lnTo>
                  <a:lnTo>
                    <a:pt x="544167" y="58538"/>
                  </a:lnTo>
                  <a:lnTo>
                    <a:pt x="534450" y="56987"/>
                  </a:lnTo>
                  <a:lnTo>
                    <a:pt x="524732" y="55582"/>
                  </a:lnTo>
                  <a:lnTo>
                    <a:pt x="515015" y="54345"/>
                  </a:lnTo>
                  <a:lnTo>
                    <a:pt x="505298" y="52317"/>
                  </a:lnTo>
                  <a:lnTo>
                    <a:pt x="495581" y="50231"/>
                  </a:lnTo>
                  <a:lnTo>
                    <a:pt x="485863" y="48880"/>
                  </a:lnTo>
                  <a:lnTo>
                    <a:pt x="476146" y="47570"/>
                  </a:lnTo>
                  <a:lnTo>
                    <a:pt x="466429" y="45981"/>
                  </a:lnTo>
                  <a:lnTo>
                    <a:pt x="456712" y="44379"/>
                  </a:lnTo>
                  <a:lnTo>
                    <a:pt x="446994" y="42012"/>
                  </a:lnTo>
                  <a:lnTo>
                    <a:pt x="437277" y="39677"/>
                  </a:lnTo>
                  <a:lnTo>
                    <a:pt x="427560" y="38384"/>
                  </a:lnTo>
                  <a:lnTo>
                    <a:pt x="417842" y="37176"/>
                  </a:lnTo>
                  <a:lnTo>
                    <a:pt x="408125" y="36006"/>
                  </a:lnTo>
                  <a:lnTo>
                    <a:pt x="398408" y="34611"/>
                  </a:lnTo>
                  <a:lnTo>
                    <a:pt x="388691" y="32957"/>
                  </a:lnTo>
                  <a:lnTo>
                    <a:pt x="378973" y="31526"/>
                  </a:lnTo>
                  <a:lnTo>
                    <a:pt x="369256" y="30553"/>
                  </a:lnTo>
                  <a:lnTo>
                    <a:pt x="359539" y="29623"/>
                  </a:lnTo>
                  <a:lnTo>
                    <a:pt x="349821" y="28941"/>
                  </a:lnTo>
                  <a:lnTo>
                    <a:pt x="340104" y="27741"/>
                  </a:lnTo>
                  <a:lnTo>
                    <a:pt x="330387" y="26540"/>
                  </a:lnTo>
                  <a:lnTo>
                    <a:pt x="320670" y="25018"/>
                  </a:lnTo>
                  <a:lnTo>
                    <a:pt x="310952" y="23900"/>
                  </a:lnTo>
                  <a:lnTo>
                    <a:pt x="301235" y="22778"/>
                  </a:lnTo>
                  <a:lnTo>
                    <a:pt x="291518" y="22187"/>
                  </a:lnTo>
                  <a:lnTo>
                    <a:pt x="281801" y="21419"/>
                  </a:lnTo>
                  <a:lnTo>
                    <a:pt x="272083" y="20184"/>
                  </a:lnTo>
                  <a:lnTo>
                    <a:pt x="262366" y="19597"/>
                  </a:lnTo>
                  <a:lnTo>
                    <a:pt x="252649" y="17465"/>
                  </a:lnTo>
                  <a:lnTo>
                    <a:pt x="242931" y="16743"/>
                  </a:lnTo>
                  <a:lnTo>
                    <a:pt x="233214" y="16011"/>
                  </a:lnTo>
                  <a:lnTo>
                    <a:pt x="223497" y="15237"/>
                  </a:lnTo>
                  <a:lnTo>
                    <a:pt x="213780" y="14200"/>
                  </a:lnTo>
                  <a:lnTo>
                    <a:pt x="204062" y="13332"/>
                  </a:lnTo>
                  <a:lnTo>
                    <a:pt x="194345" y="12103"/>
                  </a:lnTo>
                  <a:lnTo>
                    <a:pt x="184628" y="10867"/>
                  </a:lnTo>
                  <a:lnTo>
                    <a:pt x="174910" y="10464"/>
                  </a:lnTo>
                  <a:lnTo>
                    <a:pt x="165193" y="10777"/>
                  </a:lnTo>
                  <a:lnTo>
                    <a:pt x="155476" y="10663"/>
                  </a:lnTo>
                  <a:lnTo>
                    <a:pt x="145759" y="10503"/>
                  </a:lnTo>
                  <a:lnTo>
                    <a:pt x="136041" y="10017"/>
                  </a:lnTo>
                  <a:lnTo>
                    <a:pt x="126324" y="9309"/>
                  </a:lnTo>
                  <a:lnTo>
                    <a:pt x="116607" y="8442"/>
                  </a:lnTo>
                  <a:lnTo>
                    <a:pt x="106890" y="7594"/>
                  </a:lnTo>
                  <a:lnTo>
                    <a:pt x="97172" y="6733"/>
                  </a:lnTo>
                  <a:lnTo>
                    <a:pt x="87455" y="5872"/>
                  </a:lnTo>
                  <a:lnTo>
                    <a:pt x="77738" y="5249"/>
                  </a:lnTo>
                  <a:lnTo>
                    <a:pt x="68020" y="4699"/>
                  </a:lnTo>
                  <a:lnTo>
                    <a:pt x="58303" y="4029"/>
                  </a:lnTo>
                  <a:lnTo>
                    <a:pt x="48586" y="3392"/>
                  </a:lnTo>
                  <a:lnTo>
                    <a:pt x="38869" y="2280"/>
                  </a:lnTo>
                  <a:lnTo>
                    <a:pt x="29151" y="2500"/>
                  </a:lnTo>
                  <a:lnTo>
                    <a:pt x="19434" y="2044"/>
                  </a:lnTo>
                  <a:lnTo>
                    <a:pt x="9717" y="15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6324250" y="3066148"/>
              <a:ext cx="2516774" cy="809624"/>
            </a:xfrm>
            <a:custGeom>
              <a:avLst/>
              <a:pathLst>
                <a:path w="2516774" h="809624">
                  <a:moveTo>
                    <a:pt x="0" y="0"/>
                  </a:moveTo>
                  <a:lnTo>
                    <a:pt x="9717" y="6412"/>
                  </a:lnTo>
                  <a:lnTo>
                    <a:pt x="19434" y="12797"/>
                  </a:lnTo>
                  <a:lnTo>
                    <a:pt x="29151" y="19127"/>
                  </a:lnTo>
                  <a:lnTo>
                    <a:pt x="38869" y="24682"/>
                  </a:lnTo>
                  <a:lnTo>
                    <a:pt x="48586" y="30909"/>
                  </a:lnTo>
                  <a:lnTo>
                    <a:pt x="58303" y="37050"/>
                  </a:lnTo>
                  <a:lnTo>
                    <a:pt x="68020" y="41412"/>
                  </a:lnTo>
                  <a:lnTo>
                    <a:pt x="77738" y="47342"/>
                  </a:lnTo>
                  <a:lnTo>
                    <a:pt x="87455" y="54339"/>
                  </a:lnTo>
                  <a:lnTo>
                    <a:pt x="97172" y="60595"/>
                  </a:lnTo>
                  <a:lnTo>
                    <a:pt x="106890" y="65822"/>
                  </a:lnTo>
                  <a:lnTo>
                    <a:pt x="116607" y="71192"/>
                  </a:lnTo>
                  <a:lnTo>
                    <a:pt x="126324" y="78797"/>
                  </a:lnTo>
                  <a:lnTo>
                    <a:pt x="136041" y="84352"/>
                  </a:lnTo>
                  <a:lnTo>
                    <a:pt x="145759" y="89207"/>
                  </a:lnTo>
                  <a:lnTo>
                    <a:pt x="155476" y="93668"/>
                  </a:lnTo>
                  <a:lnTo>
                    <a:pt x="165193" y="100472"/>
                  </a:lnTo>
                  <a:lnTo>
                    <a:pt x="174910" y="104780"/>
                  </a:lnTo>
                  <a:lnTo>
                    <a:pt x="184628" y="109996"/>
                  </a:lnTo>
                  <a:lnTo>
                    <a:pt x="194345" y="115005"/>
                  </a:lnTo>
                  <a:lnTo>
                    <a:pt x="204062" y="119417"/>
                  </a:lnTo>
                  <a:lnTo>
                    <a:pt x="213780" y="126575"/>
                  </a:lnTo>
                  <a:lnTo>
                    <a:pt x="223497" y="131760"/>
                  </a:lnTo>
                  <a:lnTo>
                    <a:pt x="233214" y="137541"/>
                  </a:lnTo>
                  <a:lnTo>
                    <a:pt x="242931" y="142641"/>
                  </a:lnTo>
                  <a:lnTo>
                    <a:pt x="252649" y="148019"/>
                  </a:lnTo>
                  <a:lnTo>
                    <a:pt x="262366" y="153536"/>
                  </a:lnTo>
                  <a:lnTo>
                    <a:pt x="272083" y="159098"/>
                  </a:lnTo>
                  <a:lnTo>
                    <a:pt x="281801" y="164738"/>
                  </a:lnTo>
                  <a:lnTo>
                    <a:pt x="291518" y="170819"/>
                  </a:lnTo>
                  <a:lnTo>
                    <a:pt x="301235" y="176115"/>
                  </a:lnTo>
                  <a:lnTo>
                    <a:pt x="310952" y="180785"/>
                  </a:lnTo>
                  <a:lnTo>
                    <a:pt x="320670" y="186400"/>
                  </a:lnTo>
                  <a:lnTo>
                    <a:pt x="330387" y="190192"/>
                  </a:lnTo>
                  <a:lnTo>
                    <a:pt x="340104" y="194436"/>
                  </a:lnTo>
                  <a:lnTo>
                    <a:pt x="349821" y="200544"/>
                  </a:lnTo>
                  <a:lnTo>
                    <a:pt x="359539" y="205194"/>
                  </a:lnTo>
                  <a:lnTo>
                    <a:pt x="369256" y="209500"/>
                  </a:lnTo>
                  <a:lnTo>
                    <a:pt x="378973" y="213775"/>
                  </a:lnTo>
                  <a:lnTo>
                    <a:pt x="388691" y="218261"/>
                  </a:lnTo>
                  <a:lnTo>
                    <a:pt x="398408" y="222819"/>
                  </a:lnTo>
                  <a:lnTo>
                    <a:pt x="408125" y="227364"/>
                  </a:lnTo>
                  <a:lnTo>
                    <a:pt x="417842" y="230528"/>
                  </a:lnTo>
                  <a:lnTo>
                    <a:pt x="427560" y="234470"/>
                  </a:lnTo>
                  <a:lnTo>
                    <a:pt x="437277" y="238702"/>
                  </a:lnTo>
                  <a:lnTo>
                    <a:pt x="446994" y="242580"/>
                  </a:lnTo>
                  <a:lnTo>
                    <a:pt x="456712" y="247756"/>
                  </a:lnTo>
                  <a:lnTo>
                    <a:pt x="466429" y="251863"/>
                  </a:lnTo>
                  <a:lnTo>
                    <a:pt x="476146" y="254726"/>
                  </a:lnTo>
                  <a:lnTo>
                    <a:pt x="485863" y="257742"/>
                  </a:lnTo>
                  <a:lnTo>
                    <a:pt x="495581" y="261720"/>
                  </a:lnTo>
                  <a:lnTo>
                    <a:pt x="505298" y="265680"/>
                  </a:lnTo>
                  <a:lnTo>
                    <a:pt x="515015" y="268345"/>
                  </a:lnTo>
                  <a:lnTo>
                    <a:pt x="524732" y="271414"/>
                  </a:lnTo>
                  <a:lnTo>
                    <a:pt x="534450" y="275058"/>
                  </a:lnTo>
                  <a:lnTo>
                    <a:pt x="544167" y="278840"/>
                  </a:lnTo>
                  <a:lnTo>
                    <a:pt x="553884" y="281904"/>
                  </a:lnTo>
                  <a:lnTo>
                    <a:pt x="563602" y="285235"/>
                  </a:lnTo>
                  <a:lnTo>
                    <a:pt x="573319" y="287122"/>
                  </a:lnTo>
                  <a:lnTo>
                    <a:pt x="583036" y="291597"/>
                  </a:lnTo>
                  <a:lnTo>
                    <a:pt x="592753" y="293977"/>
                  </a:lnTo>
                  <a:lnTo>
                    <a:pt x="602471" y="296173"/>
                  </a:lnTo>
                  <a:lnTo>
                    <a:pt x="612188" y="298611"/>
                  </a:lnTo>
                  <a:lnTo>
                    <a:pt x="621905" y="301814"/>
                  </a:lnTo>
                  <a:lnTo>
                    <a:pt x="631623" y="304266"/>
                  </a:lnTo>
                  <a:lnTo>
                    <a:pt x="641340" y="306464"/>
                  </a:lnTo>
                  <a:lnTo>
                    <a:pt x="651057" y="308498"/>
                  </a:lnTo>
                  <a:lnTo>
                    <a:pt x="660774" y="310200"/>
                  </a:lnTo>
                  <a:lnTo>
                    <a:pt x="670492" y="311271"/>
                  </a:lnTo>
                  <a:lnTo>
                    <a:pt x="680209" y="312225"/>
                  </a:lnTo>
                  <a:lnTo>
                    <a:pt x="689926" y="314110"/>
                  </a:lnTo>
                  <a:lnTo>
                    <a:pt x="699643" y="315239"/>
                  </a:lnTo>
                  <a:lnTo>
                    <a:pt x="709361" y="316861"/>
                  </a:lnTo>
                  <a:lnTo>
                    <a:pt x="719078" y="318630"/>
                  </a:lnTo>
                  <a:lnTo>
                    <a:pt x="728795" y="320282"/>
                  </a:lnTo>
                  <a:lnTo>
                    <a:pt x="738513" y="322106"/>
                  </a:lnTo>
                  <a:lnTo>
                    <a:pt x="748230" y="322964"/>
                  </a:lnTo>
                  <a:lnTo>
                    <a:pt x="757947" y="325173"/>
                  </a:lnTo>
                  <a:lnTo>
                    <a:pt x="767664" y="325610"/>
                  </a:lnTo>
                  <a:lnTo>
                    <a:pt x="777382" y="326789"/>
                  </a:lnTo>
                  <a:lnTo>
                    <a:pt x="787099" y="328075"/>
                  </a:lnTo>
                  <a:lnTo>
                    <a:pt x="796816" y="328956"/>
                  </a:lnTo>
                  <a:lnTo>
                    <a:pt x="806534" y="330653"/>
                  </a:lnTo>
                  <a:lnTo>
                    <a:pt x="816251" y="331851"/>
                  </a:lnTo>
                  <a:lnTo>
                    <a:pt x="825968" y="332981"/>
                  </a:lnTo>
                  <a:lnTo>
                    <a:pt x="835685" y="334468"/>
                  </a:lnTo>
                  <a:lnTo>
                    <a:pt x="845403" y="335906"/>
                  </a:lnTo>
                  <a:lnTo>
                    <a:pt x="855120" y="337004"/>
                  </a:lnTo>
                  <a:lnTo>
                    <a:pt x="864837" y="338240"/>
                  </a:lnTo>
                  <a:lnTo>
                    <a:pt x="874554" y="339226"/>
                  </a:lnTo>
                  <a:lnTo>
                    <a:pt x="884272" y="340382"/>
                  </a:lnTo>
                  <a:lnTo>
                    <a:pt x="893989" y="341913"/>
                  </a:lnTo>
                  <a:lnTo>
                    <a:pt x="903706" y="342898"/>
                  </a:lnTo>
                  <a:lnTo>
                    <a:pt x="913424" y="344118"/>
                  </a:lnTo>
                  <a:lnTo>
                    <a:pt x="923141" y="345190"/>
                  </a:lnTo>
                  <a:lnTo>
                    <a:pt x="932858" y="346010"/>
                  </a:lnTo>
                  <a:lnTo>
                    <a:pt x="942575" y="346942"/>
                  </a:lnTo>
                  <a:lnTo>
                    <a:pt x="952293" y="347823"/>
                  </a:lnTo>
                  <a:lnTo>
                    <a:pt x="962010" y="347978"/>
                  </a:lnTo>
                  <a:lnTo>
                    <a:pt x="971727" y="348489"/>
                  </a:lnTo>
                  <a:lnTo>
                    <a:pt x="981445" y="349893"/>
                  </a:lnTo>
                  <a:lnTo>
                    <a:pt x="991162" y="350388"/>
                  </a:lnTo>
                  <a:lnTo>
                    <a:pt x="1000879" y="350965"/>
                  </a:lnTo>
                  <a:lnTo>
                    <a:pt x="1010596" y="351554"/>
                  </a:lnTo>
                  <a:lnTo>
                    <a:pt x="1020314" y="352000"/>
                  </a:lnTo>
                  <a:lnTo>
                    <a:pt x="1030031" y="352458"/>
                  </a:lnTo>
                  <a:lnTo>
                    <a:pt x="1039748" y="353582"/>
                  </a:lnTo>
                  <a:lnTo>
                    <a:pt x="1049465" y="354702"/>
                  </a:lnTo>
                  <a:lnTo>
                    <a:pt x="1059183" y="355115"/>
                  </a:lnTo>
                  <a:lnTo>
                    <a:pt x="1068900" y="355321"/>
                  </a:lnTo>
                  <a:lnTo>
                    <a:pt x="1078617" y="355883"/>
                  </a:lnTo>
                  <a:lnTo>
                    <a:pt x="1088335" y="356021"/>
                  </a:lnTo>
                  <a:lnTo>
                    <a:pt x="1098052" y="356840"/>
                  </a:lnTo>
                  <a:lnTo>
                    <a:pt x="1107769" y="357679"/>
                  </a:lnTo>
                  <a:lnTo>
                    <a:pt x="1117486" y="358271"/>
                  </a:lnTo>
                  <a:lnTo>
                    <a:pt x="1127204" y="358243"/>
                  </a:lnTo>
                  <a:lnTo>
                    <a:pt x="1136921" y="358871"/>
                  </a:lnTo>
                  <a:lnTo>
                    <a:pt x="1146638" y="360243"/>
                  </a:lnTo>
                  <a:lnTo>
                    <a:pt x="1156356" y="360676"/>
                  </a:lnTo>
                  <a:lnTo>
                    <a:pt x="1166073" y="361187"/>
                  </a:lnTo>
                  <a:lnTo>
                    <a:pt x="1175790" y="361765"/>
                  </a:lnTo>
                  <a:lnTo>
                    <a:pt x="1185507" y="362719"/>
                  </a:lnTo>
                  <a:lnTo>
                    <a:pt x="1195225" y="363372"/>
                  </a:lnTo>
                  <a:lnTo>
                    <a:pt x="1204942" y="364116"/>
                  </a:lnTo>
                  <a:lnTo>
                    <a:pt x="1214659" y="364924"/>
                  </a:lnTo>
                  <a:lnTo>
                    <a:pt x="1224376" y="365679"/>
                  </a:lnTo>
                  <a:lnTo>
                    <a:pt x="1234094" y="366462"/>
                  </a:lnTo>
                  <a:lnTo>
                    <a:pt x="1243811" y="367221"/>
                  </a:lnTo>
                  <a:lnTo>
                    <a:pt x="1253528" y="367644"/>
                  </a:lnTo>
                  <a:lnTo>
                    <a:pt x="1263246" y="367722"/>
                  </a:lnTo>
                  <a:lnTo>
                    <a:pt x="1272963" y="367800"/>
                  </a:lnTo>
                  <a:lnTo>
                    <a:pt x="1282680" y="367878"/>
                  </a:lnTo>
                  <a:lnTo>
                    <a:pt x="1292397" y="368343"/>
                  </a:lnTo>
                  <a:lnTo>
                    <a:pt x="1302115" y="368325"/>
                  </a:lnTo>
                  <a:lnTo>
                    <a:pt x="1311832" y="368573"/>
                  </a:lnTo>
                  <a:lnTo>
                    <a:pt x="1321549" y="368835"/>
                  </a:lnTo>
                  <a:lnTo>
                    <a:pt x="1331267" y="369483"/>
                  </a:lnTo>
                  <a:lnTo>
                    <a:pt x="1340984" y="369619"/>
                  </a:lnTo>
                  <a:lnTo>
                    <a:pt x="1350701" y="369884"/>
                  </a:lnTo>
                  <a:lnTo>
                    <a:pt x="1360418" y="370326"/>
                  </a:lnTo>
                  <a:lnTo>
                    <a:pt x="1370136" y="370753"/>
                  </a:lnTo>
                  <a:lnTo>
                    <a:pt x="1379853" y="370594"/>
                  </a:lnTo>
                  <a:lnTo>
                    <a:pt x="1389570" y="370619"/>
                  </a:lnTo>
                  <a:lnTo>
                    <a:pt x="1399287" y="370865"/>
                  </a:lnTo>
                  <a:lnTo>
                    <a:pt x="1409005" y="371121"/>
                  </a:lnTo>
                  <a:lnTo>
                    <a:pt x="1418722" y="371379"/>
                  </a:lnTo>
                  <a:lnTo>
                    <a:pt x="1428439" y="371797"/>
                  </a:lnTo>
                  <a:lnTo>
                    <a:pt x="1438157" y="372288"/>
                  </a:lnTo>
                  <a:lnTo>
                    <a:pt x="1447874" y="372486"/>
                  </a:lnTo>
                  <a:lnTo>
                    <a:pt x="1457591" y="372383"/>
                  </a:lnTo>
                  <a:lnTo>
                    <a:pt x="1467308" y="372628"/>
                  </a:lnTo>
                  <a:lnTo>
                    <a:pt x="1477026" y="373025"/>
                  </a:lnTo>
                  <a:lnTo>
                    <a:pt x="1486743" y="373561"/>
                  </a:lnTo>
                  <a:lnTo>
                    <a:pt x="1496460" y="373906"/>
                  </a:lnTo>
                  <a:lnTo>
                    <a:pt x="1506178" y="373840"/>
                  </a:lnTo>
                  <a:lnTo>
                    <a:pt x="1515895" y="374767"/>
                  </a:lnTo>
                  <a:lnTo>
                    <a:pt x="1525612" y="375167"/>
                  </a:lnTo>
                  <a:lnTo>
                    <a:pt x="1535329" y="375487"/>
                  </a:lnTo>
                  <a:lnTo>
                    <a:pt x="1545047" y="375714"/>
                  </a:lnTo>
                  <a:lnTo>
                    <a:pt x="1554764" y="375828"/>
                  </a:lnTo>
                  <a:lnTo>
                    <a:pt x="1564481" y="375859"/>
                  </a:lnTo>
                  <a:lnTo>
                    <a:pt x="1574198" y="376222"/>
                  </a:lnTo>
                  <a:lnTo>
                    <a:pt x="1583916" y="376617"/>
                  </a:lnTo>
                  <a:lnTo>
                    <a:pt x="1593633" y="377032"/>
                  </a:lnTo>
                  <a:lnTo>
                    <a:pt x="1603350" y="377464"/>
                  </a:lnTo>
                  <a:lnTo>
                    <a:pt x="1613068" y="377839"/>
                  </a:lnTo>
                  <a:lnTo>
                    <a:pt x="1622785" y="378238"/>
                  </a:lnTo>
                  <a:lnTo>
                    <a:pt x="1632502" y="378637"/>
                  </a:lnTo>
                  <a:lnTo>
                    <a:pt x="1642219" y="379035"/>
                  </a:lnTo>
                  <a:lnTo>
                    <a:pt x="1651937" y="379334"/>
                  </a:lnTo>
                  <a:lnTo>
                    <a:pt x="1661654" y="379076"/>
                  </a:lnTo>
                  <a:lnTo>
                    <a:pt x="1671371" y="379288"/>
                  </a:lnTo>
                  <a:lnTo>
                    <a:pt x="1681089" y="379652"/>
                  </a:lnTo>
                  <a:lnTo>
                    <a:pt x="1690806" y="380458"/>
                  </a:lnTo>
                  <a:lnTo>
                    <a:pt x="1700523" y="381269"/>
                  </a:lnTo>
                  <a:lnTo>
                    <a:pt x="1710240" y="381820"/>
                  </a:lnTo>
                  <a:lnTo>
                    <a:pt x="1719958" y="382220"/>
                  </a:lnTo>
                  <a:lnTo>
                    <a:pt x="1729675" y="382620"/>
                  </a:lnTo>
                  <a:lnTo>
                    <a:pt x="1739392" y="383020"/>
                  </a:lnTo>
                  <a:lnTo>
                    <a:pt x="1749109" y="383419"/>
                  </a:lnTo>
                  <a:lnTo>
                    <a:pt x="1758827" y="383816"/>
                  </a:lnTo>
                  <a:lnTo>
                    <a:pt x="1768544" y="384206"/>
                  </a:lnTo>
                  <a:lnTo>
                    <a:pt x="1778261" y="384595"/>
                  </a:lnTo>
                  <a:lnTo>
                    <a:pt x="1787979" y="384983"/>
                  </a:lnTo>
                  <a:lnTo>
                    <a:pt x="1797696" y="384988"/>
                  </a:lnTo>
                  <a:lnTo>
                    <a:pt x="1807413" y="385069"/>
                  </a:lnTo>
                  <a:lnTo>
                    <a:pt x="1817130" y="385314"/>
                  </a:lnTo>
                  <a:lnTo>
                    <a:pt x="1826848" y="385558"/>
                  </a:lnTo>
                  <a:lnTo>
                    <a:pt x="1836565" y="385803"/>
                  </a:lnTo>
                  <a:lnTo>
                    <a:pt x="1846282" y="386047"/>
                  </a:lnTo>
                  <a:lnTo>
                    <a:pt x="1856000" y="386291"/>
                  </a:lnTo>
                  <a:lnTo>
                    <a:pt x="1865717" y="386535"/>
                  </a:lnTo>
                  <a:lnTo>
                    <a:pt x="1875434" y="386779"/>
                  </a:lnTo>
                  <a:lnTo>
                    <a:pt x="1885151" y="387022"/>
                  </a:lnTo>
                  <a:lnTo>
                    <a:pt x="1894869" y="387271"/>
                  </a:lnTo>
                  <a:lnTo>
                    <a:pt x="1904586" y="387520"/>
                  </a:lnTo>
                  <a:lnTo>
                    <a:pt x="1914303" y="387770"/>
                  </a:lnTo>
                  <a:lnTo>
                    <a:pt x="1924020" y="388021"/>
                  </a:lnTo>
                  <a:lnTo>
                    <a:pt x="1933738" y="388272"/>
                  </a:lnTo>
                  <a:lnTo>
                    <a:pt x="1943455" y="388524"/>
                  </a:lnTo>
                  <a:lnTo>
                    <a:pt x="1953172" y="388775"/>
                  </a:lnTo>
                  <a:lnTo>
                    <a:pt x="1962890" y="389026"/>
                  </a:lnTo>
                  <a:lnTo>
                    <a:pt x="1972607" y="389276"/>
                  </a:lnTo>
                  <a:lnTo>
                    <a:pt x="1982324" y="389439"/>
                  </a:lnTo>
                  <a:lnTo>
                    <a:pt x="1992041" y="389498"/>
                  </a:lnTo>
                  <a:lnTo>
                    <a:pt x="2001759" y="389557"/>
                  </a:lnTo>
                  <a:lnTo>
                    <a:pt x="2011476" y="389616"/>
                  </a:lnTo>
                  <a:lnTo>
                    <a:pt x="2021193" y="389675"/>
                  </a:lnTo>
                  <a:lnTo>
                    <a:pt x="2030911" y="389964"/>
                  </a:lnTo>
                  <a:lnTo>
                    <a:pt x="2040628" y="390323"/>
                  </a:lnTo>
                  <a:lnTo>
                    <a:pt x="2050345" y="390683"/>
                  </a:lnTo>
                  <a:lnTo>
                    <a:pt x="2060062" y="390741"/>
                  </a:lnTo>
                  <a:lnTo>
                    <a:pt x="2069780" y="390937"/>
                  </a:lnTo>
                  <a:lnTo>
                    <a:pt x="2079497" y="391257"/>
                  </a:lnTo>
                  <a:lnTo>
                    <a:pt x="2089214" y="391587"/>
                  </a:lnTo>
                  <a:lnTo>
                    <a:pt x="2098931" y="391916"/>
                  </a:lnTo>
                  <a:lnTo>
                    <a:pt x="2108649" y="392245"/>
                  </a:lnTo>
                  <a:lnTo>
                    <a:pt x="2118366" y="392574"/>
                  </a:lnTo>
                  <a:lnTo>
                    <a:pt x="2128083" y="392901"/>
                  </a:lnTo>
                  <a:lnTo>
                    <a:pt x="2137801" y="393354"/>
                  </a:lnTo>
                  <a:lnTo>
                    <a:pt x="2147518" y="393724"/>
                  </a:lnTo>
                  <a:lnTo>
                    <a:pt x="2157235" y="393888"/>
                  </a:lnTo>
                  <a:lnTo>
                    <a:pt x="2166952" y="394177"/>
                  </a:lnTo>
                  <a:lnTo>
                    <a:pt x="2176670" y="394429"/>
                  </a:lnTo>
                  <a:lnTo>
                    <a:pt x="2186387" y="394673"/>
                  </a:lnTo>
                  <a:lnTo>
                    <a:pt x="2196104" y="394919"/>
                  </a:lnTo>
                  <a:lnTo>
                    <a:pt x="2205822" y="395165"/>
                  </a:lnTo>
                  <a:lnTo>
                    <a:pt x="2215539" y="395411"/>
                  </a:lnTo>
                  <a:lnTo>
                    <a:pt x="2225256" y="395657"/>
                  </a:lnTo>
                  <a:lnTo>
                    <a:pt x="2234973" y="395902"/>
                  </a:lnTo>
                  <a:lnTo>
                    <a:pt x="2244691" y="396200"/>
                  </a:lnTo>
                  <a:lnTo>
                    <a:pt x="2254408" y="396609"/>
                  </a:lnTo>
                  <a:lnTo>
                    <a:pt x="2264125" y="397017"/>
                  </a:lnTo>
                  <a:lnTo>
                    <a:pt x="2273842" y="397424"/>
                  </a:lnTo>
                  <a:lnTo>
                    <a:pt x="2283560" y="397829"/>
                  </a:lnTo>
                  <a:lnTo>
                    <a:pt x="2293277" y="398234"/>
                  </a:lnTo>
                  <a:lnTo>
                    <a:pt x="2302994" y="398601"/>
                  </a:lnTo>
                  <a:lnTo>
                    <a:pt x="2312712" y="398911"/>
                  </a:lnTo>
                  <a:lnTo>
                    <a:pt x="2322429" y="399156"/>
                  </a:lnTo>
                  <a:lnTo>
                    <a:pt x="2332146" y="399332"/>
                  </a:lnTo>
                  <a:lnTo>
                    <a:pt x="2341863" y="399509"/>
                  </a:lnTo>
                  <a:lnTo>
                    <a:pt x="2351581" y="399685"/>
                  </a:lnTo>
                  <a:lnTo>
                    <a:pt x="2361298" y="399860"/>
                  </a:lnTo>
                  <a:lnTo>
                    <a:pt x="2371015" y="399974"/>
                  </a:lnTo>
                  <a:lnTo>
                    <a:pt x="2380733" y="400088"/>
                  </a:lnTo>
                  <a:lnTo>
                    <a:pt x="2390450" y="400202"/>
                  </a:lnTo>
                  <a:lnTo>
                    <a:pt x="2400167" y="400315"/>
                  </a:lnTo>
                  <a:lnTo>
                    <a:pt x="2409884" y="400429"/>
                  </a:lnTo>
                  <a:lnTo>
                    <a:pt x="2419602" y="400543"/>
                  </a:lnTo>
                  <a:lnTo>
                    <a:pt x="2429319" y="400668"/>
                  </a:lnTo>
                  <a:lnTo>
                    <a:pt x="2439036" y="400901"/>
                  </a:lnTo>
                  <a:lnTo>
                    <a:pt x="2448753" y="401133"/>
                  </a:lnTo>
                  <a:lnTo>
                    <a:pt x="2458471" y="401365"/>
                  </a:lnTo>
                  <a:lnTo>
                    <a:pt x="2468188" y="401597"/>
                  </a:lnTo>
                  <a:lnTo>
                    <a:pt x="2477905" y="401829"/>
                  </a:lnTo>
                  <a:lnTo>
                    <a:pt x="2487623" y="402060"/>
                  </a:lnTo>
                  <a:lnTo>
                    <a:pt x="2497340" y="402291"/>
                  </a:lnTo>
                  <a:lnTo>
                    <a:pt x="2507057" y="402464"/>
                  </a:lnTo>
                  <a:lnTo>
                    <a:pt x="2516774" y="402635"/>
                  </a:lnTo>
                  <a:lnTo>
                    <a:pt x="2516774" y="809624"/>
                  </a:lnTo>
                  <a:lnTo>
                    <a:pt x="2507057" y="809058"/>
                  </a:lnTo>
                  <a:lnTo>
                    <a:pt x="2497340" y="808488"/>
                  </a:lnTo>
                  <a:lnTo>
                    <a:pt x="2487623" y="807912"/>
                  </a:lnTo>
                  <a:lnTo>
                    <a:pt x="2477905" y="807332"/>
                  </a:lnTo>
                  <a:lnTo>
                    <a:pt x="2468188" y="806746"/>
                  </a:lnTo>
                  <a:lnTo>
                    <a:pt x="2458471" y="806156"/>
                  </a:lnTo>
                  <a:lnTo>
                    <a:pt x="2448753" y="805561"/>
                  </a:lnTo>
                  <a:lnTo>
                    <a:pt x="2439036" y="804961"/>
                  </a:lnTo>
                  <a:lnTo>
                    <a:pt x="2429319" y="804356"/>
                  </a:lnTo>
                  <a:lnTo>
                    <a:pt x="2419602" y="803747"/>
                  </a:lnTo>
                  <a:lnTo>
                    <a:pt x="2409884" y="803131"/>
                  </a:lnTo>
                  <a:lnTo>
                    <a:pt x="2400167" y="802511"/>
                  </a:lnTo>
                  <a:lnTo>
                    <a:pt x="2390450" y="801886"/>
                  </a:lnTo>
                  <a:lnTo>
                    <a:pt x="2380733" y="801256"/>
                  </a:lnTo>
                  <a:lnTo>
                    <a:pt x="2371015" y="800433"/>
                  </a:lnTo>
                  <a:lnTo>
                    <a:pt x="2361298" y="799487"/>
                  </a:lnTo>
                  <a:lnTo>
                    <a:pt x="2351581" y="798534"/>
                  </a:lnTo>
                  <a:lnTo>
                    <a:pt x="2341863" y="797574"/>
                  </a:lnTo>
                  <a:lnTo>
                    <a:pt x="2332146" y="796605"/>
                  </a:lnTo>
                  <a:lnTo>
                    <a:pt x="2322429" y="795641"/>
                  </a:lnTo>
                  <a:lnTo>
                    <a:pt x="2312712" y="794893"/>
                  </a:lnTo>
                  <a:lnTo>
                    <a:pt x="2302994" y="794134"/>
                  </a:lnTo>
                  <a:lnTo>
                    <a:pt x="2293277" y="793365"/>
                  </a:lnTo>
                  <a:lnTo>
                    <a:pt x="2283560" y="792585"/>
                  </a:lnTo>
                  <a:lnTo>
                    <a:pt x="2273842" y="791794"/>
                  </a:lnTo>
                  <a:lnTo>
                    <a:pt x="2264125" y="790977"/>
                  </a:lnTo>
                  <a:lnTo>
                    <a:pt x="2254408" y="790064"/>
                  </a:lnTo>
                  <a:lnTo>
                    <a:pt x="2244691" y="789142"/>
                  </a:lnTo>
                  <a:lnTo>
                    <a:pt x="2234973" y="788211"/>
                  </a:lnTo>
                  <a:lnTo>
                    <a:pt x="2225256" y="787267"/>
                  </a:lnTo>
                  <a:lnTo>
                    <a:pt x="2215539" y="786307"/>
                  </a:lnTo>
                  <a:lnTo>
                    <a:pt x="2205822" y="785078"/>
                  </a:lnTo>
                  <a:lnTo>
                    <a:pt x="2196104" y="783829"/>
                  </a:lnTo>
                  <a:lnTo>
                    <a:pt x="2186387" y="782569"/>
                  </a:lnTo>
                  <a:lnTo>
                    <a:pt x="2176670" y="781299"/>
                  </a:lnTo>
                  <a:lnTo>
                    <a:pt x="2166952" y="780320"/>
                  </a:lnTo>
                  <a:lnTo>
                    <a:pt x="2157235" y="779436"/>
                  </a:lnTo>
                  <a:lnTo>
                    <a:pt x="2147518" y="778541"/>
                  </a:lnTo>
                  <a:lnTo>
                    <a:pt x="2137801" y="777634"/>
                  </a:lnTo>
                  <a:lnTo>
                    <a:pt x="2128083" y="776789"/>
                  </a:lnTo>
                  <a:lnTo>
                    <a:pt x="2118366" y="775960"/>
                  </a:lnTo>
                  <a:lnTo>
                    <a:pt x="2108649" y="775123"/>
                  </a:lnTo>
                  <a:lnTo>
                    <a:pt x="2098931" y="774121"/>
                  </a:lnTo>
                  <a:lnTo>
                    <a:pt x="2089214" y="773044"/>
                  </a:lnTo>
                  <a:lnTo>
                    <a:pt x="2079497" y="771957"/>
                  </a:lnTo>
                  <a:lnTo>
                    <a:pt x="2069780" y="771120"/>
                  </a:lnTo>
                  <a:lnTo>
                    <a:pt x="2060062" y="770426"/>
                  </a:lnTo>
                  <a:lnTo>
                    <a:pt x="2050345" y="769726"/>
                  </a:lnTo>
                  <a:lnTo>
                    <a:pt x="2040628" y="769021"/>
                  </a:lnTo>
                  <a:lnTo>
                    <a:pt x="2030911" y="768085"/>
                  </a:lnTo>
                  <a:lnTo>
                    <a:pt x="2021193" y="766962"/>
                  </a:lnTo>
                  <a:lnTo>
                    <a:pt x="2011476" y="765823"/>
                  </a:lnTo>
                  <a:lnTo>
                    <a:pt x="2001759" y="764669"/>
                  </a:lnTo>
                  <a:lnTo>
                    <a:pt x="1992041" y="763499"/>
                  </a:lnTo>
                  <a:lnTo>
                    <a:pt x="1982324" y="762313"/>
                  </a:lnTo>
                  <a:lnTo>
                    <a:pt x="1972607" y="761111"/>
                  </a:lnTo>
                  <a:lnTo>
                    <a:pt x="1962890" y="759892"/>
                  </a:lnTo>
                  <a:lnTo>
                    <a:pt x="1953172" y="758703"/>
                  </a:lnTo>
                  <a:lnTo>
                    <a:pt x="1943455" y="757677"/>
                  </a:lnTo>
                  <a:lnTo>
                    <a:pt x="1933738" y="756644"/>
                  </a:lnTo>
                  <a:lnTo>
                    <a:pt x="1924020" y="755828"/>
                  </a:lnTo>
                  <a:lnTo>
                    <a:pt x="1914303" y="755203"/>
                  </a:lnTo>
                  <a:lnTo>
                    <a:pt x="1904586" y="754569"/>
                  </a:lnTo>
                  <a:lnTo>
                    <a:pt x="1894869" y="753926"/>
                  </a:lnTo>
                  <a:lnTo>
                    <a:pt x="1885151" y="753274"/>
                  </a:lnTo>
                  <a:lnTo>
                    <a:pt x="1875434" y="752573"/>
                  </a:lnTo>
                  <a:lnTo>
                    <a:pt x="1865717" y="751348"/>
                  </a:lnTo>
                  <a:lnTo>
                    <a:pt x="1856000" y="750113"/>
                  </a:lnTo>
                  <a:lnTo>
                    <a:pt x="1846282" y="748859"/>
                  </a:lnTo>
                  <a:lnTo>
                    <a:pt x="1836565" y="747580"/>
                  </a:lnTo>
                  <a:lnTo>
                    <a:pt x="1826848" y="746057"/>
                  </a:lnTo>
                  <a:lnTo>
                    <a:pt x="1817130" y="744522"/>
                  </a:lnTo>
                  <a:lnTo>
                    <a:pt x="1807413" y="742973"/>
                  </a:lnTo>
                  <a:lnTo>
                    <a:pt x="1797696" y="741410"/>
                  </a:lnTo>
                  <a:lnTo>
                    <a:pt x="1787979" y="740145"/>
                  </a:lnTo>
                  <a:lnTo>
                    <a:pt x="1778261" y="738977"/>
                  </a:lnTo>
                  <a:lnTo>
                    <a:pt x="1768544" y="737801"/>
                  </a:lnTo>
                  <a:lnTo>
                    <a:pt x="1758827" y="736615"/>
                  </a:lnTo>
                  <a:lnTo>
                    <a:pt x="1749109" y="735422"/>
                  </a:lnTo>
                  <a:lnTo>
                    <a:pt x="1739392" y="734219"/>
                  </a:lnTo>
                  <a:lnTo>
                    <a:pt x="1729675" y="732990"/>
                  </a:lnTo>
                  <a:lnTo>
                    <a:pt x="1719958" y="731598"/>
                  </a:lnTo>
                  <a:lnTo>
                    <a:pt x="1710240" y="730195"/>
                  </a:lnTo>
                  <a:lnTo>
                    <a:pt x="1700523" y="728771"/>
                  </a:lnTo>
                  <a:lnTo>
                    <a:pt x="1690806" y="726997"/>
                  </a:lnTo>
                  <a:lnTo>
                    <a:pt x="1681089" y="725001"/>
                  </a:lnTo>
                  <a:lnTo>
                    <a:pt x="1671371" y="723007"/>
                  </a:lnTo>
                  <a:lnTo>
                    <a:pt x="1661654" y="720997"/>
                  </a:lnTo>
                  <a:lnTo>
                    <a:pt x="1651937" y="719701"/>
                  </a:lnTo>
                  <a:lnTo>
                    <a:pt x="1642219" y="718424"/>
                  </a:lnTo>
                  <a:lnTo>
                    <a:pt x="1632502" y="717133"/>
                  </a:lnTo>
                  <a:lnTo>
                    <a:pt x="1622785" y="715828"/>
                  </a:lnTo>
                  <a:lnTo>
                    <a:pt x="1613068" y="714508"/>
                  </a:lnTo>
                  <a:lnTo>
                    <a:pt x="1603350" y="713174"/>
                  </a:lnTo>
                  <a:lnTo>
                    <a:pt x="1593633" y="711826"/>
                  </a:lnTo>
                  <a:lnTo>
                    <a:pt x="1583916" y="710465"/>
                  </a:lnTo>
                  <a:lnTo>
                    <a:pt x="1574198" y="709090"/>
                  </a:lnTo>
                  <a:lnTo>
                    <a:pt x="1564481" y="707602"/>
                  </a:lnTo>
                  <a:lnTo>
                    <a:pt x="1554764" y="705999"/>
                  </a:lnTo>
                  <a:lnTo>
                    <a:pt x="1545047" y="704383"/>
                  </a:lnTo>
                  <a:lnTo>
                    <a:pt x="1535329" y="702753"/>
                  </a:lnTo>
                  <a:lnTo>
                    <a:pt x="1525612" y="701110"/>
                  </a:lnTo>
                  <a:lnTo>
                    <a:pt x="1515895" y="699433"/>
                  </a:lnTo>
                  <a:lnTo>
                    <a:pt x="1506178" y="697399"/>
                  </a:lnTo>
                  <a:lnTo>
                    <a:pt x="1496460" y="695032"/>
                  </a:lnTo>
                  <a:lnTo>
                    <a:pt x="1486743" y="692859"/>
                  </a:lnTo>
                  <a:lnTo>
                    <a:pt x="1477026" y="691549"/>
                  </a:lnTo>
                  <a:lnTo>
                    <a:pt x="1467308" y="690229"/>
                  </a:lnTo>
                  <a:lnTo>
                    <a:pt x="1457591" y="688899"/>
                  </a:lnTo>
                  <a:lnTo>
                    <a:pt x="1447874" y="687407"/>
                  </a:lnTo>
                  <a:lnTo>
                    <a:pt x="1438157" y="684901"/>
                  </a:lnTo>
                  <a:lnTo>
                    <a:pt x="1428439" y="682502"/>
                  </a:lnTo>
                  <a:lnTo>
                    <a:pt x="1418722" y="681028"/>
                  </a:lnTo>
                  <a:lnTo>
                    <a:pt x="1409005" y="679536"/>
                  </a:lnTo>
                  <a:lnTo>
                    <a:pt x="1399287" y="677884"/>
                  </a:lnTo>
                  <a:lnTo>
                    <a:pt x="1389570" y="675567"/>
                  </a:lnTo>
                  <a:lnTo>
                    <a:pt x="1379853" y="673728"/>
                  </a:lnTo>
                  <a:lnTo>
                    <a:pt x="1370136" y="672193"/>
                  </a:lnTo>
                  <a:lnTo>
                    <a:pt x="1360418" y="670650"/>
                  </a:lnTo>
                  <a:lnTo>
                    <a:pt x="1350701" y="669000"/>
                  </a:lnTo>
                  <a:lnTo>
                    <a:pt x="1340984" y="667077"/>
                  </a:lnTo>
                  <a:lnTo>
                    <a:pt x="1331267" y="665090"/>
                  </a:lnTo>
                  <a:lnTo>
                    <a:pt x="1321549" y="662948"/>
                  </a:lnTo>
                  <a:lnTo>
                    <a:pt x="1311832" y="660776"/>
                  </a:lnTo>
                  <a:lnTo>
                    <a:pt x="1302115" y="658574"/>
                  </a:lnTo>
                  <a:lnTo>
                    <a:pt x="1292397" y="656340"/>
                  </a:lnTo>
                  <a:lnTo>
                    <a:pt x="1282680" y="654075"/>
                  </a:lnTo>
                  <a:lnTo>
                    <a:pt x="1272963" y="651779"/>
                  </a:lnTo>
                  <a:lnTo>
                    <a:pt x="1263246" y="649877"/>
                  </a:lnTo>
                  <a:lnTo>
                    <a:pt x="1253528" y="648010"/>
                  </a:lnTo>
                  <a:lnTo>
                    <a:pt x="1243811" y="646126"/>
                  </a:lnTo>
                  <a:lnTo>
                    <a:pt x="1234094" y="644631"/>
                  </a:lnTo>
                  <a:lnTo>
                    <a:pt x="1224376" y="642406"/>
                  </a:lnTo>
                  <a:lnTo>
                    <a:pt x="1214659" y="640189"/>
                  </a:lnTo>
                  <a:lnTo>
                    <a:pt x="1204942" y="637832"/>
                  </a:lnTo>
                  <a:lnTo>
                    <a:pt x="1195225" y="635527"/>
                  </a:lnTo>
                  <a:lnTo>
                    <a:pt x="1185507" y="633209"/>
                  </a:lnTo>
                  <a:lnTo>
                    <a:pt x="1175790" y="631310"/>
                  </a:lnTo>
                  <a:lnTo>
                    <a:pt x="1166073" y="629451"/>
                  </a:lnTo>
                  <a:lnTo>
                    <a:pt x="1156356" y="627469"/>
                  </a:lnTo>
                  <a:lnTo>
                    <a:pt x="1146638" y="625231"/>
                  </a:lnTo>
                  <a:lnTo>
                    <a:pt x="1136921" y="622972"/>
                  </a:lnTo>
                  <a:lnTo>
                    <a:pt x="1127204" y="620691"/>
                  </a:lnTo>
                  <a:lnTo>
                    <a:pt x="1117486" y="618389"/>
                  </a:lnTo>
                  <a:lnTo>
                    <a:pt x="1107769" y="616070"/>
                  </a:lnTo>
                  <a:lnTo>
                    <a:pt x="1098052" y="613732"/>
                  </a:lnTo>
                  <a:lnTo>
                    <a:pt x="1088335" y="611567"/>
                  </a:lnTo>
                  <a:lnTo>
                    <a:pt x="1078617" y="609411"/>
                  </a:lnTo>
                  <a:lnTo>
                    <a:pt x="1068900" y="607219"/>
                  </a:lnTo>
                  <a:lnTo>
                    <a:pt x="1059183" y="605001"/>
                  </a:lnTo>
                  <a:lnTo>
                    <a:pt x="1049465" y="602790"/>
                  </a:lnTo>
                  <a:lnTo>
                    <a:pt x="1039748" y="601190"/>
                  </a:lnTo>
                  <a:lnTo>
                    <a:pt x="1030031" y="598337"/>
                  </a:lnTo>
                  <a:lnTo>
                    <a:pt x="1020314" y="596071"/>
                  </a:lnTo>
                  <a:lnTo>
                    <a:pt x="1010596" y="593764"/>
                  </a:lnTo>
                  <a:lnTo>
                    <a:pt x="1000879" y="591282"/>
                  </a:lnTo>
                  <a:lnTo>
                    <a:pt x="991162" y="589138"/>
                  </a:lnTo>
                  <a:lnTo>
                    <a:pt x="981445" y="586791"/>
                  </a:lnTo>
                  <a:lnTo>
                    <a:pt x="971727" y="584430"/>
                  </a:lnTo>
                  <a:lnTo>
                    <a:pt x="962010" y="581917"/>
                  </a:lnTo>
                  <a:lnTo>
                    <a:pt x="952293" y="579645"/>
                  </a:lnTo>
                  <a:lnTo>
                    <a:pt x="942575" y="577127"/>
                  </a:lnTo>
                  <a:lnTo>
                    <a:pt x="932858" y="574152"/>
                  </a:lnTo>
                  <a:lnTo>
                    <a:pt x="923141" y="571154"/>
                  </a:lnTo>
                  <a:lnTo>
                    <a:pt x="913424" y="568133"/>
                  </a:lnTo>
                  <a:lnTo>
                    <a:pt x="903706" y="565850"/>
                  </a:lnTo>
                  <a:lnTo>
                    <a:pt x="893989" y="563705"/>
                  </a:lnTo>
                  <a:lnTo>
                    <a:pt x="884272" y="562016"/>
                  </a:lnTo>
                  <a:lnTo>
                    <a:pt x="874554" y="559041"/>
                  </a:lnTo>
                  <a:lnTo>
                    <a:pt x="864837" y="556689"/>
                  </a:lnTo>
                  <a:lnTo>
                    <a:pt x="855120" y="554850"/>
                  </a:lnTo>
                  <a:lnTo>
                    <a:pt x="845403" y="552838"/>
                  </a:lnTo>
                  <a:lnTo>
                    <a:pt x="835685" y="549994"/>
                  </a:lnTo>
                  <a:lnTo>
                    <a:pt x="825968" y="546818"/>
                  </a:lnTo>
                  <a:lnTo>
                    <a:pt x="816251" y="543935"/>
                  </a:lnTo>
                  <a:lnTo>
                    <a:pt x="806534" y="541193"/>
                  </a:lnTo>
                  <a:lnTo>
                    <a:pt x="796816" y="538954"/>
                  </a:lnTo>
                  <a:lnTo>
                    <a:pt x="787099" y="536388"/>
                  </a:lnTo>
                  <a:lnTo>
                    <a:pt x="777382" y="533897"/>
                  </a:lnTo>
                  <a:lnTo>
                    <a:pt x="767664" y="531782"/>
                  </a:lnTo>
                  <a:lnTo>
                    <a:pt x="757947" y="529705"/>
                  </a:lnTo>
                  <a:lnTo>
                    <a:pt x="748230" y="527625"/>
                  </a:lnTo>
                  <a:lnTo>
                    <a:pt x="738513" y="525466"/>
                  </a:lnTo>
                  <a:lnTo>
                    <a:pt x="728795" y="524126"/>
                  </a:lnTo>
                  <a:lnTo>
                    <a:pt x="719078" y="522339"/>
                  </a:lnTo>
                  <a:lnTo>
                    <a:pt x="709361" y="520129"/>
                  </a:lnTo>
                  <a:lnTo>
                    <a:pt x="699643" y="518501"/>
                  </a:lnTo>
                  <a:lnTo>
                    <a:pt x="689926" y="516487"/>
                  </a:lnTo>
                  <a:lnTo>
                    <a:pt x="680209" y="513715"/>
                  </a:lnTo>
                  <a:lnTo>
                    <a:pt x="670492" y="511593"/>
                  </a:lnTo>
                  <a:lnTo>
                    <a:pt x="660774" y="510224"/>
                  </a:lnTo>
                  <a:lnTo>
                    <a:pt x="651057" y="507909"/>
                  </a:lnTo>
                  <a:lnTo>
                    <a:pt x="641340" y="505197"/>
                  </a:lnTo>
                  <a:lnTo>
                    <a:pt x="631623" y="502333"/>
                  </a:lnTo>
                  <a:lnTo>
                    <a:pt x="621905" y="499186"/>
                  </a:lnTo>
                  <a:lnTo>
                    <a:pt x="612188" y="496430"/>
                  </a:lnTo>
                  <a:lnTo>
                    <a:pt x="602471" y="494010"/>
                  </a:lnTo>
                  <a:lnTo>
                    <a:pt x="592753" y="492309"/>
                  </a:lnTo>
                  <a:lnTo>
                    <a:pt x="583036" y="489843"/>
                  </a:lnTo>
                  <a:lnTo>
                    <a:pt x="573319" y="488916"/>
                  </a:lnTo>
                  <a:lnTo>
                    <a:pt x="563602" y="487213"/>
                  </a:lnTo>
                  <a:lnTo>
                    <a:pt x="553884" y="483911"/>
                  </a:lnTo>
                  <a:lnTo>
                    <a:pt x="544167" y="482295"/>
                  </a:lnTo>
                  <a:lnTo>
                    <a:pt x="534450" y="480432"/>
                  </a:lnTo>
                  <a:lnTo>
                    <a:pt x="524732" y="478626"/>
                  </a:lnTo>
                  <a:lnTo>
                    <a:pt x="515015" y="477652"/>
                  </a:lnTo>
                  <a:lnTo>
                    <a:pt x="505298" y="476717"/>
                  </a:lnTo>
                  <a:lnTo>
                    <a:pt x="495581" y="474590"/>
                  </a:lnTo>
                  <a:lnTo>
                    <a:pt x="485863" y="472972"/>
                  </a:lnTo>
                  <a:lnTo>
                    <a:pt x="476146" y="470944"/>
                  </a:lnTo>
                  <a:lnTo>
                    <a:pt x="466429" y="469140"/>
                  </a:lnTo>
                  <a:lnTo>
                    <a:pt x="456712" y="467461"/>
                  </a:lnTo>
                  <a:lnTo>
                    <a:pt x="446994" y="465760"/>
                  </a:lnTo>
                  <a:lnTo>
                    <a:pt x="437277" y="464049"/>
                  </a:lnTo>
                  <a:lnTo>
                    <a:pt x="427560" y="462582"/>
                  </a:lnTo>
                  <a:lnTo>
                    <a:pt x="417842" y="460777"/>
                  </a:lnTo>
                  <a:lnTo>
                    <a:pt x="408125" y="458949"/>
                  </a:lnTo>
                  <a:lnTo>
                    <a:pt x="398408" y="457115"/>
                  </a:lnTo>
                  <a:lnTo>
                    <a:pt x="388691" y="455709"/>
                  </a:lnTo>
                  <a:lnTo>
                    <a:pt x="378973" y="453893"/>
                  </a:lnTo>
                  <a:lnTo>
                    <a:pt x="369256" y="451995"/>
                  </a:lnTo>
                  <a:lnTo>
                    <a:pt x="359539" y="450016"/>
                  </a:lnTo>
                  <a:lnTo>
                    <a:pt x="349821" y="448072"/>
                  </a:lnTo>
                  <a:lnTo>
                    <a:pt x="340104" y="446771"/>
                  </a:lnTo>
                  <a:lnTo>
                    <a:pt x="330387" y="445306"/>
                  </a:lnTo>
                  <a:lnTo>
                    <a:pt x="320670" y="444870"/>
                  </a:lnTo>
                  <a:lnTo>
                    <a:pt x="310952" y="443159"/>
                  </a:lnTo>
                  <a:lnTo>
                    <a:pt x="301235" y="442210"/>
                  </a:lnTo>
                  <a:lnTo>
                    <a:pt x="291518" y="441489"/>
                  </a:lnTo>
                  <a:lnTo>
                    <a:pt x="281801" y="440725"/>
                  </a:lnTo>
                  <a:lnTo>
                    <a:pt x="272083" y="440494"/>
                  </a:lnTo>
                  <a:lnTo>
                    <a:pt x="262366" y="440081"/>
                  </a:lnTo>
                  <a:lnTo>
                    <a:pt x="252649" y="438946"/>
                  </a:lnTo>
                  <a:lnTo>
                    <a:pt x="242931" y="437694"/>
                  </a:lnTo>
                  <a:lnTo>
                    <a:pt x="233214" y="435814"/>
                  </a:lnTo>
                  <a:lnTo>
                    <a:pt x="223497" y="434721"/>
                  </a:lnTo>
                  <a:lnTo>
                    <a:pt x="213780" y="434272"/>
                  </a:lnTo>
                  <a:lnTo>
                    <a:pt x="204062" y="431726"/>
                  </a:lnTo>
                  <a:lnTo>
                    <a:pt x="194345" y="430354"/>
                  </a:lnTo>
                  <a:lnTo>
                    <a:pt x="184628" y="429337"/>
                  </a:lnTo>
                  <a:lnTo>
                    <a:pt x="174910" y="428233"/>
                  </a:lnTo>
                  <a:lnTo>
                    <a:pt x="165193" y="425769"/>
                  </a:lnTo>
                  <a:lnTo>
                    <a:pt x="155476" y="425173"/>
                  </a:lnTo>
                  <a:lnTo>
                    <a:pt x="145759" y="425218"/>
                  </a:lnTo>
                  <a:lnTo>
                    <a:pt x="136041" y="424977"/>
                  </a:lnTo>
                  <a:lnTo>
                    <a:pt x="126324" y="423703"/>
                  </a:lnTo>
                  <a:lnTo>
                    <a:pt x="116607" y="422719"/>
                  </a:lnTo>
                  <a:lnTo>
                    <a:pt x="106890" y="421519"/>
                  </a:lnTo>
                  <a:lnTo>
                    <a:pt x="97172" y="420341"/>
                  </a:lnTo>
                  <a:lnTo>
                    <a:pt x="87455" y="419168"/>
                  </a:lnTo>
                  <a:lnTo>
                    <a:pt x="77738" y="418351"/>
                  </a:lnTo>
                  <a:lnTo>
                    <a:pt x="68020" y="417469"/>
                  </a:lnTo>
                  <a:lnTo>
                    <a:pt x="58303" y="416095"/>
                  </a:lnTo>
                  <a:lnTo>
                    <a:pt x="48586" y="415166"/>
                  </a:lnTo>
                  <a:lnTo>
                    <a:pt x="38869" y="414861"/>
                  </a:lnTo>
                  <a:lnTo>
                    <a:pt x="29151" y="414536"/>
                  </a:lnTo>
                  <a:lnTo>
                    <a:pt x="19434" y="414208"/>
                  </a:lnTo>
                  <a:lnTo>
                    <a:pt x="9717" y="413870"/>
                  </a:lnTo>
                  <a:lnTo>
                    <a:pt x="0" y="413369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6324250" y="3066148"/>
              <a:ext cx="2516774" cy="402635"/>
            </a:xfrm>
            <a:custGeom>
              <a:avLst/>
              <a:pathLst>
                <a:path w="2516774" h="402635">
                  <a:moveTo>
                    <a:pt x="0" y="0"/>
                  </a:moveTo>
                  <a:lnTo>
                    <a:pt x="9717" y="6412"/>
                  </a:lnTo>
                  <a:lnTo>
                    <a:pt x="19434" y="12797"/>
                  </a:lnTo>
                  <a:lnTo>
                    <a:pt x="29151" y="19127"/>
                  </a:lnTo>
                  <a:lnTo>
                    <a:pt x="38869" y="24682"/>
                  </a:lnTo>
                  <a:lnTo>
                    <a:pt x="48586" y="30909"/>
                  </a:lnTo>
                  <a:lnTo>
                    <a:pt x="58303" y="37050"/>
                  </a:lnTo>
                  <a:lnTo>
                    <a:pt x="68020" y="41412"/>
                  </a:lnTo>
                  <a:lnTo>
                    <a:pt x="77738" y="47342"/>
                  </a:lnTo>
                  <a:lnTo>
                    <a:pt x="87455" y="54339"/>
                  </a:lnTo>
                  <a:lnTo>
                    <a:pt x="97172" y="60595"/>
                  </a:lnTo>
                  <a:lnTo>
                    <a:pt x="106890" y="65822"/>
                  </a:lnTo>
                  <a:lnTo>
                    <a:pt x="116607" y="71192"/>
                  </a:lnTo>
                  <a:lnTo>
                    <a:pt x="126324" y="78797"/>
                  </a:lnTo>
                  <a:lnTo>
                    <a:pt x="136041" y="84352"/>
                  </a:lnTo>
                  <a:lnTo>
                    <a:pt x="145759" y="89207"/>
                  </a:lnTo>
                  <a:lnTo>
                    <a:pt x="155476" y="93668"/>
                  </a:lnTo>
                  <a:lnTo>
                    <a:pt x="165193" y="100472"/>
                  </a:lnTo>
                  <a:lnTo>
                    <a:pt x="174910" y="104780"/>
                  </a:lnTo>
                  <a:lnTo>
                    <a:pt x="184628" y="109996"/>
                  </a:lnTo>
                  <a:lnTo>
                    <a:pt x="194345" y="115005"/>
                  </a:lnTo>
                  <a:lnTo>
                    <a:pt x="204062" y="119417"/>
                  </a:lnTo>
                  <a:lnTo>
                    <a:pt x="213780" y="126575"/>
                  </a:lnTo>
                  <a:lnTo>
                    <a:pt x="223497" y="131760"/>
                  </a:lnTo>
                  <a:lnTo>
                    <a:pt x="233214" y="137541"/>
                  </a:lnTo>
                  <a:lnTo>
                    <a:pt x="242931" y="142641"/>
                  </a:lnTo>
                  <a:lnTo>
                    <a:pt x="252649" y="148019"/>
                  </a:lnTo>
                  <a:lnTo>
                    <a:pt x="262366" y="153536"/>
                  </a:lnTo>
                  <a:lnTo>
                    <a:pt x="272083" y="159098"/>
                  </a:lnTo>
                  <a:lnTo>
                    <a:pt x="281801" y="164738"/>
                  </a:lnTo>
                  <a:lnTo>
                    <a:pt x="291518" y="170819"/>
                  </a:lnTo>
                  <a:lnTo>
                    <a:pt x="301235" y="176115"/>
                  </a:lnTo>
                  <a:lnTo>
                    <a:pt x="310952" y="180785"/>
                  </a:lnTo>
                  <a:lnTo>
                    <a:pt x="320670" y="186400"/>
                  </a:lnTo>
                  <a:lnTo>
                    <a:pt x="330387" y="190192"/>
                  </a:lnTo>
                  <a:lnTo>
                    <a:pt x="340104" y="194436"/>
                  </a:lnTo>
                  <a:lnTo>
                    <a:pt x="349821" y="200544"/>
                  </a:lnTo>
                  <a:lnTo>
                    <a:pt x="359539" y="205194"/>
                  </a:lnTo>
                  <a:lnTo>
                    <a:pt x="369256" y="209500"/>
                  </a:lnTo>
                  <a:lnTo>
                    <a:pt x="378973" y="213775"/>
                  </a:lnTo>
                  <a:lnTo>
                    <a:pt x="388691" y="218261"/>
                  </a:lnTo>
                  <a:lnTo>
                    <a:pt x="398408" y="222819"/>
                  </a:lnTo>
                  <a:lnTo>
                    <a:pt x="408125" y="227364"/>
                  </a:lnTo>
                  <a:lnTo>
                    <a:pt x="417842" y="230528"/>
                  </a:lnTo>
                  <a:lnTo>
                    <a:pt x="427560" y="234470"/>
                  </a:lnTo>
                  <a:lnTo>
                    <a:pt x="437277" y="238702"/>
                  </a:lnTo>
                  <a:lnTo>
                    <a:pt x="446994" y="242580"/>
                  </a:lnTo>
                  <a:lnTo>
                    <a:pt x="456712" y="247756"/>
                  </a:lnTo>
                  <a:lnTo>
                    <a:pt x="466429" y="251863"/>
                  </a:lnTo>
                  <a:lnTo>
                    <a:pt x="476146" y="254726"/>
                  </a:lnTo>
                  <a:lnTo>
                    <a:pt x="485863" y="257742"/>
                  </a:lnTo>
                  <a:lnTo>
                    <a:pt x="495581" y="261720"/>
                  </a:lnTo>
                  <a:lnTo>
                    <a:pt x="505298" y="265680"/>
                  </a:lnTo>
                  <a:lnTo>
                    <a:pt x="515015" y="268345"/>
                  </a:lnTo>
                  <a:lnTo>
                    <a:pt x="524732" y="271414"/>
                  </a:lnTo>
                  <a:lnTo>
                    <a:pt x="534450" y="275058"/>
                  </a:lnTo>
                  <a:lnTo>
                    <a:pt x="544167" y="278840"/>
                  </a:lnTo>
                  <a:lnTo>
                    <a:pt x="553884" y="281904"/>
                  </a:lnTo>
                  <a:lnTo>
                    <a:pt x="563602" y="285235"/>
                  </a:lnTo>
                  <a:lnTo>
                    <a:pt x="573319" y="287122"/>
                  </a:lnTo>
                  <a:lnTo>
                    <a:pt x="583036" y="291597"/>
                  </a:lnTo>
                  <a:lnTo>
                    <a:pt x="592753" y="293977"/>
                  </a:lnTo>
                  <a:lnTo>
                    <a:pt x="602471" y="296173"/>
                  </a:lnTo>
                  <a:lnTo>
                    <a:pt x="612188" y="298611"/>
                  </a:lnTo>
                  <a:lnTo>
                    <a:pt x="621905" y="301814"/>
                  </a:lnTo>
                  <a:lnTo>
                    <a:pt x="631623" y="304266"/>
                  </a:lnTo>
                  <a:lnTo>
                    <a:pt x="641340" y="306464"/>
                  </a:lnTo>
                  <a:lnTo>
                    <a:pt x="651057" y="308498"/>
                  </a:lnTo>
                  <a:lnTo>
                    <a:pt x="660774" y="310200"/>
                  </a:lnTo>
                  <a:lnTo>
                    <a:pt x="670492" y="311271"/>
                  </a:lnTo>
                  <a:lnTo>
                    <a:pt x="680209" y="312225"/>
                  </a:lnTo>
                  <a:lnTo>
                    <a:pt x="689926" y="314110"/>
                  </a:lnTo>
                  <a:lnTo>
                    <a:pt x="699643" y="315239"/>
                  </a:lnTo>
                  <a:lnTo>
                    <a:pt x="709361" y="316861"/>
                  </a:lnTo>
                  <a:lnTo>
                    <a:pt x="719078" y="318630"/>
                  </a:lnTo>
                  <a:lnTo>
                    <a:pt x="728795" y="320282"/>
                  </a:lnTo>
                  <a:lnTo>
                    <a:pt x="738513" y="322106"/>
                  </a:lnTo>
                  <a:lnTo>
                    <a:pt x="748230" y="322964"/>
                  </a:lnTo>
                  <a:lnTo>
                    <a:pt x="757947" y="325173"/>
                  </a:lnTo>
                  <a:lnTo>
                    <a:pt x="767664" y="325610"/>
                  </a:lnTo>
                  <a:lnTo>
                    <a:pt x="777382" y="326789"/>
                  </a:lnTo>
                  <a:lnTo>
                    <a:pt x="787099" y="328075"/>
                  </a:lnTo>
                  <a:lnTo>
                    <a:pt x="796816" y="328956"/>
                  </a:lnTo>
                  <a:lnTo>
                    <a:pt x="806534" y="330653"/>
                  </a:lnTo>
                  <a:lnTo>
                    <a:pt x="816251" y="331851"/>
                  </a:lnTo>
                  <a:lnTo>
                    <a:pt x="825968" y="332981"/>
                  </a:lnTo>
                  <a:lnTo>
                    <a:pt x="835685" y="334468"/>
                  </a:lnTo>
                  <a:lnTo>
                    <a:pt x="845403" y="335906"/>
                  </a:lnTo>
                  <a:lnTo>
                    <a:pt x="855120" y="337004"/>
                  </a:lnTo>
                  <a:lnTo>
                    <a:pt x="864837" y="338240"/>
                  </a:lnTo>
                  <a:lnTo>
                    <a:pt x="874554" y="339226"/>
                  </a:lnTo>
                  <a:lnTo>
                    <a:pt x="884272" y="340382"/>
                  </a:lnTo>
                  <a:lnTo>
                    <a:pt x="893989" y="341913"/>
                  </a:lnTo>
                  <a:lnTo>
                    <a:pt x="903706" y="342898"/>
                  </a:lnTo>
                  <a:lnTo>
                    <a:pt x="913424" y="344118"/>
                  </a:lnTo>
                  <a:lnTo>
                    <a:pt x="923141" y="345190"/>
                  </a:lnTo>
                  <a:lnTo>
                    <a:pt x="932858" y="346010"/>
                  </a:lnTo>
                  <a:lnTo>
                    <a:pt x="942575" y="346942"/>
                  </a:lnTo>
                  <a:lnTo>
                    <a:pt x="952293" y="347823"/>
                  </a:lnTo>
                  <a:lnTo>
                    <a:pt x="962010" y="347978"/>
                  </a:lnTo>
                  <a:lnTo>
                    <a:pt x="971727" y="348489"/>
                  </a:lnTo>
                  <a:lnTo>
                    <a:pt x="981445" y="349893"/>
                  </a:lnTo>
                  <a:lnTo>
                    <a:pt x="991162" y="350388"/>
                  </a:lnTo>
                  <a:lnTo>
                    <a:pt x="1000879" y="350965"/>
                  </a:lnTo>
                  <a:lnTo>
                    <a:pt x="1010596" y="351554"/>
                  </a:lnTo>
                  <a:lnTo>
                    <a:pt x="1020314" y="352000"/>
                  </a:lnTo>
                  <a:lnTo>
                    <a:pt x="1030031" y="352458"/>
                  </a:lnTo>
                  <a:lnTo>
                    <a:pt x="1039748" y="353582"/>
                  </a:lnTo>
                  <a:lnTo>
                    <a:pt x="1049465" y="354702"/>
                  </a:lnTo>
                  <a:lnTo>
                    <a:pt x="1059183" y="355115"/>
                  </a:lnTo>
                  <a:lnTo>
                    <a:pt x="1068900" y="355321"/>
                  </a:lnTo>
                  <a:lnTo>
                    <a:pt x="1078617" y="355883"/>
                  </a:lnTo>
                  <a:lnTo>
                    <a:pt x="1088335" y="356021"/>
                  </a:lnTo>
                  <a:lnTo>
                    <a:pt x="1098052" y="356840"/>
                  </a:lnTo>
                  <a:lnTo>
                    <a:pt x="1107769" y="357679"/>
                  </a:lnTo>
                  <a:lnTo>
                    <a:pt x="1117486" y="358271"/>
                  </a:lnTo>
                  <a:lnTo>
                    <a:pt x="1127204" y="358243"/>
                  </a:lnTo>
                  <a:lnTo>
                    <a:pt x="1136921" y="358871"/>
                  </a:lnTo>
                  <a:lnTo>
                    <a:pt x="1146638" y="360243"/>
                  </a:lnTo>
                  <a:lnTo>
                    <a:pt x="1156356" y="360676"/>
                  </a:lnTo>
                  <a:lnTo>
                    <a:pt x="1166073" y="361187"/>
                  </a:lnTo>
                  <a:lnTo>
                    <a:pt x="1175790" y="361765"/>
                  </a:lnTo>
                  <a:lnTo>
                    <a:pt x="1185507" y="362719"/>
                  </a:lnTo>
                  <a:lnTo>
                    <a:pt x="1195225" y="363372"/>
                  </a:lnTo>
                  <a:lnTo>
                    <a:pt x="1204942" y="364116"/>
                  </a:lnTo>
                  <a:lnTo>
                    <a:pt x="1214659" y="364924"/>
                  </a:lnTo>
                  <a:lnTo>
                    <a:pt x="1224376" y="365679"/>
                  </a:lnTo>
                  <a:lnTo>
                    <a:pt x="1234094" y="366462"/>
                  </a:lnTo>
                  <a:lnTo>
                    <a:pt x="1243811" y="367221"/>
                  </a:lnTo>
                  <a:lnTo>
                    <a:pt x="1253528" y="367644"/>
                  </a:lnTo>
                  <a:lnTo>
                    <a:pt x="1263246" y="367722"/>
                  </a:lnTo>
                  <a:lnTo>
                    <a:pt x="1272963" y="367800"/>
                  </a:lnTo>
                  <a:lnTo>
                    <a:pt x="1282680" y="367878"/>
                  </a:lnTo>
                  <a:lnTo>
                    <a:pt x="1292397" y="368343"/>
                  </a:lnTo>
                  <a:lnTo>
                    <a:pt x="1302115" y="368325"/>
                  </a:lnTo>
                  <a:lnTo>
                    <a:pt x="1311832" y="368573"/>
                  </a:lnTo>
                  <a:lnTo>
                    <a:pt x="1321549" y="368835"/>
                  </a:lnTo>
                  <a:lnTo>
                    <a:pt x="1331267" y="369483"/>
                  </a:lnTo>
                  <a:lnTo>
                    <a:pt x="1340984" y="369619"/>
                  </a:lnTo>
                  <a:lnTo>
                    <a:pt x="1350701" y="369884"/>
                  </a:lnTo>
                  <a:lnTo>
                    <a:pt x="1360418" y="370326"/>
                  </a:lnTo>
                  <a:lnTo>
                    <a:pt x="1370136" y="370753"/>
                  </a:lnTo>
                  <a:lnTo>
                    <a:pt x="1379853" y="370594"/>
                  </a:lnTo>
                  <a:lnTo>
                    <a:pt x="1389570" y="370619"/>
                  </a:lnTo>
                  <a:lnTo>
                    <a:pt x="1399287" y="370865"/>
                  </a:lnTo>
                  <a:lnTo>
                    <a:pt x="1409005" y="371121"/>
                  </a:lnTo>
                  <a:lnTo>
                    <a:pt x="1418722" y="371379"/>
                  </a:lnTo>
                  <a:lnTo>
                    <a:pt x="1428439" y="371797"/>
                  </a:lnTo>
                  <a:lnTo>
                    <a:pt x="1438157" y="372288"/>
                  </a:lnTo>
                  <a:lnTo>
                    <a:pt x="1447874" y="372486"/>
                  </a:lnTo>
                  <a:lnTo>
                    <a:pt x="1457591" y="372383"/>
                  </a:lnTo>
                  <a:lnTo>
                    <a:pt x="1467308" y="372628"/>
                  </a:lnTo>
                  <a:lnTo>
                    <a:pt x="1477026" y="373025"/>
                  </a:lnTo>
                  <a:lnTo>
                    <a:pt x="1486743" y="373561"/>
                  </a:lnTo>
                  <a:lnTo>
                    <a:pt x="1496460" y="373906"/>
                  </a:lnTo>
                  <a:lnTo>
                    <a:pt x="1506178" y="373840"/>
                  </a:lnTo>
                  <a:lnTo>
                    <a:pt x="1515895" y="374767"/>
                  </a:lnTo>
                  <a:lnTo>
                    <a:pt x="1525612" y="375167"/>
                  </a:lnTo>
                  <a:lnTo>
                    <a:pt x="1535329" y="375487"/>
                  </a:lnTo>
                  <a:lnTo>
                    <a:pt x="1545047" y="375714"/>
                  </a:lnTo>
                  <a:lnTo>
                    <a:pt x="1554764" y="375828"/>
                  </a:lnTo>
                  <a:lnTo>
                    <a:pt x="1564481" y="375859"/>
                  </a:lnTo>
                  <a:lnTo>
                    <a:pt x="1574198" y="376222"/>
                  </a:lnTo>
                  <a:lnTo>
                    <a:pt x="1583916" y="376617"/>
                  </a:lnTo>
                  <a:lnTo>
                    <a:pt x="1593633" y="377032"/>
                  </a:lnTo>
                  <a:lnTo>
                    <a:pt x="1603350" y="377464"/>
                  </a:lnTo>
                  <a:lnTo>
                    <a:pt x="1613068" y="377839"/>
                  </a:lnTo>
                  <a:lnTo>
                    <a:pt x="1622785" y="378238"/>
                  </a:lnTo>
                  <a:lnTo>
                    <a:pt x="1632502" y="378637"/>
                  </a:lnTo>
                  <a:lnTo>
                    <a:pt x="1642219" y="379035"/>
                  </a:lnTo>
                  <a:lnTo>
                    <a:pt x="1651937" y="379334"/>
                  </a:lnTo>
                  <a:lnTo>
                    <a:pt x="1661654" y="379076"/>
                  </a:lnTo>
                  <a:lnTo>
                    <a:pt x="1671371" y="379288"/>
                  </a:lnTo>
                  <a:lnTo>
                    <a:pt x="1681089" y="379652"/>
                  </a:lnTo>
                  <a:lnTo>
                    <a:pt x="1690806" y="380458"/>
                  </a:lnTo>
                  <a:lnTo>
                    <a:pt x="1700523" y="381269"/>
                  </a:lnTo>
                  <a:lnTo>
                    <a:pt x="1710240" y="381820"/>
                  </a:lnTo>
                  <a:lnTo>
                    <a:pt x="1719958" y="382220"/>
                  </a:lnTo>
                  <a:lnTo>
                    <a:pt x="1729675" y="382620"/>
                  </a:lnTo>
                  <a:lnTo>
                    <a:pt x="1739392" y="383020"/>
                  </a:lnTo>
                  <a:lnTo>
                    <a:pt x="1749109" y="383419"/>
                  </a:lnTo>
                  <a:lnTo>
                    <a:pt x="1758827" y="383816"/>
                  </a:lnTo>
                  <a:lnTo>
                    <a:pt x="1768544" y="384206"/>
                  </a:lnTo>
                  <a:lnTo>
                    <a:pt x="1778261" y="384595"/>
                  </a:lnTo>
                  <a:lnTo>
                    <a:pt x="1787979" y="384983"/>
                  </a:lnTo>
                  <a:lnTo>
                    <a:pt x="1797696" y="384988"/>
                  </a:lnTo>
                  <a:lnTo>
                    <a:pt x="1807413" y="385069"/>
                  </a:lnTo>
                  <a:lnTo>
                    <a:pt x="1817130" y="385314"/>
                  </a:lnTo>
                  <a:lnTo>
                    <a:pt x="1826848" y="385558"/>
                  </a:lnTo>
                  <a:lnTo>
                    <a:pt x="1836565" y="385803"/>
                  </a:lnTo>
                  <a:lnTo>
                    <a:pt x="1846282" y="386047"/>
                  </a:lnTo>
                  <a:lnTo>
                    <a:pt x="1856000" y="386291"/>
                  </a:lnTo>
                  <a:lnTo>
                    <a:pt x="1865717" y="386535"/>
                  </a:lnTo>
                  <a:lnTo>
                    <a:pt x="1875434" y="386779"/>
                  </a:lnTo>
                  <a:lnTo>
                    <a:pt x="1885151" y="387022"/>
                  </a:lnTo>
                  <a:lnTo>
                    <a:pt x="1894869" y="387271"/>
                  </a:lnTo>
                  <a:lnTo>
                    <a:pt x="1904586" y="387520"/>
                  </a:lnTo>
                  <a:lnTo>
                    <a:pt x="1914303" y="387770"/>
                  </a:lnTo>
                  <a:lnTo>
                    <a:pt x="1924020" y="388021"/>
                  </a:lnTo>
                  <a:lnTo>
                    <a:pt x="1933738" y="388272"/>
                  </a:lnTo>
                  <a:lnTo>
                    <a:pt x="1943455" y="388524"/>
                  </a:lnTo>
                  <a:lnTo>
                    <a:pt x="1953172" y="388775"/>
                  </a:lnTo>
                  <a:lnTo>
                    <a:pt x="1962890" y="389026"/>
                  </a:lnTo>
                  <a:lnTo>
                    <a:pt x="1972607" y="389276"/>
                  </a:lnTo>
                  <a:lnTo>
                    <a:pt x="1982324" y="389439"/>
                  </a:lnTo>
                  <a:lnTo>
                    <a:pt x="1992041" y="389498"/>
                  </a:lnTo>
                  <a:lnTo>
                    <a:pt x="2001759" y="389557"/>
                  </a:lnTo>
                  <a:lnTo>
                    <a:pt x="2011476" y="389616"/>
                  </a:lnTo>
                  <a:lnTo>
                    <a:pt x="2021193" y="389675"/>
                  </a:lnTo>
                  <a:lnTo>
                    <a:pt x="2030911" y="389964"/>
                  </a:lnTo>
                  <a:lnTo>
                    <a:pt x="2040628" y="390323"/>
                  </a:lnTo>
                  <a:lnTo>
                    <a:pt x="2050345" y="390683"/>
                  </a:lnTo>
                  <a:lnTo>
                    <a:pt x="2060062" y="390741"/>
                  </a:lnTo>
                  <a:lnTo>
                    <a:pt x="2069780" y="390937"/>
                  </a:lnTo>
                  <a:lnTo>
                    <a:pt x="2079497" y="391257"/>
                  </a:lnTo>
                  <a:lnTo>
                    <a:pt x="2089214" y="391587"/>
                  </a:lnTo>
                  <a:lnTo>
                    <a:pt x="2098931" y="391916"/>
                  </a:lnTo>
                  <a:lnTo>
                    <a:pt x="2108649" y="392245"/>
                  </a:lnTo>
                  <a:lnTo>
                    <a:pt x="2118366" y="392574"/>
                  </a:lnTo>
                  <a:lnTo>
                    <a:pt x="2128083" y="392901"/>
                  </a:lnTo>
                  <a:lnTo>
                    <a:pt x="2137801" y="393354"/>
                  </a:lnTo>
                  <a:lnTo>
                    <a:pt x="2147518" y="393724"/>
                  </a:lnTo>
                  <a:lnTo>
                    <a:pt x="2157235" y="393888"/>
                  </a:lnTo>
                  <a:lnTo>
                    <a:pt x="2166952" y="394177"/>
                  </a:lnTo>
                  <a:lnTo>
                    <a:pt x="2176670" y="394429"/>
                  </a:lnTo>
                  <a:lnTo>
                    <a:pt x="2186387" y="394673"/>
                  </a:lnTo>
                  <a:lnTo>
                    <a:pt x="2196104" y="394919"/>
                  </a:lnTo>
                  <a:lnTo>
                    <a:pt x="2205822" y="395165"/>
                  </a:lnTo>
                  <a:lnTo>
                    <a:pt x="2215539" y="395411"/>
                  </a:lnTo>
                  <a:lnTo>
                    <a:pt x="2225256" y="395657"/>
                  </a:lnTo>
                  <a:lnTo>
                    <a:pt x="2234973" y="395902"/>
                  </a:lnTo>
                  <a:lnTo>
                    <a:pt x="2244691" y="396200"/>
                  </a:lnTo>
                  <a:lnTo>
                    <a:pt x="2254408" y="396609"/>
                  </a:lnTo>
                  <a:lnTo>
                    <a:pt x="2264125" y="397017"/>
                  </a:lnTo>
                  <a:lnTo>
                    <a:pt x="2273842" y="397424"/>
                  </a:lnTo>
                  <a:lnTo>
                    <a:pt x="2283560" y="397829"/>
                  </a:lnTo>
                  <a:lnTo>
                    <a:pt x="2293277" y="398234"/>
                  </a:lnTo>
                  <a:lnTo>
                    <a:pt x="2302994" y="398601"/>
                  </a:lnTo>
                  <a:lnTo>
                    <a:pt x="2312712" y="398911"/>
                  </a:lnTo>
                  <a:lnTo>
                    <a:pt x="2322429" y="399156"/>
                  </a:lnTo>
                  <a:lnTo>
                    <a:pt x="2332146" y="399332"/>
                  </a:lnTo>
                  <a:lnTo>
                    <a:pt x="2341863" y="399509"/>
                  </a:lnTo>
                  <a:lnTo>
                    <a:pt x="2351581" y="399685"/>
                  </a:lnTo>
                  <a:lnTo>
                    <a:pt x="2361298" y="399860"/>
                  </a:lnTo>
                  <a:lnTo>
                    <a:pt x="2371015" y="399974"/>
                  </a:lnTo>
                  <a:lnTo>
                    <a:pt x="2380733" y="400088"/>
                  </a:lnTo>
                  <a:lnTo>
                    <a:pt x="2390450" y="400202"/>
                  </a:lnTo>
                  <a:lnTo>
                    <a:pt x="2400167" y="400315"/>
                  </a:lnTo>
                  <a:lnTo>
                    <a:pt x="2409884" y="400429"/>
                  </a:lnTo>
                  <a:lnTo>
                    <a:pt x="2419602" y="400543"/>
                  </a:lnTo>
                  <a:lnTo>
                    <a:pt x="2429319" y="400668"/>
                  </a:lnTo>
                  <a:lnTo>
                    <a:pt x="2439036" y="400901"/>
                  </a:lnTo>
                  <a:lnTo>
                    <a:pt x="2448753" y="401133"/>
                  </a:lnTo>
                  <a:lnTo>
                    <a:pt x="2458471" y="401365"/>
                  </a:lnTo>
                  <a:lnTo>
                    <a:pt x="2468188" y="401597"/>
                  </a:lnTo>
                  <a:lnTo>
                    <a:pt x="2477905" y="401829"/>
                  </a:lnTo>
                  <a:lnTo>
                    <a:pt x="2487623" y="402060"/>
                  </a:lnTo>
                  <a:lnTo>
                    <a:pt x="2497340" y="402291"/>
                  </a:lnTo>
                  <a:lnTo>
                    <a:pt x="2507057" y="402464"/>
                  </a:lnTo>
                  <a:lnTo>
                    <a:pt x="2516774" y="4026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6324250" y="3479517"/>
              <a:ext cx="2516774" cy="396255"/>
            </a:xfrm>
            <a:custGeom>
              <a:avLst/>
              <a:pathLst>
                <a:path w="2516774" h="396255">
                  <a:moveTo>
                    <a:pt x="2516774" y="396255"/>
                  </a:moveTo>
                  <a:lnTo>
                    <a:pt x="2507057" y="395689"/>
                  </a:lnTo>
                  <a:lnTo>
                    <a:pt x="2497340" y="395118"/>
                  </a:lnTo>
                  <a:lnTo>
                    <a:pt x="2487623" y="394543"/>
                  </a:lnTo>
                  <a:lnTo>
                    <a:pt x="2477905" y="393962"/>
                  </a:lnTo>
                  <a:lnTo>
                    <a:pt x="2468188" y="393377"/>
                  </a:lnTo>
                  <a:lnTo>
                    <a:pt x="2458471" y="392787"/>
                  </a:lnTo>
                  <a:lnTo>
                    <a:pt x="2448753" y="392192"/>
                  </a:lnTo>
                  <a:lnTo>
                    <a:pt x="2439036" y="391592"/>
                  </a:lnTo>
                  <a:lnTo>
                    <a:pt x="2429319" y="390987"/>
                  </a:lnTo>
                  <a:lnTo>
                    <a:pt x="2419602" y="390377"/>
                  </a:lnTo>
                  <a:lnTo>
                    <a:pt x="2409884" y="389762"/>
                  </a:lnTo>
                  <a:lnTo>
                    <a:pt x="2400167" y="389142"/>
                  </a:lnTo>
                  <a:lnTo>
                    <a:pt x="2390450" y="388517"/>
                  </a:lnTo>
                  <a:lnTo>
                    <a:pt x="2380733" y="387886"/>
                  </a:lnTo>
                  <a:lnTo>
                    <a:pt x="2371015" y="387063"/>
                  </a:lnTo>
                  <a:lnTo>
                    <a:pt x="2361298" y="386118"/>
                  </a:lnTo>
                  <a:lnTo>
                    <a:pt x="2351581" y="385165"/>
                  </a:lnTo>
                  <a:lnTo>
                    <a:pt x="2341863" y="384204"/>
                  </a:lnTo>
                  <a:lnTo>
                    <a:pt x="2332146" y="383235"/>
                  </a:lnTo>
                  <a:lnTo>
                    <a:pt x="2322429" y="382272"/>
                  </a:lnTo>
                  <a:lnTo>
                    <a:pt x="2312712" y="381524"/>
                  </a:lnTo>
                  <a:lnTo>
                    <a:pt x="2302994" y="380765"/>
                  </a:lnTo>
                  <a:lnTo>
                    <a:pt x="2293277" y="379996"/>
                  </a:lnTo>
                  <a:lnTo>
                    <a:pt x="2283560" y="379216"/>
                  </a:lnTo>
                  <a:lnTo>
                    <a:pt x="2273842" y="378425"/>
                  </a:lnTo>
                  <a:lnTo>
                    <a:pt x="2264125" y="377607"/>
                  </a:lnTo>
                  <a:lnTo>
                    <a:pt x="2254408" y="376695"/>
                  </a:lnTo>
                  <a:lnTo>
                    <a:pt x="2244691" y="375773"/>
                  </a:lnTo>
                  <a:lnTo>
                    <a:pt x="2234973" y="374841"/>
                  </a:lnTo>
                  <a:lnTo>
                    <a:pt x="2225256" y="373898"/>
                  </a:lnTo>
                  <a:lnTo>
                    <a:pt x="2215539" y="372938"/>
                  </a:lnTo>
                  <a:lnTo>
                    <a:pt x="2205822" y="371709"/>
                  </a:lnTo>
                  <a:lnTo>
                    <a:pt x="2196104" y="370460"/>
                  </a:lnTo>
                  <a:lnTo>
                    <a:pt x="2186387" y="369200"/>
                  </a:lnTo>
                  <a:lnTo>
                    <a:pt x="2176670" y="367929"/>
                  </a:lnTo>
                  <a:lnTo>
                    <a:pt x="2166952" y="366950"/>
                  </a:lnTo>
                  <a:lnTo>
                    <a:pt x="2157235" y="366067"/>
                  </a:lnTo>
                  <a:lnTo>
                    <a:pt x="2147518" y="365172"/>
                  </a:lnTo>
                  <a:lnTo>
                    <a:pt x="2137801" y="364265"/>
                  </a:lnTo>
                  <a:lnTo>
                    <a:pt x="2128083" y="363419"/>
                  </a:lnTo>
                  <a:lnTo>
                    <a:pt x="2118366" y="362590"/>
                  </a:lnTo>
                  <a:lnTo>
                    <a:pt x="2108649" y="361754"/>
                  </a:lnTo>
                  <a:lnTo>
                    <a:pt x="2098931" y="360751"/>
                  </a:lnTo>
                  <a:lnTo>
                    <a:pt x="2089214" y="359675"/>
                  </a:lnTo>
                  <a:lnTo>
                    <a:pt x="2079497" y="358588"/>
                  </a:lnTo>
                  <a:lnTo>
                    <a:pt x="2069780" y="357751"/>
                  </a:lnTo>
                  <a:lnTo>
                    <a:pt x="2060062" y="357056"/>
                  </a:lnTo>
                  <a:lnTo>
                    <a:pt x="2050345" y="356357"/>
                  </a:lnTo>
                  <a:lnTo>
                    <a:pt x="2040628" y="355652"/>
                  </a:lnTo>
                  <a:lnTo>
                    <a:pt x="2030911" y="354716"/>
                  </a:lnTo>
                  <a:lnTo>
                    <a:pt x="2021193" y="353592"/>
                  </a:lnTo>
                  <a:lnTo>
                    <a:pt x="2011476" y="352454"/>
                  </a:lnTo>
                  <a:lnTo>
                    <a:pt x="2001759" y="351300"/>
                  </a:lnTo>
                  <a:lnTo>
                    <a:pt x="1992041" y="350130"/>
                  </a:lnTo>
                  <a:lnTo>
                    <a:pt x="1982324" y="348944"/>
                  </a:lnTo>
                  <a:lnTo>
                    <a:pt x="1972607" y="347741"/>
                  </a:lnTo>
                  <a:lnTo>
                    <a:pt x="1962890" y="346523"/>
                  </a:lnTo>
                  <a:lnTo>
                    <a:pt x="1953172" y="345334"/>
                  </a:lnTo>
                  <a:lnTo>
                    <a:pt x="1943455" y="344308"/>
                  </a:lnTo>
                  <a:lnTo>
                    <a:pt x="1933738" y="343274"/>
                  </a:lnTo>
                  <a:lnTo>
                    <a:pt x="1924020" y="342459"/>
                  </a:lnTo>
                  <a:lnTo>
                    <a:pt x="1914303" y="341834"/>
                  </a:lnTo>
                  <a:lnTo>
                    <a:pt x="1904586" y="341200"/>
                  </a:lnTo>
                  <a:lnTo>
                    <a:pt x="1894869" y="340557"/>
                  </a:lnTo>
                  <a:lnTo>
                    <a:pt x="1885151" y="339904"/>
                  </a:lnTo>
                  <a:lnTo>
                    <a:pt x="1875434" y="339204"/>
                  </a:lnTo>
                  <a:lnTo>
                    <a:pt x="1865717" y="337979"/>
                  </a:lnTo>
                  <a:lnTo>
                    <a:pt x="1856000" y="336743"/>
                  </a:lnTo>
                  <a:lnTo>
                    <a:pt x="1846282" y="335489"/>
                  </a:lnTo>
                  <a:lnTo>
                    <a:pt x="1836565" y="334210"/>
                  </a:lnTo>
                  <a:lnTo>
                    <a:pt x="1826848" y="332688"/>
                  </a:lnTo>
                  <a:lnTo>
                    <a:pt x="1817130" y="331152"/>
                  </a:lnTo>
                  <a:lnTo>
                    <a:pt x="1807413" y="329603"/>
                  </a:lnTo>
                  <a:lnTo>
                    <a:pt x="1797696" y="328041"/>
                  </a:lnTo>
                  <a:lnTo>
                    <a:pt x="1787979" y="326775"/>
                  </a:lnTo>
                  <a:lnTo>
                    <a:pt x="1778261" y="325608"/>
                  </a:lnTo>
                  <a:lnTo>
                    <a:pt x="1768544" y="324431"/>
                  </a:lnTo>
                  <a:lnTo>
                    <a:pt x="1758827" y="323246"/>
                  </a:lnTo>
                  <a:lnTo>
                    <a:pt x="1749109" y="322052"/>
                  </a:lnTo>
                  <a:lnTo>
                    <a:pt x="1739392" y="320850"/>
                  </a:lnTo>
                  <a:lnTo>
                    <a:pt x="1729675" y="319620"/>
                  </a:lnTo>
                  <a:lnTo>
                    <a:pt x="1719958" y="318229"/>
                  </a:lnTo>
                  <a:lnTo>
                    <a:pt x="1710240" y="316826"/>
                  </a:lnTo>
                  <a:lnTo>
                    <a:pt x="1700523" y="315402"/>
                  </a:lnTo>
                  <a:lnTo>
                    <a:pt x="1690806" y="313627"/>
                  </a:lnTo>
                  <a:lnTo>
                    <a:pt x="1681089" y="311631"/>
                  </a:lnTo>
                  <a:lnTo>
                    <a:pt x="1671371" y="309638"/>
                  </a:lnTo>
                  <a:lnTo>
                    <a:pt x="1661654" y="307628"/>
                  </a:lnTo>
                  <a:lnTo>
                    <a:pt x="1651937" y="306332"/>
                  </a:lnTo>
                  <a:lnTo>
                    <a:pt x="1642219" y="305054"/>
                  </a:lnTo>
                  <a:lnTo>
                    <a:pt x="1632502" y="303764"/>
                  </a:lnTo>
                  <a:lnTo>
                    <a:pt x="1622785" y="302459"/>
                  </a:lnTo>
                  <a:lnTo>
                    <a:pt x="1613068" y="301138"/>
                  </a:lnTo>
                  <a:lnTo>
                    <a:pt x="1603350" y="299804"/>
                  </a:lnTo>
                  <a:lnTo>
                    <a:pt x="1593633" y="298457"/>
                  </a:lnTo>
                  <a:lnTo>
                    <a:pt x="1583916" y="297096"/>
                  </a:lnTo>
                  <a:lnTo>
                    <a:pt x="1574198" y="295721"/>
                  </a:lnTo>
                  <a:lnTo>
                    <a:pt x="1564481" y="294233"/>
                  </a:lnTo>
                  <a:lnTo>
                    <a:pt x="1554764" y="292630"/>
                  </a:lnTo>
                  <a:lnTo>
                    <a:pt x="1545047" y="291014"/>
                  </a:lnTo>
                  <a:lnTo>
                    <a:pt x="1535329" y="289384"/>
                  </a:lnTo>
                  <a:lnTo>
                    <a:pt x="1525612" y="287741"/>
                  </a:lnTo>
                  <a:lnTo>
                    <a:pt x="1515895" y="286064"/>
                  </a:lnTo>
                  <a:lnTo>
                    <a:pt x="1506178" y="284029"/>
                  </a:lnTo>
                  <a:lnTo>
                    <a:pt x="1496460" y="281663"/>
                  </a:lnTo>
                  <a:lnTo>
                    <a:pt x="1486743" y="279490"/>
                  </a:lnTo>
                  <a:lnTo>
                    <a:pt x="1477026" y="278180"/>
                  </a:lnTo>
                  <a:lnTo>
                    <a:pt x="1467308" y="276860"/>
                  </a:lnTo>
                  <a:lnTo>
                    <a:pt x="1457591" y="275529"/>
                  </a:lnTo>
                  <a:lnTo>
                    <a:pt x="1447874" y="274037"/>
                  </a:lnTo>
                  <a:lnTo>
                    <a:pt x="1438157" y="271532"/>
                  </a:lnTo>
                  <a:lnTo>
                    <a:pt x="1428439" y="269133"/>
                  </a:lnTo>
                  <a:lnTo>
                    <a:pt x="1418722" y="267658"/>
                  </a:lnTo>
                  <a:lnTo>
                    <a:pt x="1409005" y="266167"/>
                  </a:lnTo>
                  <a:lnTo>
                    <a:pt x="1399287" y="264514"/>
                  </a:lnTo>
                  <a:lnTo>
                    <a:pt x="1389570" y="262197"/>
                  </a:lnTo>
                  <a:lnTo>
                    <a:pt x="1379853" y="260359"/>
                  </a:lnTo>
                  <a:lnTo>
                    <a:pt x="1370136" y="258823"/>
                  </a:lnTo>
                  <a:lnTo>
                    <a:pt x="1360418" y="257280"/>
                  </a:lnTo>
                  <a:lnTo>
                    <a:pt x="1350701" y="255630"/>
                  </a:lnTo>
                  <a:lnTo>
                    <a:pt x="1340984" y="253707"/>
                  </a:lnTo>
                  <a:lnTo>
                    <a:pt x="1331267" y="251720"/>
                  </a:lnTo>
                  <a:lnTo>
                    <a:pt x="1321549" y="249579"/>
                  </a:lnTo>
                  <a:lnTo>
                    <a:pt x="1311832" y="247407"/>
                  </a:lnTo>
                  <a:lnTo>
                    <a:pt x="1302115" y="245205"/>
                  </a:lnTo>
                  <a:lnTo>
                    <a:pt x="1292397" y="242971"/>
                  </a:lnTo>
                  <a:lnTo>
                    <a:pt x="1282680" y="240706"/>
                  </a:lnTo>
                  <a:lnTo>
                    <a:pt x="1272963" y="238409"/>
                  </a:lnTo>
                  <a:lnTo>
                    <a:pt x="1263246" y="236507"/>
                  </a:lnTo>
                  <a:lnTo>
                    <a:pt x="1253528" y="234640"/>
                  </a:lnTo>
                  <a:lnTo>
                    <a:pt x="1243811" y="232756"/>
                  </a:lnTo>
                  <a:lnTo>
                    <a:pt x="1234094" y="231262"/>
                  </a:lnTo>
                  <a:lnTo>
                    <a:pt x="1224376" y="229036"/>
                  </a:lnTo>
                  <a:lnTo>
                    <a:pt x="1214659" y="226819"/>
                  </a:lnTo>
                  <a:lnTo>
                    <a:pt x="1204942" y="224463"/>
                  </a:lnTo>
                  <a:lnTo>
                    <a:pt x="1195225" y="222157"/>
                  </a:lnTo>
                  <a:lnTo>
                    <a:pt x="1185507" y="219839"/>
                  </a:lnTo>
                  <a:lnTo>
                    <a:pt x="1175790" y="217941"/>
                  </a:lnTo>
                  <a:lnTo>
                    <a:pt x="1166073" y="216082"/>
                  </a:lnTo>
                  <a:lnTo>
                    <a:pt x="1156356" y="214100"/>
                  </a:lnTo>
                  <a:lnTo>
                    <a:pt x="1146638" y="211862"/>
                  </a:lnTo>
                  <a:lnTo>
                    <a:pt x="1136921" y="209603"/>
                  </a:lnTo>
                  <a:lnTo>
                    <a:pt x="1127204" y="207321"/>
                  </a:lnTo>
                  <a:lnTo>
                    <a:pt x="1117486" y="205020"/>
                  </a:lnTo>
                  <a:lnTo>
                    <a:pt x="1107769" y="202700"/>
                  </a:lnTo>
                  <a:lnTo>
                    <a:pt x="1098052" y="200363"/>
                  </a:lnTo>
                  <a:lnTo>
                    <a:pt x="1088335" y="198198"/>
                  </a:lnTo>
                  <a:lnTo>
                    <a:pt x="1078617" y="196042"/>
                  </a:lnTo>
                  <a:lnTo>
                    <a:pt x="1068900" y="193850"/>
                  </a:lnTo>
                  <a:lnTo>
                    <a:pt x="1059183" y="191632"/>
                  </a:lnTo>
                  <a:lnTo>
                    <a:pt x="1049465" y="189420"/>
                  </a:lnTo>
                  <a:lnTo>
                    <a:pt x="1039748" y="187820"/>
                  </a:lnTo>
                  <a:lnTo>
                    <a:pt x="1030031" y="184967"/>
                  </a:lnTo>
                  <a:lnTo>
                    <a:pt x="1020314" y="182702"/>
                  </a:lnTo>
                  <a:lnTo>
                    <a:pt x="1010596" y="180395"/>
                  </a:lnTo>
                  <a:lnTo>
                    <a:pt x="1000879" y="177912"/>
                  </a:lnTo>
                  <a:lnTo>
                    <a:pt x="991162" y="175768"/>
                  </a:lnTo>
                  <a:lnTo>
                    <a:pt x="981445" y="173422"/>
                  </a:lnTo>
                  <a:lnTo>
                    <a:pt x="971727" y="171061"/>
                  </a:lnTo>
                  <a:lnTo>
                    <a:pt x="962010" y="168548"/>
                  </a:lnTo>
                  <a:lnTo>
                    <a:pt x="952293" y="166275"/>
                  </a:lnTo>
                  <a:lnTo>
                    <a:pt x="942575" y="163758"/>
                  </a:lnTo>
                  <a:lnTo>
                    <a:pt x="932858" y="160782"/>
                  </a:lnTo>
                  <a:lnTo>
                    <a:pt x="923141" y="157784"/>
                  </a:lnTo>
                  <a:lnTo>
                    <a:pt x="913424" y="154764"/>
                  </a:lnTo>
                  <a:lnTo>
                    <a:pt x="903706" y="152481"/>
                  </a:lnTo>
                  <a:lnTo>
                    <a:pt x="893989" y="150335"/>
                  </a:lnTo>
                  <a:lnTo>
                    <a:pt x="884272" y="148646"/>
                  </a:lnTo>
                  <a:lnTo>
                    <a:pt x="874554" y="145672"/>
                  </a:lnTo>
                  <a:lnTo>
                    <a:pt x="864837" y="143320"/>
                  </a:lnTo>
                  <a:lnTo>
                    <a:pt x="855120" y="141481"/>
                  </a:lnTo>
                  <a:lnTo>
                    <a:pt x="845403" y="139469"/>
                  </a:lnTo>
                  <a:lnTo>
                    <a:pt x="835685" y="136624"/>
                  </a:lnTo>
                  <a:lnTo>
                    <a:pt x="825968" y="133449"/>
                  </a:lnTo>
                  <a:lnTo>
                    <a:pt x="816251" y="130565"/>
                  </a:lnTo>
                  <a:lnTo>
                    <a:pt x="806534" y="127824"/>
                  </a:lnTo>
                  <a:lnTo>
                    <a:pt x="796816" y="125585"/>
                  </a:lnTo>
                  <a:lnTo>
                    <a:pt x="787099" y="123018"/>
                  </a:lnTo>
                  <a:lnTo>
                    <a:pt x="777382" y="120528"/>
                  </a:lnTo>
                  <a:lnTo>
                    <a:pt x="767664" y="118413"/>
                  </a:lnTo>
                  <a:lnTo>
                    <a:pt x="757947" y="116336"/>
                  </a:lnTo>
                  <a:lnTo>
                    <a:pt x="748230" y="114256"/>
                  </a:lnTo>
                  <a:lnTo>
                    <a:pt x="738513" y="112096"/>
                  </a:lnTo>
                  <a:lnTo>
                    <a:pt x="728795" y="110756"/>
                  </a:lnTo>
                  <a:lnTo>
                    <a:pt x="719078" y="108970"/>
                  </a:lnTo>
                  <a:lnTo>
                    <a:pt x="709361" y="106760"/>
                  </a:lnTo>
                  <a:lnTo>
                    <a:pt x="699643" y="105132"/>
                  </a:lnTo>
                  <a:lnTo>
                    <a:pt x="689926" y="103117"/>
                  </a:lnTo>
                  <a:lnTo>
                    <a:pt x="680209" y="100346"/>
                  </a:lnTo>
                  <a:lnTo>
                    <a:pt x="670492" y="98224"/>
                  </a:lnTo>
                  <a:lnTo>
                    <a:pt x="660774" y="96854"/>
                  </a:lnTo>
                  <a:lnTo>
                    <a:pt x="651057" y="94540"/>
                  </a:lnTo>
                  <a:lnTo>
                    <a:pt x="641340" y="91827"/>
                  </a:lnTo>
                  <a:lnTo>
                    <a:pt x="631623" y="88963"/>
                  </a:lnTo>
                  <a:lnTo>
                    <a:pt x="621905" y="85816"/>
                  </a:lnTo>
                  <a:lnTo>
                    <a:pt x="612188" y="83060"/>
                  </a:lnTo>
                  <a:lnTo>
                    <a:pt x="602471" y="80640"/>
                  </a:lnTo>
                  <a:lnTo>
                    <a:pt x="592753" y="78940"/>
                  </a:lnTo>
                  <a:lnTo>
                    <a:pt x="583036" y="76474"/>
                  </a:lnTo>
                  <a:lnTo>
                    <a:pt x="573319" y="75547"/>
                  </a:lnTo>
                  <a:lnTo>
                    <a:pt x="563602" y="73843"/>
                  </a:lnTo>
                  <a:lnTo>
                    <a:pt x="553884" y="70542"/>
                  </a:lnTo>
                  <a:lnTo>
                    <a:pt x="544167" y="68925"/>
                  </a:lnTo>
                  <a:lnTo>
                    <a:pt x="534450" y="67062"/>
                  </a:lnTo>
                  <a:lnTo>
                    <a:pt x="524732" y="65257"/>
                  </a:lnTo>
                  <a:lnTo>
                    <a:pt x="515015" y="64282"/>
                  </a:lnTo>
                  <a:lnTo>
                    <a:pt x="505298" y="63347"/>
                  </a:lnTo>
                  <a:lnTo>
                    <a:pt x="495581" y="61221"/>
                  </a:lnTo>
                  <a:lnTo>
                    <a:pt x="485863" y="59603"/>
                  </a:lnTo>
                  <a:lnTo>
                    <a:pt x="476146" y="57575"/>
                  </a:lnTo>
                  <a:lnTo>
                    <a:pt x="466429" y="55770"/>
                  </a:lnTo>
                  <a:lnTo>
                    <a:pt x="456712" y="54091"/>
                  </a:lnTo>
                  <a:lnTo>
                    <a:pt x="446994" y="52391"/>
                  </a:lnTo>
                  <a:lnTo>
                    <a:pt x="437277" y="50680"/>
                  </a:lnTo>
                  <a:lnTo>
                    <a:pt x="427560" y="49213"/>
                  </a:lnTo>
                  <a:lnTo>
                    <a:pt x="417842" y="47408"/>
                  </a:lnTo>
                  <a:lnTo>
                    <a:pt x="408125" y="45580"/>
                  </a:lnTo>
                  <a:lnTo>
                    <a:pt x="398408" y="43745"/>
                  </a:lnTo>
                  <a:lnTo>
                    <a:pt x="388691" y="42340"/>
                  </a:lnTo>
                  <a:lnTo>
                    <a:pt x="378973" y="40524"/>
                  </a:lnTo>
                  <a:lnTo>
                    <a:pt x="369256" y="38625"/>
                  </a:lnTo>
                  <a:lnTo>
                    <a:pt x="359539" y="36646"/>
                  </a:lnTo>
                  <a:lnTo>
                    <a:pt x="349821" y="34703"/>
                  </a:lnTo>
                  <a:lnTo>
                    <a:pt x="340104" y="33402"/>
                  </a:lnTo>
                  <a:lnTo>
                    <a:pt x="330387" y="31937"/>
                  </a:lnTo>
                  <a:lnTo>
                    <a:pt x="320670" y="31500"/>
                  </a:lnTo>
                  <a:lnTo>
                    <a:pt x="310952" y="29790"/>
                  </a:lnTo>
                  <a:lnTo>
                    <a:pt x="301235" y="28841"/>
                  </a:lnTo>
                  <a:lnTo>
                    <a:pt x="291518" y="28120"/>
                  </a:lnTo>
                  <a:lnTo>
                    <a:pt x="281801" y="27356"/>
                  </a:lnTo>
                  <a:lnTo>
                    <a:pt x="272083" y="27125"/>
                  </a:lnTo>
                  <a:lnTo>
                    <a:pt x="262366" y="26711"/>
                  </a:lnTo>
                  <a:lnTo>
                    <a:pt x="252649" y="25577"/>
                  </a:lnTo>
                  <a:lnTo>
                    <a:pt x="242931" y="24324"/>
                  </a:lnTo>
                  <a:lnTo>
                    <a:pt x="233214" y="22444"/>
                  </a:lnTo>
                  <a:lnTo>
                    <a:pt x="223497" y="21351"/>
                  </a:lnTo>
                  <a:lnTo>
                    <a:pt x="213780" y="20903"/>
                  </a:lnTo>
                  <a:lnTo>
                    <a:pt x="204062" y="18357"/>
                  </a:lnTo>
                  <a:lnTo>
                    <a:pt x="194345" y="16984"/>
                  </a:lnTo>
                  <a:lnTo>
                    <a:pt x="184628" y="15968"/>
                  </a:lnTo>
                  <a:lnTo>
                    <a:pt x="174910" y="14864"/>
                  </a:lnTo>
                  <a:lnTo>
                    <a:pt x="165193" y="12399"/>
                  </a:lnTo>
                  <a:lnTo>
                    <a:pt x="155476" y="11803"/>
                  </a:lnTo>
                  <a:lnTo>
                    <a:pt x="145759" y="11849"/>
                  </a:lnTo>
                  <a:lnTo>
                    <a:pt x="136041" y="11608"/>
                  </a:lnTo>
                  <a:lnTo>
                    <a:pt x="126324" y="10334"/>
                  </a:lnTo>
                  <a:lnTo>
                    <a:pt x="116607" y="9350"/>
                  </a:lnTo>
                  <a:lnTo>
                    <a:pt x="106890" y="8150"/>
                  </a:lnTo>
                  <a:lnTo>
                    <a:pt x="97172" y="6971"/>
                  </a:lnTo>
                  <a:lnTo>
                    <a:pt x="87455" y="5798"/>
                  </a:lnTo>
                  <a:lnTo>
                    <a:pt x="77738" y="4981"/>
                  </a:lnTo>
                  <a:lnTo>
                    <a:pt x="68020" y="4100"/>
                  </a:lnTo>
                  <a:lnTo>
                    <a:pt x="58303" y="2725"/>
                  </a:lnTo>
                  <a:lnTo>
                    <a:pt x="48586" y="1797"/>
                  </a:lnTo>
                  <a:lnTo>
                    <a:pt x="38869" y="1491"/>
                  </a:lnTo>
                  <a:lnTo>
                    <a:pt x="29151" y="1167"/>
                  </a:lnTo>
                  <a:lnTo>
                    <a:pt x="19434" y="839"/>
                  </a:lnTo>
                  <a:lnTo>
                    <a:pt x="9717" y="50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3" name="pg92"/>
            <p:cNvSpPr/>
            <p:nvPr/>
          </p:nvSpPr>
          <p:spPr>
            <a:xfrm>
              <a:off x="6324250" y="981184"/>
              <a:ext cx="2516774" cy="2893355"/>
            </a:xfrm>
            <a:custGeom>
              <a:avLst/>
              <a:pathLst>
                <a:path w="2516774" h="2893355">
                  <a:moveTo>
                    <a:pt x="0" y="1455875"/>
                  </a:moveTo>
                  <a:lnTo>
                    <a:pt x="9717" y="1462780"/>
                  </a:lnTo>
                  <a:lnTo>
                    <a:pt x="19434" y="1473351"/>
                  </a:lnTo>
                  <a:lnTo>
                    <a:pt x="29151" y="1486317"/>
                  </a:lnTo>
                  <a:lnTo>
                    <a:pt x="38869" y="1498140"/>
                  </a:lnTo>
                  <a:lnTo>
                    <a:pt x="48586" y="1507759"/>
                  </a:lnTo>
                  <a:lnTo>
                    <a:pt x="58303" y="1513178"/>
                  </a:lnTo>
                  <a:lnTo>
                    <a:pt x="68020" y="1527634"/>
                  </a:lnTo>
                  <a:lnTo>
                    <a:pt x="77738" y="1536454"/>
                  </a:lnTo>
                  <a:lnTo>
                    <a:pt x="87455" y="1546848"/>
                  </a:lnTo>
                  <a:lnTo>
                    <a:pt x="97172" y="1548525"/>
                  </a:lnTo>
                  <a:lnTo>
                    <a:pt x="106890" y="1560094"/>
                  </a:lnTo>
                  <a:lnTo>
                    <a:pt x="116607" y="1563509"/>
                  </a:lnTo>
                  <a:lnTo>
                    <a:pt x="126324" y="1570958"/>
                  </a:lnTo>
                  <a:lnTo>
                    <a:pt x="136041" y="1577527"/>
                  </a:lnTo>
                  <a:lnTo>
                    <a:pt x="145759" y="1580473"/>
                  </a:lnTo>
                  <a:lnTo>
                    <a:pt x="155476" y="1585686"/>
                  </a:lnTo>
                  <a:lnTo>
                    <a:pt x="165193" y="1591335"/>
                  </a:lnTo>
                  <a:lnTo>
                    <a:pt x="174910" y="1592235"/>
                  </a:lnTo>
                  <a:lnTo>
                    <a:pt x="184628" y="1593360"/>
                  </a:lnTo>
                  <a:lnTo>
                    <a:pt x="194345" y="1595355"/>
                  </a:lnTo>
                  <a:lnTo>
                    <a:pt x="204062" y="1600692"/>
                  </a:lnTo>
                  <a:lnTo>
                    <a:pt x="213780" y="1607551"/>
                  </a:lnTo>
                  <a:lnTo>
                    <a:pt x="223497" y="1614790"/>
                  </a:lnTo>
                  <a:lnTo>
                    <a:pt x="233214" y="1616103"/>
                  </a:lnTo>
                  <a:lnTo>
                    <a:pt x="242931" y="1615172"/>
                  </a:lnTo>
                  <a:lnTo>
                    <a:pt x="252649" y="1620246"/>
                  </a:lnTo>
                  <a:lnTo>
                    <a:pt x="262366" y="1621175"/>
                  </a:lnTo>
                  <a:lnTo>
                    <a:pt x="272083" y="1617307"/>
                  </a:lnTo>
                  <a:lnTo>
                    <a:pt x="281801" y="1616086"/>
                  </a:lnTo>
                  <a:lnTo>
                    <a:pt x="291518" y="1621197"/>
                  </a:lnTo>
                  <a:lnTo>
                    <a:pt x="301235" y="1623230"/>
                  </a:lnTo>
                  <a:lnTo>
                    <a:pt x="310952" y="1625304"/>
                  </a:lnTo>
                  <a:lnTo>
                    <a:pt x="320670" y="1628088"/>
                  </a:lnTo>
                  <a:lnTo>
                    <a:pt x="330387" y="1627706"/>
                  </a:lnTo>
                  <a:lnTo>
                    <a:pt x="340104" y="1619851"/>
                  </a:lnTo>
                  <a:lnTo>
                    <a:pt x="349821" y="1621687"/>
                  </a:lnTo>
                  <a:lnTo>
                    <a:pt x="359539" y="1620696"/>
                  </a:lnTo>
                  <a:lnTo>
                    <a:pt x="369256" y="1610005"/>
                  </a:lnTo>
                  <a:lnTo>
                    <a:pt x="378973" y="1608360"/>
                  </a:lnTo>
                  <a:lnTo>
                    <a:pt x="388691" y="1612152"/>
                  </a:lnTo>
                  <a:lnTo>
                    <a:pt x="398408" y="1609522"/>
                  </a:lnTo>
                  <a:lnTo>
                    <a:pt x="408125" y="1603412"/>
                  </a:lnTo>
                  <a:lnTo>
                    <a:pt x="417842" y="1605368"/>
                  </a:lnTo>
                  <a:lnTo>
                    <a:pt x="427560" y="1608092"/>
                  </a:lnTo>
                  <a:lnTo>
                    <a:pt x="437277" y="1607809"/>
                  </a:lnTo>
                  <a:lnTo>
                    <a:pt x="446994" y="1605848"/>
                  </a:lnTo>
                  <a:lnTo>
                    <a:pt x="456712" y="1598806"/>
                  </a:lnTo>
                  <a:lnTo>
                    <a:pt x="466429" y="1603277"/>
                  </a:lnTo>
                  <a:lnTo>
                    <a:pt x="476146" y="1600072"/>
                  </a:lnTo>
                  <a:lnTo>
                    <a:pt x="485863" y="1589029"/>
                  </a:lnTo>
                  <a:lnTo>
                    <a:pt x="495581" y="1587028"/>
                  </a:lnTo>
                  <a:lnTo>
                    <a:pt x="505298" y="1585269"/>
                  </a:lnTo>
                  <a:lnTo>
                    <a:pt x="515015" y="1573728"/>
                  </a:lnTo>
                  <a:lnTo>
                    <a:pt x="524732" y="1572170"/>
                  </a:lnTo>
                  <a:lnTo>
                    <a:pt x="534450" y="1570692"/>
                  </a:lnTo>
                  <a:lnTo>
                    <a:pt x="544167" y="1569213"/>
                  </a:lnTo>
                  <a:lnTo>
                    <a:pt x="553884" y="1567733"/>
                  </a:lnTo>
                  <a:lnTo>
                    <a:pt x="563602" y="1563013"/>
                  </a:lnTo>
                  <a:lnTo>
                    <a:pt x="573319" y="1558044"/>
                  </a:lnTo>
                  <a:lnTo>
                    <a:pt x="583036" y="1552884"/>
                  </a:lnTo>
                  <a:lnTo>
                    <a:pt x="592753" y="1549193"/>
                  </a:lnTo>
                  <a:lnTo>
                    <a:pt x="602471" y="1542687"/>
                  </a:lnTo>
                  <a:lnTo>
                    <a:pt x="612188" y="1538400"/>
                  </a:lnTo>
                  <a:lnTo>
                    <a:pt x="621905" y="1532159"/>
                  </a:lnTo>
                  <a:lnTo>
                    <a:pt x="631623" y="1527341"/>
                  </a:lnTo>
                  <a:lnTo>
                    <a:pt x="641340" y="1522209"/>
                  </a:lnTo>
                  <a:lnTo>
                    <a:pt x="651057" y="1516917"/>
                  </a:lnTo>
                  <a:lnTo>
                    <a:pt x="660774" y="1506921"/>
                  </a:lnTo>
                  <a:lnTo>
                    <a:pt x="670492" y="1493850"/>
                  </a:lnTo>
                  <a:lnTo>
                    <a:pt x="680209" y="1480780"/>
                  </a:lnTo>
                  <a:lnTo>
                    <a:pt x="689926" y="1478102"/>
                  </a:lnTo>
                  <a:lnTo>
                    <a:pt x="699643" y="1466905"/>
                  </a:lnTo>
                  <a:lnTo>
                    <a:pt x="709361" y="1455683"/>
                  </a:lnTo>
                  <a:lnTo>
                    <a:pt x="719078" y="1446278"/>
                  </a:lnTo>
                  <a:lnTo>
                    <a:pt x="728795" y="1444457"/>
                  </a:lnTo>
                  <a:lnTo>
                    <a:pt x="738513" y="1446315"/>
                  </a:lnTo>
                  <a:lnTo>
                    <a:pt x="748230" y="1439238"/>
                  </a:lnTo>
                  <a:lnTo>
                    <a:pt x="757947" y="1430653"/>
                  </a:lnTo>
                  <a:lnTo>
                    <a:pt x="767664" y="1421072"/>
                  </a:lnTo>
                  <a:lnTo>
                    <a:pt x="777382" y="1411867"/>
                  </a:lnTo>
                  <a:lnTo>
                    <a:pt x="787099" y="1402663"/>
                  </a:lnTo>
                  <a:lnTo>
                    <a:pt x="796816" y="1393602"/>
                  </a:lnTo>
                  <a:lnTo>
                    <a:pt x="806534" y="1386286"/>
                  </a:lnTo>
                  <a:lnTo>
                    <a:pt x="816251" y="1374285"/>
                  </a:lnTo>
                  <a:lnTo>
                    <a:pt x="825968" y="1365823"/>
                  </a:lnTo>
                  <a:lnTo>
                    <a:pt x="835685" y="1356490"/>
                  </a:lnTo>
                  <a:lnTo>
                    <a:pt x="845403" y="1345942"/>
                  </a:lnTo>
                  <a:lnTo>
                    <a:pt x="855120" y="1334297"/>
                  </a:lnTo>
                  <a:lnTo>
                    <a:pt x="864837" y="1327144"/>
                  </a:lnTo>
                  <a:lnTo>
                    <a:pt x="874554" y="1319163"/>
                  </a:lnTo>
                  <a:lnTo>
                    <a:pt x="884272" y="1310869"/>
                  </a:lnTo>
                  <a:lnTo>
                    <a:pt x="893989" y="1307491"/>
                  </a:lnTo>
                  <a:lnTo>
                    <a:pt x="903706" y="1302769"/>
                  </a:lnTo>
                  <a:lnTo>
                    <a:pt x="913424" y="1288416"/>
                  </a:lnTo>
                  <a:lnTo>
                    <a:pt x="923141" y="1275213"/>
                  </a:lnTo>
                  <a:lnTo>
                    <a:pt x="932858" y="1269364"/>
                  </a:lnTo>
                  <a:lnTo>
                    <a:pt x="942575" y="1263558"/>
                  </a:lnTo>
                  <a:lnTo>
                    <a:pt x="952293" y="1257753"/>
                  </a:lnTo>
                  <a:lnTo>
                    <a:pt x="962010" y="1244596"/>
                  </a:lnTo>
                  <a:lnTo>
                    <a:pt x="971727" y="1231150"/>
                  </a:lnTo>
                  <a:lnTo>
                    <a:pt x="981445" y="1217704"/>
                  </a:lnTo>
                  <a:lnTo>
                    <a:pt x="991162" y="1207482"/>
                  </a:lnTo>
                  <a:lnTo>
                    <a:pt x="1000879" y="1200000"/>
                  </a:lnTo>
                  <a:lnTo>
                    <a:pt x="1010596" y="1194232"/>
                  </a:lnTo>
                  <a:lnTo>
                    <a:pt x="1020314" y="1188461"/>
                  </a:lnTo>
                  <a:lnTo>
                    <a:pt x="1030031" y="1182689"/>
                  </a:lnTo>
                  <a:lnTo>
                    <a:pt x="1039748" y="1174366"/>
                  </a:lnTo>
                  <a:lnTo>
                    <a:pt x="1049465" y="1162376"/>
                  </a:lnTo>
                  <a:lnTo>
                    <a:pt x="1059183" y="1150381"/>
                  </a:lnTo>
                  <a:lnTo>
                    <a:pt x="1068900" y="1139171"/>
                  </a:lnTo>
                  <a:lnTo>
                    <a:pt x="1078617" y="1130566"/>
                  </a:lnTo>
                  <a:lnTo>
                    <a:pt x="1088335" y="1121967"/>
                  </a:lnTo>
                  <a:lnTo>
                    <a:pt x="1098052" y="1113375"/>
                  </a:lnTo>
                  <a:lnTo>
                    <a:pt x="1107769" y="1104848"/>
                  </a:lnTo>
                  <a:lnTo>
                    <a:pt x="1117486" y="1096336"/>
                  </a:lnTo>
                  <a:lnTo>
                    <a:pt x="1127204" y="1087837"/>
                  </a:lnTo>
                  <a:lnTo>
                    <a:pt x="1136921" y="1077641"/>
                  </a:lnTo>
                  <a:lnTo>
                    <a:pt x="1146638" y="1066081"/>
                  </a:lnTo>
                  <a:lnTo>
                    <a:pt x="1156356" y="1054531"/>
                  </a:lnTo>
                  <a:lnTo>
                    <a:pt x="1166073" y="1043894"/>
                  </a:lnTo>
                  <a:lnTo>
                    <a:pt x="1175790" y="1036433"/>
                  </a:lnTo>
                  <a:lnTo>
                    <a:pt x="1185507" y="1028979"/>
                  </a:lnTo>
                  <a:lnTo>
                    <a:pt x="1195225" y="1021395"/>
                  </a:lnTo>
                  <a:lnTo>
                    <a:pt x="1204942" y="1007239"/>
                  </a:lnTo>
                  <a:lnTo>
                    <a:pt x="1214659" y="993120"/>
                  </a:lnTo>
                  <a:lnTo>
                    <a:pt x="1224376" y="979293"/>
                  </a:lnTo>
                  <a:lnTo>
                    <a:pt x="1234094" y="976144"/>
                  </a:lnTo>
                  <a:lnTo>
                    <a:pt x="1243811" y="967931"/>
                  </a:lnTo>
                  <a:lnTo>
                    <a:pt x="1253528" y="962103"/>
                  </a:lnTo>
                  <a:lnTo>
                    <a:pt x="1263246" y="956282"/>
                  </a:lnTo>
                  <a:lnTo>
                    <a:pt x="1272963" y="946502"/>
                  </a:lnTo>
                  <a:lnTo>
                    <a:pt x="1282680" y="932908"/>
                  </a:lnTo>
                  <a:lnTo>
                    <a:pt x="1292397" y="927856"/>
                  </a:lnTo>
                  <a:lnTo>
                    <a:pt x="1302115" y="922813"/>
                  </a:lnTo>
                  <a:lnTo>
                    <a:pt x="1311832" y="917897"/>
                  </a:lnTo>
                  <a:lnTo>
                    <a:pt x="1321549" y="912994"/>
                  </a:lnTo>
                  <a:lnTo>
                    <a:pt x="1331267" y="908098"/>
                  </a:lnTo>
                  <a:lnTo>
                    <a:pt x="1340984" y="902496"/>
                  </a:lnTo>
                  <a:lnTo>
                    <a:pt x="1350701" y="893016"/>
                  </a:lnTo>
                  <a:lnTo>
                    <a:pt x="1360418" y="883608"/>
                  </a:lnTo>
                  <a:lnTo>
                    <a:pt x="1370136" y="874223"/>
                  </a:lnTo>
                  <a:lnTo>
                    <a:pt x="1379853" y="864864"/>
                  </a:lnTo>
                  <a:lnTo>
                    <a:pt x="1389570" y="855529"/>
                  </a:lnTo>
                  <a:lnTo>
                    <a:pt x="1399287" y="846221"/>
                  </a:lnTo>
                  <a:lnTo>
                    <a:pt x="1409005" y="836939"/>
                  </a:lnTo>
                  <a:lnTo>
                    <a:pt x="1418722" y="827684"/>
                  </a:lnTo>
                  <a:lnTo>
                    <a:pt x="1428439" y="818456"/>
                  </a:lnTo>
                  <a:lnTo>
                    <a:pt x="1438157" y="812596"/>
                  </a:lnTo>
                  <a:lnTo>
                    <a:pt x="1447874" y="806981"/>
                  </a:lnTo>
                  <a:lnTo>
                    <a:pt x="1457591" y="796759"/>
                  </a:lnTo>
                  <a:lnTo>
                    <a:pt x="1467308" y="786507"/>
                  </a:lnTo>
                  <a:lnTo>
                    <a:pt x="1477026" y="773694"/>
                  </a:lnTo>
                  <a:lnTo>
                    <a:pt x="1486743" y="763034"/>
                  </a:lnTo>
                  <a:lnTo>
                    <a:pt x="1496460" y="753819"/>
                  </a:lnTo>
                  <a:lnTo>
                    <a:pt x="1506178" y="744258"/>
                  </a:lnTo>
                  <a:lnTo>
                    <a:pt x="1515895" y="732435"/>
                  </a:lnTo>
                  <a:lnTo>
                    <a:pt x="1525612" y="720654"/>
                  </a:lnTo>
                  <a:lnTo>
                    <a:pt x="1535329" y="708988"/>
                  </a:lnTo>
                  <a:lnTo>
                    <a:pt x="1545047" y="697466"/>
                  </a:lnTo>
                  <a:lnTo>
                    <a:pt x="1554764" y="688182"/>
                  </a:lnTo>
                  <a:lnTo>
                    <a:pt x="1564481" y="682323"/>
                  </a:lnTo>
                  <a:lnTo>
                    <a:pt x="1574198" y="676513"/>
                  </a:lnTo>
                  <a:lnTo>
                    <a:pt x="1583916" y="667234"/>
                  </a:lnTo>
                  <a:lnTo>
                    <a:pt x="1593633" y="657636"/>
                  </a:lnTo>
                  <a:lnTo>
                    <a:pt x="1603350" y="649150"/>
                  </a:lnTo>
                  <a:lnTo>
                    <a:pt x="1613068" y="642102"/>
                  </a:lnTo>
                  <a:lnTo>
                    <a:pt x="1622785" y="635083"/>
                  </a:lnTo>
                  <a:lnTo>
                    <a:pt x="1632502" y="628136"/>
                  </a:lnTo>
                  <a:lnTo>
                    <a:pt x="1642219" y="621157"/>
                  </a:lnTo>
                  <a:lnTo>
                    <a:pt x="1651937" y="612692"/>
                  </a:lnTo>
                  <a:lnTo>
                    <a:pt x="1661654" y="605397"/>
                  </a:lnTo>
                  <a:lnTo>
                    <a:pt x="1671371" y="600112"/>
                  </a:lnTo>
                  <a:lnTo>
                    <a:pt x="1681089" y="593963"/>
                  </a:lnTo>
                  <a:lnTo>
                    <a:pt x="1690806" y="587176"/>
                  </a:lnTo>
                  <a:lnTo>
                    <a:pt x="1700523" y="580419"/>
                  </a:lnTo>
                  <a:lnTo>
                    <a:pt x="1710240" y="571447"/>
                  </a:lnTo>
                  <a:lnTo>
                    <a:pt x="1719958" y="560831"/>
                  </a:lnTo>
                  <a:lnTo>
                    <a:pt x="1729675" y="550262"/>
                  </a:lnTo>
                  <a:lnTo>
                    <a:pt x="1739392" y="539741"/>
                  </a:lnTo>
                  <a:lnTo>
                    <a:pt x="1749109" y="529495"/>
                  </a:lnTo>
                  <a:lnTo>
                    <a:pt x="1758827" y="521341"/>
                  </a:lnTo>
                  <a:lnTo>
                    <a:pt x="1768544" y="513231"/>
                  </a:lnTo>
                  <a:lnTo>
                    <a:pt x="1778261" y="505164"/>
                  </a:lnTo>
                  <a:lnTo>
                    <a:pt x="1787979" y="497140"/>
                  </a:lnTo>
                  <a:lnTo>
                    <a:pt x="1797696" y="489161"/>
                  </a:lnTo>
                  <a:lnTo>
                    <a:pt x="1807413" y="481226"/>
                  </a:lnTo>
                  <a:lnTo>
                    <a:pt x="1817130" y="473336"/>
                  </a:lnTo>
                  <a:lnTo>
                    <a:pt x="1826848" y="465490"/>
                  </a:lnTo>
                  <a:lnTo>
                    <a:pt x="1836565" y="457689"/>
                  </a:lnTo>
                  <a:lnTo>
                    <a:pt x="1846282" y="449934"/>
                  </a:lnTo>
                  <a:lnTo>
                    <a:pt x="1856000" y="442060"/>
                  </a:lnTo>
                  <a:lnTo>
                    <a:pt x="1865717" y="432872"/>
                  </a:lnTo>
                  <a:lnTo>
                    <a:pt x="1875434" y="423735"/>
                  </a:lnTo>
                  <a:lnTo>
                    <a:pt x="1885151" y="414648"/>
                  </a:lnTo>
                  <a:lnTo>
                    <a:pt x="1894869" y="405613"/>
                  </a:lnTo>
                  <a:lnTo>
                    <a:pt x="1904586" y="396630"/>
                  </a:lnTo>
                  <a:lnTo>
                    <a:pt x="1914303" y="388405"/>
                  </a:lnTo>
                  <a:lnTo>
                    <a:pt x="1924020" y="383298"/>
                  </a:lnTo>
                  <a:lnTo>
                    <a:pt x="1933738" y="378215"/>
                  </a:lnTo>
                  <a:lnTo>
                    <a:pt x="1943455" y="370214"/>
                  </a:lnTo>
                  <a:lnTo>
                    <a:pt x="1953172" y="359638"/>
                  </a:lnTo>
                  <a:lnTo>
                    <a:pt x="1962890" y="349135"/>
                  </a:lnTo>
                  <a:lnTo>
                    <a:pt x="1972607" y="338705"/>
                  </a:lnTo>
                  <a:lnTo>
                    <a:pt x="1982324" y="328350"/>
                  </a:lnTo>
                  <a:lnTo>
                    <a:pt x="1992041" y="318069"/>
                  </a:lnTo>
                  <a:lnTo>
                    <a:pt x="2001759" y="308820"/>
                  </a:lnTo>
                  <a:lnTo>
                    <a:pt x="2011476" y="300296"/>
                  </a:lnTo>
                  <a:lnTo>
                    <a:pt x="2021193" y="291828"/>
                  </a:lnTo>
                  <a:lnTo>
                    <a:pt x="2030911" y="283418"/>
                  </a:lnTo>
                  <a:lnTo>
                    <a:pt x="2040628" y="275125"/>
                  </a:lnTo>
                  <a:lnTo>
                    <a:pt x="2050345" y="266903"/>
                  </a:lnTo>
                  <a:lnTo>
                    <a:pt x="2060062" y="258738"/>
                  </a:lnTo>
                  <a:lnTo>
                    <a:pt x="2069780" y="250630"/>
                  </a:lnTo>
                  <a:lnTo>
                    <a:pt x="2079497" y="242587"/>
                  </a:lnTo>
                  <a:lnTo>
                    <a:pt x="2089214" y="235813"/>
                  </a:lnTo>
                  <a:lnTo>
                    <a:pt x="2098931" y="229111"/>
                  </a:lnTo>
                  <a:lnTo>
                    <a:pt x="2108649" y="222465"/>
                  </a:lnTo>
                  <a:lnTo>
                    <a:pt x="2118366" y="216297"/>
                  </a:lnTo>
                  <a:lnTo>
                    <a:pt x="2128083" y="210368"/>
                  </a:lnTo>
                  <a:lnTo>
                    <a:pt x="2137801" y="203634"/>
                  </a:lnTo>
                  <a:lnTo>
                    <a:pt x="2147518" y="196233"/>
                  </a:lnTo>
                  <a:lnTo>
                    <a:pt x="2157235" y="189765"/>
                  </a:lnTo>
                  <a:lnTo>
                    <a:pt x="2166952" y="183360"/>
                  </a:lnTo>
                  <a:lnTo>
                    <a:pt x="2176670" y="176999"/>
                  </a:lnTo>
                  <a:lnTo>
                    <a:pt x="2186387" y="170682"/>
                  </a:lnTo>
                  <a:lnTo>
                    <a:pt x="2196104" y="164408"/>
                  </a:lnTo>
                  <a:lnTo>
                    <a:pt x="2205822" y="158177"/>
                  </a:lnTo>
                  <a:lnTo>
                    <a:pt x="2215539" y="151990"/>
                  </a:lnTo>
                  <a:lnTo>
                    <a:pt x="2225256" y="145847"/>
                  </a:lnTo>
                  <a:lnTo>
                    <a:pt x="2234973" y="139747"/>
                  </a:lnTo>
                  <a:lnTo>
                    <a:pt x="2244691" y="133690"/>
                  </a:lnTo>
                  <a:lnTo>
                    <a:pt x="2254408" y="127676"/>
                  </a:lnTo>
                  <a:lnTo>
                    <a:pt x="2264125" y="121706"/>
                  </a:lnTo>
                  <a:lnTo>
                    <a:pt x="2273842" y="115779"/>
                  </a:lnTo>
                  <a:lnTo>
                    <a:pt x="2283560" y="109895"/>
                  </a:lnTo>
                  <a:lnTo>
                    <a:pt x="2293277" y="104055"/>
                  </a:lnTo>
                  <a:lnTo>
                    <a:pt x="2302994" y="98257"/>
                  </a:lnTo>
                  <a:lnTo>
                    <a:pt x="2312712" y="92701"/>
                  </a:lnTo>
                  <a:lnTo>
                    <a:pt x="2322429" y="88266"/>
                  </a:lnTo>
                  <a:lnTo>
                    <a:pt x="2332146" y="83878"/>
                  </a:lnTo>
                  <a:lnTo>
                    <a:pt x="2341863" y="79540"/>
                  </a:lnTo>
                  <a:lnTo>
                    <a:pt x="2351581" y="75246"/>
                  </a:lnTo>
                  <a:lnTo>
                    <a:pt x="2361298" y="70997"/>
                  </a:lnTo>
                  <a:lnTo>
                    <a:pt x="2371015" y="66820"/>
                  </a:lnTo>
                  <a:lnTo>
                    <a:pt x="2380733" y="62728"/>
                  </a:lnTo>
                  <a:lnTo>
                    <a:pt x="2390450" y="58680"/>
                  </a:lnTo>
                  <a:lnTo>
                    <a:pt x="2400167" y="54675"/>
                  </a:lnTo>
                  <a:lnTo>
                    <a:pt x="2409884" y="50951"/>
                  </a:lnTo>
                  <a:lnTo>
                    <a:pt x="2419602" y="48513"/>
                  </a:lnTo>
                  <a:lnTo>
                    <a:pt x="2429319" y="44601"/>
                  </a:lnTo>
                  <a:lnTo>
                    <a:pt x="2439036" y="39834"/>
                  </a:lnTo>
                  <a:lnTo>
                    <a:pt x="2448753" y="35125"/>
                  </a:lnTo>
                  <a:lnTo>
                    <a:pt x="2458471" y="31311"/>
                  </a:lnTo>
                  <a:lnTo>
                    <a:pt x="2468188" y="27538"/>
                  </a:lnTo>
                  <a:lnTo>
                    <a:pt x="2477905" y="23805"/>
                  </a:lnTo>
                  <a:lnTo>
                    <a:pt x="2487623" y="18399"/>
                  </a:lnTo>
                  <a:lnTo>
                    <a:pt x="2497340" y="12201"/>
                  </a:lnTo>
                  <a:lnTo>
                    <a:pt x="2507057" y="6151"/>
                  </a:lnTo>
                  <a:lnTo>
                    <a:pt x="2516774" y="0"/>
                  </a:lnTo>
                  <a:lnTo>
                    <a:pt x="2516774" y="2893355"/>
                  </a:lnTo>
                  <a:lnTo>
                    <a:pt x="2507057" y="2893154"/>
                  </a:lnTo>
                  <a:lnTo>
                    <a:pt x="2497340" y="2892949"/>
                  </a:lnTo>
                  <a:lnTo>
                    <a:pt x="2487623" y="2892740"/>
                  </a:lnTo>
                  <a:lnTo>
                    <a:pt x="2477905" y="2891549"/>
                  </a:lnTo>
                  <a:lnTo>
                    <a:pt x="2468188" y="2890326"/>
                  </a:lnTo>
                  <a:lnTo>
                    <a:pt x="2458471" y="2889206"/>
                  </a:lnTo>
                  <a:lnTo>
                    <a:pt x="2448753" y="2888508"/>
                  </a:lnTo>
                  <a:lnTo>
                    <a:pt x="2439036" y="2887339"/>
                  </a:lnTo>
                  <a:lnTo>
                    <a:pt x="2429319" y="2886846"/>
                  </a:lnTo>
                  <a:lnTo>
                    <a:pt x="2419602" y="2886739"/>
                  </a:lnTo>
                  <a:lnTo>
                    <a:pt x="2409884" y="2886629"/>
                  </a:lnTo>
                  <a:lnTo>
                    <a:pt x="2400167" y="2886517"/>
                  </a:lnTo>
                  <a:lnTo>
                    <a:pt x="2390450" y="2886401"/>
                  </a:lnTo>
                  <a:lnTo>
                    <a:pt x="2380733" y="2886282"/>
                  </a:lnTo>
                  <a:lnTo>
                    <a:pt x="2371015" y="2886159"/>
                  </a:lnTo>
                  <a:lnTo>
                    <a:pt x="2361298" y="2886034"/>
                  </a:lnTo>
                  <a:lnTo>
                    <a:pt x="2351581" y="2885905"/>
                  </a:lnTo>
                  <a:lnTo>
                    <a:pt x="2341863" y="2885772"/>
                  </a:lnTo>
                  <a:lnTo>
                    <a:pt x="2332146" y="2885636"/>
                  </a:lnTo>
                  <a:lnTo>
                    <a:pt x="2322429" y="2885497"/>
                  </a:lnTo>
                  <a:lnTo>
                    <a:pt x="2312712" y="2885331"/>
                  </a:lnTo>
                  <a:lnTo>
                    <a:pt x="2302994" y="2885152"/>
                  </a:lnTo>
                  <a:lnTo>
                    <a:pt x="2293277" y="2884983"/>
                  </a:lnTo>
                  <a:lnTo>
                    <a:pt x="2283560" y="2884829"/>
                  </a:lnTo>
                  <a:lnTo>
                    <a:pt x="2273842" y="2884671"/>
                  </a:lnTo>
                  <a:lnTo>
                    <a:pt x="2264125" y="2884077"/>
                  </a:lnTo>
                  <a:lnTo>
                    <a:pt x="2254408" y="2882771"/>
                  </a:lnTo>
                  <a:lnTo>
                    <a:pt x="2244691" y="2881452"/>
                  </a:lnTo>
                  <a:lnTo>
                    <a:pt x="2234973" y="2880118"/>
                  </a:lnTo>
                  <a:lnTo>
                    <a:pt x="2225256" y="2878770"/>
                  </a:lnTo>
                  <a:lnTo>
                    <a:pt x="2215539" y="2878277"/>
                  </a:lnTo>
                  <a:lnTo>
                    <a:pt x="2205822" y="2877966"/>
                  </a:lnTo>
                  <a:lnTo>
                    <a:pt x="2196104" y="2877649"/>
                  </a:lnTo>
                  <a:lnTo>
                    <a:pt x="2186387" y="2877325"/>
                  </a:lnTo>
                  <a:lnTo>
                    <a:pt x="2176670" y="2876994"/>
                  </a:lnTo>
                  <a:lnTo>
                    <a:pt x="2166952" y="2876656"/>
                  </a:lnTo>
                  <a:lnTo>
                    <a:pt x="2157235" y="2876304"/>
                  </a:lnTo>
                  <a:lnTo>
                    <a:pt x="2147518" y="2875912"/>
                  </a:lnTo>
                  <a:lnTo>
                    <a:pt x="2137801" y="2875506"/>
                  </a:lnTo>
                  <a:lnTo>
                    <a:pt x="2128083" y="2875091"/>
                  </a:lnTo>
                  <a:lnTo>
                    <a:pt x="2118366" y="2873913"/>
                  </a:lnTo>
                  <a:lnTo>
                    <a:pt x="2108649" y="2873450"/>
                  </a:lnTo>
                  <a:lnTo>
                    <a:pt x="2098931" y="2873241"/>
                  </a:lnTo>
                  <a:lnTo>
                    <a:pt x="2089214" y="2873026"/>
                  </a:lnTo>
                  <a:lnTo>
                    <a:pt x="2079497" y="2872806"/>
                  </a:lnTo>
                  <a:lnTo>
                    <a:pt x="2069780" y="2872581"/>
                  </a:lnTo>
                  <a:lnTo>
                    <a:pt x="2060062" y="2871573"/>
                  </a:lnTo>
                  <a:lnTo>
                    <a:pt x="2050345" y="2871312"/>
                  </a:lnTo>
                  <a:lnTo>
                    <a:pt x="2040628" y="2871093"/>
                  </a:lnTo>
                  <a:lnTo>
                    <a:pt x="2030911" y="2870867"/>
                  </a:lnTo>
                  <a:lnTo>
                    <a:pt x="2021193" y="2870440"/>
                  </a:lnTo>
                  <a:lnTo>
                    <a:pt x="2011476" y="2869612"/>
                  </a:lnTo>
                  <a:lnTo>
                    <a:pt x="2001759" y="2867799"/>
                  </a:lnTo>
                  <a:lnTo>
                    <a:pt x="1992041" y="2865957"/>
                  </a:lnTo>
                  <a:lnTo>
                    <a:pt x="1982324" y="2864084"/>
                  </a:lnTo>
                  <a:lnTo>
                    <a:pt x="1972607" y="2863141"/>
                  </a:lnTo>
                  <a:lnTo>
                    <a:pt x="1962890" y="2863082"/>
                  </a:lnTo>
                  <a:lnTo>
                    <a:pt x="1953172" y="2863022"/>
                  </a:lnTo>
                  <a:lnTo>
                    <a:pt x="1943455" y="2862954"/>
                  </a:lnTo>
                  <a:lnTo>
                    <a:pt x="1933738" y="2862867"/>
                  </a:lnTo>
                  <a:lnTo>
                    <a:pt x="1924020" y="2862777"/>
                  </a:lnTo>
                  <a:lnTo>
                    <a:pt x="1914303" y="2861638"/>
                  </a:lnTo>
                  <a:lnTo>
                    <a:pt x="1904586" y="2860113"/>
                  </a:lnTo>
                  <a:lnTo>
                    <a:pt x="1894869" y="2859434"/>
                  </a:lnTo>
                  <a:lnTo>
                    <a:pt x="1885151" y="2857400"/>
                  </a:lnTo>
                  <a:lnTo>
                    <a:pt x="1875434" y="2856653"/>
                  </a:lnTo>
                  <a:lnTo>
                    <a:pt x="1865717" y="2855983"/>
                  </a:lnTo>
                  <a:lnTo>
                    <a:pt x="1856000" y="2854581"/>
                  </a:lnTo>
                  <a:lnTo>
                    <a:pt x="1846282" y="2853236"/>
                  </a:lnTo>
                  <a:lnTo>
                    <a:pt x="1836565" y="2852839"/>
                  </a:lnTo>
                  <a:lnTo>
                    <a:pt x="1826848" y="2852432"/>
                  </a:lnTo>
                  <a:lnTo>
                    <a:pt x="1817130" y="2852015"/>
                  </a:lnTo>
                  <a:lnTo>
                    <a:pt x="1807413" y="2851589"/>
                  </a:lnTo>
                  <a:lnTo>
                    <a:pt x="1797696" y="2851151"/>
                  </a:lnTo>
                  <a:lnTo>
                    <a:pt x="1787979" y="2850515"/>
                  </a:lnTo>
                  <a:lnTo>
                    <a:pt x="1778261" y="2849107"/>
                  </a:lnTo>
                  <a:lnTo>
                    <a:pt x="1768544" y="2847536"/>
                  </a:lnTo>
                  <a:lnTo>
                    <a:pt x="1758827" y="2845943"/>
                  </a:lnTo>
                  <a:lnTo>
                    <a:pt x="1749109" y="2844608"/>
                  </a:lnTo>
                  <a:lnTo>
                    <a:pt x="1739392" y="2844102"/>
                  </a:lnTo>
                  <a:lnTo>
                    <a:pt x="1729675" y="2843586"/>
                  </a:lnTo>
                  <a:lnTo>
                    <a:pt x="1719958" y="2843058"/>
                  </a:lnTo>
                  <a:lnTo>
                    <a:pt x="1710240" y="2842520"/>
                  </a:lnTo>
                  <a:lnTo>
                    <a:pt x="1700523" y="2841967"/>
                  </a:lnTo>
                  <a:lnTo>
                    <a:pt x="1690806" y="2841292"/>
                  </a:lnTo>
                  <a:lnTo>
                    <a:pt x="1681089" y="2839792"/>
                  </a:lnTo>
                  <a:lnTo>
                    <a:pt x="1671371" y="2838255"/>
                  </a:lnTo>
                  <a:lnTo>
                    <a:pt x="1661654" y="2836689"/>
                  </a:lnTo>
                  <a:lnTo>
                    <a:pt x="1651937" y="2835334"/>
                  </a:lnTo>
                  <a:lnTo>
                    <a:pt x="1642219" y="2834344"/>
                  </a:lnTo>
                  <a:lnTo>
                    <a:pt x="1632502" y="2832864"/>
                  </a:lnTo>
                  <a:lnTo>
                    <a:pt x="1622785" y="2830932"/>
                  </a:lnTo>
                  <a:lnTo>
                    <a:pt x="1613068" y="2828957"/>
                  </a:lnTo>
                  <a:lnTo>
                    <a:pt x="1603350" y="2826696"/>
                  </a:lnTo>
                  <a:lnTo>
                    <a:pt x="1593633" y="2824770"/>
                  </a:lnTo>
                  <a:lnTo>
                    <a:pt x="1583916" y="2822870"/>
                  </a:lnTo>
                  <a:lnTo>
                    <a:pt x="1574198" y="2821716"/>
                  </a:lnTo>
                  <a:lnTo>
                    <a:pt x="1564481" y="2820739"/>
                  </a:lnTo>
                  <a:lnTo>
                    <a:pt x="1554764" y="2817307"/>
                  </a:lnTo>
                  <a:lnTo>
                    <a:pt x="1545047" y="2815361"/>
                  </a:lnTo>
                  <a:lnTo>
                    <a:pt x="1535329" y="2813380"/>
                  </a:lnTo>
                  <a:lnTo>
                    <a:pt x="1525612" y="2811361"/>
                  </a:lnTo>
                  <a:lnTo>
                    <a:pt x="1515895" y="2809453"/>
                  </a:lnTo>
                  <a:lnTo>
                    <a:pt x="1506178" y="2808359"/>
                  </a:lnTo>
                  <a:lnTo>
                    <a:pt x="1496460" y="2807239"/>
                  </a:lnTo>
                  <a:lnTo>
                    <a:pt x="1486743" y="2804667"/>
                  </a:lnTo>
                  <a:lnTo>
                    <a:pt x="1477026" y="2801478"/>
                  </a:lnTo>
                  <a:lnTo>
                    <a:pt x="1467308" y="2798287"/>
                  </a:lnTo>
                  <a:lnTo>
                    <a:pt x="1457591" y="2795992"/>
                  </a:lnTo>
                  <a:lnTo>
                    <a:pt x="1447874" y="2793849"/>
                  </a:lnTo>
                  <a:lnTo>
                    <a:pt x="1438157" y="2792785"/>
                  </a:lnTo>
                  <a:lnTo>
                    <a:pt x="1428439" y="2791696"/>
                  </a:lnTo>
                  <a:lnTo>
                    <a:pt x="1418722" y="2790582"/>
                  </a:lnTo>
                  <a:lnTo>
                    <a:pt x="1409005" y="2789442"/>
                  </a:lnTo>
                  <a:lnTo>
                    <a:pt x="1399287" y="2788284"/>
                  </a:lnTo>
                  <a:lnTo>
                    <a:pt x="1389570" y="2787135"/>
                  </a:lnTo>
                  <a:lnTo>
                    <a:pt x="1379853" y="2785960"/>
                  </a:lnTo>
                  <a:lnTo>
                    <a:pt x="1370136" y="2784756"/>
                  </a:lnTo>
                  <a:lnTo>
                    <a:pt x="1360418" y="2783525"/>
                  </a:lnTo>
                  <a:lnTo>
                    <a:pt x="1350701" y="2781642"/>
                  </a:lnTo>
                  <a:lnTo>
                    <a:pt x="1340984" y="2778310"/>
                  </a:lnTo>
                  <a:lnTo>
                    <a:pt x="1331267" y="2774932"/>
                  </a:lnTo>
                  <a:lnTo>
                    <a:pt x="1321549" y="2772803"/>
                  </a:lnTo>
                  <a:lnTo>
                    <a:pt x="1311832" y="2770993"/>
                  </a:lnTo>
                  <a:lnTo>
                    <a:pt x="1302115" y="2769129"/>
                  </a:lnTo>
                  <a:lnTo>
                    <a:pt x="1292397" y="2767222"/>
                  </a:lnTo>
                  <a:lnTo>
                    <a:pt x="1282680" y="2763483"/>
                  </a:lnTo>
                  <a:lnTo>
                    <a:pt x="1272963" y="2760382"/>
                  </a:lnTo>
                  <a:lnTo>
                    <a:pt x="1263246" y="2759085"/>
                  </a:lnTo>
                  <a:lnTo>
                    <a:pt x="1253528" y="2757749"/>
                  </a:lnTo>
                  <a:lnTo>
                    <a:pt x="1243811" y="2755114"/>
                  </a:lnTo>
                  <a:lnTo>
                    <a:pt x="1234094" y="2751528"/>
                  </a:lnTo>
                  <a:lnTo>
                    <a:pt x="1224376" y="2749927"/>
                  </a:lnTo>
                  <a:lnTo>
                    <a:pt x="1214659" y="2748273"/>
                  </a:lnTo>
                  <a:lnTo>
                    <a:pt x="1204942" y="2745677"/>
                  </a:lnTo>
                  <a:lnTo>
                    <a:pt x="1195225" y="2744575"/>
                  </a:lnTo>
                  <a:lnTo>
                    <a:pt x="1185507" y="2740578"/>
                  </a:lnTo>
                  <a:lnTo>
                    <a:pt x="1175790" y="2736488"/>
                  </a:lnTo>
                  <a:lnTo>
                    <a:pt x="1166073" y="2732338"/>
                  </a:lnTo>
                  <a:lnTo>
                    <a:pt x="1156356" y="2729772"/>
                  </a:lnTo>
                  <a:lnTo>
                    <a:pt x="1146638" y="2727314"/>
                  </a:lnTo>
                  <a:lnTo>
                    <a:pt x="1136921" y="2723252"/>
                  </a:lnTo>
                  <a:lnTo>
                    <a:pt x="1127204" y="2720890"/>
                  </a:lnTo>
                  <a:lnTo>
                    <a:pt x="1117486" y="2718779"/>
                  </a:lnTo>
                  <a:lnTo>
                    <a:pt x="1107769" y="2716055"/>
                  </a:lnTo>
                  <a:lnTo>
                    <a:pt x="1098052" y="2714595"/>
                  </a:lnTo>
                  <a:lnTo>
                    <a:pt x="1088335" y="2711927"/>
                  </a:lnTo>
                  <a:lnTo>
                    <a:pt x="1078617" y="2710081"/>
                  </a:lnTo>
                  <a:lnTo>
                    <a:pt x="1068900" y="2708241"/>
                  </a:lnTo>
                  <a:lnTo>
                    <a:pt x="1059183" y="2706323"/>
                  </a:lnTo>
                  <a:lnTo>
                    <a:pt x="1049465" y="2704091"/>
                  </a:lnTo>
                  <a:lnTo>
                    <a:pt x="1039748" y="2701226"/>
                  </a:lnTo>
                  <a:lnTo>
                    <a:pt x="1030031" y="2697130"/>
                  </a:lnTo>
                  <a:lnTo>
                    <a:pt x="1020314" y="2693244"/>
                  </a:lnTo>
                  <a:lnTo>
                    <a:pt x="1010596" y="2689272"/>
                  </a:lnTo>
                  <a:lnTo>
                    <a:pt x="1000879" y="2685660"/>
                  </a:lnTo>
                  <a:lnTo>
                    <a:pt x="991162" y="2682260"/>
                  </a:lnTo>
                  <a:lnTo>
                    <a:pt x="981445" y="2679266"/>
                  </a:lnTo>
                  <a:lnTo>
                    <a:pt x="971727" y="2676447"/>
                  </a:lnTo>
                  <a:lnTo>
                    <a:pt x="962010" y="2673880"/>
                  </a:lnTo>
                  <a:lnTo>
                    <a:pt x="952293" y="2671193"/>
                  </a:lnTo>
                  <a:lnTo>
                    <a:pt x="942575" y="2667284"/>
                  </a:lnTo>
                  <a:lnTo>
                    <a:pt x="932858" y="2665075"/>
                  </a:lnTo>
                  <a:lnTo>
                    <a:pt x="923141" y="2661513"/>
                  </a:lnTo>
                  <a:lnTo>
                    <a:pt x="913424" y="2656663"/>
                  </a:lnTo>
                  <a:lnTo>
                    <a:pt x="903706" y="2653685"/>
                  </a:lnTo>
                  <a:lnTo>
                    <a:pt x="893989" y="2650480"/>
                  </a:lnTo>
                  <a:lnTo>
                    <a:pt x="884272" y="2646548"/>
                  </a:lnTo>
                  <a:lnTo>
                    <a:pt x="874554" y="2644103"/>
                  </a:lnTo>
                  <a:lnTo>
                    <a:pt x="864837" y="2640837"/>
                  </a:lnTo>
                  <a:lnTo>
                    <a:pt x="855120" y="2637505"/>
                  </a:lnTo>
                  <a:lnTo>
                    <a:pt x="845403" y="2634113"/>
                  </a:lnTo>
                  <a:lnTo>
                    <a:pt x="835685" y="2630168"/>
                  </a:lnTo>
                  <a:lnTo>
                    <a:pt x="825968" y="2627019"/>
                  </a:lnTo>
                  <a:lnTo>
                    <a:pt x="816251" y="2622685"/>
                  </a:lnTo>
                  <a:lnTo>
                    <a:pt x="806534" y="2617715"/>
                  </a:lnTo>
                  <a:lnTo>
                    <a:pt x="796816" y="2614291"/>
                  </a:lnTo>
                  <a:lnTo>
                    <a:pt x="787099" y="2611001"/>
                  </a:lnTo>
                  <a:lnTo>
                    <a:pt x="777382" y="2607511"/>
                  </a:lnTo>
                  <a:lnTo>
                    <a:pt x="767664" y="2603436"/>
                  </a:lnTo>
                  <a:lnTo>
                    <a:pt x="757947" y="2599532"/>
                  </a:lnTo>
                  <a:lnTo>
                    <a:pt x="748230" y="2593090"/>
                  </a:lnTo>
                  <a:lnTo>
                    <a:pt x="738513" y="2591207"/>
                  </a:lnTo>
                  <a:lnTo>
                    <a:pt x="728795" y="2586952"/>
                  </a:lnTo>
                  <a:lnTo>
                    <a:pt x="719078" y="2581247"/>
                  </a:lnTo>
                  <a:lnTo>
                    <a:pt x="709361" y="2575399"/>
                  </a:lnTo>
                  <a:lnTo>
                    <a:pt x="699643" y="2569454"/>
                  </a:lnTo>
                  <a:lnTo>
                    <a:pt x="689926" y="2563257"/>
                  </a:lnTo>
                  <a:lnTo>
                    <a:pt x="680209" y="2557916"/>
                  </a:lnTo>
                  <a:lnTo>
                    <a:pt x="670492" y="2554242"/>
                  </a:lnTo>
                  <a:lnTo>
                    <a:pt x="660774" y="2550482"/>
                  </a:lnTo>
                  <a:lnTo>
                    <a:pt x="651057" y="2546661"/>
                  </a:lnTo>
                  <a:lnTo>
                    <a:pt x="641340" y="2542784"/>
                  </a:lnTo>
                  <a:lnTo>
                    <a:pt x="631623" y="2534954"/>
                  </a:lnTo>
                  <a:lnTo>
                    <a:pt x="621905" y="2529977"/>
                  </a:lnTo>
                  <a:lnTo>
                    <a:pt x="612188" y="2525484"/>
                  </a:lnTo>
                  <a:lnTo>
                    <a:pt x="602471" y="2520073"/>
                  </a:lnTo>
                  <a:lnTo>
                    <a:pt x="592753" y="2514272"/>
                  </a:lnTo>
                  <a:lnTo>
                    <a:pt x="583036" y="2510048"/>
                  </a:lnTo>
                  <a:lnTo>
                    <a:pt x="573319" y="2504168"/>
                  </a:lnTo>
                  <a:lnTo>
                    <a:pt x="563602" y="2498653"/>
                  </a:lnTo>
                  <a:lnTo>
                    <a:pt x="553884" y="2493578"/>
                  </a:lnTo>
                  <a:lnTo>
                    <a:pt x="544167" y="2489676"/>
                  </a:lnTo>
                  <a:lnTo>
                    <a:pt x="534450" y="2483654"/>
                  </a:lnTo>
                  <a:lnTo>
                    <a:pt x="524732" y="2479886"/>
                  </a:lnTo>
                  <a:lnTo>
                    <a:pt x="515015" y="2476328"/>
                  </a:lnTo>
                  <a:lnTo>
                    <a:pt x="505298" y="2470799"/>
                  </a:lnTo>
                  <a:lnTo>
                    <a:pt x="495581" y="2466459"/>
                  </a:lnTo>
                  <a:lnTo>
                    <a:pt x="485863" y="2463416"/>
                  </a:lnTo>
                  <a:lnTo>
                    <a:pt x="476146" y="2456221"/>
                  </a:lnTo>
                  <a:lnTo>
                    <a:pt x="466429" y="2450749"/>
                  </a:lnTo>
                  <a:lnTo>
                    <a:pt x="456712" y="2446413"/>
                  </a:lnTo>
                  <a:lnTo>
                    <a:pt x="446994" y="2443079"/>
                  </a:lnTo>
                  <a:lnTo>
                    <a:pt x="437277" y="2436680"/>
                  </a:lnTo>
                  <a:lnTo>
                    <a:pt x="427560" y="2432244"/>
                  </a:lnTo>
                  <a:lnTo>
                    <a:pt x="417842" y="2426275"/>
                  </a:lnTo>
                  <a:lnTo>
                    <a:pt x="408125" y="2421885"/>
                  </a:lnTo>
                  <a:lnTo>
                    <a:pt x="398408" y="2418712"/>
                  </a:lnTo>
                  <a:lnTo>
                    <a:pt x="388691" y="2414803"/>
                  </a:lnTo>
                  <a:lnTo>
                    <a:pt x="378973" y="2408436"/>
                  </a:lnTo>
                  <a:lnTo>
                    <a:pt x="369256" y="2404416"/>
                  </a:lnTo>
                  <a:lnTo>
                    <a:pt x="359539" y="2400216"/>
                  </a:lnTo>
                  <a:lnTo>
                    <a:pt x="349821" y="2394917"/>
                  </a:lnTo>
                  <a:lnTo>
                    <a:pt x="340104" y="2390246"/>
                  </a:lnTo>
                  <a:lnTo>
                    <a:pt x="330387" y="2386201"/>
                  </a:lnTo>
                  <a:lnTo>
                    <a:pt x="320670" y="2382356"/>
                  </a:lnTo>
                  <a:lnTo>
                    <a:pt x="310952" y="2377733"/>
                  </a:lnTo>
                  <a:lnTo>
                    <a:pt x="301235" y="2373085"/>
                  </a:lnTo>
                  <a:lnTo>
                    <a:pt x="291518" y="2369358"/>
                  </a:lnTo>
                  <a:lnTo>
                    <a:pt x="281801" y="2368155"/>
                  </a:lnTo>
                  <a:lnTo>
                    <a:pt x="272083" y="2366981"/>
                  </a:lnTo>
                  <a:lnTo>
                    <a:pt x="262366" y="2365578"/>
                  </a:lnTo>
                  <a:lnTo>
                    <a:pt x="252649" y="2363103"/>
                  </a:lnTo>
                  <a:lnTo>
                    <a:pt x="242931" y="2361672"/>
                  </a:lnTo>
                  <a:lnTo>
                    <a:pt x="233214" y="2359571"/>
                  </a:lnTo>
                  <a:lnTo>
                    <a:pt x="223497" y="2356611"/>
                  </a:lnTo>
                  <a:lnTo>
                    <a:pt x="213780" y="2353765"/>
                  </a:lnTo>
                  <a:lnTo>
                    <a:pt x="204062" y="2350889"/>
                  </a:lnTo>
                  <a:lnTo>
                    <a:pt x="194345" y="2347790"/>
                  </a:lnTo>
                  <a:lnTo>
                    <a:pt x="184628" y="2345117"/>
                  </a:lnTo>
                  <a:lnTo>
                    <a:pt x="174910" y="2342824"/>
                  </a:lnTo>
                  <a:lnTo>
                    <a:pt x="165193" y="2340062"/>
                  </a:lnTo>
                  <a:lnTo>
                    <a:pt x="155476" y="2340335"/>
                  </a:lnTo>
                  <a:lnTo>
                    <a:pt x="145759" y="2339203"/>
                  </a:lnTo>
                  <a:lnTo>
                    <a:pt x="136041" y="2338345"/>
                  </a:lnTo>
                  <a:lnTo>
                    <a:pt x="126324" y="2335570"/>
                  </a:lnTo>
                  <a:lnTo>
                    <a:pt x="116607" y="2336340"/>
                  </a:lnTo>
                  <a:lnTo>
                    <a:pt x="106890" y="2333185"/>
                  </a:lnTo>
                  <a:lnTo>
                    <a:pt x="97172" y="2332713"/>
                  </a:lnTo>
                  <a:lnTo>
                    <a:pt x="87455" y="2334465"/>
                  </a:lnTo>
                  <a:lnTo>
                    <a:pt x="77738" y="2333660"/>
                  </a:lnTo>
                  <a:lnTo>
                    <a:pt x="68020" y="2333327"/>
                  </a:lnTo>
                  <a:lnTo>
                    <a:pt x="58303" y="2332059"/>
                  </a:lnTo>
                  <a:lnTo>
                    <a:pt x="48586" y="2332574"/>
                  </a:lnTo>
                  <a:lnTo>
                    <a:pt x="38869" y="2333038"/>
                  </a:lnTo>
                  <a:lnTo>
                    <a:pt x="29151" y="2332964"/>
                  </a:lnTo>
                  <a:lnTo>
                    <a:pt x="19434" y="2334785"/>
                  </a:lnTo>
                  <a:lnTo>
                    <a:pt x="9717" y="2333849"/>
                  </a:lnTo>
                  <a:lnTo>
                    <a:pt x="0" y="2334580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6324250" y="981184"/>
              <a:ext cx="2516774" cy="1628088"/>
            </a:xfrm>
            <a:custGeom>
              <a:avLst/>
              <a:pathLst>
                <a:path w="2516774" h="1628088">
                  <a:moveTo>
                    <a:pt x="0" y="1455875"/>
                  </a:moveTo>
                  <a:lnTo>
                    <a:pt x="9717" y="1462780"/>
                  </a:lnTo>
                  <a:lnTo>
                    <a:pt x="19434" y="1473351"/>
                  </a:lnTo>
                  <a:lnTo>
                    <a:pt x="29151" y="1486317"/>
                  </a:lnTo>
                  <a:lnTo>
                    <a:pt x="38869" y="1498140"/>
                  </a:lnTo>
                  <a:lnTo>
                    <a:pt x="48586" y="1507759"/>
                  </a:lnTo>
                  <a:lnTo>
                    <a:pt x="58303" y="1513178"/>
                  </a:lnTo>
                  <a:lnTo>
                    <a:pt x="68020" y="1527634"/>
                  </a:lnTo>
                  <a:lnTo>
                    <a:pt x="77738" y="1536454"/>
                  </a:lnTo>
                  <a:lnTo>
                    <a:pt x="87455" y="1546848"/>
                  </a:lnTo>
                  <a:lnTo>
                    <a:pt x="97172" y="1548525"/>
                  </a:lnTo>
                  <a:lnTo>
                    <a:pt x="106890" y="1560094"/>
                  </a:lnTo>
                  <a:lnTo>
                    <a:pt x="116607" y="1563509"/>
                  </a:lnTo>
                  <a:lnTo>
                    <a:pt x="126324" y="1570958"/>
                  </a:lnTo>
                  <a:lnTo>
                    <a:pt x="136041" y="1577527"/>
                  </a:lnTo>
                  <a:lnTo>
                    <a:pt x="145759" y="1580473"/>
                  </a:lnTo>
                  <a:lnTo>
                    <a:pt x="155476" y="1585686"/>
                  </a:lnTo>
                  <a:lnTo>
                    <a:pt x="165193" y="1591335"/>
                  </a:lnTo>
                  <a:lnTo>
                    <a:pt x="174910" y="1592235"/>
                  </a:lnTo>
                  <a:lnTo>
                    <a:pt x="184628" y="1593360"/>
                  </a:lnTo>
                  <a:lnTo>
                    <a:pt x="194345" y="1595355"/>
                  </a:lnTo>
                  <a:lnTo>
                    <a:pt x="204062" y="1600692"/>
                  </a:lnTo>
                  <a:lnTo>
                    <a:pt x="213780" y="1607551"/>
                  </a:lnTo>
                  <a:lnTo>
                    <a:pt x="223497" y="1614790"/>
                  </a:lnTo>
                  <a:lnTo>
                    <a:pt x="233214" y="1616103"/>
                  </a:lnTo>
                  <a:lnTo>
                    <a:pt x="242931" y="1615172"/>
                  </a:lnTo>
                  <a:lnTo>
                    <a:pt x="252649" y="1620246"/>
                  </a:lnTo>
                  <a:lnTo>
                    <a:pt x="262366" y="1621175"/>
                  </a:lnTo>
                  <a:lnTo>
                    <a:pt x="272083" y="1617307"/>
                  </a:lnTo>
                  <a:lnTo>
                    <a:pt x="281801" y="1616086"/>
                  </a:lnTo>
                  <a:lnTo>
                    <a:pt x="291518" y="1621197"/>
                  </a:lnTo>
                  <a:lnTo>
                    <a:pt x="301235" y="1623230"/>
                  </a:lnTo>
                  <a:lnTo>
                    <a:pt x="310952" y="1625304"/>
                  </a:lnTo>
                  <a:lnTo>
                    <a:pt x="320670" y="1628088"/>
                  </a:lnTo>
                  <a:lnTo>
                    <a:pt x="330387" y="1627706"/>
                  </a:lnTo>
                  <a:lnTo>
                    <a:pt x="340104" y="1619851"/>
                  </a:lnTo>
                  <a:lnTo>
                    <a:pt x="349821" y="1621687"/>
                  </a:lnTo>
                  <a:lnTo>
                    <a:pt x="359539" y="1620696"/>
                  </a:lnTo>
                  <a:lnTo>
                    <a:pt x="369256" y="1610005"/>
                  </a:lnTo>
                  <a:lnTo>
                    <a:pt x="378973" y="1608360"/>
                  </a:lnTo>
                  <a:lnTo>
                    <a:pt x="388691" y="1612152"/>
                  </a:lnTo>
                  <a:lnTo>
                    <a:pt x="398408" y="1609522"/>
                  </a:lnTo>
                  <a:lnTo>
                    <a:pt x="408125" y="1603412"/>
                  </a:lnTo>
                  <a:lnTo>
                    <a:pt x="417842" y="1605368"/>
                  </a:lnTo>
                  <a:lnTo>
                    <a:pt x="427560" y="1608092"/>
                  </a:lnTo>
                  <a:lnTo>
                    <a:pt x="437277" y="1607809"/>
                  </a:lnTo>
                  <a:lnTo>
                    <a:pt x="446994" y="1605848"/>
                  </a:lnTo>
                  <a:lnTo>
                    <a:pt x="456712" y="1598806"/>
                  </a:lnTo>
                  <a:lnTo>
                    <a:pt x="466429" y="1603277"/>
                  </a:lnTo>
                  <a:lnTo>
                    <a:pt x="476146" y="1600072"/>
                  </a:lnTo>
                  <a:lnTo>
                    <a:pt x="485863" y="1589029"/>
                  </a:lnTo>
                  <a:lnTo>
                    <a:pt x="495581" y="1587028"/>
                  </a:lnTo>
                  <a:lnTo>
                    <a:pt x="505298" y="1585269"/>
                  </a:lnTo>
                  <a:lnTo>
                    <a:pt x="515015" y="1573728"/>
                  </a:lnTo>
                  <a:lnTo>
                    <a:pt x="524732" y="1572170"/>
                  </a:lnTo>
                  <a:lnTo>
                    <a:pt x="534450" y="1570692"/>
                  </a:lnTo>
                  <a:lnTo>
                    <a:pt x="544167" y="1569213"/>
                  </a:lnTo>
                  <a:lnTo>
                    <a:pt x="553884" y="1567733"/>
                  </a:lnTo>
                  <a:lnTo>
                    <a:pt x="563602" y="1563013"/>
                  </a:lnTo>
                  <a:lnTo>
                    <a:pt x="573319" y="1558044"/>
                  </a:lnTo>
                  <a:lnTo>
                    <a:pt x="583036" y="1552884"/>
                  </a:lnTo>
                  <a:lnTo>
                    <a:pt x="592753" y="1549193"/>
                  </a:lnTo>
                  <a:lnTo>
                    <a:pt x="602471" y="1542687"/>
                  </a:lnTo>
                  <a:lnTo>
                    <a:pt x="612188" y="1538400"/>
                  </a:lnTo>
                  <a:lnTo>
                    <a:pt x="621905" y="1532159"/>
                  </a:lnTo>
                  <a:lnTo>
                    <a:pt x="631623" y="1527341"/>
                  </a:lnTo>
                  <a:lnTo>
                    <a:pt x="641340" y="1522209"/>
                  </a:lnTo>
                  <a:lnTo>
                    <a:pt x="651057" y="1516917"/>
                  </a:lnTo>
                  <a:lnTo>
                    <a:pt x="660774" y="1506921"/>
                  </a:lnTo>
                  <a:lnTo>
                    <a:pt x="670492" y="1493850"/>
                  </a:lnTo>
                  <a:lnTo>
                    <a:pt x="680209" y="1480780"/>
                  </a:lnTo>
                  <a:lnTo>
                    <a:pt x="689926" y="1478102"/>
                  </a:lnTo>
                  <a:lnTo>
                    <a:pt x="699643" y="1466905"/>
                  </a:lnTo>
                  <a:lnTo>
                    <a:pt x="709361" y="1455683"/>
                  </a:lnTo>
                  <a:lnTo>
                    <a:pt x="719078" y="1446278"/>
                  </a:lnTo>
                  <a:lnTo>
                    <a:pt x="728795" y="1444457"/>
                  </a:lnTo>
                  <a:lnTo>
                    <a:pt x="738513" y="1446315"/>
                  </a:lnTo>
                  <a:lnTo>
                    <a:pt x="748230" y="1439238"/>
                  </a:lnTo>
                  <a:lnTo>
                    <a:pt x="757947" y="1430653"/>
                  </a:lnTo>
                  <a:lnTo>
                    <a:pt x="767664" y="1421072"/>
                  </a:lnTo>
                  <a:lnTo>
                    <a:pt x="777382" y="1411867"/>
                  </a:lnTo>
                  <a:lnTo>
                    <a:pt x="787099" y="1402663"/>
                  </a:lnTo>
                  <a:lnTo>
                    <a:pt x="796816" y="1393602"/>
                  </a:lnTo>
                  <a:lnTo>
                    <a:pt x="806534" y="1386286"/>
                  </a:lnTo>
                  <a:lnTo>
                    <a:pt x="816251" y="1374285"/>
                  </a:lnTo>
                  <a:lnTo>
                    <a:pt x="825968" y="1365823"/>
                  </a:lnTo>
                  <a:lnTo>
                    <a:pt x="835685" y="1356490"/>
                  </a:lnTo>
                  <a:lnTo>
                    <a:pt x="845403" y="1345942"/>
                  </a:lnTo>
                  <a:lnTo>
                    <a:pt x="855120" y="1334297"/>
                  </a:lnTo>
                  <a:lnTo>
                    <a:pt x="864837" y="1327144"/>
                  </a:lnTo>
                  <a:lnTo>
                    <a:pt x="874554" y="1319163"/>
                  </a:lnTo>
                  <a:lnTo>
                    <a:pt x="884272" y="1310869"/>
                  </a:lnTo>
                  <a:lnTo>
                    <a:pt x="893989" y="1307491"/>
                  </a:lnTo>
                  <a:lnTo>
                    <a:pt x="903706" y="1302769"/>
                  </a:lnTo>
                  <a:lnTo>
                    <a:pt x="913424" y="1288416"/>
                  </a:lnTo>
                  <a:lnTo>
                    <a:pt x="923141" y="1275213"/>
                  </a:lnTo>
                  <a:lnTo>
                    <a:pt x="932858" y="1269364"/>
                  </a:lnTo>
                  <a:lnTo>
                    <a:pt x="942575" y="1263558"/>
                  </a:lnTo>
                  <a:lnTo>
                    <a:pt x="952293" y="1257753"/>
                  </a:lnTo>
                  <a:lnTo>
                    <a:pt x="962010" y="1244596"/>
                  </a:lnTo>
                  <a:lnTo>
                    <a:pt x="971727" y="1231150"/>
                  </a:lnTo>
                  <a:lnTo>
                    <a:pt x="981445" y="1217704"/>
                  </a:lnTo>
                  <a:lnTo>
                    <a:pt x="991162" y="1207482"/>
                  </a:lnTo>
                  <a:lnTo>
                    <a:pt x="1000879" y="1200000"/>
                  </a:lnTo>
                  <a:lnTo>
                    <a:pt x="1010596" y="1194232"/>
                  </a:lnTo>
                  <a:lnTo>
                    <a:pt x="1020314" y="1188461"/>
                  </a:lnTo>
                  <a:lnTo>
                    <a:pt x="1030031" y="1182689"/>
                  </a:lnTo>
                  <a:lnTo>
                    <a:pt x="1039748" y="1174366"/>
                  </a:lnTo>
                  <a:lnTo>
                    <a:pt x="1049465" y="1162376"/>
                  </a:lnTo>
                  <a:lnTo>
                    <a:pt x="1059183" y="1150381"/>
                  </a:lnTo>
                  <a:lnTo>
                    <a:pt x="1068900" y="1139171"/>
                  </a:lnTo>
                  <a:lnTo>
                    <a:pt x="1078617" y="1130566"/>
                  </a:lnTo>
                  <a:lnTo>
                    <a:pt x="1088335" y="1121967"/>
                  </a:lnTo>
                  <a:lnTo>
                    <a:pt x="1098052" y="1113375"/>
                  </a:lnTo>
                  <a:lnTo>
                    <a:pt x="1107769" y="1104848"/>
                  </a:lnTo>
                  <a:lnTo>
                    <a:pt x="1117486" y="1096336"/>
                  </a:lnTo>
                  <a:lnTo>
                    <a:pt x="1127204" y="1087837"/>
                  </a:lnTo>
                  <a:lnTo>
                    <a:pt x="1136921" y="1077641"/>
                  </a:lnTo>
                  <a:lnTo>
                    <a:pt x="1146638" y="1066081"/>
                  </a:lnTo>
                  <a:lnTo>
                    <a:pt x="1156356" y="1054531"/>
                  </a:lnTo>
                  <a:lnTo>
                    <a:pt x="1166073" y="1043894"/>
                  </a:lnTo>
                  <a:lnTo>
                    <a:pt x="1175790" y="1036433"/>
                  </a:lnTo>
                  <a:lnTo>
                    <a:pt x="1185507" y="1028979"/>
                  </a:lnTo>
                  <a:lnTo>
                    <a:pt x="1195225" y="1021395"/>
                  </a:lnTo>
                  <a:lnTo>
                    <a:pt x="1204942" y="1007239"/>
                  </a:lnTo>
                  <a:lnTo>
                    <a:pt x="1214659" y="993120"/>
                  </a:lnTo>
                  <a:lnTo>
                    <a:pt x="1224376" y="979293"/>
                  </a:lnTo>
                  <a:lnTo>
                    <a:pt x="1234094" y="976144"/>
                  </a:lnTo>
                  <a:lnTo>
                    <a:pt x="1243811" y="967931"/>
                  </a:lnTo>
                  <a:lnTo>
                    <a:pt x="1253528" y="962103"/>
                  </a:lnTo>
                  <a:lnTo>
                    <a:pt x="1263246" y="956282"/>
                  </a:lnTo>
                  <a:lnTo>
                    <a:pt x="1272963" y="946502"/>
                  </a:lnTo>
                  <a:lnTo>
                    <a:pt x="1282680" y="932908"/>
                  </a:lnTo>
                  <a:lnTo>
                    <a:pt x="1292397" y="927856"/>
                  </a:lnTo>
                  <a:lnTo>
                    <a:pt x="1302115" y="922813"/>
                  </a:lnTo>
                  <a:lnTo>
                    <a:pt x="1311832" y="917897"/>
                  </a:lnTo>
                  <a:lnTo>
                    <a:pt x="1321549" y="912994"/>
                  </a:lnTo>
                  <a:lnTo>
                    <a:pt x="1331267" y="908098"/>
                  </a:lnTo>
                  <a:lnTo>
                    <a:pt x="1340984" y="902496"/>
                  </a:lnTo>
                  <a:lnTo>
                    <a:pt x="1350701" y="893016"/>
                  </a:lnTo>
                  <a:lnTo>
                    <a:pt x="1360418" y="883608"/>
                  </a:lnTo>
                  <a:lnTo>
                    <a:pt x="1370136" y="874223"/>
                  </a:lnTo>
                  <a:lnTo>
                    <a:pt x="1379853" y="864864"/>
                  </a:lnTo>
                  <a:lnTo>
                    <a:pt x="1389570" y="855529"/>
                  </a:lnTo>
                  <a:lnTo>
                    <a:pt x="1399287" y="846221"/>
                  </a:lnTo>
                  <a:lnTo>
                    <a:pt x="1409005" y="836939"/>
                  </a:lnTo>
                  <a:lnTo>
                    <a:pt x="1418722" y="827684"/>
                  </a:lnTo>
                  <a:lnTo>
                    <a:pt x="1428439" y="818456"/>
                  </a:lnTo>
                  <a:lnTo>
                    <a:pt x="1438157" y="812596"/>
                  </a:lnTo>
                  <a:lnTo>
                    <a:pt x="1447874" y="806981"/>
                  </a:lnTo>
                  <a:lnTo>
                    <a:pt x="1457591" y="796759"/>
                  </a:lnTo>
                  <a:lnTo>
                    <a:pt x="1467308" y="786507"/>
                  </a:lnTo>
                  <a:lnTo>
                    <a:pt x="1477026" y="773694"/>
                  </a:lnTo>
                  <a:lnTo>
                    <a:pt x="1486743" y="763034"/>
                  </a:lnTo>
                  <a:lnTo>
                    <a:pt x="1496460" y="753819"/>
                  </a:lnTo>
                  <a:lnTo>
                    <a:pt x="1506178" y="744258"/>
                  </a:lnTo>
                  <a:lnTo>
                    <a:pt x="1515895" y="732435"/>
                  </a:lnTo>
                  <a:lnTo>
                    <a:pt x="1525612" y="720654"/>
                  </a:lnTo>
                  <a:lnTo>
                    <a:pt x="1535329" y="708988"/>
                  </a:lnTo>
                  <a:lnTo>
                    <a:pt x="1545047" y="697466"/>
                  </a:lnTo>
                  <a:lnTo>
                    <a:pt x="1554764" y="688182"/>
                  </a:lnTo>
                  <a:lnTo>
                    <a:pt x="1564481" y="682323"/>
                  </a:lnTo>
                  <a:lnTo>
                    <a:pt x="1574198" y="676513"/>
                  </a:lnTo>
                  <a:lnTo>
                    <a:pt x="1583916" y="667234"/>
                  </a:lnTo>
                  <a:lnTo>
                    <a:pt x="1593633" y="657636"/>
                  </a:lnTo>
                  <a:lnTo>
                    <a:pt x="1603350" y="649150"/>
                  </a:lnTo>
                  <a:lnTo>
                    <a:pt x="1613068" y="642102"/>
                  </a:lnTo>
                  <a:lnTo>
                    <a:pt x="1622785" y="635083"/>
                  </a:lnTo>
                  <a:lnTo>
                    <a:pt x="1632502" y="628136"/>
                  </a:lnTo>
                  <a:lnTo>
                    <a:pt x="1642219" y="621157"/>
                  </a:lnTo>
                  <a:lnTo>
                    <a:pt x="1651937" y="612692"/>
                  </a:lnTo>
                  <a:lnTo>
                    <a:pt x="1661654" y="605397"/>
                  </a:lnTo>
                  <a:lnTo>
                    <a:pt x="1671371" y="600112"/>
                  </a:lnTo>
                  <a:lnTo>
                    <a:pt x="1681089" y="593963"/>
                  </a:lnTo>
                  <a:lnTo>
                    <a:pt x="1690806" y="587176"/>
                  </a:lnTo>
                  <a:lnTo>
                    <a:pt x="1700523" y="580419"/>
                  </a:lnTo>
                  <a:lnTo>
                    <a:pt x="1710240" y="571447"/>
                  </a:lnTo>
                  <a:lnTo>
                    <a:pt x="1719958" y="560831"/>
                  </a:lnTo>
                  <a:lnTo>
                    <a:pt x="1729675" y="550262"/>
                  </a:lnTo>
                  <a:lnTo>
                    <a:pt x="1739392" y="539741"/>
                  </a:lnTo>
                  <a:lnTo>
                    <a:pt x="1749109" y="529495"/>
                  </a:lnTo>
                  <a:lnTo>
                    <a:pt x="1758827" y="521341"/>
                  </a:lnTo>
                  <a:lnTo>
                    <a:pt x="1768544" y="513231"/>
                  </a:lnTo>
                  <a:lnTo>
                    <a:pt x="1778261" y="505164"/>
                  </a:lnTo>
                  <a:lnTo>
                    <a:pt x="1787979" y="497140"/>
                  </a:lnTo>
                  <a:lnTo>
                    <a:pt x="1797696" y="489161"/>
                  </a:lnTo>
                  <a:lnTo>
                    <a:pt x="1807413" y="481226"/>
                  </a:lnTo>
                  <a:lnTo>
                    <a:pt x="1817130" y="473336"/>
                  </a:lnTo>
                  <a:lnTo>
                    <a:pt x="1826848" y="465490"/>
                  </a:lnTo>
                  <a:lnTo>
                    <a:pt x="1836565" y="457689"/>
                  </a:lnTo>
                  <a:lnTo>
                    <a:pt x="1846282" y="449934"/>
                  </a:lnTo>
                  <a:lnTo>
                    <a:pt x="1856000" y="442060"/>
                  </a:lnTo>
                  <a:lnTo>
                    <a:pt x="1865717" y="432872"/>
                  </a:lnTo>
                  <a:lnTo>
                    <a:pt x="1875434" y="423735"/>
                  </a:lnTo>
                  <a:lnTo>
                    <a:pt x="1885151" y="414648"/>
                  </a:lnTo>
                  <a:lnTo>
                    <a:pt x="1894869" y="405613"/>
                  </a:lnTo>
                  <a:lnTo>
                    <a:pt x="1904586" y="396630"/>
                  </a:lnTo>
                  <a:lnTo>
                    <a:pt x="1914303" y="388405"/>
                  </a:lnTo>
                  <a:lnTo>
                    <a:pt x="1924020" y="383298"/>
                  </a:lnTo>
                  <a:lnTo>
                    <a:pt x="1933738" y="378215"/>
                  </a:lnTo>
                  <a:lnTo>
                    <a:pt x="1943455" y="370214"/>
                  </a:lnTo>
                  <a:lnTo>
                    <a:pt x="1953172" y="359638"/>
                  </a:lnTo>
                  <a:lnTo>
                    <a:pt x="1962890" y="349135"/>
                  </a:lnTo>
                  <a:lnTo>
                    <a:pt x="1972607" y="338705"/>
                  </a:lnTo>
                  <a:lnTo>
                    <a:pt x="1982324" y="328350"/>
                  </a:lnTo>
                  <a:lnTo>
                    <a:pt x="1992041" y="318069"/>
                  </a:lnTo>
                  <a:lnTo>
                    <a:pt x="2001759" y="308820"/>
                  </a:lnTo>
                  <a:lnTo>
                    <a:pt x="2011476" y="300296"/>
                  </a:lnTo>
                  <a:lnTo>
                    <a:pt x="2021193" y="291828"/>
                  </a:lnTo>
                  <a:lnTo>
                    <a:pt x="2030911" y="283418"/>
                  </a:lnTo>
                  <a:lnTo>
                    <a:pt x="2040628" y="275125"/>
                  </a:lnTo>
                  <a:lnTo>
                    <a:pt x="2050345" y="266903"/>
                  </a:lnTo>
                  <a:lnTo>
                    <a:pt x="2060062" y="258738"/>
                  </a:lnTo>
                  <a:lnTo>
                    <a:pt x="2069780" y="250630"/>
                  </a:lnTo>
                  <a:lnTo>
                    <a:pt x="2079497" y="242587"/>
                  </a:lnTo>
                  <a:lnTo>
                    <a:pt x="2089214" y="235813"/>
                  </a:lnTo>
                  <a:lnTo>
                    <a:pt x="2098931" y="229111"/>
                  </a:lnTo>
                  <a:lnTo>
                    <a:pt x="2108649" y="222465"/>
                  </a:lnTo>
                  <a:lnTo>
                    <a:pt x="2118366" y="216297"/>
                  </a:lnTo>
                  <a:lnTo>
                    <a:pt x="2128083" y="210368"/>
                  </a:lnTo>
                  <a:lnTo>
                    <a:pt x="2137801" y="203634"/>
                  </a:lnTo>
                  <a:lnTo>
                    <a:pt x="2147518" y="196233"/>
                  </a:lnTo>
                  <a:lnTo>
                    <a:pt x="2157235" y="189765"/>
                  </a:lnTo>
                  <a:lnTo>
                    <a:pt x="2166952" y="183360"/>
                  </a:lnTo>
                  <a:lnTo>
                    <a:pt x="2176670" y="176999"/>
                  </a:lnTo>
                  <a:lnTo>
                    <a:pt x="2186387" y="170682"/>
                  </a:lnTo>
                  <a:lnTo>
                    <a:pt x="2196104" y="164408"/>
                  </a:lnTo>
                  <a:lnTo>
                    <a:pt x="2205822" y="158177"/>
                  </a:lnTo>
                  <a:lnTo>
                    <a:pt x="2215539" y="151990"/>
                  </a:lnTo>
                  <a:lnTo>
                    <a:pt x="2225256" y="145847"/>
                  </a:lnTo>
                  <a:lnTo>
                    <a:pt x="2234973" y="139747"/>
                  </a:lnTo>
                  <a:lnTo>
                    <a:pt x="2244691" y="133690"/>
                  </a:lnTo>
                  <a:lnTo>
                    <a:pt x="2254408" y="127676"/>
                  </a:lnTo>
                  <a:lnTo>
                    <a:pt x="2264125" y="121706"/>
                  </a:lnTo>
                  <a:lnTo>
                    <a:pt x="2273842" y="115779"/>
                  </a:lnTo>
                  <a:lnTo>
                    <a:pt x="2283560" y="109895"/>
                  </a:lnTo>
                  <a:lnTo>
                    <a:pt x="2293277" y="104055"/>
                  </a:lnTo>
                  <a:lnTo>
                    <a:pt x="2302994" y="98257"/>
                  </a:lnTo>
                  <a:lnTo>
                    <a:pt x="2312712" y="92701"/>
                  </a:lnTo>
                  <a:lnTo>
                    <a:pt x="2322429" y="88266"/>
                  </a:lnTo>
                  <a:lnTo>
                    <a:pt x="2332146" y="83878"/>
                  </a:lnTo>
                  <a:lnTo>
                    <a:pt x="2341863" y="79540"/>
                  </a:lnTo>
                  <a:lnTo>
                    <a:pt x="2351581" y="75246"/>
                  </a:lnTo>
                  <a:lnTo>
                    <a:pt x="2361298" y="70997"/>
                  </a:lnTo>
                  <a:lnTo>
                    <a:pt x="2371015" y="66820"/>
                  </a:lnTo>
                  <a:lnTo>
                    <a:pt x="2380733" y="62728"/>
                  </a:lnTo>
                  <a:lnTo>
                    <a:pt x="2390450" y="58680"/>
                  </a:lnTo>
                  <a:lnTo>
                    <a:pt x="2400167" y="54675"/>
                  </a:lnTo>
                  <a:lnTo>
                    <a:pt x="2409884" y="50951"/>
                  </a:lnTo>
                  <a:lnTo>
                    <a:pt x="2419602" y="48513"/>
                  </a:lnTo>
                  <a:lnTo>
                    <a:pt x="2429319" y="44601"/>
                  </a:lnTo>
                  <a:lnTo>
                    <a:pt x="2439036" y="39834"/>
                  </a:lnTo>
                  <a:lnTo>
                    <a:pt x="2448753" y="35125"/>
                  </a:lnTo>
                  <a:lnTo>
                    <a:pt x="2458471" y="31311"/>
                  </a:lnTo>
                  <a:lnTo>
                    <a:pt x="2468188" y="27538"/>
                  </a:lnTo>
                  <a:lnTo>
                    <a:pt x="2477905" y="23805"/>
                  </a:lnTo>
                  <a:lnTo>
                    <a:pt x="2487623" y="18399"/>
                  </a:lnTo>
                  <a:lnTo>
                    <a:pt x="2497340" y="12201"/>
                  </a:lnTo>
                  <a:lnTo>
                    <a:pt x="2507057" y="6151"/>
                  </a:lnTo>
                  <a:lnTo>
                    <a:pt x="251677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6324250" y="3313244"/>
              <a:ext cx="2516774" cy="561295"/>
            </a:xfrm>
            <a:custGeom>
              <a:avLst/>
              <a:pathLst>
                <a:path w="2516774" h="561295">
                  <a:moveTo>
                    <a:pt x="2516774" y="561295"/>
                  </a:moveTo>
                  <a:lnTo>
                    <a:pt x="2507057" y="561094"/>
                  </a:lnTo>
                  <a:lnTo>
                    <a:pt x="2497340" y="560889"/>
                  </a:lnTo>
                  <a:lnTo>
                    <a:pt x="2487623" y="560681"/>
                  </a:lnTo>
                  <a:lnTo>
                    <a:pt x="2477905" y="559489"/>
                  </a:lnTo>
                  <a:lnTo>
                    <a:pt x="2468188" y="558267"/>
                  </a:lnTo>
                  <a:lnTo>
                    <a:pt x="2458471" y="557147"/>
                  </a:lnTo>
                  <a:lnTo>
                    <a:pt x="2448753" y="556449"/>
                  </a:lnTo>
                  <a:lnTo>
                    <a:pt x="2439036" y="555279"/>
                  </a:lnTo>
                  <a:lnTo>
                    <a:pt x="2429319" y="554787"/>
                  </a:lnTo>
                  <a:lnTo>
                    <a:pt x="2419602" y="554680"/>
                  </a:lnTo>
                  <a:lnTo>
                    <a:pt x="2409884" y="554570"/>
                  </a:lnTo>
                  <a:lnTo>
                    <a:pt x="2400167" y="554457"/>
                  </a:lnTo>
                  <a:lnTo>
                    <a:pt x="2390450" y="554341"/>
                  </a:lnTo>
                  <a:lnTo>
                    <a:pt x="2380733" y="554222"/>
                  </a:lnTo>
                  <a:lnTo>
                    <a:pt x="2371015" y="554100"/>
                  </a:lnTo>
                  <a:lnTo>
                    <a:pt x="2361298" y="553974"/>
                  </a:lnTo>
                  <a:lnTo>
                    <a:pt x="2351581" y="553845"/>
                  </a:lnTo>
                  <a:lnTo>
                    <a:pt x="2341863" y="553713"/>
                  </a:lnTo>
                  <a:lnTo>
                    <a:pt x="2332146" y="553577"/>
                  </a:lnTo>
                  <a:lnTo>
                    <a:pt x="2322429" y="553437"/>
                  </a:lnTo>
                  <a:lnTo>
                    <a:pt x="2312712" y="553271"/>
                  </a:lnTo>
                  <a:lnTo>
                    <a:pt x="2302994" y="553093"/>
                  </a:lnTo>
                  <a:lnTo>
                    <a:pt x="2293277" y="552924"/>
                  </a:lnTo>
                  <a:lnTo>
                    <a:pt x="2283560" y="552770"/>
                  </a:lnTo>
                  <a:lnTo>
                    <a:pt x="2273842" y="552612"/>
                  </a:lnTo>
                  <a:lnTo>
                    <a:pt x="2264125" y="552018"/>
                  </a:lnTo>
                  <a:lnTo>
                    <a:pt x="2254408" y="550712"/>
                  </a:lnTo>
                  <a:lnTo>
                    <a:pt x="2244691" y="549392"/>
                  </a:lnTo>
                  <a:lnTo>
                    <a:pt x="2234973" y="548058"/>
                  </a:lnTo>
                  <a:lnTo>
                    <a:pt x="2225256" y="546710"/>
                  </a:lnTo>
                  <a:lnTo>
                    <a:pt x="2215539" y="546217"/>
                  </a:lnTo>
                  <a:lnTo>
                    <a:pt x="2205822" y="545907"/>
                  </a:lnTo>
                  <a:lnTo>
                    <a:pt x="2196104" y="545589"/>
                  </a:lnTo>
                  <a:lnTo>
                    <a:pt x="2186387" y="545265"/>
                  </a:lnTo>
                  <a:lnTo>
                    <a:pt x="2176670" y="544934"/>
                  </a:lnTo>
                  <a:lnTo>
                    <a:pt x="2166952" y="544596"/>
                  </a:lnTo>
                  <a:lnTo>
                    <a:pt x="2157235" y="544245"/>
                  </a:lnTo>
                  <a:lnTo>
                    <a:pt x="2147518" y="543853"/>
                  </a:lnTo>
                  <a:lnTo>
                    <a:pt x="2137801" y="543446"/>
                  </a:lnTo>
                  <a:lnTo>
                    <a:pt x="2128083" y="543031"/>
                  </a:lnTo>
                  <a:lnTo>
                    <a:pt x="2118366" y="541854"/>
                  </a:lnTo>
                  <a:lnTo>
                    <a:pt x="2108649" y="541391"/>
                  </a:lnTo>
                  <a:lnTo>
                    <a:pt x="2098931" y="541181"/>
                  </a:lnTo>
                  <a:lnTo>
                    <a:pt x="2089214" y="540967"/>
                  </a:lnTo>
                  <a:lnTo>
                    <a:pt x="2079497" y="540747"/>
                  </a:lnTo>
                  <a:lnTo>
                    <a:pt x="2069780" y="540522"/>
                  </a:lnTo>
                  <a:lnTo>
                    <a:pt x="2060062" y="539514"/>
                  </a:lnTo>
                  <a:lnTo>
                    <a:pt x="2050345" y="539253"/>
                  </a:lnTo>
                  <a:lnTo>
                    <a:pt x="2040628" y="539033"/>
                  </a:lnTo>
                  <a:lnTo>
                    <a:pt x="2030911" y="538807"/>
                  </a:lnTo>
                  <a:lnTo>
                    <a:pt x="2021193" y="538381"/>
                  </a:lnTo>
                  <a:lnTo>
                    <a:pt x="2011476" y="537552"/>
                  </a:lnTo>
                  <a:lnTo>
                    <a:pt x="2001759" y="535740"/>
                  </a:lnTo>
                  <a:lnTo>
                    <a:pt x="1992041" y="533897"/>
                  </a:lnTo>
                  <a:lnTo>
                    <a:pt x="1982324" y="532025"/>
                  </a:lnTo>
                  <a:lnTo>
                    <a:pt x="1972607" y="531081"/>
                  </a:lnTo>
                  <a:lnTo>
                    <a:pt x="1962890" y="531023"/>
                  </a:lnTo>
                  <a:lnTo>
                    <a:pt x="1953172" y="530962"/>
                  </a:lnTo>
                  <a:lnTo>
                    <a:pt x="1943455" y="530894"/>
                  </a:lnTo>
                  <a:lnTo>
                    <a:pt x="1933738" y="530807"/>
                  </a:lnTo>
                  <a:lnTo>
                    <a:pt x="1924020" y="530718"/>
                  </a:lnTo>
                  <a:lnTo>
                    <a:pt x="1914303" y="529578"/>
                  </a:lnTo>
                  <a:lnTo>
                    <a:pt x="1904586" y="528054"/>
                  </a:lnTo>
                  <a:lnTo>
                    <a:pt x="1894869" y="527375"/>
                  </a:lnTo>
                  <a:lnTo>
                    <a:pt x="1885151" y="525341"/>
                  </a:lnTo>
                  <a:lnTo>
                    <a:pt x="1875434" y="524594"/>
                  </a:lnTo>
                  <a:lnTo>
                    <a:pt x="1865717" y="523923"/>
                  </a:lnTo>
                  <a:lnTo>
                    <a:pt x="1856000" y="522522"/>
                  </a:lnTo>
                  <a:lnTo>
                    <a:pt x="1846282" y="521176"/>
                  </a:lnTo>
                  <a:lnTo>
                    <a:pt x="1836565" y="520779"/>
                  </a:lnTo>
                  <a:lnTo>
                    <a:pt x="1826848" y="520373"/>
                  </a:lnTo>
                  <a:lnTo>
                    <a:pt x="1817130" y="519956"/>
                  </a:lnTo>
                  <a:lnTo>
                    <a:pt x="1807413" y="519529"/>
                  </a:lnTo>
                  <a:lnTo>
                    <a:pt x="1797696" y="519092"/>
                  </a:lnTo>
                  <a:lnTo>
                    <a:pt x="1787979" y="518456"/>
                  </a:lnTo>
                  <a:lnTo>
                    <a:pt x="1778261" y="517048"/>
                  </a:lnTo>
                  <a:lnTo>
                    <a:pt x="1768544" y="515477"/>
                  </a:lnTo>
                  <a:lnTo>
                    <a:pt x="1758827" y="513884"/>
                  </a:lnTo>
                  <a:lnTo>
                    <a:pt x="1749109" y="512549"/>
                  </a:lnTo>
                  <a:lnTo>
                    <a:pt x="1739392" y="512043"/>
                  </a:lnTo>
                  <a:lnTo>
                    <a:pt x="1729675" y="511526"/>
                  </a:lnTo>
                  <a:lnTo>
                    <a:pt x="1719958" y="510999"/>
                  </a:lnTo>
                  <a:lnTo>
                    <a:pt x="1710240" y="510461"/>
                  </a:lnTo>
                  <a:lnTo>
                    <a:pt x="1700523" y="509908"/>
                  </a:lnTo>
                  <a:lnTo>
                    <a:pt x="1690806" y="509233"/>
                  </a:lnTo>
                  <a:lnTo>
                    <a:pt x="1681089" y="507732"/>
                  </a:lnTo>
                  <a:lnTo>
                    <a:pt x="1671371" y="506195"/>
                  </a:lnTo>
                  <a:lnTo>
                    <a:pt x="1661654" y="504629"/>
                  </a:lnTo>
                  <a:lnTo>
                    <a:pt x="1651937" y="503275"/>
                  </a:lnTo>
                  <a:lnTo>
                    <a:pt x="1642219" y="502285"/>
                  </a:lnTo>
                  <a:lnTo>
                    <a:pt x="1632502" y="500805"/>
                  </a:lnTo>
                  <a:lnTo>
                    <a:pt x="1622785" y="498873"/>
                  </a:lnTo>
                  <a:lnTo>
                    <a:pt x="1613068" y="496897"/>
                  </a:lnTo>
                  <a:lnTo>
                    <a:pt x="1603350" y="494637"/>
                  </a:lnTo>
                  <a:lnTo>
                    <a:pt x="1593633" y="492711"/>
                  </a:lnTo>
                  <a:lnTo>
                    <a:pt x="1583916" y="490811"/>
                  </a:lnTo>
                  <a:lnTo>
                    <a:pt x="1574198" y="489657"/>
                  </a:lnTo>
                  <a:lnTo>
                    <a:pt x="1564481" y="488680"/>
                  </a:lnTo>
                  <a:lnTo>
                    <a:pt x="1554764" y="485247"/>
                  </a:lnTo>
                  <a:lnTo>
                    <a:pt x="1545047" y="483302"/>
                  </a:lnTo>
                  <a:lnTo>
                    <a:pt x="1535329" y="481320"/>
                  </a:lnTo>
                  <a:lnTo>
                    <a:pt x="1525612" y="479302"/>
                  </a:lnTo>
                  <a:lnTo>
                    <a:pt x="1515895" y="477393"/>
                  </a:lnTo>
                  <a:lnTo>
                    <a:pt x="1506178" y="476299"/>
                  </a:lnTo>
                  <a:lnTo>
                    <a:pt x="1496460" y="475180"/>
                  </a:lnTo>
                  <a:lnTo>
                    <a:pt x="1486743" y="472608"/>
                  </a:lnTo>
                  <a:lnTo>
                    <a:pt x="1477026" y="469418"/>
                  </a:lnTo>
                  <a:lnTo>
                    <a:pt x="1467308" y="466228"/>
                  </a:lnTo>
                  <a:lnTo>
                    <a:pt x="1457591" y="463933"/>
                  </a:lnTo>
                  <a:lnTo>
                    <a:pt x="1447874" y="461789"/>
                  </a:lnTo>
                  <a:lnTo>
                    <a:pt x="1438157" y="460725"/>
                  </a:lnTo>
                  <a:lnTo>
                    <a:pt x="1428439" y="459636"/>
                  </a:lnTo>
                  <a:lnTo>
                    <a:pt x="1418722" y="458522"/>
                  </a:lnTo>
                  <a:lnTo>
                    <a:pt x="1409005" y="457382"/>
                  </a:lnTo>
                  <a:lnTo>
                    <a:pt x="1399287" y="456225"/>
                  </a:lnTo>
                  <a:lnTo>
                    <a:pt x="1389570" y="455076"/>
                  </a:lnTo>
                  <a:lnTo>
                    <a:pt x="1379853" y="453900"/>
                  </a:lnTo>
                  <a:lnTo>
                    <a:pt x="1370136" y="452697"/>
                  </a:lnTo>
                  <a:lnTo>
                    <a:pt x="1360418" y="451466"/>
                  </a:lnTo>
                  <a:lnTo>
                    <a:pt x="1350701" y="449582"/>
                  </a:lnTo>
                  <a:lnTo>
                    <a:pt x="1340984" y="446251"/>
                  </a:lnTo>
                  <a:lnTo>
                    <a:pt x="1331267" y="442873"/>
                  </a:lnTo>
                  <a:lnTo>
                    <a:pt x="1321549" y="440744"/>
                  </a:lnTo>
                  <a:lnTo>
                    <a:pt x="1311832" y="438933"/>
                  </a:lnTo>
                  <a:lnTo>
                    <a:pt x="1302115" y="437069"/>
                  </a:lnTo>
                  <a:lnTo>
                    <a:pt x="1292397" y="435162"/>
                  </a:lnTo>
                  <a:lnTo>
                    <a:pt x="1282680" y="431424"/>
                  </a:lnTo>
                  <a:lnTo>
                    <a:pt x="1272963" y="428323"/>
                  </a:lnTo>
                  <a:lnTo>
                    <a:pt x="1263246" y="427026"/>
                  </a:lnTo>
                  <a:lnTo>
                    <a:pt x="1253528" y="425690"/>
                  </a:lnTo>
                  <a:lnTo>
                    <a:pt x="1243811" y="423054"/>
                  </a:lnTo>
                  <a:lnTo>
                    <a:pt x="1234094" y="419469"/>
                  </a:lnTo>
                  <a:lnTo>
                    <a:pt x="1224376" y="417868"/>
                  </a:lnTo>
                  <a:lnTo>
                    <a:pt x="1214659" y="416213"/>
                  </a:lnTo>
                  <a:lnTo>
                    <a:pt x="1204942" y="413618"/>
                  </a:lnTo>
                  <a:lnTo>
                    <a:pt x="1195225" y="412516"/>
                  </a:lnTo>
                  <a:lnTo>
                    <a:pt x="1185507" y="408519"/>
                  </a:lnTo>
                  <a:lnTo>
                    <a:pt x="1175790" y="404429"/>
                  </a:lnTo>
                  <a:lnTo>
                    <a:pt x="1166073" y="400279"/>
                  </a:lnTo>
                  <a:lnTo>
                    <a:pt x="1156356" y="397712"/>
                  </a:lnTo>
                  <a:lnTo>
                    <a:pt x="1146638" y="395255"/>
                  </a:lnTo>
                  <a:lnTo>
                    <a:pt x="1136921" y="391193"/>
                  </a:lnTo>
                  <a:lnTo>
                    <a:pt x="1127204" y="388831"/>
                  </a:lnTo>
                  <a:lnTo>
                    <a:pt x="1117486" y="386720"/>
                  </a:lnTo>
                  <a:lnTo>
                    <a:pt x="1107769" y="383996"/>
                  </a:lnTo>
                  <a:lnTo>
                    <a:pt x="1098052" y="382536"/>
                  </a:lnTo>
                  <a:lnTo>
                    <a:pt x="1088335" y="379867"/>
                  </a:lnTo>
                  <a:lnTo>
                    <a:pt x="1078617" y="378022"/>
                  </a:lnTo>
                  <a:lnTo>
                    <a:pt x="1068900" y="376181"/>
                  </a:lnTo>
                  <a:lnTo>
                    <a:pt x="1059183" y="374263"/>
                  </a:lnTo>
                  <a:lnTo>
                    <a:pt x="1049465" y="372032"/>
                  </a:lnTo>
                  <a:lnTo>
                    <a:pt x="1039748" y="369167"/>
                  </a:lnTo>
                  <a:lnTo>
                    <a:pt x="1030031" y="365071"/>
                  </a:lnTo>
                  <a:lnTo>
                    <a:pt x="1020314" y="361184"/>
                  </a:lnTo>
                  <a:lnTo>
                    <a:pt x="1010596" y="357213"/>
                  </a:lnTo>
                  <a:lnTo>
                    <a:pt x="1000879" y="353601"/>
                  </a:lnTo>
                  <a:lnTo>
                    <a:pt x="991162" y="350201"/>
                  </a:lnTo>
                  <a:lnTo>
                    <a:pt x="981445" y="347206"/>
                  </a:lnTo>
                  <a:lnTo>
                    <a:pt x="971727" y="344388"/>
                  </a:lnTo>
                  <a:lnTo>
                    <a:pt x="962010" y="341821"/>
                  </a:lnTo>
                  <a:lnTo>
                    <a:pt x="952293" y="339133"/>
                  </a:lnTo>
                  <a:lnTo>
                    <a:pt x="942575" y="335225"/>
                  </a:lnTo>
                  <a:lnTo>
                    <a:pt x="932858" y="333016"/>
                  </a:lnTo>
                  <a:lnTo>
                    <a:pt x="923141" y="329454"/>
                  </a:lnTo>
                  <a:lnTo>
                    <a:pt x="913424" y="324604"/>
                  </a:lnTo>
                  <a:lnTo>
                    <a:pt x="903706" y="321625"/>
                  </a:lnTo>
                  <a:lnTo>
                    <a:pt x="893989" y="318421"/>
                  </a:lnTo>
                  <a:lnTo>
                    <a:pt x="884272" y="314489"/>
                  </a:lnTo>
                  <a:lnTo>
                    <a:pt x="874554" y="312044"/>
                  </a:lnTo>
                  <a:lnTo>
                    <a:pt x="864837" y="308778"/>
                  </a:lnTo>
                  <a:lnTo>
                    <a:pt x="855120" y="305446"/>
                  </a:lnTo>
                  <a:lnTo>
                    <a:pt x="845403" y="302054"/>
                  </a:lnTo>
                  <a:lnTo>
                    <a:pt x="835685" y="298109"/>
                  </a:lnTo>
                  <a:lnTo>
                    <a:pt x="825968" y="294960"/>
                  </a:lnTo>
                  <a:lnTo>
                    <a:pt x="816251" y="290625"/>
                  </a:lnTo>
                  <a:lnTo>
                    <a:pt x="806534" y="285656"/>
                  </a:lnTo>
                  <a:lnTo>
                    <a:pt x="796816" y="282231"/>
                  </a:lnTo>
                  <a:lnTo>
                    <a:pt x="787099" y="278941"/>
                  </a:lnTo>
                  <a:lnTo>
                    <a:pt x="777382" y="275452"/>
                  </a:lnTo>
                  <a:lnTo>
                    <a:pt x="767664" y="271376"/>
                  </a:lnTo>
                  <a:lnTo>
                    <a:pt x="757947" y="267472"/>
                  </a:lnTo>
                  <a:lnTo>
                    <a:pt x="748230" y="261031"/>
                  </a:lnTo>
                  <a:lnTo>
                    <a:pt x="738513" y="259148"/>
                  </a:lnTo>
                  <a:lnTo>
                    <a:pt x="728795" y="254893"/>
                  </a:lnTo>
                  <a:lnTo>
                    <a:pt x="719078" y="249188"/>
                  </a:lnTo>
                  <a:lnTo>
                    <a:pt x="709361" y="243340"/>
                  </a:lnTo>
                  <a:lnTo>
                    <a:pt x="699643" y="237395"/>
                  </a:lnTo>
                  <a:lnTo>
                    <a:pt x="689926" y="231198"/>
                  </a:lnTo>
                  <a:lnTo>
                    <a:pt x="680209" y="225856"/>
                  </a:lnTo>
                  <a:lnTo>
                    <a:pt x="670492" y="222182"/>
                  </a:lnTo>
                  <a:lnTo>
                    <a:pt x="660774" y="218423"/>
                  </a:lnTo>
                  <a:lnTo>
                    <a:pt x="651057" y="214602"/>
                  </a:lnTo>
                  <a:lnTo>
                    <a:pt x="641340" y="210725"/>
                  </a:lnTo>
                  <a:lnTo>
                    <a:pt x="631623" y="202895"/>
                  </a:lnTo>
                  <a:lnTo>
                    <a:pt x="621905" y="197918"/>
                  </a:lnTo>
                  <a:lnTo>
                    <a:pt x="612188" y="193425"/>
                  </a:lnTo>
                  <a:lnTo>
                    <a:pt x="602471" y="188013"/>
                  </a:lnTo>
                  <a:lnTo>
                    <a:pt x="592753" y="182213"/>
                  </a:lnTo>
                  <a:lnTo>
                    <a:pt x="583036" y="177988"/>
                  </a:lnTo>
                  <a:lnTo>
                    <a:pt x="573319" y="172109"/>
                  </a:lnTo>
                  <a:lnTo>
                    <a:pt x="563602" y="166594"/>
                  </a:lnTo>
                  <a:lnTo>
                    <a:pt x="553884" y="161519"/>
                  </a:lnTo>
                  <a:lnTo>
                    <a:pt x="544167" y="157616"/>
                  </a:lnTo>
                  <a:lnTo>
                    <a:pt x="534450" y="151595"/>
                  </a:lnTo>
                  <a:lnTo>
                    <a:pt x="524732" y="147826"/>
                  </a:lnTo>
                  <a:lnTo>
                    <a:pt x="515015" y="144269"/>
                  </a:lnTo>
                  <a:lnTo>
                    <a:pt x="505298" y="138740"/>
                  </a:lnTo>
                  <a:lnTo>
                    <a:pt x="495581" y="134400"/>
                  </a:lnTo>
                  <a:lnTo>
                    <a:pt x="485863" y="131357"/>
                  </a:lnTo>
                  <a:lnTo>
                    <a:pt x="476146" y="124162"/>
                  </a:lnTo>
                  <a:lnTo>
                    <a:pt x="466429" y="118689"/>
                  </a:lnTo>
                  <a:lnTo>
                    <a:pt x="456712" y="114354"/>
                  </a:lnTo>
                  <a:lnTo>
                    <a:pt x="446994" y="111019"/>
                  </a:lnTo>
                  <a:lnTo>
                    <a:pt x="437277" y="104620"/>
                  </a:lnTo>
                  <a:lnTo>
                    <a:pt x="427560" y="100185"/>
                  </a:lnTo>
                  <a:lnTo>
                    <a:pt x="417842" y="94216"/>
                  </a:lnTo>
                  <a:lnTo>
                    <a:pt x="408125" y="89826"/>
                  </a:lnTo>
                  <a:lnTo>
                    <a:pt x="398408" y="86652"/>
                  </a:lnTo>
                  <a:lnTo>
                    <a:pt x="388691" y="82744"/>
                  </a:lnTo>
                  <a:lnTo>
                    <a:pt x="378973" y="76377"/>
                  </a:lnTo>
                  <a:lnTo>
                    <a:pt x="369256" y="72356"/>
                  </a:lnTo>
                  <a:lnTo>
                    <a:pt x="359539" y="68156"/>
                  </a:lnTo>
                  <a:lnTo>
                    <a:pt x="349821" y="62858"/>
                  </a:lnTo>
                  <a:lnTo>
                    <a:pt x="340104" y="58187"/>
                  </a:lnTo>
                  <a:lnTo>
                    <a:pt x="330387" y="54141"/>
                  </a:lnTo>
                  <a:lnTo>
                    <a:pt x="320670" y="50296"/>
                  </a:lnTo>
                  <a:lnTo>
                    <a:pt x="310952" y="45674"/>
                  </a:lnTo>
                  <a:lnTo>
                    <a:pt x="301235" y="41026"/>
                  </a:lnTo>
                  <a:lnTo>
                    <a:pt x="291518" y="37298"/>
                  </a:lnTo>
                  <a:lnTo>
                    <a:pt x="281801" y="36095"/>
                  </a:lnTo>
                  <a:lnTo>
                    <a:pt x="272083" y="34922"/>
                  </a:lnTo>
                  <a:lnTo>
                    <a:pt x="262366" y="33518"/>
                  </a:lnTo>
                  <a:lnTo>
                    <a:pt x="252649" y="31044"/>
                  </a:lnTo>
                  <a:lnTo>
                    <a:pt x="242931" y="29613"/>
                  </a:lnTo>
                  <a:lnTo>
                    <a:pt x="233214" y="27511"/>
                  </a:lnTo>
                  <a:lnTo>
                    <a:pt x="223497" y="24552"/>
                  </a:lnTo>
                  <a:lnTo>
                    <a:pt x="213780" y="21705"/>
                  </a:lnTo>
                  <a:lnTo>
                    <a:pt x="204062" y="18829"/>
                  </a:lnTo>
                  <a:lnTo>
                    <a:pt x="194345" y="15731"/>
                  </a:lnTo>
                  <a:lnTo>
                    <a:pt x="184628" y="13058"/>
                  </a:lnTo>
                  <a:lnTo>
                    <a:pt x="174910" y="10765"/>
                  </a:lnTo>
                  <a:lnTo>
                    <a:pt x="165193" y="8003"/>
                  </a:lnTo>
                  <a:lnTo>
                    <a:pt x="155476" y="8276"/>
                  </a:lnTo>
                  <a:lnTo>
                    <a:pt x="145759" y="7143"/>
                  </a:lnTo>
                  <a:lnTo>
                    <a:pt x="136041" y="6285"/>
                  </a:lnTo>
                  <a:lnTo>
                    <a:pt x="126324" y="3511"/>
                  </a:lnTo>
                  <a:lnTo>
                    <a:pt x="116607" y="4280"/>
                  </a:lnTo>
                  <a:lnTo>
                    <a:pt x="106890" y="1126"/>
                  </a:lnTo>
                  <a:lnTo>
                    <a:pt x="97172" y="654"/>
                  </a:lnTo>
                  <a:lnTo>
                    <a:pt x="87455" y="2406"/>
                  </a:lnTo>
                  <a:lnTo>
                    <a:pt x="77738" y="1601"/>
                  </a:lnTo>
                  <a:lnTo>
                    <a:pt x="68020" y="1268"/>
                  </a:lnTo>
                  <a:lnTo>
                    <a:pt x="58303" y="0"/>
                  </a:lnTo>
                  <a:lnTo>
                    <a:pt x="48586" y="515"/>
                  </a:lnTo>
                  <a:lnTo>
                    <a:pt x="38869" y="979"/>
                  </a:lnTo>
                  <a:lnTo>
                    <a:pt x="29151" y="905"/>
                  </a:lnTo>
                  <a:lnTo>
                    <a:pt x="19434" y="2725"/>
                  </a:lnTo>
                  <a:lnTo>
                    <a:pt x="9717" y="1790"/>
                  </a:lnTo>
                  <a:lnTo>
                    <a:pt x="0" y="25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6324250" y="3253760"/>
              <a:ext cx="2516774" cy="398251"/>
            </a:xfrm>
            <a:custGeom>
              <a:avLst/>
              <a:pathLst>
                <a:path w="2516774" h="398251">
                  <a:moveTo>
                    <a:pt x="0" y="0"/>
                  </a:moveTo>
                  <a:lnTo>
                    <a:pt x="9717" y="3323"/>
                  </a:lnTo>
                  <a:lnTo>
                    <a:pt x="19434" y="6637"/>
                  </a:lnTo>
                  <a:lnTo>
                    <a:pt x="29151" y="9914"/>
                  </a:lnTo>
                  <a:lnTo>
                    <a:pt x="38869" y="13045"/>
                  </a:lnTo>
                  <a:lnTo>
                    <a:pt x="48586" y="16322"/>
                  </a:lnTo>
                  <a:lnTo>
                    <a:pt x="58303" y="19559"/>
                  </a:lnTo>
                  <a:lnTo>
                    <a:pt x="68020" y="22785"/>
                  </a:lnTo>
                  <a:lnTo>
                    <a:pt x="77738" y="26015"/>
                  </a:lnTo>
                  <a:lnTo>
                    <a:pt x="87455" y="29241"/>
                  </a:lnTo>
                  <a:lnTo>
                    <a:pt x="97172" y="32312"/>
                  </a:lnTo>
                  <a:lnTo>
                    <a:pt x="106890" y="35365"/>
                  </a:lnTo>
                  <a:lnTo>
                    <a:pt x="116607" y="38477"/>
                  </a:lnTo>
                  <a:lnTo>
                    <a:pt x="126324" y="41548"/>
                  </a:lnTo>
                  <a:lnTo>
                    <a:pt x="136041" y="44560"/>
                  </a:lnTo>
                  <a:lnTo>
                    <a:pt x="145759" y="47556"/>
                  </a:lnTo>
                  <a:lnTo>
                    <a:pt x="155476" y="50506"/>
                  </a:lnTo>
                  <a:lnTo>
                    <a:pt x="165193" y="53526"/>
                  </a:lnTo>
                  <a:lnTo>
                    <a:pt x="174910" y="56465"/>
                  </a:lnTo>
                  <a:lnTo>
                    <a:pt x="184628" y="59383"/>
                  </a:lnTo>
                  <a:lnTo>
                    <a:pt x="194345" y="62256"/>
                  </a:lnTo>
                  <a:lnTo>
                    <a:pt x="204062" y="65108"/>
                  </a:lnTo>
                  <a:lnTo>
                    <a:pt x="213780" y="67948"/>
                  </a:lnTo>
                  <a:lnTo>
                    <a:pt x="223497" y="70743"/>
                  </a:lnTo>
                  <a:lnTo>
                    <a:pt x="233214" y="73528"/>
                  </a:lnTo>
                  <a:lnTo>
                    <a:pt x="242931" y="76282"/>
                  </a:lnTo>
                  <a:lnTo>
                    <a:pt x="252649" y="79047"/>
                  </a:lnTo>
                  <a:lnTo>
                    <a:pt x="262366" y="81767"/>
                  </a:lnTo>
                  <a:lnTo>
                    <a:pt x="272083" y="84481"/>
                  </a:lnTo>
                  <a:lnTo>
                    <a:pt x="281801" y="87241"/>
                  </a:lnTo>
                  <a:lnTo>
                    <a:pt x="291518" y="89931"/>
                  </a:lnTo>
                  <a:lnTo>
                    <a:pt x="301235" y="92603"/>
                  </a:lnTo>
                  <a:lnTo>
                    <a:pt x="310952" y="95273"/>
                  </a:lnTo>
                  <a:lnTo>
                    <a:pt x="320670" y="97935"/>
                  </a:lnTo>
                  <a:lnTo>
                    <a:pt x="330387" y="100579"/>
                  </a:lnTo>
                  <a:lnTo>
                    <a:pt x="340104" y="103223"/>
                  </a:lnTo>
                  <a:lnTo>
                    <a:pt x="349821" y="105852"/>
                  </a:lnTo>
                  <a:lnTo>
                    <a:pt x="359539" y="108402"/>
                  </a:lnTo>
                  <a:lnTo>
                    <a:pt x="369256" y="110948"/>
                  </a:lnTo>
                  <a:lnTo>
                    <a:pt x="378973" y="113483"/>
                  </a:lnTo>
                  <a:lnTo>
                    <a:pt x="388691" y="115993"/>
                  </a:lnTo>
                  <a:lnTo>
                    <a:pt x="398408" y="118525"/>
                  </a:lnTo>
                  <a:lnTo>
                    <a:pt x="408125" y="121026"/>
                  </a:lnTo>
                  <a:lnTo>
                    <a:pt x="417842" y="123511"/>
                  </a:lnTo>
                  <a:lnTo>
                    <a:pt x="427560" y="125964"/>
                  </a:lnTo>
                  <a:lnTo>
                    <a:pt x="437277" y="128397"/>
                  </a:lnTo>
                  <a:lnTo>
                    <a:pt x="446994" y="130824"/>
                  </a:lnTo>
                  <a:lnTo>
                    <a:pt x="456712" y="133241"/>
                  </a:lnTo>
                  <a:lnTo>
                    <a:pt x="466429" y="135640"/>
                  </a:lnTo>
                  <a:lnTo>
                    <a:pt x="476146" y="138020"/>
                  </a:lnTo>
                  <a:lnTo>
                    <a:pt x="485863" y="140387"/>
                  </a:lnTo>
                  <a:lnTo>
                    <a:pt x="495581" y="142753"/>
                  </a:lnTo>
                  <a:lnTo>
                    <a:pt x="505298" y="145097"/>
                  </a:lnTo>
                  <a:lnTo>
                    <a:pt x="515015" y="147427"/>
                  </a:lnTo>
                  <a:lnTo>
                    <a:pt x="524732" y="149742"/>
                  </a:lnTo>
                  <a:lnTo>
                    <a:pt x="534450" y="152044"/>
                  </a:lnTo>
                  <a:lnTo>
                    <a:pt x="544167" y="154331"/>
                  </a:lnTo>
                  <a:lnTo>
                    <a:pt x="553884" y="156605"/>
                  </a:lnTo>
                  <a:lnTo>
                    <a:pt x="563602" y="158863"/>
                  </a:lnTo>
                  <a:lnTo>
                    <a:pt x="573319" y="161106"/>
                  </a:lnTo>
                  <a:lnTo>
                    <a:pt x="583036" y="163338"/>
                  </a:lnTo>
                  <a:lnTo>
                    <a:pt x="592753" y="165556"/>
                  </a:lnTo>
                  <a:lnTo>
                    <a:pt x="602471" y="167761"/>
                  </a:lnTo>
                  <a:lnTo>
                    <a:pt x="612188" y="169961"/>
                  </a:lnTo>
                  <a:lnTo>
                    <a:pt x="621905" y="172146"/>
                  </a:lnTo>
                  <a:lnTo>
                    <a:pt x="631623" y="174324"/>
                  </a:lnTo>
                  <a:lnTo>
                    <a:pt x="641340" y="176474"/>
                  </a:lnTo>
                  <a:lnTo>
                    <a:pt x="651057" y="178586"/>
                  </a:lnTo>
                  <a:lnTo>
                    <a:pt x="660774" y="180714"/>
                  </a:lnTo>
                  <a:lnTo>
                    <a:pt x="670492" y="182813"/>
                  </a:lnTo>
                  <a:lnTo>
                    <a:pt x="680209" y="184896"/>
                  </a:lnTo>
                  <a:lnTo>
                    <a:pt x="689926" y="186943"/>
                  </a:lnTo>
                  <a:lnTo>
                    <a:pt x="699643" y="188990"/>
                  </a:lnTo>
                  <a:lnTo>
                    <a:pt x="709361" y="191020"/>
                  </a:lnTo>
                  <a:lnTo>
                    <a:pt x="719078" y="193052"/>
                  </a:lnTo>
                  <a:lnTo>
                    <a:pt x="728795" y="195071"/>
                  </a:lnTo>
                  <a:lnTo>
                    <a:pt x="738513" y="197091"/>
                  </a:lnTo>
                  <a:lnTo>
                    <a:pt x="748230" y="199080"/>
                  </a:lnTo>
                  <a:lnTo>
                    <a:pt x="757947" y="201091"/>
                  </a:lnTo>
                  <a:lnTo>
                    <a:pt x="767664" y="203061"/>
                  </a:lnTo>
                  <a:lnTo>
                    <a:pt x="777382" y="204990"/>
                  </a:lnTo>
                  <a:lnTo>
                    <a:pt x="787099" y="206918"/>
                  </a:lnTo>
                  <a:lnTo>
                    <a:pt x="796816" y="208878"/>
                  </a:lnTo>
                  <a:lnTo>
                    <a:pt x="806534" y="210827"/>
                  </a:lnTo>
                  <a:lnTo>
                    <a:pt x="816251" y="212744"/>
                  </a:lnTo>
                  <a:lnTo>
                    <a:pt x="825968" y="214637"/>
                  </a:lnTo>
                  <a:lnTo>
                    <a:pt x="835685" y="216497"/>
                  </a:lnTo>
                  <a:lnTo>
                    <a:pt x="845403" y="218258"/>
                  </a:lnTo>
                  <a:lnTo>
                    <a:pt x="855120" y="220048"/>
                  </a:lnTo>
                  <a:lnTo>
                    <a:pt x="864837" y="221883"/>
                  </a:lnTo>
                  <a:lnTo>
                    <a:pt x="874554" y="223743"/>
                  </a:lnTo>
                  <a:lnTo>
                    <a:pt x="884272" y="225492"/>
                  </a:lnTo>
                  <a:lnTo>
                    <a:pt x="893989" y="227291"/>
                  </a:lnTo>
                  <a:lnTo>
                    <a:pt x="903706" y="229106"/>
                  </a:lnTo>
                  <a:lnTo>
                    <a:pt x="913424" y="230826"/>
                  </a:lnTo>
                  <a:lnTo>
                    <a:pt x="923141" y="232527"/>
                  </a:lnTo>
                  <a:lnTo>
                    <a:pt x="932858" y="234258"/>
                  </a:lnTo>
                  <a:lnTo>
                    <a:pt x="942575" y="235975"/>
                  </a:lnTo>
                  <a:lnTo>
                    <a:pt x="952293" y="237681"/>
                  </a:lnTo>
                  <a:lnTo>
                    <a:pt x="962010" y="239354"/>
                  </a:lnTo>
                  <a:lnTo>
                    <a:pt x="971727" y="240994"/>
                  </a:lnTo>
                  <a:lnTo>
                    <a:pt x="981445" y="242587"/>
                  </a:lnTo>
                  <a:lnTo>
                    <a:pt x="991162" y="244144"/>
                  </a:lnTo>
                  <a:lnTo>
                    <a:pt x="1000879" y="245697"/>
                  </a:lnTo>
                  <a:lnTo>
                    <a:pt x="1010596" y="247297"/>
                  </a:lnTo>
                  <a:lnTo>
                    <a:pt x="1020314" y="248867"/>
                  </a:lnTo>
                  <a:lnTo>
                    <a:pt x="1030031" y="250472"/>
                  </a:lnTo>
                  <a:lnTo>
                    <a:pt x="1039748" y="252158"/>
                  </a:lnTo>
                  <a:lnTo>
                    <a:pt x="1049465" y="253822"/>
                  </a:lnTo>
                  <a:lnTo>
                    <a:pt x="1059183" y="255430"/>
                  </a:lnTo>
                  <a:lnTo>
                    <a:pt x="1068900" y="257045"/>
                  </a:lnTo>
                  <a:lnTo>
                    <a:pt x="1078617" y="258674"/>
                  </a:lnTo>
                  <a:lnTo>
                    <a:pt x="1088335" y="260177"/>
                  </a:lnTo>
                  <a:lnTo>
                    <a:pt x="1098052" y="261615"/>
                  </a:lnTo>
                  <a:lnTo>
                    <a:pt x="1107769" y="263109"/>
                  </a:lnTo>
                  <a:lnTo>
                    <a:pt x="1117486" y="264685"/>
                  </a:lnTo>
                  <a:lnTo>
                    <a:pt x="1127204" y="266209"/>
                  </a:lnTo>
                  <a:lnTo>
                    <a:pt x="1136921" y="267595"/>
                  </a:lnTo>
                  <a:lnTo>
                    <a:pt x="1146638" y="269078"/>
                  </a:lnTo>
                  <a:lnTo>
                    <a:pt x="1156356" y="270591"/>
                  </a:lnTo>
                  <a:lnTo>
                    <a:pt x="1166073" y="272119"/>
                  </a:lnTo>
                  <a:lnTo>
                    <a:pt x="1175790" y="273683"/>
                  </a:lnTo>
                  <a:lnTo>
                    <a:pt x="1185507" y="275249"/>
                  </a:lnTo>
                  <a:lnTo>
                    <a:pt x="1195225" y="276738"/>
                  </a:lnTo>
                  <a:lnTo>
                    <a:pt x="1204942" y="278186"/>
                  </a:lnTo>
                  <a:lnTo>
                    <a:pt x="1214659" y="279540"/>
                  </a:lnTo>
                  <a:lnTo>
                    <a:pt x="1224376" y="280847"/>
                  </a:lnTo>
                  <a:lnTo>
                    <a:pt x="1234094" y="282220"/>
                  </a:lnTo>
                  <a:lnTo>
                    <a:pt x="1243811" y="283647"/>
                  </a:lnTo>
                  <a:lnTo>
                    <a:pt x="1253528" y="285036"/>
                  </a:lnTo>
                  <a:lnTo>
                    <a:pt x="1263246" y="286453"/>
                  </a:lnTo>
                  <a:lnTo>
                    <a:pt x="1272963" y="287885"/>
                  </a:lnTo>
                  <a:lnTo>
                    <a:pt x="1282680" y="289348"/>
                  </a:lnTo>
                  <a:lnTo>
                    <a:pt x="1292397" y="290705"/>
                  </a:lnTo>
                  <a:lnTo>
                    <a:pt x="1302115" y="292054"/>
                  </a:lnTo>
                  <a:lnTo>
                    <a:pt x="1311832" y="293326"/>
                  </a:lnTo>
                  <a:lnTo>
                    <a:pt x="1321549" y="294648"/>
                  </a:lnTo>
                  <a:lnTo>
                    <a:pt x="1331267" y="295929"/>
                  </a:lnTo>
                  <a:lnTo>
                    <a:pt x="1340984" y="297182"/>
                  </a:lnTo>
                  <a:lnTo>
                    <a:pt x="1350701" y="298425"/>
                  </a:lnTo>
                  <a:lnTo>
                    <a:pt x="1360418" y="299570"/>
                  </a:lnTo>
                  <a:lnTo>
                    <a:pt x="1370136" y="300745"/>
                  </a:lnTo>
                  <a:lnTo>
                    <a:pt x="1379853" y="301975"/>
                  </a:lnTo>
                  <a:lnTo>
                    <a:pt x="1389570" y="303175"/>
                  </a:lnTo>
                  <a:lnTo>
                    <a:pt x="1399287" y="304224"/>
                  </a:lnTo>
                  <a:lnTo>
                    <a:pt x="1409005" y="305338"/>
                  </a:lnTo>
                  <a:lnTo>
                    <a:pt x="1418722" y="306592"/>
                  </a:lnTo>
                  <a:lnTo>
                    <a:pt x="1428439" y="307825"/>
                  </a:lnTo>
                  <a:lnTo>
                    <a:pt x="1438157" y="309009"/>
                  </a:lnTo>
                  <a:lnTo>
                    <a:pt x="1447874" y="310173"/>
                  </a:lnTo>
                  <a:lnTo>
                    <a:pt x="1457591" y="311255"/>
                  </a:lnTo>
                  <a:lnTo>
                    <a:pt x="1467308" y="312428"/>
                  </a:lnTo>
                  <a:lnTo>
                    <a:pt x="1477026" y="313605"/>
                  </a:lnTo>
                  <a:lnTo>
                    <a:pt x="1486743" y="314800"/>
                  </a:lnTo>
                  <a:lnTo>
                    <a:pt x="1496460" y="316013"/>
                  </a:lnTo>
                  <a:lnTo>
                    <a:pt x="1506178" y="317091"/>
                  </a:lnTo>
                  <a:lnTo>
                    <a:pt x="1515895" y="318282"/>
                  </a:lnTo>
                  <a:lnTo>
                    <a:pt x="1525612" y="319458"/>
                  </a:lnTo>
                  <a:lnTo>
                    <a:pt x="1535329" y="320523"/>
                  </a:lnTo>
                  <a:lnTo>
                    <a:pt x="1545047" y="321516"/>
                  </a:lnTo>
                  <a:lnTo>
                    <a:pt x="1554764" y="322570"/>
                  </a:lnTo>
                  <a:lnTo>
                    <a:pt x="1564481" y="323538"/>
                  </a:lnTo>
                  <a:lnTo>
                    <a:pt x="1574198" y="324690"/>
                  </a:lnTo>
                  <a:lnTo>
                    <a:pt x="1583916" y="325840"/>
                  </a:lnTo>
                  <a:lnTo>
                    <a:pt x="1593633" y="326979"/>
                  </a:lnTo>
                  <a:lnTo>
                    <a:pt x="1603350" y="328003"/>
                  </a:lnTo>
                  <a:lnTo>
                    <a:pt x="1613068" y="328930"/>
                  </a:lnTo>
                  <a:lnTo>
                    <a:pt x="1622785" y="329943"/>
                  </a:lnTo>
                  <a:lnTo>
                    <a:pt x="1632502" y="331047"/>
                  </a:lnTo>
                  <a:lnTo>
                    <a:pt x="1642219" y="332097"/>
                  </a:lnTo>
                  <a:lnTo>
                    <a:pt x="1651937" y="333106"/>
                  </a:lnTo>
                  <a:lnTo>
                    <a:pt x="1661654" y="334052"/>
                  </a:lnTo>
                  <a:lnTo>
                    <a:pt x="1671371" y="334936"/>
                  </a:lnTo>
                  <a:lnTo>
                    <a:pt x="1681089" y="335892"/>
                  </a:lnTo>
                  <a:lnTo>
                    <a:pt x="1690806" y="336939"/>
                  </a:lnTo>
                  <a:lnTo>
                    <a:pt x="1700523" y="337880"/>
                  </a:lnTo>
                  <a:lnTo>
                    <a:pt x="1710240" y="338849"/>
                  </a:lnTo>
                  <a:lnTo>
                    <a:pt x="1719958" y="339843"/>
                  </a:lnTo>
                  <a:lnTo>
                    <a:pt x="1729675" y="340852"/>
                  </a:lnTo>
                  <a:lnTo>
                    <a:pt x="1739392" y="341926"/>
                  </a:lnTo>
                  <a:lnTo>
                    <a:pt x="1749109" y="342859"/>
                  </a:lnTo>
                  <a:lnTo>
                    <a:pt x="1758827" y="343746"/>
                  </a:lnTo>
                  <a:lnTo>
                    <a:pt x="1768544" y="344793"/>
                  </a:lnTo>
                  <a:lnTo>
                    <a:pt x="1778261" y="345715"/>
                  </a:lnTo>
                  <a:lnTo>
                    <a:pt x="1787979" y="346611"/>
                  </a:lnTo>
                  <a:lnTo>
                    <a:pt x="1797696" y="347448"/>
                  </a:lnTo>
                  <a:lnTo>
                    <a:pt x="1807413" y="348278"/>
                  </a:lnTo>
                  <a:lnTo>
                    <a:pt x="1817130" y="349102"/>
                  </a:lnTo>
                  <a:lnTo>
                    <a:pt x="1826848" y="350122"/>
                  </a:lnTo>
                  <a:lnTo>
                    <a:pt x="1836565" y="350995"/>
                  </a:lnTo>
                  <a:lnTo>
                    <a:pt x="1846282" y="351828"/>
                  </a:lnTo>
                  <a:lnTo>
                    <a:pt x="1856000" y="352745"/>
                  </a:lnTo>
                  <a:lnTo>
                    <a:pt x="1865717" y="353690"/>
                  </a:lnTo>
                  <a:lnTo>
                    <a:pt x="1875434" y="354561"/>
                  </a:lnTo>
                  <a:lnTo>
                    <a:pt x="1885151" y="355345"/>
                  </a:lnTo>
                  <a:lnTo>
                    <a:pt x="1894869" y="356087"/>
                  </a:lnTo>
                  <a:lnTo>
                    <a:pt x="1904586" y="356855"/>
                  </a:lnTo>
                  <a:lnTo>
                    <a:pt x="1914303" y="357650"/>
                  </a:lnTo>
                  <a:lnTo>
                    <a:pt x="1924020" y="358363"/>
                  </a:lnTo>
                  <a:lnTo>
                    <a:pt x="1933738" y="358992"/>
                  </a:lnTo>
                  <a:lnTo>
                    <a:pt x="1943455" y="359796"/>
                  </a:lnTo>
                  <a:lnTo>
                    <a:pt x="1953172" y="360627"/>
                  </a:lnTo>
                  <a:lnTo>
                    <a:pt x="1962890" y="361453"/>
                  </a:lnTo>
                  <a:lnTo>
                    <a:pt x="1972607" y="362199"/>
                  </a:lnTo>
                  <a:lnTo>
                    <a:pt x="1982324" y="363022"/>
                  </a:lnTo>
                  <a:lnTo>
                    <a:pt x="1992041" y="363787"/>
                  </a:lnTo>
                  <a:lnTo>
                    <a:pt x="2001759" y="364505"/>
                  </a:lnTo>
                  <a:lnTo>
                    <a:pt x="2011476" y="365272"/>
                  </a:lnTo>
                  <a:lnTo>
                    <a:pt x="2021193" y="365999"/>
                  </a:lnTo>
                  <a:lnTo>
                    <a:pt x="2030911" y="366869"/>
                  </a:lnTo>
                  <a:lnTo>
                    <a:pt x="2040628" y="367645"/>
                  </a:lnTo>
                  <a:lnTo>
                    <a:pt x="2050345" y="368444"/>
                  </a:lnTo>
                  <a:lnTo>
                    <a:pt x="2060062" y="369161"/>
                  </a:lnTo>
                  <a:lnTo>
                    <a:pt x="2069780" y="369846"/>
                  </a:lnTo>
                  <a:lnTo>
                    <a:pt x="2079497" y="370580"/>
                  </a:lnTo>
                  <a:lnTo>
                    <a:pt x="2089214" y="371113"/>
                  </a:lnTo>
                  <a:lnTo>
                    <a:pt x="2098931" y="371882"/>
                  </a:lnTo>
                  <a:lnTo>
                    <a:pt x="2108649" y="372683"/>
                  </a:lnTo>
                  <a:lnTo>
                    <a:pt x="2118366" y="373363"/>
                  </a:lnTo>
                  <a:lnTo>
                    <a:pt x="2128083" y="374024"/>
                  </a:lnTo>
                  <a:lnTo>
                    <a:pt x="2137801" y="374604"/>
                  </a:lnTo>
                  <a:lnTo>
                    <a:pt x="2147518" y="375092"/>
                  </a:lnTo>
                  <a:lnTo>
                    <a:pt x="2157235" y="375687"/>
                  </a:lnTo>
                  <a:lnTo>
                    <a:pt x="2166952" y="376378"/>
                  </a:lnTo>
                  <a:lnTo>
                    <a:pt x="2176670" y="376828"/>
                  </a:lnTo>
                  <a:lnTo>
                    <a:pt x="2186387" y="377338"/>
                  </a:lnTo>
                  <a:lnTo>
                    <a:pt x="2196104" y="377902"/>
                  </a:lnTo>
                  <a:lnTo>
                    <a:pt x="2205822" y="378569"/>
                  </a:lnTo>
                  <a:lnTo>
                    <a:pt x="2215539" y="379272"/>
                  </a:lnTo>
                  <a:lnTo>
                    <a:pt x="2225256" y="379923"/>
                  </a:lnTo>
                  <a:lnTo>
                    <a:pt x="2234973" y="380560"/>
                  </a:lnTo>
                  <a:lnTo>
                    <a:pt x="2244691" y="381193"/>
                  </a:lnTo>
                  <a:lnTo>
                    <a:pt x="2254408" y="381820"/>
                  </a:lnTo>
                  <a:lnTo>
                    <a:pt x="2264125" y="382446"/>
                  </a:lnTo>
                  <a:lnTo>
                    <a:pt x="2273842" y="383101"/>
                  </a:lnTo>
                  <a:lnTo>
                    <a:pt x="2283560" y="383919"/>
                  </a:lnTo>
                  <a:lnTo>
                    <a:pt x="2293277" y="384591"/>
                  </a:lnTo>
                  <a:lnTo>
                    <a:pt x="2302994" y="385145"/>
                  </a:lnTo>
                  <a:lnTo>
                    <a:pt x="2312712" y="385682"/>
                  </a:lnTo>
                  <a:lnTo>
                    <a:pt x="2322429" y="386450"/>
                  </a:lnTo>
                  <a:lnTo>
                    <a:pt x="2332146" y="387130"/>
                  </a:lnTo>
                  <a:lnTo>
                    <a:pt x="2341863" y="387808"/>
                  </a:lnTo>
                  <a:lnTo>
                    <a:pt x="2351581" y="388548"/>
                  </a:lnTo>
                  <a:lnTo>
                    <a:pt x="2361298" y="389325"/>
                  </a:lnTo>
                  <a:lnTo>
                    <a:pt x="2371015" y="390080"/>
                  </a:lnTo>
                  <a:lnTo>
                    <a:pt x="2380733" y="390664"/>
                  </a:lnTo>
                  <a:lnTo>
                    <a:pt x="2390450" y="391323"/>
                  </a:lnTo>
                  <a:lnTo>
                    <a:pt x="2400167" y="392014"/>
                  </a:lnTo>
                  <a:lnTo>
                    <a:pt x="2409884" y="392701"/>
                  </a:lnTo>
                  <a:lnTo>
                    <a:pt x="2419602" y="393381"/>
                  </a:lnTo>
                  <a:lnTo>
                    <a:pt x="2429319" y="393854"/>
                  </a:lnTo>
                  <a:lnTo>
                    <a:pt x="2439036" y="394294"/>
                  </a:lnTo>
                  <a:lnTo>
                    <a:pt x="2448753" y="394829"/>
                  </a:lnTo>
                  <a:lnTo>
                    <a:pt x="2458471" y="395358"/>
                  </a:lnTo>
                  <a:lnTo>
                    <a:pt x="2468188" y="395862"/>
                  </a:lnTo>
                  <a:lnTo>
                    <a:pt x="2477905" y="396364"/>
                  </a:lnTo>
                  <a:lnTo>
                    <a:pt x="2487623" y="396912"/>
                  </a:lnTo>
                  <a:lnTo>
                    <a:pt x="2497340" y="397362"/>
                  </a:lnTo>
                  <a:lnTo>
                    <a:pt x="2507057" y="397800"/>
                  </a:lnTo>
                  <a:lnTo>
                    <a:pt x="2516774" y="398251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6324250" y="3267198"/>
              <a:ext cx="2516774" cy="363148"/>
            </a:xfrm>
            <a:custGeom>
              <a:avLst/>
              <a:pathLst>
                <a:path w="2516774" h="363148">
                  <a:moveTo>
                    <a:pt x="0" y="0"/>
                  </a:moveTo>
                  <a:lnTo>
                    <a:pt x="9717" y="3047"/>
                  </a:lnTo>
                  <a:lnTo>
                    <a:pt x="19434" y="5914"/>
                  </a:lnTo>
                  <a:lnTo>
                    <a:pt x="29151" y="8430"/>
                  </a:lnTo>
                  <a:lnTo>
                    <a:pt x="38869" y="11677"/>
                  </a:lnTo>
                  <a:lnTo>
                    <a:pt x="48586" y="14214"/>
                  </a:lnTo>
                  <a:lnTo>
                    <a:pt x="58303" y="17550"/>
                  </a:lnTo>
                  <a:lnTo>
                    <a:pt x="68020" y="19828"/>
                  </a:lnTo>
                  <a:lnTo>
                    <a:pt x="77738" y="22483"/>
                  </a:lnTo>
                  <a:lnTo>
                    <a:pt x="87455" y="25406"/>
                  </a:lnTo>
                  <a:lnTo>
                    <a:pt x="97172" y="27849"/>
                  </a:lnTo>
                  <a:lnTo>
                    <a:pt x="106890" y="30317"/>
                  </a:lnTo>
                  <a:lnTo>
                    <a:pt x="116607" y="33055"/>
                  </a:lnTo>
                  <a:lnTo>
                    <a:pt x="126324" y="35842"/>
                  </a:lnTo>
                  <a:lnTo>
                    <a:pt x="136041" y="38315"/>
                  </a:lnTo>
                  <a:lnTo>
                    <a:pt x="145759" y="40822"/>
                  </a:lnTo>
                  <a:lnTo>
                    <a:pt x="155476" y="43324"/>
                  </a:lnTo>
                  <a:lnTo>
                    <a:pt x="165193" y="46149"/>
                  </a:lnTo>
                  <a:lnTo>
                    <a:pt x="174910" y="48980"/>
                  </a:lnTo>
                  <a:lnTo>
                    <a:pt x="184628" y="52126"/>
                  </a:lnTo>
                  <a:lnTo>
                    <a:pt x="194345" y="54877"/>
                  </a:lnTo>
                  <a:lnTo>
                    <a:pt x="204062" y="57206"/>
                  </a:lnTo>
                  <a:lnTo>
                    <a:pt x="213780" y="58894"/>
                  </a:lnTo>
                  <a:lnTo>
                    <a:pt x="223497" y="61413"/>
                  </a:lnTo>
                  <a:lnTo>
                    <a:pt x="233214" y="63964"/>
                  </a:lnTo>
                  <a:lnTo>
                    <a:pt x="242931" y="66694"/>
                  </a:lnTo>
                  <a:lnTo>
                    <a:pt x="252649" y="69337"/>
                  </a:lnTo>
                  <a:lnTo>
                    <a:pt x="262366" y="72159"/>
                  </a:lnTo>
                  <a:lnTo>
                    <a:pt x="272083" y="74917"/>
                  </a:lnTo>
                  <a:lnTo>
                    <a:pt x="281801" y="77773"/>
                  </a:lnTo>
                  <a:lnTo>
                    <a:pt x="291518" y="79829"/>
                  </a:lnTo>
                  <a:lnTo>
                    <a:pt x="301235" y="82009"/>
                  </a:lnTo>
                  <a:lnTo>
                    <a:pt x="310952" y="84226"/>
                  </a:lnTo>
                  <a:lnTo>
                    <a:pt x="320670" y="86762"/>
                  </a:lnTo>
                  <a:lnTo>
                    <a:pt x="330387" y="89080"/>
                  </a:lnTo>
                  <a:lnTo>
                    <a:pt x="340104" y="91723"/>
                  </a:lnTo>
                  <a:lnTo>
                    <a:pt x="349821" y="94228"/>
                  </a:lnTo>
                  <a:lnTo>
                    <a:pt x="359539" y="95957"/>
                  </a:lnTo>
                  <a:lnTo>
                    <a:pt x="369256" y="98699"/>
                  </a:lnTo>
                  <a:lnTo>
                    <a:pt x="378973" y="101035"/>
                  </a:lnTo>
                  <a:lnTo>
                    <a:pt x="388691" y="103687"/>
                  </a:lnTo>
                  <a:lnTo>
                    <a:pt x="398408" y="105776"/>
                  </a:lnTo>
                  <a:lnTo>
                    <a:pt x="408125" y="108058"/>
                  </a:lnTo>
                  <a:lnTo>
                    <a:pt x="417842" y="110438"/>
                  </a:lnTo>
                  <a:lnTo>
                    <a:pt x="427560" y="112655"/>
                  </a:lnTo>
                  <a:lnTo>
                    <a:pt x="437277" y="114844"/>
                  </a:lnTo>
                  <a:lnTo>
                    <a:pt x="446994" y="117424"/>
                  </a:lnTo>
                  <a:lnTo>
                    <a:pt x="456712" y="119767"/>
                  </a:lnTo>
                  <a:lnTo>
                    <a:pt x="466429" y="121804"/>
                  </a:lnTo>
                  <a:lnTo>
                    <a:pt x="476146" y="123732"/>
                  </a:lnTo>
                  <a:lnTo>
                    <a:pt x="485863" y="125745"/>
                  </a:lnTo>
                  <a:lnTo>
                    <a:pt x="495581" y="127960"/>
                  </a:lnTo>
                  <a:lnTo>
                    <a:pt x="505298" y="129869"/>
                  </a:lnTo>
                  <a:lnTo>
                    <a:pt x="515015" y="131903"/>
                  </a:lnTo>
                  <a:lnTo>
                    <a:pt x="524732" y="134084"/>
                  </a:lnTo>
                  <a:lnTo>
                    <a:pt x="534450" y="136081"/>
                  </a:lnTo>
                  <a:lnTo>
                    <a:pt x="544167" y="137763"/>
                  </a:lnTo>
                  <a:lnTo>
                    <a:pt x="553884" y="140028"/>
                  </a:lnTo>
                  <a:lnTo>
                    <a:pt x="563602" y="142022"/>
                  </a:lnTo>
                  <a:lnTo>
                    <a:pt x="573319" y="144241"/>
                  </a:lnTo>
                  <a:lnTo>
                    <a:pt x="583036" y="146181"/>
                  </a:lnTo>
                  <a:lnTo>
                    <a:pt x="592753" y="147951"/>
                  </a:lnTo>
                  <a:lnTo>
                    <a:pt x="602471" y="149965"/>
                  </a:lnTo>
                  <a:lnTo>
                    <a:pt x="612188" y="151772"/>
                  </a:lnTo>
                  <a:lnTo>
                    <a:pt x="621905" y="153403"/>
                  </a:lnTo>
                  <a:lnTo>
                    <a:pt x="631623" y="155099"/>
                  </a:lnTo>
                  <a:lnTo>
                    <a:pt x="641340" y="157414"/>
                  </a:lnTo>
                  <a:lnTo>
                    <a:pt x="651057" y="159298"/>
                  </a:lnTo>
                  <a:lnTo>
                    <a:pt x="660774" y="161120"/>
                  </a:lnTo>
                  <a:lnTo>
                    <a:pt x="670492" y="162883"/>
                  </a:lnTo>
                  <a:lnTo>
                    <a:pt x="680209" y="164872"/>
                  </a:lnTo>
                  <a:lnTo>
                    <a:pt x="689926" y="166992"/>
                  </a:lnTo>
                  <a:lnTo>
                    <a:pt x="699643" y="168897"/>
                  </a:lnTo>
                  <a:lnTo>
                    <a:pt x="709361" y="170636"/>
                  </a:lnTo>
                  <a:lnTo>
                    <a:pt x="719078" y="172288"/>
                  </a:lnTo>
                  <a:lnTo>
                    <a:pt x="728795" y="174216"/>
                  </a:lnTo>
                  <a:lnTo>
                    <a:pt x="738513" y="175701"/>
                  </a:lnTo>
                  <a:lnTo>
                    <a:pt x="748230" y="177540"/>
                  </a:lnTo>
                  <a:lnTo>
                    <a:pt x="757947" y="179417"/>
                  </a:lnTo>
                  <a:lnTo>
                    <a:pt x="767664" y="181355"/>
                  </a:lnTo>
                  <a:lnTo>
                    <a:pt x="777382" y="183127"/>
                  </a:lnTo>
                  <a:lnTo>
                    <a:pt x="787099" y="184499"/>
                  </a:lnTo>
                  <a:lnTo>
                    <a:pt x="796816" y="186148"/>
                  </a:lnTo>
                  <a:lnTo>
                    <a:pt x="806534" y="188055"/>
                  </a:lnTo>
                  <a:lnTo>
                    <a:pt x="816251" y="189697"/>
                  </a:lnTo>
                  <a:lnTo>
                    <a:pt x="825968" y="191285"/>
                  </a:lnTo>
                  <a:lnTo>
                    <a:pt x="835685" y="192607"/>
                  </a:lnTo>
                  <a:lnTo>
                    <a:pt x="845403" y="194463"/>
                  </a:lnTo>
                  <a:lnTo>
                    <a:pt x="855120" y="195942"/>
                  </a:lnTo>
                  <a:lnTo>
                    <a:pt x="864837" y="197516"/>
                  </a:lnTo>
                  <a:lnTo>
                    <a:pt x="874554" y="198945"/>
                  </a:lnTo>
                  <a:lnTo>
                    <a:pt x="884272" y="200812"/>
                  </a:lnTo>
                  <a:lnTo>
                    <a:pt x="893989" y="202331"/>
                  </a:lnTo>
                  <a:lnTo>
                    <a:pt x="903706" y="203996"/>
                  </a:lnTo>
                  <a:lnTo>
                    <a:pt x="913424" y="205723"/>
                  </a:lnTo>
                  <a:lnTo>
                    <a:pt x="923141" y="207293"/>
                  </a:lnTo>
                  <a:lnTo>
                    <a:pt x="932858" y="208886"/>
                  </a:lnTo>
                  <a:lnTo>
                    <a:pt x="942575" y="210223"/>
                  </a:lnTo>
                  <a:lnTo>
                    <a:pt x="952293" y="211934"/>
                  </a:lnTo>
                  <a:lnTo>
                    <a:pt x="962010" y="213502"/>
                  </a:lnTo>
                  <a:lnTo>
                    <a:pt x="971727" y="214875"/>
                  </a:lnTo>
                  <a:lnTo>
                    <a:pt x="981445" y="216413"/>
                  </a:lnTo>
                  <a:lnTo>
                    <a:pt x="991162" y="218213"/>
                  </a:lnTo>
                  <a:lnTo>
                    <a:pt x="1000879" y="220030"/>
                  </a:lnTo>
                  <a:lnTo>
                    <a:pt x="1010596" y="221684"/>
                  </a:lnTo>
                  <a:lnTo>
                    <a:pt x="1020314" y="223095"/>
                  </a:lnTo>
                  <a:lnTo>
                    <a:pt x="1030031" y="224542"/>
                  </a:lnTo>
                  <a:lnTo>
                    <a:pt x="1039748" y="226228"/>
                  </a:lnTo>
                  <a:lnTo>
                    <a:pt x="1049465" y="227520"/>
                  </a:lnTo>
                  <a:lnTo>
                    <a:pt x="1059183" y="228977"/>
                  </a:lnTo>
                  <a:lnTo>
                    <a:pt x="1068900" y="230438"/>
                  </a:lnTo>
                  <a:lnTo>
                    <a:pt x="1078617" y="231805"/>
                  </a:lnTo>
                  <a:lnTo>
                    <a:pt x="1088335" y="233243"/>
                  </a:lnTo>
                  <a:lnTo>
                    <a:pt x="1098052" y="234815"/>
                  </a:lnTo>
                  <a:lnTo>
                    <a:pt x="1107769" y="236221"/>
                  </a:lnTo>
                  <a:lnTo>
                    <a:pt x="1117486" y="237686"/>
                  </a:lnTo>
                  <a:lnTo>
                    <a:pt x="1127204" y="239067"/>
                  </a:lnTo>
                  <a:lnTo>
                    <a:pt x="1136921" y="240514"/>
                  </a:lnTo>
                  <a:lnTo>
                    <a:pt x="1146638" y="241799"/>
                  </a:lnTo>
                  <a:lnTo>
                    <a:pt x="1156356" y="243103"/>
                  </a:lnTo>
                  <a:lnTo>
                    <a:pt x="1166073" y="244364"/>
                  </a:lnTo>
                  <a:lnTo>
                    <a:pt x="1175790" y="245645"/>
                  </a:lnTo>
                  <a:lnTo>
                    <a:pt x="1185507" y="246948"/>
                  </a:lnTo>
                  <a:lnTo>
                    <a:pt x="1195225" y="248262"/>
                  </a:lnTo>
                  <a:lnTo>
                    <a:pt x="1204942" y="249268"/>
                  </a:lnTo>
                  <a:lnTo>
                    <a:pt x="1214659" y="250458"/>
                  </a:lnTo>
                  <a:lnTo>
                    <a:pt x="1224376" y="251625"/>
                  </a:lnTo>
                  <a:lnTo>
                    <a:pt x="1234094" y="252570"/>
                  </a:lnTo>
                  <a:lnTo>
                    <a:pt x="1243811" y="253707"/>
                  </a:lnTo>
                  <a:lnTo>
                    <a:pt x="1253528" y="254944"/>
                  </a:lnTo>
                  <a:lnTo>
                    <a:pt x="1263246" y="256365"/>
                  </a:lnTo>
                  <a:lnTo>
                    <a:pt x="1272963" y="257655"/>
                  </a:lnTo>
                  <a:lnTo>
                    <a:pt x="1282680" y="258919"/>
                  </a:lnTo>
                  <a:lnTo>
                    <a:pt x="1292397" y="260172"/>
                  </a:lnTo>
                  <a:lnTo>
                    <a:pt x="1302115" y="261525"/>
                  </a:lnTo>
                  <a:lnTo>
                    <a:pt x="1311832" y="262865"/>
                  </a:lnTo>
                  <a:lnTo>
                    <a:pt x="1321549" y="264150"/>
                  </a:lnTo>
                  <a:lnTo>
                    <a:pt x="1331267" y="265508"/>
                  </a:lnTo>
                  <a:lnTo>
                    <a:pt x="1340984" y="266769"/>
                  </a:lnTo>
                  <a:lnTo>
                    <a:pt x="1350701" y="268022"/>
                  </a:lnTo>
                  <a:lnTo>
                    <a:pt x="1360418" y="269274"/>
                  </a:lnTo>
                  <a:lnTo>
                    <a:pt x="1370136" y="270355"/>
                  </a:lnTo>
                  <a:lnTo>
                    <a:pt x="1379853" y="271553"/>
                  </a:lnTo>
                  <a:lnTo>
                    <a:pt x="1389570" y="272810"/>
                  </a:lnTo>
                  <a:lnTo>
                    <a:pt x="1399287" y="273855"/>
                  </a:lnTo>
                  <a:lnTo>
                    <a:pt x="1409005" y="275097"/>
                  </a:lnTo>
                  <a:lnTo>
                    <a:pt x="1418722" y="276285"/>
                  </a:lnTo>
                  <a:lnTo>
                    <a:pt x="1428439" y="277473"/>
                  </a:lnTo>
                  <a:lnTo>
                    <a:pt x="1438157" y="278573"/>
                  </a:lnTo>
                  <a:lnTo>
                    <a:pt x="1447874" y="279723"/>
                  </a:lnTo>
                  <a:lnTo>
                    <a:pt x="1457591" y="280933"/>
                  </a:lnTo>
                  <a:lnTo>
                    <a:pt x="1467308" y="282231"/>
                  </a:lnTo>
                  <a:lnTo>
                    <a:pt x="1477026" y="283251"/>
                  </a:lnTo>
                  <a:lnTo>
                    <a:pt x="1486743" y="284313"/>
                  </a:lnTo>
                  <a:lnTo>
                    <a:pt x="1496460" y="285447"/>
                  </a:lnTo>
                  <a:lnTo>
                    <a:pt x="1506178" y="286495"/>
                  </a:lnTo>
                  <a:lnTo>
                    <a:pt x="1515895" y="287509"/>
                  </a:lnTo>
                  <a:lnTo>
                    <a:pt x="1525612" y="288389"/>
                  </a:lnTo>
                  <a:lnTo>
                    <a:pt x="1535329" y="289371"/>
                  </a:lnTo>
                  <a:lnTo>
                    <a:pt x="1545047" y="290495"/>
                  </a:lnTo>
                  <a:lnTo>
                    <a:pt x="1554764" y="291557"/>
                  </a:lnTo>
                  <a:lnTo>
                    <a:pt x="1564481" y="292702"/>
                  </a:lnTo>
                  <a:lnTo>
                    <a:pt x="1574198" y="293623"/>
                  </a:lnTo>
                  <a:lnTo>
                    <a:pt x="1583916" y="294606"/>
                  </a:lnTo>
                  <a:lnTo>
                    <a:pt x="1593633" y="295796"/>
                  </a:lnTo>
                  <a:lnTo>
                    <a:pt x="1603350" y="296914"/>
                  </a:lnTo>
                  <a:lnTo>
                    <a:pt x="1613068" y="297836"/>
                  </a:lnTo>
                  <a:lnTo>
                    <a:pt x="1622785" y="299000"/>
                  </a:lnTo>
                  <a:lnTo>
                    <a:pt x="1632502" y="300016"/>
                  </a:lnTo>
                  <a:lnTo>
                    <a:pt x="1642219" y="301040"/>
                  </a:lnTo>
                  <a:lnTo>
                    <a:pt x="1651937" y="301891"/>
                  </a:lnTo>
                  <a:lnTo>
                    <a:pt x="1661654" y="303105"/>
                  </a:lnTo>
                  <a:lnTo>
                    <a:pt x="1671371" y="304348"/>
                  </a:lnTo>
                  <a:lnTo>
                    <a:pt x="1681089" y="305332"/>
                  </a:lnTo>
                  <a:lnTo>
                    <a:pt x="1690806" y="306230"/>
                  </a:lnTo>
                  <a:lnTo>
                    <a:pt x="1700523" y="307013"/>
                  </a:lnTo>
                  <a:lnTo>
                    <a:pt x="1710240" y="307827"/>
                  </a:lnTo>
                  <a:lnTo>
                    <a:pt x="1719958" y="308816"/>
                  </a:lnTo>
                  <a:lnTo>
                    <a:pt x="1729675" y="309766"/>
                  </a:lnTo>
                  <a:lnTo>
                    <a:pt x="1739392" y="310609"/>
                  </a:lnTo>
                  <a:lnTo>
                    <a:pt x="1749109" y="311452"/>
                  </a:lnTo>
                  <a:lnTo>
                    <a:pt x="1758827" y="312260"/>
                  </a:lnTo>
                  <a:lnTo>
                    <a:pt x="1768544" y="312929"/>
                  </a:lnTo>
                  <a:lnTo>
                    <a:pt x="1778261" y="313560"/>
                  </a:lnTo>
                  <a:lnTo>
                    <a:pt x="1787979" y="314158"/>
                  </a:lnTo>
                  <a:lnTo>
                    <a:pt x="1797696" y="314972"/>
                  </a:lnTo>
                  <a:lnTo>
                    <a:pt x="1807413" y="315690"/>
                  </a:lnTo>
                  <a:lnTo>
                    <a:pt x="1817130" y="316454"/>
                  </a:lnTo>
                  <a:lnTo>
                    <a:pt x="1826848" y="317068"/>
                  </a:lnTo>
                  <a:lnTo>
                    <a:pt x="1836565" y="317883"/>
                  </a:lnTo>
                  <a:lnTo>
                    <a:pt x="1846282" y="318646"/>
                  </a:lnTo>
                  <a:lnTo>
                    <a:pt x="1856000" y="319459"/>
                  </a:lnTo>
                  <a:lnTo>
                    <a:pt x="1865717" y="320140"/>
                  </a:lnTo>
                  <a:lnTo>
                    <a:pt x="1875434" y="320805"/>
                  </a:lnTo>
                  <a:lnTo>
                    <a:pt x="1885151" y="321518"/>
                  </a:lnTo>
                  <a:lnTo>
                    <a:pt x="1894869" y="322436"/>
                  </a:lnTo>
                  <a:lnTo>
                    <a:pt x="1904586" y="323144"/>
                  </a:lnTo>
                  <a:lnTo>
                    <a:pt x="1914303" y="323912"/>
                  </a:lnTo>
                  <a:lnTo>
                    <a:pt x="1924020" y="324647"/>
                  </a:lnTo>
                  <a:lnTo>
                    <a:pt x="1933738" y="325442"/>
                  </a:lnTo>
                  <a:lnTo>
                    <a:pt x="1943455" y="326181"/>
                  </a:lnTo>
                  <a:lnTo>
                    <a:pt x="1953172" y="327055"/>
                  </a:lnTo>
                  <a:lnTo>
                    <a:pt x="1962890" y="327827"/>
                  </a:lnTo>
                  <a:lnTo>
                    <a:pt x="1972607" y="328608"/>
                  </a:lnTo>
                  <a:lnTo>
                    <a:pt x="1982324" y="329239"/>
                  </a:lnTo>
                  <a:lnTo>
                    <a:pt x="1992041" y="329941"/>
                  </a:lnTo>
                  <a:lnTo>
                    <a:pt x="2001759" y="330697"/>
                  </a:lnTo>
                  <a:lnTo>
                    <a:pt x="2011476" y="331415"/>
                  </a:lnTo>
                  <a:lnTo>
                    <a:pt x="2021193" y="332047"/>
                  </a:lnTo>
                  <a:lnTo>
                    <a:pt x="2030911" y="332657"/>
                  </a:lnTo>
                  <a:lnTo>
                    <a:pt x="2040628" y="333275"/>
                  </a:lnTo>
                  <a:lnTo>
                    <a:pt x="2050345" y="333966"/>
                  </a:lnTo>
                  <a:lnTo>
                    <a:pt x="2060062" y="334615"/>
                  </a:lnTo>
                  <a:lnTo>
                    <a:pt x="2069780" y="335598"/>
                  </a:lnTo>
                  <a:lnTo>
                    <a:pt x="2079497" y="336305"/>
                  </a:lnTo>
                  <a:lnTo>
                    <a:pt x="2089214" y="336959"/>
                  </a:lnTo>
                  <a:lnTo>
                    <a:pt x="2098931" y="337824"/>
                  </a:lnTo>
                  <a:lnTo>
                    <a:pt x="2108649" y="338474"/>
                  </a:lnTo>
                  <a:lnTo>
                    <a:pt x="2118366" y="339117"/>
                  </a:lnTo>
                  <a:lnTo>
                    <a:pt x="2128083" y="339627"/>
                  </a:lnTo>
                  <a:lnTo>
                    <a:pt x="2137801" y="340247"/>
                  </a:lnTo>
                  <a:lnTo>
                    <a:pt x="2147518" y="340989"/>
                  </a:lnTo>
                  <a:lnTo>
                    <a:pt x="2157235" y="341638"/>
                  </a:lnTo>
                  <a:lnTo>
                    <a:pt x="2166952" y="342262"/>
                  </a:lnTo>
                  <a:lnTo>
                    <a:pt x="2176670" y="342944"/>
                  </a:lnTo>
                  <a:lnTo>
                    <a:pt x="2186387" y="343513"/>
                  </a:lnTo>
                  <a:lnTo>
                    <a:pt x="2196104" y="344157"/>
                  </a:lnTo>
                  <a:lnTo>
                    <a:pt x="2205822" y="344711"/>
                  </a:lnTo>
                  <a:lnTo>
                    <a:pt x="2215539" y="345309"/>
                  </a:lnTo>
                  <a:lnTo>
                    <a:pt x="2225256" y="345994"/>
                  </a:lnTo>
                  <a:lnTo>
                    <a:pt x="2234973" y="346668"/>
                  </a:lnTo>
                  <a:lnTo>
                    <a:pt x="2244691" y="347243"/>
                  </a:lnTo>
                  <a:lnTo>
                    <a:pt x="2254408" y="347934"/>
                  </a:lnTo>
                  <a:lnTo>
                    <a:pt x="2264125" y="348544"/>
                  </a:lnTo>
                  <a:lnTo>
                    <a:pt x="2273842" y="348969"/>
                  </a:lnTo>
                  <a:lnTo>
                    <a:pt x="2283560" y="349655"/>
                  </a:lnTo>
                  <a:lnTo>
                    <a:pt x="2293277" y="350399"/>
                  </a:lnTo>
                  <a:lnTo>
                    <a:pt x="2302994" y="351106"/>
                  </a:lnTo>
                  <a:lnTo>
                    <a:pt x="2312712" y="351584"/>
                  </a:lnTo>
                  <a:lnTo>
                    <a:pt x="2322429" y="352047"/>
                  </a:lnTo>
                  <a:lnTo>
                    <a:pt x="2332146" y="352743"/>
                  </a:lnTo>
                  <a:lnTo>
                    <a:pt x="2341863" y="353264"/>
                  </a:lnTo>
                  <a:lnTo>
                    <a:pt x="2351581" y="353922"/>
                  </a:lnTo>
                  <a:lnTo>
                    <a:pt x="2361298" y="354407"/>
                  </a:lnTo>
                  <a:lnTo>
                    <a:pt x="2371015" y="355073"/>
                  </a:lnTo>
                  <a:lnTo>
                    <a:pt x="2380733" y="355684"/>
                  </a:lnTo>
                  <a:lnTo>
                    <a:pt x="2390450" y="356186"/>
                  </a:lnTo>
                  <a:lnTo>
                    <a:pt x="2400167" y="356694"/>
                  </a:lnTo>
                  <a:lnTo>
                    <a:pt x="2409884" y="357221"/>
                  </a:lnTo>
                  <a:lnTo>
                    <a:pt x="2419602" y="357811"/>
                  </a:lnTo>
                  <a:lnTo>
                    <a:pt x="2429319" y="358430"/>
                  </a:lnTo>
                  <a:lnTo>
                    <a:pt x="2439036" y="359042"/>
                  </a:lnTo>
                  <a:lnTo>
                    <a:pt x="2448753" y="359567"/>
                  </a:lnTo>
                  <a:lnTo>
                    <a:pt x="2458471" y="360014"/>
                  </a:lnTo>
                  <a:lnTo>
                    <a:pt x="2468188" y="360551"/>
                  </a:lnTo>
                  <a:lnTo>
                    <a:pt x="2477905" y="361011"/>
                  </a:lnTo>
                  <a:lnTo>
                    <a:pt x="2487623" y="361611"/>
                  </a:lnTo>
                  <a:lnTo>
                    <a:pt x="2497340" y="362153"/>
                  </a:lnTo>
                  <a:lnTo>
                    <a:pt x="2507057" y="362652"/>
                  </a:lnTo>
                  <a:lnTo>
                    <a:pt x="2516774" y="363148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6324250" y="3336688"/>
              <a:ext cx="2516774" cy="298960"/>
            </a:xfrm>
            <a:custGeom>
              <a:avLst/>
              <a:pathLst>
                <a:path w="2516774" h="298960">
                  <a:moveTo>
                    <a:pt x="0" y="0"/>
                  </a:moveTo>
                  <a:lnTo>
                    <a:pt x="9717" y="2060"/>
                  </a:lnTo>
                  <a:lnTo>
                    <a:pt x="19434" y="4365"/>
                  </a:lnTo>
                  <a:lnTo>
                    <a:pt x="29151" y="6604"/>
                  </a:lnTo>
                  <a:lnTo>
                    <a:pt x="38869" y="8708"/>
                  </a:lnTo>
                  <a:lnTo>
                    <a:pt x="48586" y="10779"/>
                  </a:lnTo>
                  <a:lnTo>
                    <a:pt x="58303" y="12935"/>
                  </a:lnTo>
                  <a:lnTo>
                    <a:pt x="68020" y="14929"/>
                  </a:lnTo>
                  <a:lnTo>
                    <a:pt x="77738" y="17090"/>
                  </a:lnTo>
                  <a:lnTo>
                    <a:pt x="87455" y="19198"/>
                  </a:lnTo>
                  <a:lnTo>
                    <a:pt x="97172" y="21530"/>
                  </a:lnTo>
                  <a:lnTo>
                    <a:pt x="106890" y="23856"/>
                  </a:lnTo>
                  <a:lnTo>
                    <a:pt x="116607" y="25805"/>
                  </a:lnTo>
                  <a:lnTo>
                    <a:pt x="126324" y="27353"/>
                  </a:lnTo>
                  <a:lnTo>
                    <a:pt x="136041" y="29159"/>
                  </a:lnTo>
                  <a:lnTo>
                    <a:pt x="145759" y="31503"/>
                  </a:lnTo>
                  <a:lnTo>
                    <a:pt x="155476" y="33690"/>
                  </a:lnTo>
                  <a:lnTo>
                    <a:pt x="165193" y="35732"/>
                  </a:lnTo>
                  <a:lnTo>
                    <a:pt x="174910" y="37589"/>
                  </a:lnTo>
                  <a:lnTo>
                    <a:pt x="184628" y="39665"/>
                  </a:lnTo>
                  <a:lnTo>
                    <a:pt x="194345" y="41278"/>
                  </a:lnTo>
                  <a:lnTo>
                    <a:pt x="204062" y="43385"/>
                  </a:lnTo>
                  <a:lnTo>
                    <a:pt x="213780" y="45116"/>
                  </a:lnTo>
                  <a:lnTo>
                    <a:pt x="223497" y="47123"/>
                  </a:lnTo>
                  <a:lnTo>
                    <a:pt x="233214" y="49223"/>
                  </a:lnTo>
                  <a:lnTo>
                    <a:pt x="242931" y="51031"/>
                  </a:lnTo>
                  <a:lnTo>
                    <a:pt x="252649" y="53059"/>
                  </a:lnTo>
                  <a:lnTo>
                    <a:pt x="262366" y="54652"/>
                  </a:lnTo>
                  <a:lnTo>
                    <a:pt x="272083" y="56217"/>
                  </a:lnTo>
                  <a:lnTo>
                    <a:pt x="281801" y="58077"/>
                  </a:lnTo>
                  <a:lnTo>
                    <a:pt x="291518" y="60190"/>
                  </a:lnTo>
                  <a:lnTo>
                    <a:pt x="301235" y="62202"/>
                  </a:lnTo>
                  <a:lnTo>
                    <a:pt x="310952" y="64106"/>
                  </a:lnTo>
                  <a:lnTo>
                    <a:pt x="320670" y="66041"/>
                  </a:lnTo>
                  <a:lnTo>
                    <a:pt x="330387" y="68024"/>
                  </a:lnTo>
                  <a:lnTo>
                    <a:pt x="340104" y="69756"/>
                  </a:lnTo>
                  <a:lnTo>
                    <a:pt x="349821" y="71339"/>
                  </a:lnTo>
                  <a:lnTo>
                    <a:pt x="359539" y="73376"/>
                  </a:lnTo>
                  <a:lnTo>
                    <a:pt x="369256" y="74950"/>
                  </a:lnTo>
                  <a:lnTo>
                    <a:pt x="378973" y="76778"/>
                  </a:lnTo>
                  <a:lnTo>
                    <a:pt x="388691" y="78817"/>
                  </a:lnTo>
                  <a:lnTo>
                    <a:pt x="398408" y="80277"/>
                  </a:lnTo>
                  <a:lnTo>
                    <a:pt x="408125" y="81767"/>
                  </a:lnTo>
                  <a:lnTo>
                    <a:pt x="417842" y="83678"/>
                  </a:lnTo>
                  <a:lnTo>
                    <a:pt x="427560" y="85730"/>
                  </a:lnTo>
                  <a:lnTo>
                    <a:pt x="437277" y="87527"/>
                  </a:lnTo>
                  <a:lnTo>
                    <a:pt x="446994" y="89265"/>
                  </a:lnTo>
                  <a:lnTo>
                    <a:pt x="456712" y="90678"/>
                  </a:lnTo>
                  <a:lnTo>
                    <a:pt x="466429" y="92603"/>
                  </a:lnTo>
                  <a:lnTo>
                    <a:pt x="476146" y="94455"/>
                  </a:lnTo>
                  <a:lnTo>
                    <a:pt x="485863" y="96192"/>
                  </a:lnTo>
                  <a:lnTo>
                    <a:pt x="495581" y="98124"/>
                  </a:lnTo>
                  <a:lnTo>
                    <a:pt x="505298" y="99772"/>
                  </a:lnTo>
                  <a:lnTo>
                    <a:pt x="515015" y="101596"/>
                  </a:lnTo>
                  <a:lnTo>
                    <a:pt x="524732" y="103466"/>
                  </a:lnTo>
                  <a:lnTo>
                    <a:pt x="534450" y="105448"/>
                  </a:lnTo>
                  <a:lnTo>
                    <a:pt x="544167" y="107351"/>
                  </a:lnTo>
                  <a:lnTo>
                    <a:pt x="553884" y="109321"/>
                  </a:lnTo>
                  <a:lnTo>
                    <a:pt x="563602" y="111287"/>
                  </a:lnTo>
                  <a:lnTo>
                    <a:pt x="573319" y="112881"/>
                  </a:lnTo>
                  <a:lnTo>
                    <a:pt x="583036" y="114563"/>
                  </a:lnTo>
                  <a:lnTo>
                    <a:pt x="592753" y="116030"/>
                  </a:lnTo>
                  <a:lnTo>
                    <a:pt x="602471" y="117296"/>
                  </a:lnTo>
                  <a:lnTo>
                    <a:pt x="612188" y="119004"/>
                  </a:lnTo>
                  <a:lnTo>
                    <a:pt x="621905" y="120498"/>
                  </a:lnTo>
                  <a:lnTo>
                    <a:pt x="631623" y="121675"/>
                  </a:lnTo>
                  <a:lnTo>
                    <a:pt x="641340" y="123436"/>
                  </a:lnTo>
                  <a:lnTo>
                    <a:pt x="651057" y="124737"/>
                  </a:lnTo>
                  <a:lnTo>
                    <a:pt x="660774" y="126115"/>
                  </a:lnTo>
                  <a:lnTo>
                    <a:pt x="670492" y="127408"/>
                  </a:lnTo>
                  <a:lnTo>
                    <a:pt x="680209" y="128917"/>
                  </a:lnTo>
                  <a:lnTo>
                    <a:pt x="689926" y="130119"/>
                  </a:lnTo>
                  <a:lnTo>
                    <a:pt x="699643" y="131553"/>
                  </a:lnTo>
                  <a:lnTo>
                    <a:pt x="709361" y="132966"/>
                  </a:lnTo>
                  <a:lnTo>
                    <a:pt x="719078" y="134516"/>
                  </a:lnTo>
                  <a:lnTo>
                    <a:pt x="728795" y="136200"/>
                  </a:lnTo>
                  <a:lnTo>
                    <a:pt x="738513" y="137523"/>
                  </a:lnTo>
                  <a:lnTo>
                    <a:pt x="748230" y="139049"/>
                  </a:lnTo>
                  <a:lnTo>
                    <a:pt x="757947" y="140341"/>
                  </a:lnTo>
                  <a:lnTo>
                    <a:pt x="767664" y="141965"/>
                  </a:lnTo>
                  <a:lnTo>
                    <a:pt x="777382" y="143526"/>
                  </a:lnTo>
                  <a:lnTo>
                    <a:pt x="787099" y="145229"/>
                  </a:lnTo>
                  <a:lnTo>
                    <a:pt x="796816" y="146672"/>
                  </a:lnTo>
                  <a:lnTo>
                    <a:pt x="806534" y="148155"/>
                  </a:lnTo>
                  <a:lnTo>
                    <a:pt x="816251" y="149422"/>
                  </a:lnTo>
                  <a:lnTo>
                    <a:pt x="825968" y="150730"/>
                  </a:lnTo>
                  <a:lnTo>
                    <a:pt x="835685" y="152123"/>
                  </a:lnTo>
                  <a:lnTo>
                    <a:pt x="845403" y="153500"/>
                  </a:lnTo>
                  <a:lnTo>
                    <a:pt x="855120" y="154825"/>
                  </a:lnTo>
                  <a:lnTo>
                    <a:pt x="864837" y="156198"/>
                  </a:lnTo>
                  <a:lnTo>
                    <a:pt x="874554" y="157566"/>
                  </a:lnTo>
                  <a:lnTo>
                    <a:pt x="884272" y="158783"/>
                  </a:lnTo>
                  <a:lnTo>
                    <a:pt x="893989" y="160081"/>
                  </a:lnTo>
                  <a:lnTo>
                    <a:pt x="903706" y="161438"/>
                  </a:lnTo>
                  <a:lnTo>
                    <a:pt x="913424" y="162818"/>
                  </a:lnTo>
                  <a:lnTo>
                    <a:pt x="923141" y="164317"/>
                  </a:lnTo>
                  <a:lnTo>
                    <a:pt x="932858" y="165565"/>
                  </a:lnTo>
                  <a:lnTo>
                    <a:pt x="942575" y="166652"/>
                  </a:lnTo>
                  <a:lnTo>
                    <a:pt x="952293" y="168013"/>
                  </a:lnTo>
                  <a:lnTo>
                    <a:pt x="962010" y="169027"/>
                  </a:lnTo>
                  <a:lnTo>
                    <a:pt x="971727" y="170292"/>
                  </a:lnTo>
                  <a:lnTo>
                    <a:pt x="981445" y="171683"/>
                  </a:lnTo>
                  <a:lnTo>
                    <a:pt x="991162" y="172917"/>
                  </a:lnTo>
                  <a:lnTo>
                    <a:pt x="1000879" y="174056"/>
                  </a:lnTo>
                  <a:lnTo>
                    <a:pt x="1010596" y="175184"/>
                  </a:lnTo>
                  <a:lnTo>
                    <a:pt x="1020314" y="176175"/>
                  </a:lnTo>
                  <a:lnTo>
                    <a:pt x="1030031" y="177478"/>
                  </a:lnTo>
                  <a:lnTo>
                    <a:pt x="1039748" y="178841"/>
                  </a:lnTo>
                  <a:lnTo>
                    <a:pt x="1049465" y="180253"/>
                  </a:lnTo>
                  <a:lnTo>
                    <a:pt x="1059183" y="181708"/>
                  </a:lnTo>
                  <a:lnTo>
                    <a:pt x="1068900" y="182857"/>
                  </a:lnTo>
                  <a:lnTo>
                    <a:pt x="1078617" y="184083"/>
                  </a:lnTo>
                  <a:lnTo>
                    <a:pt x="1088335" y="185517"/>
                  </a:lnTo>
                  <a:lnTo>
                    <a:pt x="1098052" y="186664"/>
                  </a:lnTo>
                  <a:lnTo>
                    <a:pt x="1107769" y="187643"/>
                  </a:lnTo>
                  <a:lnTo>
                    <a:pt x="1117486" y="188951"/>
                  </a:lnTo>
                  <a:lnTo>
                    <a:pt x="1127204" y="189877"/>
                  </a:lnTo>
                  <a:lnTo>
                    <a:pt x="1136921" y="191001"/>
                  </a:lnTo>
                  <a:lnTo>
                    <a:pt x="1146638" y="192119"/>
                  </a:lnTo>
                  <a:lnTo>
                    <a:pt x="1156356" y="192968"/>
                  </a:lnTo>
                  <a:lnTo>
                    <a:pt x="1166073" y="194049"/>
                  </a:lnTo>
                  <a:lnTo>
                    <a:pt x="1175790" y="194929"/>
                  </a:lnTo>
                  <a:lnTo>
                    <a:pt x="1185507" y="195992"/>
                  </a:lnTo>
                  <a:lnTo>
                    <a:pt x="1195225" y="196951"/>
                  </a:lnTo>
                  <a:lnTo>
                    <a:pt x="1204942" y="198035"/>
                  </a:lnTo>
                  <a:lnTo>
                    <a:pt x="1214659" y="199384"/>
                  </a:lnTo>
                  <a:lnTo>
                    <a:pt x="1224376" y="200431"/>
                  </a:lnTo>
                  <a:lnTo>
                    <a:pt x="1234094" y="201554"/>
                  </a:lnTo>
                  <a:lnTo>
                    <a:pt x="1243811" y="202738"/>
                  </a:lnTo>
                  <a:lnTo>
                    <a:pt x="1253528" y="203941"/>
                  </a:lnTo>
                  <a:lnTo>
                    <a:pt x="1263246" y="204858"/>
                  </a:lnTo>
                  <a:lnTo>
                    <a:pt x="1272963" y="205961"/>
                  </a:lnTo>
                  <a:lnTo>
                    <a:pt x="1282680" y="206960"/>
                  </a:lnTo>
                  <a:lnTo>
                    <a:pt x="1292397" y="207908"/>
                  </a:lnTo>
                  <a:lnTo>
                    <a:pt x="1302115" y="209068"/>
                  </a:lnTo>
                  <a:lnTo>
                    <a:pt x="1311832" y="210138"/>
                  </a:lnTo>
                  <a:lnTo>
                    <a:pt x="1321549" y="211173"/>
                  </a:lnTo>
                  <a:lnTo>
                    <a:pt x="1331267" y="212181"/>
                  </a:lnTo>
                  <a:lnTo>
                    <a:pt x="1340984" y="213012"/>
                  </a:lnTo>
                  <a:lnTo>
                    <a:pt x="1350701" y="213951"/>
                  </a:lnTo>
                  <a:lnTo>
                    <a:pt x="1360418" y="214776"/>
                  </a:lnTo>
                  <a:lnTo>
                    <a:pt x="1370136" y="215740"/>
                  </a:lnTo>
                  <a:lnTo>
                    <a:pt x="1379853" y="216830"/>
                  </a:lnTo>
                  <a:lnTo>
                    <a:pt x="1389570" y="217899"/>
                  </a:lnTo>
                  <a:lnTo>
                    <a:pt x="1399287" y="219026"/>
                  </a:lnTo>
                  <a:lnTo>
                    <a:pt x="1409005" y="220094"/>
                  </a:lnTo>
                  <a:lnTo>
                    <a:pt x="1418722" y="221047"/>
                  </a:lnTo>
                  <a:lnTo>
                    <a:pt x="1428439" y="222118"/>
                  </a:lnTo>
                  <a:lnTo>
                    <a:pt x="1438157" y="223025"/>
                  </a:lnTo>
                  <a:lnTo>
                    <a:pt x="1447874" y="223937"/>
                  </a:lnTo>
                  <a:lnTo>
                    <a:pt x="1457591" y="224871"/>
                  </a:lnTo>
                  <a:lnTo>
                    <a:pt x="1467308" y="225818"/>
                  </a:lnTo>
                  <a:lnTo>
                    <a:pt x="1477026" y="226811"/>
                  </a:lnTo>
                  <a:lnTo>
                    <a:pt x="1486743" y="227936"/>
                  </a:lnTo>
                  <a:lnTo>
                    <a:pt x="1496460" y="228996"/>
                  </a:lnTo>
                  <a:lnTo>
                    <a:pt x="1506178" y="230002"/>
                  </a:lnTo>
                  <a:lnTo>
                    <a:pt x="1515895" y="230999"/>
                  </a:lnTo>
                  <a:lnTo>
                    <a:pt x="1525612" y="231996"/>
                  </a:lnTo>
                  <a:lnTo>
                    <a:pt x="1535329" y="232855"/>
                  </a:lnTo>
                  <a:lnTo>
                    <a:pt x="1545047" y="233850"/>
                  </a:lnTo>
                  <a:lnTo>
                    <a:pt x="1554764" y="234767"/>
                  </a:lnTo>
                  <a:lnTo>
                    <a:pt x="1564481" y="235702"/>
                  </a:lnTo>
                  <a:lnTo>
                    <a:pt x="1574198" y="236653"/>
                  </a:lnTo>
                  <a:lnTo>
                    <a:pt x="1583916" y="237437"/>
                  </a:lnTo>
                  <a:lnTo>
                    <a:pt x="1593633" y="238404"/>
                  </a:lnTo>
                  <a:lnTo>
                    <a:pt x="1603350" y="239304"/>
                  </a:lnTo>
                  <a:lnTo>
                    <a:pt x="1613068" y="240019"/>
                  </a:lnTo>
                  <a:lnTo>
                    <a:pt x="1622785" y="240854"/>
                  </a:lnTo>
                  <a:lnTo>
                    <a:pt x="1632502" y="241699"/>
                  </a:lnTo>
                  <a:lnTo>
                    <a:pt x="1642219" y="242705"/>
                  </a:lnTo>
                  <a:lnTo>
                    <a:pt x="1651937" y="243555"/>
                  </a:lnTo>
                  <a:lnTo>
                    <a:pt x="1661654" y="244351"/>
                  </a:lnTo>
                  <a:lnTo>
                    <a:pt x="1671371" y="245048"/>
                  </a:lnTo>
                  <a:lnTo>
                    <a:pt x="1681089" y="245795"/>
                  </a:lnTo>
                  <a:lnTo>
                    <a:pt x="1690806" y="246695"/>
                  </a:lnTo>
                  <a:lnTo>
                    <a:pt x="1700523" y="247372"/>
                  </a:lnTo>
                  <a:lnTo>
                    <a:pt x="1710240" y="248124"/>
                  </a:lnTo>
                  <a:lnTo>
                    <a:pt x="1719958" y="248849"/>
                  </a:lnTo>
                  <a:lnTo>
                    <a:pt x="1729675" y="249633"/>
                  </a:lnTo>
                  <a:lnTo>
                    <a:pt x="1739392" y="250452"/>
                  </a:lnTo>
                  <a:lnTo>
                    <a:pt x="1749109" y="251177"/>
                  </a:lnTo>
                  <a:lnTo>
                    <a:pt x="1758827" y="251895"/>
                  </a:lnTo>
                  <a:lnTo>
                    <a:pt x="1768544" y="252554"/>
                  </a:lnTo>
                  <a:lnTo>
                    <a:pt x="1778261" y="253215"/>
                  </a:lnTo>
                  <a:lnTo>
                    <a:pt x="1787979" y="253913"/>
                  </a:lnTo>
                  <a:lnTo>
                    <a:pt x="1797696" y="254560"/>
                  </a:lnTo>
                  <a:lnTo>
                    <a:pt x="1807413" y="255198"/>
                  </a:lnTo>
                  <a:lnTo>
                    <a:pt x="1817130" y="255853"/>
                  </a:lnTo>
                  <a:lnTo>
                    <a:pt x="1826848" y="256549"/>
                  </a:lnTo>
                  <a:lnTo>
                    <a:pt x="1836565" y="257272"/>
                  </a:lnTo>
                  <a:lnTo>
                    <a:pt x="1846282" y="258009"/>
                  </a:lnTo>
                  <a:lnTo>
                    <a:pt x="1856000" y="258758"/>
                  </a:lnTo>
                  <a:lnTo>
                    <a:pt x="1865717" y="259400"/>
                  </a:lnTo>
                  <a:lnTo>
                    <a:pt x="1875434" y="260100"/>
                  </a:lnTo>
                  <a:lnTo>
                    <a:pt x="1885151" y="260827"/>
                  </a:lnTo>
                  <a:lnTo>
                    <a:pt x="1894869" y="261484"/>
                  </a:lnTo>
                  <a:lnTo>
                    <a:pt x="1904586" y="262169"/>
                  </a:lnTo>
                  <a:lnTo>
                    <a:pt x="1914303" y="262919"/>
                  </a:lnTo>
                  <a:lnTo>
                    <a:pt x="1924020" y="263774"/>
                  </a:lnTo>
                  <a:lnTo>
                    <a:pt x="1933738" y="264528"/>
                  </a:lnTo>
                  <a:lnTo>
                    <a:pt x="1943455" y="265185"/>
                  </a:lnTo>
                  <a:lnTo>
                    <a:pt x="1953172" y="265826"/>
                  </a:lnTo>
                  <a:lnTo>
                    <a:pt x="1962890" y="266419"/>
                  </a:lnTo>
                  <a:lnTo>
                    <a:pt x="1972607" y="267076"/>
                  </a:lnTo>
                  <a:lnTo>
                    <a:pt x="1982324" y="267948"/>
                  </a:lnTo>
                  <a:lnTo>
                    <a:pt x="1992041" y="268589"/>
                  </a:lnTo>
                  <a:lnTo>
                    <a:pt x="2001759" y="269371"/>
                  </a:lnTo>
                  <a:lnTo>
                    <a:pt x="2011476" y="270029"/>
                  </a:lnTo>
                  <a:lnTo>
                    <a:pt x="2021193" y="270550"/>
                  </a:lnTo>
                  <a:lnTo>
                    <a:pt x="2030911" y="271144"/>
                  </a:lnTo>
                  <a:lnTo>
                    <a:pt x="2040628" y="271955"/>
                  </a:lnTo>
                  <a:lnTo>
                    <a:pt x="2050345" y="272553"/>
                  </a:lnTo>
                  <a:lnTo>
                    <a:pt x="2060062" y="273133"/>
                  </a:lnTo>
                  <a:lnTo>
                    <a:pt x="2069780" y="273755"/>
                  </a:lnTo>
                  <a:lnTo>
                    <a:pt x="2079497" y="274310"/>
                  </a:lnTo>
                  <a:lnTo>
                    <a:pt x="2089214" y="274954"/>
                  </a:lnTo>
                  <a:lnTo>
                    <a:pt x="2098931" y="275593"/>
                  </a:lnTo>
                  <a:lnTo>
                    <a:pt x="2108649" y="276229"/>
                  </a:lnTo>
                  <a:lnTo>
                    <a:pt x="2118366" y="276803"/>
                  </a:lnTo>
                  <a:lnTo>
                    <a:pt x="2128083" y="277400"/>
                  </a:lnTo>
                  <a:lnTo>
                    <a:pt x="2137801" y="277992"/>
                  </a:lnTo>
                  <a:lnTo>
                    <a:pt x="2147518" y="278585"/>
                  </a:lnTo>
                  <a:lnTo>
                    <a:pt x="2157235" y="279352"/>
                  </a:lnTo>
                  <a:lnTo>
                    <a:pt x="2166952" y="279913"/>
                  </a:lnTo>
                  <a:lnTo>
                    <a:pt x="2176670" y="280411"/>
                  </a:lnTo>
                  <a:lnTo>
                    <a:pt x="2186387" y="280963"/>
                  </a:lnTo>
                  <a:lnTo>
                    <a:pt x="2196104" y="281527"/>
                  </a:lnTo>
                  <a:lnTo>
                    <a:pt x="2205822" y="282219"/>
                  </a:lnTo>
                  <a:lnTo>
                    <a:pt x="2215539" y="282784"/>
                  </a:lnTo>
                  <a:lnTo>
                    <a:pt x="2225256" y="283236"/>
                  </a:lnTo>
                  <a:lnTo>
                    <a:pt x="2234973" y="283664"/>
                  </a:lnTo>
                  <a:lnTo>
                    <a:pt x="2244691" y="284278"/>
                  </a:lnTo>
                  <a:lnTo>
                    <a:pt x="2254408" y="284829"/>
                  </a:lnTo>
                  <a:lnTo>
                    <a:pt x="2264125" y="285295"/>
                  </a:lnTo>
                  <a:lnTo>
                    <a:pt x="2273842" y="285738"/>
                  </a:lnTo>
                  <a:lnTo>
                    <a:pt x="2283560" y="286274"/>
                  </a:lnTo>
                  <a:lnTo>
                    <a:pt x="2293277" y="286796"/>
                  </a:lnTo>
                  <a:lnTo>
                    <a:pt x="2302994" y="287278"/>
                  </a:lnTo>
                  <a:lnTo>
                    <a:pt x="2312712" y="287915"/>
                  </a:lnTo>
                  <a:lnTo>
                    <a:pt x="2322429" y="288555"/>
                  </a:lnTo>
                  <a:lnTo>
                    <a:pt x="2332146" y="289124"/>
                  </a:lnTo>
                  <a:lnTo>
                    <a:pt x="2341863" y="289666"/>
                  </a:lnTo>
                  <a:lnTo>
                    <a:pt x="2351581" y="290072"/>
                  </a:lnTo>
                  <a:lnTo>
                    <a:pt x="2361298" y="290640"/>
                  </a:lnTo>
                  <a:lnTo>
                    <a:pt x="2371015" y="291226"/>
                  </a:lnTo>
                  <a:lnTo>
                    <a:pt x="2380733" y="291787"/>
                  </a:lnTo>
                  <a:lnTo>
                    <a:pt x="2390450" y="292341"/>
                  </a:lnTo>
                  <a:lnTo>
                    <a:pt x="2400167" y="292882"/>
                  </a:lnTo>
                  <a:lnTo>
                    <a:pt x="2409884" y="293406"/>
                  </a:lnTo>
                  <a:lnTo>
                    <a:pt x="2419602" y="293908"/>
                  </a:lnTo>
                  <a:lnTo>
                    <a:pt x="2429319" y="294376"/>
                  </a:lnTo>
                  <a:lnTo>
                    <a:pt x="2439036" y="294845"/>
                  </a:lnTo>
                  <a:lnTo>
                    <a:pt x="2448753" y="295505"/>
                  </a:lnTo>
                  <a:lnTo>
                    <a:pt x="2458471" y="295928"/>
                  </a:lnTo>
                  <a:lnTo>
                    <a:pt x="2468188" y="296420"/>
                  </a:lnTo>
                  <a:lnTo>
                    <a:pt x="2477905" y="296814"/>
                  </a:lnTo>
                  <a:lnTo>
                    <a:pt x="2487623" y="297277"/>
                  </a:lnTo>
                  <a:lnTo>
                    <a:pt x="2497340" y="297820"/>
                  </a:lnTo>
                  <a:lnTo>
                    <a:pt x="2507057" y="298370"/>
                  </a:lnTo>
                  <a:lnTo>
                    <a:pt x="2516774" y="29896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6324250" y="3317749"/>
              <a:ext cx="2516774" cy="330986"/>
            </a:xfrm>
            <a:custGeom>
              <a:avLst/>
              <a:pathLst>
                <a:path w="2516774" h="330986">
                  <a:moveTo>
                    <a:pt x="0" y="0"/>
                  </a:moveTo>
                  <a:lnTo>
                    <a:pt x="9717" y="2119"/>
                  </a:lnTo>
                  <a:lnTo>
                    <a:pt x="19434" y="4533"/>
                  </a:lnTo>
                  <a:lnTo>
                    <a:pt x="29151" y="7213"/>
                  </a:lnTo>
                  <a:lnTo>
                    <a:pt x="38869" y="9714"/>
                  </a:lnTo>
                  <a:lnTo>
                    <a:pt x="48586" y="12577"/>
                  </a:lnTo>
                  <a:lnTo>
                    <a:pt x="58303" y="15278"/>
                  </a:lnTo>
                  <a:lnTo>
                    <a:pt x="68020" y="17839"/>
                  </a:lnTo>
                  <a:lnTo>
                    <a:pt x="77738" y="20079"/>
                  </a:lnTo>
                  <a:lnTo>
                    <a:pt x="87455" y="22639"/>
                  </a:lnTo>
                  <a:lnTo>
                    <a:pt x="97172" y="24746"/>
                  </a:lnTo>
                  <a:lnTo>
                    <a:pt x="106890" y="27276"/>
                  </a:lnTo>
                  <a:lnTo>
                    <a:pt x="116607" y="29699"/>
                  </a:lnTo>
                  <a:lnTo>
                    <a:pt x="126324" y="32163"/>
                  </a:lnTo>
                  <a:lnTo>
                    <a:pt x="136041" y="34598"/>
                  </a:lnTo>
                  <a:lnTo>
                    <a:pt x="145759" y="36839"/>
                  </a:lnTo>
                  <a:lnTo>
                    <a:pt x="155476" y="39440"/>
                  </a:lnTo>
                  <a:lnTo>
                    <a:pt x="165193" y="41975"/>
                  </a:lnTo>
                  <a:lnTo>
                    <a:pt x="174910" y="44052"/>
                  </a:lnTo>
                  <a:lnTo>
                    <a:pt x="184628" y="46133"/>
                  </a:lnTo>
                  <a:lnTo>
                    <a:pt x="194345" y="48497"/>
                  </a:lnTo>
                  <a:lnTo>
                    <a:pt x="204062" y="50277"/>
                  </a:lnTo>
                  <a:lnTo>
                    <a:pt x="213780" y="52902"/>
                  </a:lnTo>
                  <a:lnTo>
                    <a:pt x="223497" y="55085"/>
                  </a:lnTo>
                  <a:lnTo>
                    <a:pt x="233214" y="57280"/>
                  </a:lnTo>
                  <a:lnTo>
                    <a:pt x="242931" y="59860"/>
                  </a:lnTo>
                  <a:lnTo>
                    <a:pt x="252649" y="62233"/>
                  </a:lnTo>
                  <a:lnTo>
                    <a:pt x="262366" y="64299"/>
                  </a:lnTo>
                  <a:lnTo>
                    <a:pt x="272083" y="66523"/>
                  </a:lnTo>
                  <a:lnTo>
                    <a:pt x="281801" y="68467"/>
                  </a:lnTo>
                  <a:lnTo>
                    <a:pt x="291518" y="70615"/>
                  </a:lnTo>
                  <a:lnTo>
                    <a:pt x="301235" y="72601"/>
                  </a:lnTo>
                  <a:lnTo>
                    <a:pt x="310952" y="75069"/>
                  </a:lnTo>
                  <a:lnTo>
                    <a:pt x="320670" y="77302"/>
                  </a:lnTo>
                  <a:lnTo>
                    <a:pt x="330387" y="79759"/>
                  </a:lnTo>
                  <a:lnTo>
                    <a:pt x="340104" y="81583"/>
                  </a:lnTo>
                  <a:lnTo>
                    <a:pt x="349821" y="83680"/>
                  </a:lnTo>
                  <a:lnTo>
                    <a:pt x="359539" y="85801"/>
                  </a:lnTo>
                  <a:lnTo>
                    <a:pt x="369256" y="87886"/>
                  </a:lnTo>
                  <a:lnTo>
                    <a:pt x="378973" y="89604"/>
                  </a:lnTo>
                  <a:lnTo>
                    <a:pt x="388691" y="91660"/>
                  </a:lnTo>
                  <a:lnTo>
                    <a:pt x="398408" y="93707"/>
                  </a:lnTo>
                  <a:lnTo>
                    <a:pt x="408125" y="95378"/>
                  </a:lnTo>
                  <a:lnTo>
                    <a:pt x="417842" y="97428"/>
                  </a:lnTo>
                  <a:lnTo>
                    <a:pt x="427560" y="99628"/>
                  </a:lnTo>
                  <a:lnTo>
                    <a:pt x="437277" y="101632"/>
                  </a:lnTo>
                  <a:lnTo>
                    <a:pt x="446994" y="103573"/>
                  </a:lnTo>
                  <a:lnTo>
                    <a:pt x="456712" y="105456"/>
                  </a:lnTo>
                  <a:lnTo>
                    <a:pt x="466429" y="107204"/>
                  </a:lnTo>
                  <a:lnTo>
                    <a:pt x="476146" y="109052"/>
                  </a:lnTo>
                  <a:lnTo>
                    <a:pt x="485863" y="110811"/>
                  </a:lnTo>
                  <a:lnTo>
                    <a:pt x="495581" y="113016"/>
                  </a:lnTo>
                  <a:lnTo>
                    <a:pt x="505298" y="114968"/>
                  </a:lnTo>
                  <a:lnTo>
                    <a:pt x="515015" y="116834"/>
                  </a:lnTo>
                  <a:lnTo>
                    <a:pt x="524732" y="118790"/>
                  </a:lnTo>
                  <a:lnTo>
                    <a:pt x="534450" y="120453"/>
                  </a:lnTo>
                  <a:lnTo>
                    <a:pt x="544167" y="122131"/>
                  </a:lnTo>
                  <a:lnTo>
                    <a:pt x="553884" y="123727"/>
                  </a:lnTo>
                  <a:lnTo>
                    <a:pt x="563602" y="125846"/>
                  </a:lnTo>
                  <a:lnTo>
                    <a:pt x="573319" y="127569"/>
                  </a:lnTo>
                  <a:lnTo>
                    <a:pt x="583036" y="129485"/>
                  </a:lnTo>
                  <a:lnTo>
                    <a:pt x="592753" y="131146"/>
                  </a:lnTo>
                  <a:lnTo>
                    <a:pt x="602471" y="132743"/>
                  </a:lnTo>
                  <a:lnTo>
                    <a:pt x="612188" y="134618"/>
                  </a:lnTo>
                  <a:lnTo>
                    <a:pt x="621905" y="136067"/>
                  </a:lnTo>
                  <a:lnTo>
                    <a:pt x="631623" y="137809"/>
                  </a:lnTo>
                  <a:lnTo>
                    <a:pt x="641340" y="139832"/>
                  </a:lnTo>
                  <a:lnTo>
                    <a:pt x="651057" y="141776"/>
                  </a:lnTo>
                  <a:lnTo>
                    <a:pt x="660774" y="143460"/>
                  </a:lnTo>
                  <a:lnTo>
                    <a:pt x="670492" y="145274"/>
                  </a:lnTo>
                  <a:lnTo>
                    <a:pt x="680209" y="147055"/>
                  </a:lnTo>
                  <a:lnTo>
                    <a:pt x="689926" y="148788"/>
                  </a:lnTo>
                  <a:lnTo>
                    <a:pt x="699643" y="150733"/>
                  </a:lnTo>
                  <a:lnTo>
                    <a:pt x="709361" y="152512"/>
                  </a:lnTo>
                  <a:lnTo>
                    <a:pt x="719078" y="154301"/>
                  </a:lnTo>
                  <a:lnTo>
                    <a:pt x="728795" y="155985"/>
                  </a:lnTo>
                  <a:lnTo>
                    <a:pt x="738513" y="158037"/>
                  </a:lnTo>
                  <a:lnTo>
                    <a:pt x="748230" y="159828"/>
                  </a:lnTo>
                  <a:lnTo>
                    <a:pt x="757947" y="161482"/>
                  </a:lnTo>
                  <a:lnTo>
                    <a:pt x="767664" y="163295"/>
                  </a:lnTo>
                  <a:lnTo>
                    <a:pt x="777382" y="164820"/>
                  </a:lnTo>
                  <a:lnTo>
                    <a:pt x="787099" y="166442"/>
                  </a:lnTo>
                  <a:lnTo>
                    <a:pt x="796816" y="168277"/>
                  </a:lnTo>
                  <a:lnTo>
                    <a:pt x="806534" y="169863"/>
                  </a:lnTo>
                  <a:lnTo>
                    <a:pt x="816251" y="171259"/>
                  </a:lnTo>
                  <a:lnTo>
                    <a:pt x="825968" y="172899"/>
                  </a:lnTo>
                  <a:lnTo>
                    <a:pt x="835685" y="174198"/>
                  </a:lnTo>
                  <a:lnTo>
                    <a:pt x="845403" y="175711"/>
                  </a:lnTo>
                  <a:lnTo>
                    <a:pt x="855120" y="177211"/>
                  </a:lnTo>
                  <a:lnTo>
                    <a:pt x="864837" y="178804"/>
                  </a:lnTo>
                  <a:lnTo>
                    <a:pt x="874554" y="180271"/>
                  </a:lnTo>
                  <a:lnTo>
                    <a:pt x="884272" y="181929"/>
                  </a:lnTo>
                  <a:lnTo>
                    <a:pt x="893989" y="183497"/>
                  </a:lnTo>
                  <a:lnTo>
                    <a:pt x="903706" y="184766"/>
                  </a:lnTo>
                  <a:lnTo>
                    <a:pt x="913424" y="186047"/>
                  </a:lnTo>
                  <a:lnTo>
                    <a:pt x="923141" y="187298"/>
                  </a:lnTo>
                  <a:lnTo>
                    <a:pt x="932858" y="188820"/>
                  </a:lnTo>
                  <a:lnTo>
                    <a:pt x="942575" y="190271"/>
                  </a:lnTo>
                  <a:lnTo>
                    <a:pt x="952293" y="191570"/>
                  </a:lnTo>
                  <a:lnTo>
                    <a:pt x="962010" y="193140"/>
                  </a:lnTo>
                  <a:lnTo>
                    <a:pt x="971727" y="194925"/>
                  </a:lnTo>
                  <a:lnTo>
                    <a:pt x="981445" y="196062"/>
                  </a:lnTo>
                  <a:lnTo>
                    <a:pt x="991162" y="197493"/>
                  </a:lnTo>
                  <a:lnTo>
                    <a:pt x="1000879" y="198904"/>
                  </a:lnTo>
                  <a:lnTo>
                    <a:pt x="1010596" y="200406"/>
                  </a:lnTo>
                  <a:lnTo>
                    <a:pt x="1020314" y="201949"/>
                  </a:lnTo>
                  <a:lnTo>
                    <a:pt x="1030031" y="203398"/>
                  </a:lnTo>
                  <a:lnTo>
                    <a:pt x="1039748" y="204789"/>
                  </a:lnTo>
                  <a:lnTo>
                    <a:pt x="1049465" y="206157"/>
                  </a:lnTo>
                  <a:lnTo>
                    <a:pt x="1059183" y="207627"/>
                  </a:lnTo>
                  <a:lnTo>
                    <a:pt x="1068900" y="209095"/>
                  </a:lnTo>
                  <a:lnTo>
                    <a:pt x="1078617" y="210447"/>
                  </a:lnTo>
                  <a:lnTo>
                    <a:pt x="1088335" y="211770"/>
                  </a:lnTo>
                  <a:lnTo>
                    <a:pt x="1098052" y="213121"/>
                  </a:lnTo>
                  <a:lnTo>
                    <a:pt x="1107769" y="214103"/>
                  </a:lnTo>
                  <a:lnTo>
                    <a:pt x="1117486" y="215483"/>
                  </a:lnTo>
                  <a:lnTo>
                    <a:pt x="1127204" y="216702"/>
                  </a:lnTo>
                  <a:lnTo>
                    <a:pt x="1136921" y="218063"/>
                  </a:lnTo>
                  <a:lnTo>
                    <a:pt x="1146638" y="219284"/>
                  </a:lnTo>
                  <a:lnTo>
                    <a:pt x="1156356" y="220379"/>
                  </a:lnTo>
                  <a:lnTo>
                    <a:pt x="1166073" y="221595"/>
                  </a:lnTo>
                  <a:lnTo>
                    <a:pt x="1175790" y="223060"/>
                  </a:lnTo>
                  <a:lnTo>
                    <a:pt x="1185507" y="224296"/>
                  </a:lnTo>
                  <a:lnTo>
                    <a:pt x="1195225" y="225571"/>
                  </a:lnTo>
                  <a:lnTo>
                    <a:pt x="1204942" y="226939"/>
                  </a:lnTo>
                  <a:lnTo>
                    <a:pt x="1214659" y="228070"/>
                  </a:lnTo>
                  <a:lnTo>
                    <a:pt x="1224376" y="229398"/>
                  </a:lnTo>
                  <a:lnTo>
                    <a:pt x="1234094" y="230607"/>
                  </a:lnTo>
                  <a:lnTo>
                    <a:pt x="1243811" y="231878"/>
                  </a:lnTo>
                  <a:lnTo>
                    <a:pt x="1253528" y="233041"/>
                  </a:lnTo>
                  <a:lnTo>
                    <a:pt x="1263246" y="234027"/>
                  </a:lnTo>
                  <a:lnTo>
                    <a:pt x="1272963" y="235076"/>
                  </a:lnTo>
                  <a:lnTo>
                    <a:pt x="1282680" y="236110"/>
                  </a:lnTo>
                  <a:lnTo>
                    <a:pt x="1292397" y="237184"/>
                  </a:lnTo>
                  <a:lnTo>
                    <a:pt x="1302115" y="238216"/>
                  </a:lnTo>
                  <a:lnTo>
                    <a:pt x="1311832" y="239109"/>
                  </a:lnTo>
                  <a:lnTo>
                    <a:pt x="1321549" y="240260"/>
                  </a:lnTo>
                  <a:lnTo>
                    <a:pt x="1331267" y="241280"/>
                  </a:lnTo>
                  <a:lnTo>
                    <a:pt x="1340984" y="242455"/>
                  </a:lnTo>
                  <a:lnTo>
                    <a:pt x="1350701" y="243545"/>
                  </a:lnTo>
                  <a:lnTo>
                    <a:pt x="1360418" y="244807"/>
                  </a:lnTo>
                  <a:lnTo>
                    <a:pt x="1370136" y="245770"/>
                  </a:lnTo>
                  <a:lnTo>
                    <a:pt x="1379853" y="246899"/>
                  </a:lnTo>
                  <a:lnTo>
                    <a:pt x="1389570" y="247816"/>
                  </a:lnTo>
                  <a:lnTo>
                    <a:pt x="1399287" y="248869"/>
                  </a:lnTo>
                  <a:lnTo>
                    <a:pt x="1409005" y="249829"/>
                  </a:lnTo>
                  <a:lnTo>
                    <a:pt x="1418722" y="250879"/>
                  </a:lnTo>
                  <a:lnTo>
                    <a:pt x="1428439" y="251819"/>
                  </a:lnTo>
                  <a:lnTo>
                    <a:pt x="1438157" y="252948"/>
                  </a:lnTo>
                  <a:lnTo>
                    <a:pt x="1447874" y="254169"/>
                  </a:lnTo>
                  <a:lnTo>
                    <a:pt x="1457591" y="255334"/>
                  </a:lnTo>
                  <a:lnTo>
                    <a:pt x="1467308" y="256163"/>
                  </a:lnTo>
                  <a:lnTo>
                    <a:pt x="1477026" y="257088"/>
                  </a:lnTo>
                  <a:lnTo>
                    <a:pt x="1486743" y="258004"/>
                  </a:lnTo>
                  <a:lnTo>
                    <a:pt x="1496460" y="258966"/>
                  </a:lnTo>
                  <a:lnTo>
                    <a:pt x="1506178" y="260045"/>
                  </a:lnTo>
                  <a:lnTo>
                    <a:pt x="1515895" y="261071"/>
                  </a:lnTo>
                  <a:lnTo>
                    <a:pt x="1525612" y="262218"/>
                  </a:lnTo>
                  <a:lnTo>
                    <a:pt x="1535329" y="263047"/>
                  </a:lnTo>
                  <a:lnTo>
                    <a:pt x="1545047" y="264320"/>
                  </a:lnTo>
                  <a:lnTo>
                    <a:pt x="1554764" y="265213"/>
                  </a:lnTo>
                  <a:lnTo>
                    <a:pt x="1564481" y="266232"/>
                  </a:lnTo>
                  <a:lnTo>
                    <a:pt x="1574198" y="267254"/>
                  </a:lnTo>
                  <a:lnTo>
                    <a:pt x="1583916" y="268347"/>
                  </a:lnTo>
                  <a:lnTo>
                    <a:pt x="1593633" y="269281"/>
                  </a:lnTo>
                  <a:lnTo>
                    <a:pt x="1603350" y="270295"/>
                  </a:lnTo>
                  <a:lnTo>
                    <a:pt x="1613068" y="271379"/>
                  </a:lnTo>
                  <a:lnTo>
                    <a:pt x="1622785" y="272068"/>
                  </a:lnTo>
                  <a:lnTo>
                    <a:pt x="1632502" y="272871"/>
                  </a:lnTo>
                  <a:lnTo>
                    <a:pt x="1642219" y="273769"/>
                  </a:lnTo>
                  <a:lnTo>
                    <a:pt x="1651937" y="274538"/>
                  </a:lnTo>
                  <a:lnTo>
                    <a:pt x="1661654" y="275529"/>
                  </a:lnTo>
                  <a:lnTo>
                    <a:pt x="1671371" y="276404"/>
                  </a:lnTo>
                  <a:lnTo>
                    <a:pt x="1681089" y="277261"/>
                  </a:lnTo>
                  <a:lnTo>
                    <a:pt x="1690806" y="278145"/>
                  </a:lnTo>
                  <a:lnTo>
                    <a:pt x="1700523" y="279062"/>
                  </a:lnTo>
                  <a:lnTo>
                    <a:pt x="1710240" y="279955"/>
                  </a:lnTo>
                  <a:lnTo>
                    <a:pt x="1719958" y="280879"/>
                  </a:lnTo>
                  <a:lnTo>
                    <a:pt x="1729675" y="281617"/>
                  </a:lnTo>
                  <a:lnTo>
                    <a:pt x="1739392" y="282424"/>
                  </a:lnTo>
                  <a:lnTo>
                    <a:pt x="1749109" y="283133"/>
                  </a:lnTo>
                  <a:lnTo>
                    <a:pt x="1758827" y="283817"/>
                  </a:lnTo>
                  <a:lnTo>
                    <a:pt x="1768544" y="284572"/>
                  </a:lnTo>
                  <a:lnTo>
                    <a:pt x="1778261" y="285234"/>
                  </a:lnTo>
                  <a:lnTo>
                    <a:pt x="1787979" y="285971"/>
                  </a:lnTo>
                  <a:lnTo>
                    <a:pt x="1797696" y="286917"/>
                  </a:lnTo>
                  <a:lnTo>
                    <a:pt x="1807413" y="287909"/>
                  </a:lnTo>
                  <a:lnTo>
                    <a:pt x="1817130" y="288607"/>
                  </a:lnTo>
                  <a:lnTo>
                    <a:pt x="1826848" y="289284"/>
                  </a:lnTo>
                  <a:lnTo>
                    <a:pt x="1836565" y="289895"/>
                  </a:lnTo>
                  <a:lnTo>
                    <a:pt x="1846282" y="290602"/>
                  </a:lnTo>
                  <a:lnTo>
                    <a:pt x="1856000" y="291323"/>
                  </a:lnTo>
                  <a:lnTo>
                    <a:pt x="1865717" y="291962"/>
                  </a:lnTo>
                  <a:lnTo>
                    <a:pt x="1875434" y="292642"/>
                  </a:lnTo>
                  <a:lnTo>
                    <a:pt x="1885151" y="293400"/>
                  </a:lnTo>
                  <a:lnTo>
                    <a:pt x="1894869" y="294168"/>
                  </a:lnTo>
                  <a:lnTo>
                    <a:pt x="1904586" y="294767"/>
                  </a:lnTo>
                  <a:lnTo>
                    <a:pt x="1914303" y="295507"/>
                  </a:lnTo>
                  <a:lnTo>
                    <a:pt x="1924020" y="296226"/>
                  </a:lnTo>
                  <a:lnTo>
                    <a:pt x="1933738" y="296989"/>
                  </a:lnTo>
                  <a:lnTo>
                    <a:pt x="1943455" y="297783"/>
                  </a:lnTo>
                  <a:lnTo>
                    <a:pt x="1953172" y="298578"/>
                  </a:lnTo>
                  <a:lnTo>
                    <a:pt x="1962890" y="299250"/>
                  </a:lnTo>
                  <a:lnTo>
                    <a:pt x="1972607" y="299907"/>
                  </a:lnTo>
                  <a:lnTo>
                    <a:pt x="1982324" y="300437"/>
                  </a:lnTo>
                  <a:lnTo>
                    <a:pt x="1992041" y="301060"/>
                  </a:lnTo>
                  <a:lnTo>
                    <a:pt x="2001759" y="301641"/>
                  </a:lnTo>
                  <a:lnTo>
                    <a:pt x="2011476" y="302472"/>
                  </a:lnTo>
                  <a:lnTo>
                    <a:pt x="2021193" y="303102"/>
                  </a:lnTo>
                  <a:lnTo>
                    <a:pt x="2030911" y="303595"/>
                  </a:lnTo>
                  <a:lnTo>
                    <a:pt x="2040628" y="304454"/>
                  </a:lnTo>
                  <a:lnTo>
                    <a:pt x="2050345" y="305243"/>
                  </a:lnTo>
                  <a:lnTo>
                    <a:pt x="2060062" y="305990"/>
                  </a:lnTo>
                  <a:lnTo>
                    <a:pt x="2069780" y="306536"/>
                  </a:lnTo>
                  <a:lnTo>
                    <a:pt x="2079497" y="307071"/>
                  </a:lnTo>
                  <a:lnTo>
                    <a:pt x="2089214" y="307739"/>
                  </a:lnTo>
                  <a:lnTo>
                    <a:pt x="2098931" y="308598"/>
                  </a:lnTo>
                  <a:lnTo>
                    <a:pt x="2108649" y="309297"/>
                  </a:lnTo>
                  <a:lnTo>
                    <a:pt x="2118366" y="309824"/>
                  </a:lnTo>
                  <a:lnTo>
                    <a:pt x="2128083" y="310307"/>
                  </a:lnTo>
                  <a:lnTo>
                    <a:pt x="2137801" y="310978"/>
                  </a:lnTo>
                  <a:lnTo>
                    <a:pt x="2147518" y="311605"/>
                  </a:lnTo>
                  <a:lnTo>
                    <a:pt x="2157235" y="312212"/>
                  </a:lnTo>
                  <a:lnTo>
                    <a:pt x="2166952" y="312706"/>
                  </a:lnTo>
                  <a:lnTo>
                    <a:pt x="2176670" y="313117"/>
                  </a:lnTo>
                  <a:lnTo>
                    <a:pt x="2186387" y="313627"/>
                  </a:lnTo>
                  <a:lnTo>
                    <a:pt x="2196104" y="314064"/>
                  </a:lnTo>
                  <a:lnTo>
                    <a:pt x="2205822" y="314499"/>
                  </a:lnTo>
                  <a:lnTo>
                    <a:pt x="2215539" y="314910"/>
                  </a:lnTo>
                  <a:lnTo>
                    <a:pt x="2225256" y="315599"/>
                  </a:lnTo>
                  <a:lnTo>
                    <a:pt x="2234973" y="316167"/>
                  </a:lnTo>
                  <a:lnTo>
                    <a:pt x="2244691" y="316590"/>
                  </a:lnTo>
                  <a:lnTo>
                    <a:pt x="2254408" y="317048"/>
                  </a:lnTo>
                  <a:lnTo>
                    <a:pt x="2264125" y="317659"/>
                  </a:lnTo>
                  <a:lnTo>
                    <a:pt x="2273842" y="318281"/>
                  </a:lnTo>
                  <a:lnTo>
                    <a:pt x="2283560" y="318807"/>
                  </a:lnTo>
                  <a:lnTo>
                    <a:pt x="2293277" y="319394"/>
                  </a:lnTo>
                  <a:lnTo>
                    <a:pt x="2302994" y="319972"/>
                  </a:lnTo>
                  <a:lnTo>
                    <a:pt x="2312712" y="320501"/>
                  </a:lnTo>
                  <a:lnTo>
                    <a:pt x="2322429" y="321063"/>
                  </a:lnTo>
                  <a:lnTo>
                    <a:pt x="2332146" y="321542"/>
                  </a:lnTo>
                  <a:lnTo>
                    <a:pt x="2341863" y="321979"/>
                  </a:lnTo>
                  <a:lnTo>
                    <a:pt x="2351581" y="322416"/>
                  </a:lnTo>
                  <a:lnTo>
                    <a:pt x="2361298" y="322767"/>
                  </a:lnTo>
                  <a:lnTo>
                    <a:pt x="2371015" y="323091"/>
                  </a:lnTo>
                  <a:lnTo>
                    <a:pt x="2380733" y="323607"/>
                  </a:lnTo>
                  <a:lnTo>
                    <a:pt x="2390450" y="324208"/>
                  </a:lnTo>
                  <a:lnTo>
                    <a:pt x="2400167" y="324804"/>
                  </a:lnTo>
                  <a:lnTo>
                    <a:pt x="2409884" y="325397"/>
                  </a:lnTo>
                  <a:lnTo>
                    <a:pt x="2419602" y="325971"/>
                  </a:lnTo>
                  <a:lnTo>
                    <a:pt x="2429319" y="326419"/>
                  </a:lnTo>
                  <a:lnTo>
                    <a:pt x="2439036" y="327008"/>
                  </a:lnTo>
                  <a:lnTo>
                    <a:pt x="2448753" y="327510"/>
                  </a:lnTo>
                  <a:lnTo>
                    <a:pt x="2458471" y="327964"/>
                  </a:lnTo>
                  <a:lnTo>
                    <a:pt x="2468188" y="328479"/>
                  </a:lnTo>
                  <a:lnTo>
                    <a:pt x="2477905" y="328996"/>
                  </a:lnTo>
                  <a:lnTo>
                    <a:pt x="2487623" y="329646"/>
                  </a:lnTo>
                  <a:lnTo>
                    <a:pt x="2497340" y="330096"/>
                  </a:lnTo>
                  <a:lnTo>
                    <a:pt x="2507057" y="330559"/>
                  </a:lnTo>
                  <a:lnTo>
                    <a:pt x="2516774" y="330986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6324250" y="2971787"/>
              <a:ext cx="2516774" cy="548530"/>
            </a:xfrm>
            <a:custGeom>
              <a:avLst/>
              <a:pathLst>
                <a:path w="2516774" h="548530">
                  <a:moveTo>
                    <a:pt x="0" y="0"/>
                  </a:moveTo>
                  <a:lnTo>
                    <a:pt x="9717" y="3454"/>
                  </a:lnTo>
                  <a:lnTo>
                    <a:pt x="19434" y="6752"/>
                  </a:lnTo>
                  <a:lnTo>
                    <a:pt x="29151" y="9784"/>
                  </a:lnTo>
                  <a:lnTo>
                    <a:pt x="38869" y="14180"/>
                  </a:lnTo>
                  <a:lnTo>
                    <a:pt x="48586" y="16262"/>
                  </a:lnTo>
                  <a:lnTo>
                    <a:pt x="58303" y="18678"/>
                  </a:lnTo>
                  <a:lnTo>
                    <a:pt x="68020" y="23252"/>
                  </a:lnTo>
                  <a:lnTo>
                    <a:pt x="77738" y="28237"/>
                  </a:lnTo>
                  <a:lnTo>
                    <a:pt x="87455" y="30665"/>
                  </a:lnTo>
                  <a:lnTo>
                    <a:pt x="97172" y="35593"/>
                  </a:lnTo>
                  <a:lnTo>
                    <a:pt x="106890" y="37998"/>
                  </a:lnTo>
                  <a:lnTo>
                    <a:pt x="116607" y="40296"/>
                  </a:lnTo>
                  <a:lnTo>
                    <a:pt x="126324" y="44596"/>
                  </a:lnTo>
                  <a:lnTo>
                    <a:pt x="136041" y="50044"/>
                  </a:lnTo>
                  <a:lnTo>
                    <a:pt x="145759" y="52644"/>
                  </a:lnTo>
                  <a:lnTo>
                    <a:pt x="155476" y="56568"/>
                  </a:lnTo>
                  <a:lnTo>
                    <a:pt x="165193" y="60277"/>
                  </a:lnTo>
                  <a:lnTo>
                    <a:pt x="174910" y="63745"/>
                  </a:lnTo>
                  <a:lnTo>
                    <a:pt x="184628" y="68022"/>
                  </a:lnTo>
                  <a:lnTo>
                    <a:pt x="194345" y="71935"/>
                  </a:lnTo>
                  <a:lnTo>
                    <a:pt x="204062" y="75653"/>
                  </a:lnTo>
                  <a:lnTo>
                    <a:pt x="213780" y="79013"/>
                  </a:lnTo>
                  <a:lnTo>
                    <a:pt x="223497" y="83363"/>
                  </a:lnTo>
                  <a:lnTo>
                    <a:pt x="233214" y="85947"/>
                  </a:lnTo>
                  <a:lnTo>
                    <a:pt x="242931" y="89080"/>
                  </a:lnTo>
                  <a:lnTo>
                    <a:pt x="252649" y="92097"/>
                  </a:lnTo>
                  <a:lnTo>
                    <a:pt x="262366" y="94999"/>
                  </a:lnTo>
                  <a:lnTo>
                    <a:pt x="272083" y="98254"/>
                  </a:lnTo>
                  <a:lnTo>
                    <a:pt x="281801" y="100504"/>
                  </a:lnTo>
                  <a:lnTo>
                    <a:pt x="291518" y="103590"/>
                  </a:lnTo>
                  <a:lnTo>
                    <a:pt x="301235" y="105536"/>
                  </a:lnTo>
                  <a:lnTo>
                    <a:pt x="310952" y="110719"/>
                  </a:lnTo>
                  <a:lnTo>
                    <a:pt x="320670" y="113627"/>
                  </a:lnTo>
                  <a:lnTo>
                    <a:pt x="330387" y="117514"/>
                  </a:lnTo>
                  <a:lnTo>
                    <a:pt x="340104" y="121224"/>
                  </a:lnTo>
                  <a:lnTo>
                    <a:pt x="349821" y="123858"/>
                  </a:lnTo>
                  <a:lnTo>
                    <a:pt x="359539" y="125801"/>
                  </a:lnTo>
                  <a:lnTo>
                    <a:pt x="369256" y="129000"/>
                  </a:lnTo>
                  <a:lnTo>
                    <a:pt x="378973" y="133201"/>
                  </a:lnTo>
                  <a:lnTo>
                    <a:pt x="388691" y="136400"/>
                  </a:lnTo>
                  <a:lnTo>
                    <a:pt x="398408" y="139858"/>
                  </a:lnTo>
                  <a:lnTo>
                    <a:pt x="408125" y="142942"/>
                  </a:lnTo>
                  <a:lnTo>
                    <a:pt x="417842" y="146273"/>
                  </a:lnTo>
                  <a:lnTo>
                    <a:pt x="427560" y="150169"/>
                  </a:lnTo>
                  <a:lnTo>
                    <a:pt x="437277" y="153737"/>
                  </a:lnTo>
                  <a:lnTo>
                    <a:pt x="446994" y="157301"/>
                  </a:lnTo>
                  <a:lnTo>
                    <a:pt x="456712" y="160890"/>
                  </a:lnTo>
                  <a:lnTo>
                    <a:pt x="466429" y="165038"/>
                  </a:lnTo>
                  <a:lnTo>
                    <a:pt x="476146" y="168856"/>
                  </a:lnTo>
                  <a:lnTo>
                    <a:pt x="485863" y="172406"/>
                  </a:lnTo>
                  <a:lnTo>
                    <a:pt x="495581" y="174276"/>
                  </a:lnTo>
                  <a:lnTo>
                    <a:pt x="505298" y="177055"/>
                  </a:lnTo>
                  <a:lnTo>
                    <a:pt x="515015" y="179970"/>
                  </a:lnTo>
                  <a:lnTo>
                    <a:pt x="524732" y="181970"/>
                  </a:lnTo>
                  <a:lnTo>
                    <a:pt x="534450" y="184558"/>
                  </a:lnTo>
                  <a:lnTo>
                    <a:pt x="544167" y="188417"/>
                  </a:lnTo>
                  <a:lnTo>
                    <a:pt x="553884" y="190953"/>
                  </a:lnTo>
                  <a:lnTo>
                    <a:pt x="563602" y="193584"/>
                  </a:lnTo>
                  <a:lnTo>
                    <a:pt x="573319" y="196907"/>
                  </a:lnTo>
                  <a:lnTo>
                    <a:pt x="583036" y="201270"/>
                  </a:lnTo>
                  <a:lnTo>
                    <a:pt x="592753" y="203954"/>
                  </a:lnTo>
                  <a:lnTo>
                    <a:pt x="602471" y="205279"/>
                  </a:lnTo>
                  <a:lnTo>
                    <a:pt x="612188" y="207585"/>
                  </a:lnTo>
                  <a:lnTo>
                    <a:pt x="621905" y="211267"/>
                  </a:lnTo>
                  <a:lnTo>
                    <a:pt x="631623" y="213500"/>
                  </a:lnTo>
                  <a:lnTo>
                    <a:pt x="641340" y="216330"/>
                  </a:lnTo>
                  <a:lnTo>
                    <a:pt x="651057" y="219340"/>
                  </a:lnTo>
                  <a:lnTo>
                    <a:pt x="660774" y="220835"/>
                  </a:lnTo>
                  <a:lnTo>
                    <a:pt x="670492" y="224188"/>
                  </a:lnTo>
                  <a:lnTo>
                    <a:pt x="680209" y="228318"/>
                  </a:lnTo>
                  <a:lnTo>
                    <a:pt x="689926" y="229889"/>
                  </a:lnTo>
                  <a:lnTo>
                    <a:pt x="699643" y="233219"/>
                  </a:lnTo>
                  <a:lnTo>
                    <a:pt x="709361" y="234803"/>
                  </a:lnTo>
                  <a:lnTo>
                    <a:pt x="719078" y="236531"/>
                  </a:lnTo>
                  <a:lnTo>
                    <a:pt x="728795" y="238567"/>
                  </a:lnTo>
                  <a:lnTo>
                    <a:pt x="738513" y="241150"/>
                  </a:lnTo>
                  <a:lnTo>
                    <a:pt x="748230" y="243621"/>
                  </a:lnTo>
                  <a:lnTo>
                    <a:pt x="757947" y="245894"/>
                  </a:lnTo>
                  <a:lnTo>
                    <a:pt x="767664" y="248416"/>
                  </a:lnTo>
                  <a:lnTo>
                    <a:pt x="777382" y="250834"/>
                  </a:lnTo>
                  <a:lnTo>
                    <a:pt x="787099" y="252517"/>
                  </a:lnTo>
                  <a:lnTo>
                    <a:pt x="796816" y="254785"/>
                  </a:lnTo>
                  <a:lnTo>
                    <a:pt x="806534" y="256954"/>
                  </a:lnTo>
                  <a:lnTo>
                    <a:pt x="816251" y="259997"/>
                  </a:lnTo>
                  <a:lnTo>
                    <a:pt x="825968" y="263170"/>
                  </a:lnTo>
                  <a:lnTo>
                    <a:pt x="835685" y="265531"/>
                  </a:lnTo>
                  <a:lnTo>
                    <a:pt x="845403" y="269416"/>
                  </a:lnTo>
                  <a:lnTo>
                    <a:pt x="855120" y="272940"/>
                  </a:lnTo>
                  <a:lnTo>
                    <a:pt x="864837" y="275473"/>
                  </a:lnTo>
                  <a:lnTo>
                    <a:pt x="874554" y="277996"/>
                  </a:lnTo>
                  <a:lnTo>
                    <a:pt x="884272" y="280975"/>
                  </a:lnTo>
                  <a:lnTo>
                    <a:pt x="893989" y="283829"/>
                  </a:lnTo>
                  <a:lnTo>
                    <a:pt x="903706" y="285757"/>
                  </a:lnTo>
                  <a:lnTo>
                    <a:pt x="913424" y="287278"/>
                  </a:lnTo>
                  <a:lnTo>
                    <a:pt x="923141" y="288587"/>
                  </a:lnTo>
                  <a:lnTo>
                    <a:pt x="932858" y="290662"/>
                  </a:lnTo>
                  <a:lnTo>
                    <a:pt x="942575" y="293879"/>
                  </a:lnTo>
                  <a:lnTo>
                    <a:pt x="952293" y="296182"/>
                  </a:lnTo>
                  <a:lnTo>
                    <a:pt x="962010" y="298755"/>
                  </a:lnTo>
                  <a:lnTo>
                    <a:pt x="971727" y="300810"/>
                  </a:lnTo>
                  <a:lnTo>
                    <a:pt x="981445" y="304125"/>
                  </a:lnTo>
                  <a:lnTo>
                    <a:pt x="991162" y="306374"/>
                  </a:lnTo>
                  <a:lnTo>
                    <a:pt x="1000879" y="309394"/>
                  </a:lnTo>
                  <a:lnTo>
                    <a:pt x="1010596" y="311361"/>
                  </a:lnTo>
                  <a:lnTo>
                    <a:pt x="1020314" y="313042"/>
                  </a:lnTo>
                  <a:lnTo>
                    <a:pt x="1030031" y="315464"/>
                  </a:lnTo>
                  <a:lnTo>
                    <a:pt x="1039748" y="317904"/>
                  </a:lnTo>
                  <a:lnTo>
                    <a:pt x="1049465" y="319287"/>
                  </a:lnTo>
                  <a:lnTo>
                    <a:pt x="1059183" y="321551"/>
                  </a:lnTo>
                  <a:lnTo>
                    <a:pt x="1068900" y="323552"/>
                  </a:lnTo>
                  <a:lnTo>
                    <a:pt x="1078617" y="325956"/>
                  </a:lnTo>
                  <a:lnTo>
                    <a:pt x="1088335" y="328555"/>
                  </a:lnTo>
                  <a:lnTo>
                    <a:pt x="1098052" y="330043"/>
                  </a:lnTo>
                  <a:lnTo>
                    <a:pt x="1107769" y="332565"/>
                  </a:lnTo>
                  <a:lnTo>
                    <a:pt x="1117486" y="335450"/>
                  </a:lnTo>
                  <a:lnTo>
                    <a:pt x="1127204" y="338673"/>
                  </a:lnTo>
                  <a:lnTo>
                    <a:pt x="1136921" y="340178"/>
                  </a:lnTo>
                  <a:lnTo>
                    <a:pt x="1146638" y="342070"/>
                  </a:lnTo>
                  <a:lnTo>
                    <a:pt x="1156356" y="344694"/>
                  </a:lnTo>
                  <a:lnTo>
                    <a:pt x="1166073" y="347426"/>
                  </a:lnTo>
                  <a:lnTo>
                    <a:pt x="1175790" y="349226"/>
                  </a:lnTo>
                  <a:lnTo>
                    <a:pt x="1185507" y="351539"/>
                  </a:lnTo>
                  <a:lnTo>
                    <a:pt x="1195225" y="354538"/>
                  </a:lnTo>
                  <a:lnTo>
                    <a:pt x="1204942" y="356503"/>
                  </a:lnTo>
                  <a:lnTo>
                    <a:pt x="1214659" y="358965"/>
                  </a:lnTo>
                  <a:lnTo>
                    <a:pt x="1224376" y="361647"/>
                  </a:lnTo>
                  <a:lnTo>
                    <a:pt x="1234094" y="363079"/>
                  </a:lnTo>
                  <a:lnTo>
                    <a:pt x="1243811" y="364735"/>
                  </a:lnTo>
                  <a:lnTo>
                    <a:pt x="1253528" y="367195"/>
                  </a:lnTo>
                  <a:lnTo>
                    <a:pt x="1263246" y="369523"/>
                  </a:lnTo>
                  <a:lnTo>
                    <a:pt x="1272963" y="371549"/>
                  </a:lnTo>
                  <a:lnTo>
                    <a:pt x="1282680" y="373023"/>
                  </a:lnTo>
                  <a:lnTo>
                    <a:pt x="1292397" y="374029"/>
                  </a:lnTo>
                  <a:lnTo>
                    <a:pt x="1302115" y="375547"/>
                  </a:lnTo>
                  <a:lnTo>
                    <a:pt x="1311832" y="378366"/>
                  </a:lnTo>
                  <a:lnTo>
                    <a:pt x="1321549" y="380214"/>
                  </a:lnTo>
                  <a:lnTo>
                    <a:pt x="1331267" y="382285"/>
                  </a:lnTo>
                  <a:lnTo>
                    <a:pt x="1340984" y="384535"/>
                  </a:lnTo>
                  <a:lnTo>
                    <a:pt x="1350701" y="386672"/>
                  </a:lnTo>
                  <a:lnTo>
                    <a:pt x="1360418" y="388683"/>
                  </a:lnTo>
                  <a:lnTo>
                    <a:pt x="1370136" y="390288"/>
                  </a:lnTo>
                  <a:lnTo>
                    <a:pt x="1379853" y="392350"/>
                  </a:lnTo>
                  <a:lnTo>
                    <a:pt x="1389570" y="393696"/>
                  </a:lnTo>
                  <a:lnTo>
                    <a:pt x="1399287" y="395005"/>
                  </a:lnTo>
                  <a:lnTo>
                    <a:pt x="1409005" y="396644"/>
                  </a:lnTo>
                  <a:lnTo>
                    <a:pt x="1418722" y="398046"/>
                  </a:lnTo>
                  <a:lnTo>
                    <a:pt x="1428439" y="399969"/>
                  </a:lnTo>
                  <a:lnTo>
                    <a:pt x="1438157" y="402439"/>
                  </a:lnTo>
                  <a:lnTo>
                    <a:pt x="1447874" y="404144"/>
                  </a:lnTo>
                  <a:lnTo>
                    <a:pt x="1457591" y="405588"/>
                  </a:lnTo>
                  <a:lnTo>
                    <a:pt x="1467308" y="407503"/>
                  </a:lnTo>
                  <a:lnTo>
                    <a:pt x="1477026" y="409119"/>
                  </a:lnTo>
                  <a:lnTo>
                    <a:pt x="1486743" y="411182"/>
                  </a:lnTo>
                  <a:lnTo>
                    <a:pt x="1496460" y="413692"/>
                  </a:lnTo>
                  <a:lnTo>
                    <a:pt x="1506178" y="415404"/>
                  </a:lnTo>
                  <a:lnTo>
                    <a:pt x="1515895" y="417576"/>
                  </a:lnTo>
                  <a:lnTo>
                    <a:pt x="1525612" y="419829"/>
                  </a:lnTo>
                  <a:lnTo>
                    <a:pt x="1535329" y="421979"/>
                  </a:lnTo>
                  <a:lnTo>
                    <a:pt x="1545047" y="424280"/>
                  </a:lnTo>
                  <a:lnTo>
                    <a:pt x="1554764" y="426191"/>
                  </a:lnTo>
                  <a:lnTo>
                    <a:pt x="1564481" y="427819"/>
                  </a:lnTo>
                  <a:lnTo>
                    <a:pt x="1574198" y="430216"/>
                  </a:lnTo>
                  <a:lnTo>
                    <a:pt x="1583916" y="431719"/>
                  </a:lnTo>
                  <a:lnTo>
                    <a:pt x="1593633" y="433001"/>
                  </a:lnTo>
                  <a:lnTo>
                    <a:pt x="1603350" y="434287"/>
                  </a:lnTo>
                  <a:lnTo>
                    <a:pt x="1613068" y="435763"/>
                  </a:lnTo>
                  <a:lnTo>
                    <a:pt x="1622785" y="437135"/>
                  </a:lnTo>
                  <a:lnTo>
                    <a:pt x="1632502" y="438302"/>
                  </a:lnTo>
                  <a:lnTo>
                    <a:pt x="1642219" y="439379"/>
                  </a:lnTo>
                  <a:lnTo>
                    <a:pt x="1651937" y="440872"/>
                  </a:lnTo>
                  <a:lnTo>
                    <a:pt x="1661654" y="442478"/>
                  </a:lnTo>
                  <a:lnTo>
                    <a:pt x="1671371" y="444012"/>
                  </a:lnTo>
                  <a:lnTo>
                    <a:pt x="1681089" y="446110"/>
                  </a:lnTo>
                  <a:lnTo>
                    <a:pt x="1690806" y="448055"/>
                  </a:lnTo>
                  <a:lnTo>
                    <a:pt x="1700523" y="450042"/>
                  </a:lnTo>
                  <a:lnTo>
                    <a:pt x="1710240" y="451987"/>
                  </a:lnTo>
                  <a:lnTo>
                    <a:pt x="1719958" y="454000"/>
                  </a:lnTo>
                  <a:lnTo>
                    <a:pt x="1729675" y="455225"/>
                  </a:lnTo>
                  <a:lnTo>
                    <a:pt x="1739392" y="456476"/>
                  </a:lnTo>
                  <a:lnTo>
                    <a:pt x="1749109" y="457655"/>
                  </a:lnTo>
                  <a:lnTo>
                    <a:pt x="1758827" y="459141"/>
                  </a:lnTo>
                  <a:lnTo>
                    <a:pt x="1768544" y="460775"/>
                  </a:lnTo>
                  <a:lnTo>
                    <a:pt x="1778261" y="462259"/>
                  </a:lnTo>
                  <a:lnTo>
                    <a:pt x="1787979" y="463341"/>
                  </a:lnTo>
                  <a:lnTo>
                    <a:pt x="1797696" y="464225"/>
                  </a:lnTo>
                  <a:lnTo>
                    <a:pt x="1807413" y="465572"/>
                  </a:lnTo>
                  <a:lnTo>
                    <a:pt x="1817130" y="467068"/>
                  </a:lnTo>
                  <a:lnTo>
                    <a:pt x="1826848" y="468905"/>
                  </a:lnTo>
                  <a:lnTo>
                    <a:pt x="1836565" y="470177"/>
                  </a:lnTo>
                  <a:lnTo>
                    <a:pt x="1846282" y="471204"/>
                  </a:lnTo>
                  <a:lnTo>
                    <a:pt x="1856000" y="473075"/>
                  </a:lnTo>
                  <a:lnTo>
                    <a:pt x="1865717" y="474308"/>
                  </a:lnTo>
                  <a:lnTo>
                    <a:pt x="1875434" y="475999"/>
                  </a:lnTo>
                  <a:lnTo>
                    <a:pt x="1885151" y="477375"/>
                  </a:lnTo>
                  <a:lnTo>
                    <a:pt x="1894869" y="478444"/>
                  </a:lnTo>
                  <a:lnTo>
                    <a:pt x="1904586" y="479507"/>
                  </a:lnTo>
                  <a:lnTo>
                    <a:pt x="1914303" y="480565"/>
                  </a:lnTo>
                  <a:lnTo>
                    <a:pt x="1924020" y="481665"/>
                  </a:lnTo>
                  <a:lnTo>
                    <a:pt x="1933738" y="482513"/>
                  </a:lnTo>
                  <a:lnTo>
                    <a:pt x="1943455" y="483771"/>
                  </a:lnTo>
                  <a:lnTo>
                    <a:pt x="1953172" y="485180"/>
                  </a:lnTo>
                  <a:lnTo>
                    <a:pt x="1962890" y="486394"/>
                  </a:lnTo>
                  <a:lnTo>
                    <a:pt x="1972607" y="488332"/>
                  </a:lnTo>
                  <a:lnTo>
                    <a:pt x="1982324" y="490478"/>
                  </a:lnTo>
                  <a:lnTo>
                    <a:pt x="1992041" y="492260"/>
                  </a:lnTo>
                  <a:lnTo>
                    <a:pt x="2001759" y="493792"/>
                  </a:lnTo>
                  <a:lnTo>
                    <a:pt x="2011476" y="494767"/>
                  </a:lnTo>
                  <a:lnTo>
                    <a:pt x="2021193" y="495459"/>
                  </a:lnTo>
                  <a:lnTo>
                    <a:pt x="2030911" y="496402"/>
                  </a:lnTo>
                  <a:lnTo>
                    <a:pt x="2040628" y="498266"/>
                  </a:lnTo>
                  <a:lnTo>
                    <a:pt x="2050345" y="499354"/>
                  </a:lnTo>
                  <a:lnTo>
                    <a:pt x="2060062" y="500740"/>
                  </a:lnTo>
                  <a:lnTo>
                    <a:pt x="2069780" y="502955"/>
                  </a:lnTo>
                  <a:lnTo>
                    <a:pt x="2079497" y="504203"/>
                  </a:lnTo>
                  <a:lnTo>
                    <a:pt x="2089214" y="505358"/>
                  </a:lnTo>
                  <a:lnTo>
                    <a:pt x="2098931" y="506084"/>
                  </a:lnTo>
                  <a:lnTo>
                    <a:pt x="2108649" y="506735"/>
                  </a:lnTo>
                  <a:lnTo>
                    <a:pt x="2118366" y="507614"/>
                  </a:lnTo>
                  <a:lnTo>
                    <a:pt x="2128083" y="508806"/>
                  </a:lnTo>
                  <a:lnTo>
                    <a:pt x="2137801" y="509992"/>
                  </a:lnTo>
                  <a:lnTo>
                    <a:pt x="2147518" y="511172"/>
                  </a:lnTo>
                  <a:lnTo>
                    <a:pt x="2157235" y="512346"/>
                  </a:lnTo>
                  <a:lnTo>
                    <a:pt x="2166952" y="513514"/>
                  </a:lnTo>
                  <a:lnTo>
                    <a:pt x="2176670" y="514676"/>
                  </a:lnTo>
                  <a:lnTo>
                    <a:pt x="2186387" y="516000"/>
                  </a:lnTo>
                  <a:lnTo>
                    <a:pt x="2196104" y="517854"/>
                  </a:lnTo>
                  <a:lnTo>
                    <a:pt x="2205822" y="519045"/>
                  </a:lnTo>
                  <a:lnTo>
                    <a:pt x="2215539" y="520245"/>
                  </a:lnTo>
                  <a:lnTo>
                    <a:pt x="2225256" y="521304"/>
                  </a:lnTo>
                  <a:lnTo>
                    <a:pt x="2234973" y="522261"/>
                  </a:lnTo>
                  <a:lnTo>
                    <a:pt x="2244691" y="523251"/>
                  </a:lnTo>
                  <a:lnTo>
                    <a:pt x="2254408" y="524397"/>
                  </a:lnTo>
                  <a:lnTo>
                    <a:pt x="2264125" y="525341"/>
                  </a:lnTo>
                  <a:lnTo>
                    <a:pt x="2273842" y="526106"/>
                  </a:lnTo>
                  <a:lnTo>
                    <a:pt x="2283560" y="526974"/>
                  </a:lnTo>
                  <a:lnTo>
                    <a:pt x="2293277" y="527736"/>
                  </a:lnTo>
                  <a:lnTo>
                    <a:pt x="2302994" y="528734"/>
                  </a:lnTo>
                  <a:lnTo>
                    <a:pt x="2312712" y="529745"/>
                  </a:lnTo>
                  <a:lnTo>
                    <a:pt x="2322429" y="530659"/>
                  </a:lnTo>
                  <a:lnTo>
                    <a:pt x="2332146" y="531484"/>
                  </a:lnTo>
                  <a:lnTo>
                    <a:pt x="2341863" y="532361"/>
                  </a:lnTo>
                  <a:lnTo>
                    <a:pt x="2351581" y="533399"/>
                  </a:lnTo>
                  <a:lnTo>
                    <a:pt x="2361298" y="534484"/>
                  </a:lnTo>
                  <a:lnTo>
                    <a:pt x="2371015" y="535241"/>
                  </a:lnTo>
                  <a:lnTo>
                    <a:pt x="2380733" y="536268"/>
                  </a:lnTo>
                  <a:lnTo>
                    <a:pt x="2390450" y="537288"/>
                  </a:lnTo>
                  <a:lnTo>
                    <a:pt x="2400167" y="538209"/>
                  </a:lnTo>
                  <a:lnTo>
                    <a:pt x="2409884" y="539120"/>
                  </a:lnTo>
                  <a:lnTo>
                    <a:pt x="2419602" y="540058"/>
                  </a:lnTo>
                  <a:lnTo>
                    <a:pt x="2429319" y="540732"/>
                  </a:lnTo>
                  <a:lnTo>
                    <a:pt x="2439036" y="541529"/>
                  </a:lnTo>
                  <a:lnTo>
                    <a:pt x="2448753" y="542545"/>
                  </a:lnTo>
                  <a:lnTo>
                    <a:pt x="2458471" y="543730"/>
                  </a:lnTo>
                  <a:lnTo>
                    <a:pt x="2468188" y="544691"/>
                  </a:lnTo>
                  <a:lnTo>
                    <a:pt x="2477905" y="545331"/>
                  </a:lnTo>
                  <a:lnTo>
                    <a:pt x="2487623" y="546279"/>
                  </a:lnTo>
                  <a:lnTo>
                    <a:pt x="2497340" y="547250"/>
                  </a:lnTo>
                  <a:lnTo>
                    <a:pt x="2507057" y="548101"/>
                  </a:lnTo>
                  <a:lnTo>
                    <a:pt x="2516774" y="54853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rc100"/>
            <p:cNvSpPr/>
            <p:nvPr/>
          </p:nvSpPr>
          <p:spPr>
            <a:xfrm>
              <a:off x="6198411" y="745738"/>
              <a:ext cx="2768452" cy="5179814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1"/>
            <p:cNvSpPr/>
            <p:nvPr/>
          </p:nvSpPr>
          <p:spPr>
            <a:xfrm>
              <a:off x="522328" y="529239"/>
              <a:ext cx="2768452" cy="21649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2"/>
            <p:cNvSpPr/>
            <p:nvPr/>
          </p:nvSpPr>
          <p:spPr>
            <a:xfrm>
              <a:off x="1773076" y="595196"/>
              <a:ext cx="266957" cy="825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04" name="rc103"/>
            <p:cNvSpPr/>
            <p:nvPr/>
          </p:nvSpPr>
          <p:spPr>
            <a:xfrm>
              <a:off x="3360370" y="529239"/>
              <a:ext cx="2768452" cy="21649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tx104"/>
            <p:cNvSpPr/>
            <p:nvPr/>
          </p:nvSpPr>
          <p:spPr>
            <a:xfrm>
              <a:off x="4502413" y="595196"/>
              <a:ext cx="484366" cy="825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Turnover</a:t>
              </a:r>
            </a:p>
          </p:txBody>
        </p:sp>
        <p:sp>
          <p:nvSpPr>
            <p:cNvPr id="106" name="rc105"/>
            <p:cNvSpPr/>
            <p:nvPr/>
          </p:nvSpPr>
          <p:spPr>
            <a:xfrm>
              <a:off x="6198411" y="529239"/>
              <a:ext cx="2768452" cy="21649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6"/>
            <p:cNvSpPr/>
            <p:nvPr/>
          </p:nvSpPr>
          <p:spPr>
            <a:xfrm>
              <a:off x="7023647" y="592686"/>
              <a:ext cx="1117981" cy="850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Gradient/Nestedness</a:t>
              </a:r>
            </a:p>
          </p:txBody>
        </p:sp>
        <p:sp>
          <p:nvSpPr>
            <p:cNvPr id="108" name="pl107"/>
            <p:cNvSpPr/>
            <p:nvPr/>
          </p:nvSpPr>
          <p:spPr>
            <a:xfrm>
              <a:off x="544996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187841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830685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2473530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3116374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tx112"/>
            <p:cNvSpPr/>
            <p:nvPr/>
          </p:nvSpPr>
          <p:spPr>
            <a:xfrm>
              <a:off x="495310" y="5990530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14" name="tx113"/>
            <p:cNvSpPr/>
            <p:nvPr/>
          </p:nvSpPr>
          <p:spPr>
            <a:xfrm>
              <a:off x="1156763" y="598807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15" name="tx114"/>
            <p:cNvSpPr/>
            <p:nvPr/>
          </p:nvSpPr>
          <p:spPr>
            <a:xfrm>
              <a:off x="1799608" y="5990530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16" name="tx115"/>
            <p:cNvSpPr/>
            <p:nvPr/>
          </p:nvSpPr>
          <p:spPr>
            <a:xfrm>
              <a:off x="2442452" y="5989929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17" name="tx116"/>
            <p:cNvSpPr/>
            <p:nvPr/>
          </p:nvSpPr>
          <p:spPr>
            <a:xfrm>
              <a:off x="3085296" y="5987965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18" name="pl117"/>
            <p:cNvSpPr/>
            <p:nvPr/>
          </p:nvSpPr>
          <p:spPr>
            <a:xfrm>
              <a:off x="3383038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4025882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4668727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5311571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5954416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tx122"/>
            <p:cNvSpPr/>
            <p:nvPr/>
          </p:nvSpPr>
          <p:spPr>
            <a:xfrm>
              <a:off x="3333352" y="5990530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24" name="tx123"/>
            <p:cNvSpPr/>
            <p:nvPr/>
          </p:nvSpPr>
          <p:spPr>
            <a:xfrm>
              <a:off x="3994805" y="598807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25" name="tx124"/>
            <p:cNvSpPr/>
            <p:nvPr/>
          </p:nvSpPr>
          <p:spPr>
            <a:xfrm>
              <a:off x="4637649" y="5990530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5280493" y="5989929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27" name="tx126"/>
            <p:cNvSpPr/>
            <p:nvPr/>
          </p:nvSpPr>
          <p:spPr>
            <a:xfrm>
              <a:off x="5923338" y="5987965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28" name="pl127"/>
            <p:cNvSpPr/>
            <p:nvPr/>
          </p:nvSpPr>
          <p:spPr>
            <a:xfrm>
              <a:off x="6221079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8"/>
            <p:cNvSpPr/>
            <p:nvPr/>
          </p:nvSpPr>
          <p:spPr>
            <a:xfrm>
              <a:off x="6863924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29"/>
            <p:cNvSpPr/>
            <p:nvPr/>
          </p:nvSpPr>
          <p:spPr>
            <a:xfrm>
              <a:off x="7506768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0"/>
            <p:cNvSpPr/>
            <p:nvPr/>
          </p:nvSpPr>
          <p:spPr>
            <a:xfrm>
              <a:off x="8149613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1"/>
            <p:cNvSpPr/>
            <p:nvPr/>
          </p:nvSpPr>
          <p:spPr>
            <a:xfrm>
              <a:off x="8792457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tx132"/>
            <p:cNvSpPr/>
            <p:nvPr/>
          </p:nvSpPr>
          <p:spPr>
            <a:xfrm>
              <a:off x="6171393" y="5990530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6832846" y="598807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35" name="tx134"/>
            <p:cNvSpPr/>
            <p:nvPr/>
          </p:nvSpPr>
          <p:spPr>
            <a:xfrm>
              <a:off x="7475690" y="5990530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36" name="tx135"/>
            <p:cNvSpPr/>
            <p:nvPr/>
          </p:nvSpPr>
          <p:spPr>
            <a:xfrm>
              <a:off x="8118535" y="5989929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37" name="tx136"/>
            <p:cNvSpPr/>
            <p:nvPr/>
          </p:nvSpPr>
          <p:spPr>
            <a:xfrm>
              <a:off x="8761379" y="5987965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38" name="tx137"/>
            <p:cNvSpPr/>
            <p:nvPr/>
          </p:nvSpPr>
          <p:spPr>
            <a:xfrm>
              <a:off x="267120" y="4656724"/>
              <a:ext cx="192578" cy="804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-0.4</a:t>
              </a:r>
            </a:p>
          </p:txBody>
        </p:sp>
        <p:sp>
          <p:nvSpPr>
            <p:cNvPr id="139" name="tx138"/>
            <p:cNvSpPr/>
            <p:nvPr/>
          </p:nvSpPr>
          <p:spPr>
            <a:xfrm>
              <a:off x="304337" y="3366844"/>
              <a:ext cx="155361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304337" y="2076528"/>
              <a:ext cx="155361" cy="804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141" name="tx140"/>
            <p:cNvSpPr/>
            <p:nvPr/>
          </p:nvSpPr>
          <p:spPr>
            <a:xfrm>
              <a:off x="304337" y="786320"/>
              <a:ext cx="155361" cy="806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142" name="pl141"/>
            <p:cNvSpPr/>
            <p:nvPr/>
          </p:nvSpPr>
          <p:spPr>
            <a:xfrm>
              <a:off x="487534" y="46971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487534" y="34070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487534" y="21169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487534" y="8268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145"/>
            <p:cNvSpPr/>
            <p:nvPr/>
          </p:nvSpPr>
          <p:spPr>
            <a:xfrm>
              <a:off x="3020925" y="6096279"/>
              <a:ext cx="3447343" cy="131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Pair-level mean temperature anomaly (pair_clim_mean)</a:t>
              </a:r>
            </a:p>
          </p:txBody>
        </p:sp>
        <p:sp>
          <p:nvSpPr>
            <p:cNvPr id="147" name="tx146"/>
            <p:cNvSpPr/>
            <p:nvPr/>
          </p:nvSpPr>
          <p:spPr>
            <a:xfrm rot="-5400000">
              <a:off x="-1182034" y="3269206"/>
              <a:ext cx="2634040" cy="1328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Difference in dissimilarity relative to PV@0</a:t>
              </a:r>
            </a:p>
          </p:txBody>
        </p:sp>
        <p:sp>
          <p:nvSpPr>
            <p:cNvPr id="148" name="rc147"/>
            <p:cNvSpPr/>
            <p:nvPr/>
          </p:nvSpPr>
          <p:spPr>
            <a:xfrm>
              <a:off x="1895027" y="6467734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8"/>
            <p:cNvSpPr/>
            <p:nvPr/>
          </p:nvSpPr>
          <p:spPr>
            <a:xfrm>
              <a:off x="1895027" y="6467734"/>
              <a:ext cx="219456" cy="219455"/>
            </a:xfrm>
            <a:prstGeom prst="rect">
              <a:avLst/>
            </a:pr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916973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rc150"/>
            <p:cNvSpPr/>
            <p:nvPr/>
          </p:nvSpPr>
          <p:spPr>
            <a:xfrm>
              <a:off x="3185395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1"/>
            <p:cNvSpPr/>
            <p:nvPr/>
          </p:nvSpPr>
          <p:spPr>
            <a:xfrm>
              <a:off x="3185395" y="6467734"/>
              <a:ext cx="219455" cy="219455"/>
            </a:xfrm>
            <a:prstGeom prst="rect">
              <a:avLst/>
            </a:pr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3207340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rc153"/>
            <p:cNvSpPr/>
            <p:nvPr/>
          </p:nvSpPr>
          <p:spPr>
            <a:xfrm>
              <a:off x="4625121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4"/>
            <p:cNvSpPr/>
            <p:nvPr/>
          </p:nvSpPr>
          <p:spPr>
            <a:xfrm>
              <a:off x="4625121" y="6467734"/>
              <a:ext cx="219455" cy="219455"/>
            </a:xfrm>
            <a:prstGeom prst="rect">
              <a:avLst/>
            </a:pr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4647067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rc156"/>
            <p:cNvSpPr/>
            <p:nvPr/>
          </p:nvSpPr>
          <p:spPr>
            <a:xfrm>
              <a:off x="5791123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7"/>
            <p:cNvSpPr/>
            <p:nvPr/>
          </p:nvSpPr>
          <p:spPr>
            <a:xfrm>
              <a:off x="5791123" y="6467734"/>
              <a:ext cx="219455" cy="219455"/>
            </a:xfrm>
            <a:prstGeom prst="rect">
              <a:avLst/>
            </a:pr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5813069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rc159"/>
            <p:cNvSpPr/>
            <p:nvPr/>
          </p:nvSpPr>
          <p:spPr>
            <a:xfrm>
              <a:off x="7000727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0"/>
            <p:cNvSpPr/>
            <p:nvPr/>
          </p:nvSpPr>
          <p:spPr>
            <a:xfrm>
              <a:off x="7000727" y="6467734"/>
              <a:ext cx="219455" cy="219455"/>
            </a:xfrm>
            <a:prstGeom prst="rect">
              <a:avLst/>
            </a:pr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7022672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tx162"/>
            <p:cNvSpPr/>
            <p:nvPr/>
          </p:nvSpPr>
          <p:spPr>
            <a:xfrm>
              <a:off x="2184072" y="6512660"/>
              <a:ext cx="931733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vegetation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3474440" y="6510477"/>
              <a:ext cx="108109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 vegetation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4914166" y="6511350"/>
              <a:ext cx="807367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(low)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6080168" y="6511350"/>
              <a:ext cx="850969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(high)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7289772" y="6534979"/>
              <a:ext cx="30439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522328" y="296212"/>
              <a:ext cx="4340727" cy="13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Positive values indicate higher dissimilarity than the fixed PV baseline.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522328" y="62420"/>
              <a:ext cx="6479024" cy="1594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Compositional homogenization relative to Primary vegetation at climate mean = 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2026-03-23T21:30:03Z</dcterms:modified>
  <cp:category/>
</cp:coreProperties>
</file>