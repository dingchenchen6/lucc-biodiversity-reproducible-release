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Compositional multi-metric contrasts vs PV@0</a:t>
            </a:r>
          </a:p>
        </p:txBody>
      </p:sp>
      <p:grpSp xmlns:pic="http://schemas.openxmlformats.org/drawingml/2006/picture">
        <p:nvGrpSpPr>
          <p:cNvPr id="3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4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1121870" y="2396548"/>
              <a:ext cx="2226336" cy="74277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121870" y="2999010"/>
              <a:ext cx="2226336" cy="0"/>
            </a:xfrm>
            <a:custGeom>
              <a:avLst/>
              <a:pathLst>
                <a:path w="2226336" h="0">
                  <a:moveTo>
                    <a:pt x="0" y="0"/>
                  </a:moveTo>
                  <a:lnTo>
                    <a:pt x="2226336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1121870" y="2797402"/>
              <a:ext cx="2226336" cy="0"/>
            </a:xfrm>
            <a:custGeom>
              <a:avLst/>
              <a:pathLst>
                <a:path w="2226336" h="0">
                  <a:moveTo>
                    <a:pt x="0" y="0"/>
                  </a:moveTo>
                  <a:lnTo>
                    <a:pt x="2226336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1121870" y="2595794"/>
              <a:ext cx="2226336" cy="0"/>
            </a:xfrm>
            <a:custGeom>
              <a:avLst/>
              <a:pathLst>
                <a:path w="2226336" h="0">
                  <a:moveTo>
                    <a:pt x="0" y="0"/>
                  </a:moveTo>
                  <a:lnTo>
                    <a:pt x="2226336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1140099" y="2396548"/>
              <a:ext cx="0" cy="742778"/>
            </a:xfrm>
            <a:custGeom>
              <a:avLst/>
              <a:pathLst>
                <a:path w="0" h="742778">
                  <a:moveTo>
                    <a:pt x="0" y="742778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657062" y="2396548"/>
              <a:ext cx="0" cy="742778"/>
            </a:xfrm>
            <a:custGeom>
              <a:avLst/>
              <a:pathLst>
                <a:path w="0" h="742778">
                  <a:moveTo>
                    <a:pt x="0" y="742778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2174025" y="2396548"/>
              <a:ext cx="0" cy="742778"/>
            </a:xfrm>
            <a:custGeom>
              <a:avLst/>
              <a:pathLst>
                <a:path w="0" h="742778">
                  <a:moveTo>
                    <a:pt x="0" y="742778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2690988" y="2396548"/>
              <a:ext cx="0" cy="742778"/>
            </a:xfrm>
            <a:custGeom>
              <a:avLst/>
              <a:pathLst>
                <a:path w="0" h="742778">
                  <a:moveTo>
                    <a:pt x="0" y="742778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3207952" y="2396548"/>
              <a:ext cx="0" cy="742778"/>
            </a:xfrm>
            <a:custGeom>
              <a:avLst/>
              <a:pathLst>
                <a:path w="0" h="742778">
                  <a:moveTo>
                    <a:pt x="0" y="742778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121870" y="2797402"/>
              <a:ext cx="2226336" cy="0"/>
            </a:xfrm>
            <a:custGeom>
              <a:avLst/>
              <a:pathLst>
                <a:path w="2226336" h="0">
                  <a:moveTo>
                    <a:pt x="0" y="0"/>
                  </a:moveTo>
                  <a:lnTo>
                    <a:pt x="2226336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1223067" y="2765487"/>
              <a:ext cx="2023942" cy="202542"/>
            </a:xfrm>
            <a:custGeom>
              <a:avLst/>
              <a:pathLst>
                <a:path w="2023942" h="202542">
                  <a:moveTo>
                    <a:pt x="0" y="0"/>
                  </a:moveTo>
                  <a:lnTo>
                    <a:pt x="7814" y="475"/>
                  </a:lnTo>
                  <a:lnTo>
                    <a:pt x="15628" y="955"/>
                  </a:lnTo>
                  <a:lnTo>
                    <a:pt x="23443" y="1438"/>
                  </a:lnTo>
                  <a:lnTo>
                    <a:pt x="31257" y="1929"/>
                  </a:lnTo>
                  <a:lnTo>
                    <a:pt x="39072" y="2443"/>
                  </a:lnTo>
                  <a:lnTo>
                    <a:pt x="46886" y="2960"/>
                  </a:lnTo>
                  <a:lnTo>
                    <a:pt x="54701" y="3480"/>
                  </a:lnTo>
                  <a:lnTo>
                    <a:pt x="62515" y="4003"/>
                  </a:lnTo>
                  <a:lnTo>
                    <a:pt x="70330" y="4529"/>
                  </a:lnTo>
                  <a:lnTo>
                    <a:pt x="78144" y="5058"/>
                  </a:lnTo>
                  <a:lnTo>
                    <a:pt x="85958" y="5604"/>
                  </a:lnTo>
                  <a:lnTo>
                    <a:pt x="93773" y="6154"/>
                  </a:lnTo>
                  <a:lnTo>
                    <a:pt x="101587" y="6696"/>
                  </a:lnTo>
                  <a:lnTo>
                    <a:pt x="109402" y="7246"/>
                  </a:lnTo>
                  <a:lnTo>
                    <a:pt x="117216" y="7800"/>
                  </a:lnTo>
                  <a:lnTo>
                    <a:pt x="125031" y="8355"/>
                  </a:lnTo>
                  <a:lnTo>
                    <a:pt x="132845" y="8912"/>
                  </a:lnTo>
                  <a:lnTo>
                    <a:pt x="140660" y="9471"/>
                  </a:lnTo>
                  <a:lnTo>
                    <a:pt x="148474" y="10033"/>
                  </a:lnTo>
                  <a:lnTo>
                    <a:pt x="156288" y="10556"/>
                  </a:lnTo>
                  <a:lnTo>
                    <a:pt x="164103" y="11079"/>
                  </a:lnTo>
                  <a:lnTo>
                    <a:pt x="171917" y="11607"/>
                  </a:lnTo>
                  <a:lnTo>
                    <a:pt x="179732" y="12165"/>
                  </a:lnTo>
                  <a:lnTo>
                    <a:pt x="187546" y="12730"/>
                  </a:lnTo>
                  <a:lnTo>
                    <a:pt x="195361" y="13298"/>
                  </a:lnTo>
                  <a:lnTo>
                    <a:pt x="203175" y="13869"/>
                  </a:lnTo>
                  <a:lnTo>
                    <a:pt x="210990" y="14442"/>
                  </a:lnTo>
                  <a:lnTo>
                    <a:pt x="218804" y="15019"/>
                  </a:lnTo>
                  <a:lnTo>
                    <a:pt x="226619" y="15599"/>
                  </a:lnTo>
                  <a:lnTo>
                    <a:pt x="234433" y="16186"/>
                  </a:lnTo>
                  <a:lnTo>
                    <a:pt x="242247" y="16775"/>
                  </a:lnTo>
                  <a:lnTo>
                    <a:pt x="250062" y="17366"/>
                  </a:lnTo>
                  <a:lnTo>
                    <a:pt x="257876" y="17960"/>
                  </a:lnTo>
                  <a:lnTo>
                    <a:pt x="265691" y="18555"/>
                  </a:lnTo>
                  <a:lnTo>
                    <a:pt x="273505" y="19153"/>
                  </a:lnTo>
                  <a:lnTo>
                    <a:pt x="281320" y="19754"/>
                  </a:lnTo>
                  <a:lnTo>
                    <a:pt x="289134" y="20356"/>
                  </a:lnTo>
                  <a:lnTo>
                    <a:pt x="296949" y="20961"/>
                  </a:lnTo>
                  <a:lnTo>
                    <a:pt x="304763" y="21567"/>
                  </a:lnTo>
                  <a:lnTo>
                    <a:pt x="312577" y="22167"/>
                  </a:lnTo>
                  <a:lnTo>
                    <a:pt x="320392" y="22768"/>
                  </a:lnTo>
                  <a:lnTo>
                    <a:pt x="328206" y="23373"/>
                  </a:lnTo>
                  <a:lnTo>
                    <a:pt x="336021" y="23982"/>
                  </a:lnTo>
                  <a:lnTo>
                    <a:pt x="343835" y="24594"/>
                  </a:lnTo>
                  <a:lnTo>
                    <a:pt x="351650" y="25215"/>
                  </a:lnTo>
                  <a:lnTo>
                    <a:pt x="359464" y="25838"/>
                  </a:lnTo>
                  <a:lnTo>
                    <a:pt x="367279" y="26464"/>
                  </a:lnTo>
                  <a:lnTo>
                    <a:pt x="375093" y="27093"/>
                  </a:lnTo>
                  <a:lnTo>
                    <a:pt x="382907" y="27724"/>
                  </a:lnTo>
                  <a:lnTo>
                    <a:pt x="390722" y="28358"/>
                  </a:lnTo>
                  <a:lnTo>
                    <a:pt x="398536" y="28994"/>
                  </a:lnTo>
                  <a:lnTo>
                    <a:pt x="406351" y="29633"/>
                  </a:lnTo>
                  <a:lnTo>
                    <a:pt x="414165" y="30275"/>
                  </a:lnTo>
                  <a:lnTo>
                    <a:pt x="421980" y="30919"/>
                  </a:lnTo>
                  <a:lnTo>
                    <a:pt x="429794" y="31565"/>
                  </a:lnTo>
                  <a:lnTo>
                    <a:pt x="437609" y="31906"/>
                  </a:lnTo>
                  <a:lnTo>
                    <a:pt x="445423" y="31888"/>
                  </a:lnTo>
                  <a:lnTo>
                    <a:pt x="453238" y="31871"/>
                  </a:lnTo>
                  <a:lnTo>
                    <a:pt x="461052" y="31853"/>
                  </a:lnTo>
                  <a:lnTo>
                    <a:pt x="468866" y="31835"/>
                  </a:lnTo>
                  <a:lnTo>
                    <a:pt x="476681" y="31817"/>
                  </a:lnTo>
                  <a:lnTo>
                    <a:pt x="484495" y="31800"/>
                  </a:lnTo>
                  <a:lnTo>
                    <a:pt x="492310" y="31782"/>
                  </a:lnTo>
                  <a:lnTo>
                    <a:pt x="500124" y="31764"/>
                  </a:lnTo>
                  <a:lnTo>
                    <a:pt x="507939" y="31747"/>
                  </a:lnTo>
                  <a:lnTo>
                    <a:pt x="515753" y="31729"/>
                  </a:lnTo>
                  <a:lnTo>
                    <a:pt x="523568" y="31711"/>
                  </a:lnTo>
                  <a:lnTo>
                    <a:pt x="531382" y="31694"/>
                  </a:lnTo>
                  <a:lnTo>
                    <a:pt x="539196" y="31676"/>
                  </a:lnTo>
                  <a:lnTo>
                    <a:pt x="547011" y="31658"/>
                  </a:lnTo>
                  <a:lnTo>
                    <a:pt x="554825" y="31641"/>
                  </a:lnTo>
                  <a:lnTo>
                    <a:pt x="562640" y="31623"/>
                  </a:lnTo>
                  <a:lnTo>
                    <a:pt x="570454" y="31605"/>
                  </a:lnTo>
                  <a:lnTo>
                    <a:pt x="578269" y="31587"/>
                  </a:lnTo>
                  <a:lnTo>
                    <a:pt x="586083" y="31570"/>
                  </a:lnTo>
                  <a:lnTo>
                    <a:pt x="593898" y="31552"/>
                  </a:lnTo>
                  <a:lnTo>
                    <a:pt x="601712" y="31535"/>
                  </a:lnTo>
                  <a:lnTo>
                    <a:pt x="609526" y="31517"/>
                  </a:lnTo>
                  <a:lnTo>
                    <a:pt x="617341" y="31499"/>
                  </a:lnTo>
                  <a:lnTo>
                    <a:pt x="625155" y="31482"/>
                  </a:lnTo>
                  <a:lnTo>
                    <a:pt x="632970" y="31464"/>
                  </a:lnTo>
                  <a:lnTo>
                    <a:pt x="640784" y="31446"/>
                  </a:lnTo>
                  <a:lnTo>
                    <a:pt x="648599" y="31429"/>
                  </a:lnTo>
                  <a:lnTo>
                    <a:pt x="656413" y="31411"/>
                  </a:lnTo>
                  <a:lnTo>
                    <a:pt x="664228" y="31393"/>
                  </a:lnTo>
                  <a:lnTo>
                    <a:pt x="672042" y="31376"/>
                  </a:lnTo>
                  <a:lnTo>
                    <a:pt x="679857" y="31358"/>
                  </a:lnTo>
                  <a:lnTo>
                    <a:pt x="687671" y="31341"/>
                  </a:lnTo>
                  <a:lnTo>
                    <a:pt x="695485" y="31323"/>
                  </a:lnTo>
                  <a:lnTo>
                    <a:pt x="703300" y="31305"/>
                  </a:lnTo>
                  <a:lnTo>
                    <a:pt x="711114" y="31288"/>
                  </a:lnTo>
                  <a:lnTo>
                    <a:pt x="718929" y="31270"/>
                  </a:lnTo>
                  <a:lnTo>
                    <a:pt x="726743" y="31253"/>
                  </a:lnTo>
                  <a:lnTo>
                    <a:pt x="734558" y="31235"/>
                  </a:lnTo>
                  <a:lnTo>
                    <a:pt x="742372" y="31217"/>
                  </a:lnTo>
                  <a:lnTo>
                    <a:pt x="750187" y="31200"/>
                  </a:lnTo>
                  <a:lnTo>
                    <a:pt x="758001" y="31182"/>
                  </a:lnTo>
                  <a:lnTo>
                    <a:pt x="765815" y="31165"/>
                  </a:lnTo>
                  <a:lnTo>
                    <a:pt x="773630" y="31147"/>
                  </a:lnTo>
                  <a:lnTo>
                    <a:pt x="781444" y="31129"/>
                  </a:lnTo>
                  <a:lnTo>
                    <a:pt x="789259" y="31112"/>
                  </a:lnTo>
                  <a:lnTo>
                    <a:pt x="797073" y="31094"/>
                  </a:lnTo>
                  <a:lnTo>
                    <a:pt x="804888" y="31077"/>
                  </a:lnTo>
                  <a:lnTo>
                    <a:pt x="812702" y="31059"/>
                  </a:lnTo>
                  <a:lnTo>
                    <a:pt x="820517" y="31042"/>
                  </a:lnTo>
                  <a:lnTo>
                    <a:pt x="828331" y="31024"/>
                  </a:lnTo>
                  <a:lnTo>
                    <a:pt x="836145" y="31007"/>
                  </a:lnTo>
                  <a:lnTo>
                    <a:pt x="843960" y="30989"/>
                  </a:lnTo>
                  <a:lnTo>
                    <a:pt x="851774" y="30971"/>
                  </a:lnTo>
                  <a:lnTo>
                    <a:pt x="859589" y="30954"/>
                  </a:lnTo>
                  <a:lnTo>
                    <a:pt x="867403" y="30936"/>
                  </a:lnTo>
                  <a:lnTo>
                    <a:pt x="875218" y="30919"/>
                  </a:lnTo>
                  <a:lnTo>
                    <a:pt x="883032" y="30901"/>
                  </a:lnTo>
                  <a:lnTo>
                    <a:pt x="890847" y="30884"/>
                  </a:lnTo>
                  <a:lnTo>
                    <a:pt x="898661" y="30866"/>
                  </a:lnTo>
                  <a:lnTo>
                    <a:pt x="906476" y="30849"/>
                  </a:lnTo>
                  <a:lnTo>
                    <a:pt x="914290" y="30831"/>
                  </a:lnTo>
                  <a:lnTo>
                    <a:pt x="922104" y="30814"/>
                  </a:lnTo>
                  <a:lnTo>
                    <a:pt x="929919" y="30796"/>
                  </a:lnTo>
                  <a:lnTo>
                    <a:pt x="937733" y="30779"/>
                  </a:lnTo>
                  <a:lnTo>
                    <a:pt x="945548" y="30761"/>
                  </a:lnTo>
                  <a:lnTo>
                    <a:pt x="953362" y="30744"/>
                  </a:lnTo>
                  <a:lnTo>
                    <a:pt x="961177" y="30726"/>
                  </a:lnTo>
                  <a:lnTo>
                    <a:pt x="968991" y="30709"/>
                  </a:lnTo>
                  <a:lnTo>
                    <a:pt x="976806" y="30691"/>
                  </a:lnTo>
                  <a:lnTo>
                    <a:pt x="984620" y="30674"/>
                  </a:lnTo>
                  <a:lnTo>
                    <a:pt x="992434" y="30657"/>
                  </a:lnTo>
                  <a:lnTo>
                    <a:pt x="1000249" y="30639"/>
                  </a:lnTo>
                  <a:lnTo>
                    <a:pt x="1008063" y="30622"/>
                  </a:lnTo>
                  <a:lnTo>
                    <a:pt x="1015878" y="30604"/>
                  </a:lnTo>
                  <a:lnTo>
                    <a:pt x="1023692" y="30587"/>
                  </a:lnTo>
                  <a:lnTo>
                    <a:pt x="1031507" y="30569"/>
                  </a:lnTo>
                  <a:lnTo>
                    <a:pt x="1039321" y="30552"/>
                  </a:lnTo>
                  <a:lnTo>
                    <a:pt x="1047136" y="30534"/>
                  </a:lnTo>
                  <a:lnTo>
                    <a:pt x="1054950" y="30517"/>
                  </a:lnTo>
                  <a:lnTo>
                    <a:pt x="1062765" y="30499"/>
                  </a:lnTo>
                  <a:lnTo>
                    <a:pt x="1070579" y="30482"/>
                  </a:lnTo>
                  <a:lnTo>
                    <a:pt x="1078393" y="30465"/>
                  </a:lnTo>
                  <a:lnTo>
                    <a:pt x="1086208" y="30447"/>
                  </a:lnTo>
                  <a:lnTo>
                    <a:pt x="1094022" y="30430"/>
                  </a:lnTo>
                  <a:lnTo>
                    <a:pt x="1101837" y="30412"/>
                  </a:lnTo>
                  <a:lnTo>
                    <a:pt x="1109651" y="30395"/>
                  </a:lnTo>
                  <a:lnTo>
                    <a:pt x="1117466" y="30378"/>
                  </a:lnTo>
                  <a:lnTo>
                    <a:pt x="1125280" y="30360"/>
                  </a:lnTo>
                  <a:lnTo>
                    <a:pt x="1133095" y="30343"/>
                  </a:lnTo>
                  <a:lnTo>
                    <a:pt x="1140909" y="30325"/>
                  </a:lnTo>
                  <a:lnTo>
                    <a:pt x="1148723" y="30308"/>
                  </a:lnTo>
                  <a:lnTo>
                    <a:pt x="1156538" y="30291"/>
                  </a:lnTo>
                  <a:lnTo>
                    <a:pt x="1164352" y="30273"/>
                  </a:lnTo>
                  <a:lnTo>
                    <a:pt x="1172167" y="30256"/>
                  </a:lnTo>
                  <a:lnTo>
                    <a:pt x="1179981" y="30238"/>
                  </a:lnTo>
                  <a:lnTo>
                    <a:pt x="1187796" y="30221"/>
                  </a:lnTo>
                  <a:lnTo>
                    <a:pt x="1195610" y="30204"/>
                  </a:lnTo>
                  <a:lnTo>
                    <a:pt x="1203425" y="30186"/>
                  </a:lnTo>
                  <a:lnTo>
                    <a:pt x="1211239" y="30169"/>
                  </a:lnTo>
                  <a:lnTo>
                    <a:pt x="1219053" y="30152"/>
                  </a:lnTo>
                  <a:lnTo>
                    <a:pt x="1226868" y="30134"/>
                  </a:lnTo>
                  <a:lnTo>
                    <a:pt x="1234682" y="30117"/>
                  </a:lnTo>
                  <a:lnTo>
                    <a:pt x="1242497" y="30100"/>
                  </a:lnTo>
                  <a:lnTo>
                    <a:pt x="1250311" y="30082"/>
                  </a:lnTo>
                  <a:lnTo>
                    <a:pt x="1258126" y="30065"/>
                  </a:lnTo>
                  <a:lnTo>
                    <a:pt x="1265940" y="30048"/>
                  </a:lnTo>
                  <a:lnTo>
                    <a:pt x="1273755" y="30030"/>
                  </a:lnTo>
                  <a:lnTo>
                    <a:pt x="1281569" y="30013"/>
                  </a:lnTo>
                  <a:lnTo>
                    <a:pt x="1289384" y="29996"/>
                  </a:lnTo>
                  <a:lnTo>
                    <a:pt x="1297198" y="29978"/>
                  </a:lnTo>
                  <a:lnTo>
                    <a:pt x="1305012" y="29961"/>
                  </a:lnTo>
                  <a:lnTo>
                    <a:pt x="1312827" y="29944"/>
                  </a:lnTo>
                  <a:lnTo>
                    <a:pt x="1320641" y="29926"/>
                  </a:lnTo>
                  <a:lnTo>
                    <a:pt x="1328456" y="29909"/>
                  </a:lnTo>
                  <a:lnTo>
                    <a:pt x="1336270" y="29892"/>
                  </a:lnTo>
                  <a:lnTo>
                    <a:pt x="1344085" y="29874"/>
                  </a:lnTo>
                  <a:lnTo>
                    <a:pt x="1351899" y="29857"/>
                  </a:lnTo>
                  <a:lnTo>
                    <a:pt x="1359714" y="29840"/>
                  </a:lnTo>
                  <a:lnTo>
                    <a:pt x="1367528" y="29823"/>
                  </a:lnTo>
                  <a:lnTo>
                    <a:pt x="1375342" y="29805"/>
                  </a:lnTo>
                  <a:lnTo>
                    <a:pt x="1383157" y="29788"/>
                  </a:lnTo>
                  <a:lnTo>
                    <a:pt x="1390971" y="29771"/>
                  </a:lnTo>
                  <a:lnTo>
                    <a:pt x="1398786" y="29754"/>
                  </a:lnTo>
                  <a:lnTo>
                    <a:pt x="1406600" y="29736"/>
                  </a:lnTo>
                  <a:lnTo>
                    <a:pt x="1414415" y="29719"/>
                  </a:lnTo>
                  <a:lnTo>
                    <a:pt x="1422229" y="29702"/>
                  </a:lnTo>
                  <a:lnTo>
                    <a:pt x="1430044" y="29684"/>
                  </a:lnTo>
                  <a:lnTo>
                    <a:pt x="1437858" y="29667"/>
                  </a:lnTo>
                  <a:lnTo>
                    <a:pt x="1445672" y="29650"/>
                  </a:lnTo>
                  <a:lnTo>
                    <a:pt x="1453487" y="29633"/>
                  </a:lnTo>
                  <a:lnTo>
                    <a:pt x="1461301" y="29615"/>
                  </a:lnTo>
                  <a:lnTo>
                    <a:pt x="1469116" y="29598"/>
                  </a:lnTo>
                  <a:lnTo>
                    <a:pt x="1476930" y="29581"/>
                  </a:lnTo>
                  <a:lnTo>
                    <a:pt x="1484745" y="29564"/>
                  </a:lnTo>
                  <a:lnTo>
                    <a:pt x="1492559" y="29547"/>
                  </a:lnTo>
                  <a:lnTo>
                    <a:pt x="1500374" y="29529"/>
                  </a:lnTo>
                  <a:lnTo>
                    <a:pt x="1508188" y="29512"/>
                  </a:lnTo>
                  <a:lnTo>
                    <a:pt x="1516003" y="29495"/>
                  </a:lnTo>
                  <a:lnTo>
                    <a:pt x="1523817" y="29478"/>
                  </a:lnTo>
                  <a:lnTo>
                    <a:pt x="1531631" y="29461"/>
                  </a:lnTo>
                  <a:lnTo>
                    <a:pt x="1539446" y="29443"/>
                  </a:lnTo>
                  <a:lnTo>
                    <a:pt x="1547260" y="29426"/>
                  </a:lnTo>
                  <a:lnTo>
                    <a:pt x="1555075" y="29409"/>
                  </a:lnTo>
                  <a:lnTo>
                    <a:pt x="1562889" y="29392"/>
                  </a:lnTo>
                  <a:lnTo>
                    <a:pt x="1570704" y="29375"/>
                  </a:lnTo>
                  <a:lnTo>
                    <a:pt x="1578518" y="29357"/>
                  </a:lnTo>
                  <a:lnTo>
                    <a:pt x="1586333" y="29340"/>
                  </a:lnTo>
                  <a:lnTo>
                    <a:pt x="1594147" y="29323"/>
                  </a:lnTo>
                  <a:lnTo>
                    <a:pt x="1601961" y="29306"/>
                  </a:lnTo>
                  <a:lnTo>
                    <a:pt x="1609776" y="29289"/>
                  </a:lnTo>
                  <a:lnTo>
                    <a:pt x="1617590" y="29272"/>
                  </a:lnTo>
                  <a:lnTo>
                    <a:pt x="1625405" y="29254"/>
                  </a:lnTo>
                  <a:lnTo>
                    <a:pt x="1633219" y="29237"/>
                  </a:lnTo>
                  <a:lnTo>
                    <a:pt x="1641034" y="29220"/>
                  </a:lnTo>
                  <a:lnTo>
                    <a:pt x="1648848" y="29203"/>
                  </a:lnTo>
                  <a:lnTo>
                    <a:pt x="1656663" y="29186"/>
                  </a:lnTo>
                  <a:lnTo>
                    <a:pt x="1664477" y="29169"/>
                  </a:lnTo>
                  <a:lnTo>
                    <a:pt x="1672291" y="29151"/>
                  </a:lnTo>
                  <a:lnTo>
                    <a:pt x="1680106" y="29134"/>
                  </a:lnTo>
                  <a:lnTo>
                    <a:pt x="1687920" y="29117"/>
                  </a:lnTo>
                  <a:lnTo>
                    <a:pt x="1695735" y="29100"/>
                  </a:lnTo>
                  <a:lnTo>
                    <a:pt x="1703549" y="29083"/>
                  </a:lnTo>
                  <a:lnTo>
                    <a:pt x="1711364" y="29066"/>
                  </a:lnTo>
                  <a:lnTo>
                    <a:pt x="1719178" y="29049"/>
                  </a:lnTo>
                  <a:lnTo>
                    <a:pt x="1726993" y="29032"/>
                  </a:lnTo>
                  <a:lnTo>
                    <a:pt x="1734807" y="29015"/>
                  </a:lnTo>
                  <a:lnTo>
                    <a:pt x="1742622" y="28997"/>
                  </a:lnTo>
                  <a:lnTo>
                    <a:pt x="1750436" y="28980"/>
                  </a:lnTo>
                  <a:lnTo>
                    <a:pt x="1758250" y="28963"/>
                  </a:lnTo>
                  <a:lnTo>
                    <a:pt x="1766065" y="28946"/>
                  </a:lnTo>
                  <a:lnTo>
                    <a:pt x="1773879" y="28929"/>
                  </a:lnTo>
                  <a:lnTo>
                    <a:pt x="1781694" y="28912"/>
                  </a:lnTo>
                  <a:lnTo>
                    <a:pt x="1789508" y="28895"/>
                  </a:lnTo>
                  <a:lnTo>
                    <a:pt x="1797323" y="28878"/>
                  </a:lnTo>
                  <a:lnTo>
                    <a:pt x="1805137" y="28861"/>
                  </a:lnTo>
                  <a:lnTo>
                    <a:pt x="1812952" y="28844"/>
                  </a:lnTo>
                  <a:lnTo>
                    <a:pt x="1820766" y="28827"/>
                  </a:lnTo>
                  <a:lnTo>
                    <a:pt x="1828580" y="28810"/>
                  </a:lnTo>
                  <a:lnTo>
                    <a:pt x="1836395" y="28792"/>
                  </a:lnTo>
                  <a:lnTo>
                    <a:pt x="1844209" y="28775"/>
                  </a:lnTo>
                  <a:lnTo>
                    <a:pt x="1852024" y="28758"/>
                  </a:lnTo>
                  <a:lnTo>
                    <a:pt x="1859838" y="28741"/>
                  </a:lnTo>
                  <a:lnTo>
                    <a:pt x="1867653" y="28724"/>
                  </a:lnTo>
                  <a:lnTo>
                    <a:pt x="1875467" y="28707"/>
                  </a:lnTo>
                  <a:lnTo>
                    <a:pt x="1883282" y="28690"/>
                  </a:lnTo>
                  <a:lnTo>
                    <a:pt x="1891096" y="28673"/>
                  </a:lnTo>
                  <a:lnTo>
                    <a:pt x="1898910" y="28656"/>
                  </a:lnTo>
                  <a:lnTo>
                    <a:pt x="1906725" y="28639"/>
                  </a:lnTo>
                  <a:lnTo>
                    <a:pt x="1914539" y="28622"/>
                  </a:lnTo>
                  <a:lnTo>
                    <a:pt x="1922354" y="28605"/>
                  </a:lnTo>
                  <a:lnTo>
                    <a:pt x="1930168" y="28588"/>
                  </a:lnTo>
                  <a:lnTo>
                    <a:pt x="1937983" y="28571"/>
                  </a:lnTo>
                  <a:lnTo>
                    <a:pt x="1945797" y="28554"/>
                  </a:lnTo>
                  <a:lnTo>
                    <a:pt x="1953612" y="28537"/>
                  </a:lnTo>
                  <a:lnTo>
                    <a:pt x="1961426" y="28520"/>
                  </a:lnTo>
                  <a:lnTo>
                    <a:pt x="1969241" y="28503"/>
                  </a:lnTo>
                  <a:lnTo>
                    <a:pt x="1977055" y="28486"/>
                  </a:lnTo>
                  <a:lnTo>
                    <a:pt x="1984869" y="28469"/>
                  </a:lnTo>
                  <a:lnTo>
                    <a:pt x="1992684" y="28452"/>
                  </a:lnTo>
                  <a:lnTo>
                    <a:pt x="2000498" y="28435"/>
                  </a:lnTo>
                  <a:lnTo>
                    <a:pt x="2008313" y="28418"/>
                  </a:lnTo>
                  <a:lnTo>
                    <a:pt x="2016127" y="28401"/>
                  </a:lnTo>
                  <a:lnTo>
                    <a:pt x="2023942" y="28384"/>
                  </a:lnTo>
                  <a:lnTo>
                    <a:pt x="2023942" y="202542"/>
                  </a:lnTo>
                  <a:lnTo>
                    <a:pt x="2016127" y="201714"/>
                  </a:lnTo>
                  <a:lnTo>
                    <a:pt x="2008313" y="200883"/>
                  </a:lnTo>
                  <a:lnTo>
                    <a:pt x="2000498" y="200051"/>
                  </a:lnTo>
                  <a:lnTo>
                    <a:pt x="1992684" y="199216"/>
                  </a:lnTo>
                  <a:lnTo>
                    <a:pt x="1984869" y="198379"/>
                  </a:lnTo>
                  <a:lnTo>
                    <a:pt x="1977055" y="197540"/>
                  </a:lnTo>
                  <a:lnTo>
                    <a:pt x="1969241" y="196699"/>
                  </a:lnTo>
                  <a:lnTo>
                    <a:pt x="1961426" y="195926"/>
                  </a:lnTo>
                  <a:lnTo>
                    <a:pt x="1953612" y="195050"/>
                  </a:lnTo>
                  <a:lnTo>
                    <a:pt x="1945797" y="194173"/>
                  </a:lnTo>
                  <a:lnTo>
                    <a:pt x="1937983" y="193320"/>
                  </a:lnTo>
                  <a:lnTo>
                    <a:pt x="1930168" y="192467"/>
                  </a:lnTo>
                  <a:lnTo>
                    <a:pt x="1922354" y="191612"/>
                  </a:lnTo>
                  <a:lnTo>
                    <a:pt x="1914539" y="190738"/>
                  </a:lnTo>
                  <a:lnTo>
                    <a:pt x="1906725" y="189794"/>
                  </a:lnTo>
                  <a:lnTo>
                    <a:pt x="1898910" y="188852"/>
                  </a:lnTo>
                  <a:lnTo>
                    <a:pt x="1891096" y="187960"/>
                  </a:lnTo>
                  <a:lnTo>
                    <a:pt x="1883282" y="187067"/>
                  </a:lnTo>
                  <a:lnTo>
                    <a:pt x="1875467" y="186231"/>
                  </a:lnTo>
                  <a:lnTo>
                    <a:pt x="1867653" y="185436"/>
                  </a:lnTo>
                  <a:lnTo>
                    <a:pt x="1859838" y="184637"/>
                  </a:lnTo>
                  <a:lnTo>
                    <a:pt x="1852024" y="183668"/>
                  </a:lnTo>
                  <a:lnTo>
                    <a:pt x="1844209" y="182646"/>
                  </a:lnTo>
                  <a:lnTo>
                    <a:pt x="1836395" y="181675"/>
                  </a:lnTo>
                  <a:lnTo>
                    <a:pt x="1828580" y="180772"/>
                  </a:lnTo>
                  <a:lnTo>
                    <a:pt x="1820766" y="179867"/>
                  </a:lnTo>
                  <a:lnTo>
                    <a:pt x="1812952" y="179023"/>
                  </a:lnTo>
                  <a:lnTo>
                    <a:pt x="1805137" y="178211"/>
                  </a:lnTo>
                  <a:lnTo>
                    <a:pt x="1797323" y="177396"/>
                  </a:lnTo>
                  <a:lnTo>
                    <a:pt x="1789508" y="176580"/>
                  </a:lnTo>
                  <a:lnTo>
                    <a:pt x="1781694" y="175761"/>
                  </a:lnTo>
                  <a:lnTo>
                    <a:pt x="1773879" y="174941"/>
                  </a:lnTo>
                  <a:lnTo>
                    <a:pt x="1766065" y="174083"/>
                  </a:lnTo>
                  <a:lnTo>
                    <a:pt x="1758250" y="173177"/>
                  </a:lnTo>
                  <a:lnTo>
                    <a:pt x="1750436" y="172268"/>
                  </a:lnTo>
                  <a:lnTo>
                    <a:pt x="1742622" y="171358"/>
                  </a:lnTo>
                  <a:lnTo>
                    <a:pt x="1734807" y="170446"/>
                  </a:lnTo>
                  <a:lnTo>
                    <a:pt x="1726993" y="169534"/>
                  </a:lnTo>
                  <a:lnTo>
                    <a:pt x="1719178" y="168621"/>
                  </a:lnTo>
                  <a:lnTo>
                    <a:pt x="1711364" y="167707"/>
                  </a:lnTo>
                  <a:lnTo>
                    <a:pt x="1703549" y="166792"/>
                  </a:lnTo>
                  <a:lnTo>
                    <a:pt x="1695735" y="165876"/>
                  </a:lnTo>
                  <a:lnTo>
                    <a:pt x="1687920" y="164959"/>
                  </a:lnTo>
                  <a:lnTo>
                    <a:pt x="1680106" y="164042"/>
                  </a:lnTo>
                  <a:lnTo>
                    <a:pt x="1672291" y="163124"/>
                  </a:lnTo>
                  <a:lnTo>
                    <a:pt x="1664477" y="162205"/>
                  </a:lnTo>
                  <a:lnTo>
                    <a:pt x="1656663" y="161285"/>
                  </a:lnTo>
                  <a:lnTo>
                    <a:pt x="1648848" y="160365"/>
                  </a:lnTo>
                  <a:lnTo>
                    <a:pt x="1641034" y="159444"/>
                  </a:lnTo>
                  <a:lnTo>
                    <a:pt x="1633219" y="158523"/>
                  </a:lnTo>
                  <a:lnTo>
                    <a:pt x="1625405" y="157601"/>
                  </a:lnTo>
                  <a:lnTo>
                    <a:pt x="1617590" y="156679"/>
                  </a:lnTo>
                  <a:lnTo>
                    <a:pt x="1609776" y="155756"/>
                  </a:lnTo>
                  <a:lnTo>
                    <a:pt x="1601961" y="154833"/>
                  </a:lnTo>
                  <a:lnTo>
                    <a:pt x="1594147" y="153909"/>
                  </a:lnTo>
                  <a:lnTo>
                    <a:pt x="1586333" y="152983"/>
                  </a:lnTo>
                  <a:lnTo>
                    <a:pt x="1578518" y="152056"/>
                  </a:lnTo>
                  <a:lnTo>
                    <a:pt x="1570704" y="151130"/>
                  </a:lnTo>
                  <a:lnTo>
                    <a:pt x="1562889" y="150203"/>
                  </a:lnTo>
                  <a:lnTo>
                    <a:pt x="1555075" y="149276"/>
                  </a:lnTo>
                  <a:lnTo>
                    <a:pt x="1547260" y="148350"/>
                  </a:lnTo>
                  <a:lnTo>
                    <a:pt x="1539446" y="147423"/>
                  </a:lnTo>
                  <a:lnTo>
                    <a:pt x="1531631" y="146470"/>
                  </a:lnTo>
                  <a:lnTo>
                    <a:pt x="1523817" y="145484"/>
                  </a:lnTo>
                  <a:lnTo>
                    <a:pt x="1516003" y="144499"/>
                  </a:lnTo>
                  <a:lnTo>
                    <a:pt x="1508188" y="143516"/>
                  </a:lnTo>
                  <a:lnTo>
                    <a:pt x="1500374" y="142672"/>
                  </a:lnTo>
                  <a:lnTo>
                    <a:pt x="1492559" y="141857"/>
                  </a:lnTo>
                  <a:lnTo>
                    <a:pt x="1484745" y="140948"/>
                  </a:lnTo>
                  <a:lnTo>
                    <a:pt x="1476930" y="140048"/>
                  </a:lnTo>
                  <a:lnTo>
                    <a:pt x="1469116" y="139193"/>
                  </a:lnTo>
                  <a:lnTo>
                    <a:pt x="1461301" y="138338"/>
                  </a:lnTo>
                  <a:lnTo>
                    <a:pt x="1453487" y="137482"/>
                  </a:lnTo>
                  <a:lnTo>
                    <a:pt x="1445672" y="136625"/>
                  </a:lnTo>
                  <a:lnTo>
                    <a:pt x="1437858" y="135768"/>
                  </a:lnTo>
                  <a:lnTo>
                    <a:pt x="1430044" y="134910"/>
                  </a:lnTo>
                  <a:lnTo>
                    <a:pt x="1422229" y="134050"/>
                  </a:lnTo>
                  <a:lnTo>
                    <a:pt x="1414415" y="133189"/>
                  </a:lnTo>
                  <a:lnTo>
                    <a:pt x="1406600" y="132328"/>
                  </a:lnTo>
                  <a:lnTo>
                    <a:pt x="1398786" y="131466"/>
                  </a:lnTo>
                  <a:lnTo>
                    <a:pt x="1390971" y="130605"/>
                  </a:lnTo>
                  <a:lnTo>
                    <a:pt x="1383157" y="129743"/>
                  </a:lnTo>
                  <a:lnTo>
                    <a:pt x="1375342" y="128880"/>
                  </a:lnTo>
                  <a:lnTo>
                    <a:pt x="1367528" y="128004"/>
                  </a:lnTo>
                  <a:lnTo>
                    <a:pt x="1359714" y="127097"/>
                  </a:lnTo>
                  <a:lnTo>
                    <a:pt x="1351899" y="126191"/>
                  </a:lnTo>
                  <a:lnTo>
                    <a:pt x="1344085" y="125285"/>
                  </a:lnTo>
                  <a:lnTo>
                    <a:pt x="1336270" y="124380"/>
                  </a:lnTo>
                  <a:lnTo>
                    <a:pt x="1328456" y="123475"/>
                  </a:lnTo>
                  <a:lnTo>
                    <a:pt x="1320641" y="122571"/>
                  </a:lnTo>
                  <a:lnTo>
                    <a:pt x="1312827" y="121668"/>
                  </a:lnTo>
                  <a:lnTo>
                    <a:pt x="1305012" y="120765"/>
                  </a:lnTo>
                  <a:lnTo>
                    <a:pt x="1297198" y="119864"/>
                  </a:lnTo>
                  <a:lnTo>
                    <a:pt x="1289384" y="118965"/>
                  </a:lnTo>
                  <a:lnTo>
                    <a:pt x="1281569" y="118125"/>
                  </a:lnTo>
                  <a:lnTo>
                    <a:pt x="1273755" y="117285"/>
                  </a:lnTo>
                  <a:lnTo>
                    <a:pt x="1265940" y="116445"/>
                  </a:lnTo>
                  <a:lnTo>
                    <a:pt x="1258126" y="115604"/>
                  </a:lnTo>
                  <a:lnTo>
                    <a:pt x="1250311" y="114699"/>
                  </a:lnTo>
                  <a:lnTo>
                    <a:pt x="1242497" y="113767"/>
                  </a:lnTo>
                  <a:lnTo>
                    <a:pt x="1234682" y="112836"/>
                  </a:lnTo>
                  <a:lnTo>
                    <a:pt x="1226868" y="111904"/>
                  </a:lnTo>
                  <a:lnTo>
                    <a:pt x="1219053" y="110974"/>
                  </a:lnTo>
                  <a:lnTo>
                    <a:pt x="1211239" y="110046"/>
                  </a:lnTo>
                  <a:lnTo>
                    <a:pt x="1203425" y="109120"/>
                  </a:lnTo>
                  <a:lnTo>
                    <a:pt x="1195610" y="108209"/>
                  </a:lnTo>
                  <a:lnTo>
                    <a:pt x="1187796" y="107316"/>
                  </a:lnTo>
                  <a:lnTo>
                    <a:pt x="1179981" y="106369"/>
                  </a:lnTo>
                  <a:lnTo>
                    <a:pt x="1172167" y="105440"/>
                  </a:lnTo>
                  <a:lnTo>
                    <a:pt x="1164352" y="104526"/>
                  </a:lnTo>
                  <a:lnTo>
                    <a:pt x="1156538" y="103614"/>
                  </a:lnTo>
                  <a:lnTo>
                    <a:pt x="1148723" y="102704"/>
                  </a:lnTo>
                  <a:lnTo>
                    <a:pt x="1140909" y="101796"/>
                  </a:lnTo>
                  <a:lnTo>
                    <a:pt x="1133095" y="100890"/>
                  </a:lnTo>
                  <a:lnTo>
                    <a:pt x="1125280" y="99987"/>
                  </a:lnTo>
                  <a:lnTo>
                    <a:pt x="1117466" y="99086"/>
                  </a:lnTo>
                  <a:lnTo>
                    <a:pt x="1109651" y="98195"/>
                  </a:lnTo>
                  <a:lnTo>
                    <a:pt x="1101837" y="97355"/>
                  </a:lnTo>
                  <a:lnTo>
                    <a:pt x="1094022" y="96516"/>
                  </a:lnTo>
                  <a:lnTo>
                    <a:pt x="1086208" y="95678"/>
                  </a:lnTo>
                  <a:lnTo>
                    <a:pt x="1078393" y="94842"/>
                  </a:lnTo>
                  <a:lnTo>
                    <a:pt x="1070579" y="94006"/>
                  </a:lnTo>
                  <a:lnTo>
                    <a:pt x="1062765" y="93171"/>
                  </a:lnTo>
                  <a:lnTo>
                    <a:pt x="1054950" y="92338"/>
                  </a:lnTo>
                  <a:lnTo>
                    <a:pt x="1047136" y="91506"/>
                  </a:lnTo>
                  <a:lnTo>
                    <a:pt x="1039321" y="90675"/>
                  </a:lnTo>
                  <a:lnTo>
                    <a:pt x="1031507" y="89845"/>
                  </a:lnTo>
                  <a:lnTo>
                    <a:pt x="1023692" y="89017"/>
                  </a:lnTo>
                  <a:lnTo>
                    <a:pt x="1015878" y="88182"/>
                  </a:lnTo>
                  <a:lnTo>
                    <a:pt x="1008063" y="87333"/>
                  </a:lnTo>
                  <a:lnTo>
                    <a:pt x="1000249" y="86483"/>
                  </a:lnTo>
                  <a:lnTo>
                    <a:pt x="992434" y="85608"/>
                  </a:lnTo>
                  <a:lnTo>
                    <a:pt x="984620" y="84735"/>
                  </a:lnTo>
                  <a:lnTo>
                    <a:pt x="976806" y="83921"/>
                  </a:lnTo>
                  <a:lnTo>
                    <a:pt x="968991" y="83118"/>
                  </a:lnTo>
                  <a:lnTo>
                    <a:pt x="961177" y="82282"/>
                  </a:lnTo>
                  <a:lnTo>
                    <a:pt x="953362" y="81449"/>
                  </a:lnTo>
                  <a:lnTo>
                    <a:pt x="945548" y="80618"/>
                  </a:lnTo>
                  <a:lnTo>
                    <a:pt x="937733" y="79787"/>
                  </a:lnTo>
                  <a:lnTo>
                    <a:pt x="929919" y="78957"/>
                  </a:lnTo>
                  <a:lnTo>
                    <a:pt x="922104" y="78113"/>
                  </a:lnTo>
                  <a:lnTo>
                    <a:pt x="914290" y="77227"/>
                  </a:lnTo>
                  <a:lnTo>
                    <a:pt x="906476" y="76346"/>
                  </a:lnTo>
                  <a:lnTo>
                    <a:pt x="898661" y="75469"/>
                  </a:lnTo>
                  <a:lnTo>
                    <a:pt x="890847" y="74637"/>
                  </a:lnTo>
                  <a:lnTo>
                    <a:pt x="883032" y="73833"/>
                  </a:lnTo>
                  <a:lnTo>
                    <a:pt x="875218" y="73032"/>
                  </a:lnTo>
                  <a:lnTo>
                    <a:pt x="867403" y="72232"/>
                  </a:lnTo>
                  <a:lnTo>
                    <a:pt x="859589" y="71435"/>
                  </a:lnTo>
                  <a:lnTo>
                    <a:pt x="851774" y="70641"/>
                  </a:lnTo>
                  <a:lnTo>
                    <a:pt x="843960" y="69848"/>
                  </a:lnTo>
                  <a:lnTo>
                    <a:pt x="836145" y="69058"/>
                  </a:lnTo>
                  <a:lnTo>
                    <a:pt x="828331" y="68270"/>
                  </a:lnTo>
                  <a:lnTo>
                    <a:pt x="820517" y="67506"/>
                  </a:lnTo>
                  <a:lnTo>
                    <a:pt x="812702" y="66744"/>
                  </a:lnTo>
                  <a:lnTo>
                    <a:pt x="804888" y="65983"/>
                  </a:lnTo>
                  <a:lnTo>
                    <a:pt x="797073" y="65224"/>
                  </a:lnTo>
                  <a:lnTo>
                    <a:pt x="789259" y="64466"/>
                  </a:lnTo>
                  <a:lnTo>
                    <a:pt x="781444" y="63690"/>
                  </a:lnTo>
                  <a:lnTo>
                    <a:pt x="773630" y="62913"/>
                  </a:lnTo>
                  <a:lnTo>
                    <a:pt x="765815" y="62138"/>
                  </a:lnTo>
                  <a:lnTo>
                    <a:pt x="758001" y="61367"/>
                  </a:lnTo>
                  <a:lnTo>
                    <a:pt x="750187" y="60597"/>
                  </a:lnTo>
                  <a:lnTo>
                    <a:pt x="742372" y="59832"/>
                  </a:lnTo>
                  <a:lnTo>
                    <a:pt x="734558" y="59090"/>
                  </a:lnTo>
                  <a:lnTo>
                    <a:pt x="726743" y="58350"/>
                  </a:lnTo>
                  <a:lnTo>
                    <a:pt x="718929" y="57611"/>
                  </a:lnTo>
                  <a:lnTo>
                    <a:pt x="711114" y="56873"/>
                  </a:lnTo>
                  <a:lnTo>
                    <a:pt x="703300" y="56136"/>
                  </a:lnTo>
                  <a:lnTo>
                    <a:pt x="695485" y="55372"/>
                  </a:lnTo>
                  <a:lnTo>
                    <a:pt x="687671" y="54641"/>
                  </a:lnTo>
                  <a:lnTo>
                    <a:pt x="679857" y="53911"/>
                  </a:lnTo>
                  <a:lnTo>
                    <a:pt x="672042" y="53183"/>
                  </a:lnTo>
                  <a:lnTo>
                    <a:pt x="664228" y="52457"/>
                  </a:lnTo>
                  <a:lnTo>
                    <a:pt x="656413" y="51733"/>
                  </a:lnTo>
                  <a:lnTo>
                    <a:pt x="648599" y="51010"/>
                  </a:lnTo>
                  <a:lnTo>
                    <a:pt x="640784" y="50290"/>
                  </a:lnTo>
                  <a:lnTo>
                    <a:pt x="632970" y="49571"/>
                  </a:lnTo>
                  <a:lnTo>
                    <a:pt x="625155" y="48854"/>
                  </a:lnTo>
                  <a:lnTo>
                    <a:pt x="617341" y="48133"/>
                  </a:lnTo>
                  <a:lnTo>
                    <a:pt x="609526" y="47403"/>
                  </a:lnTo>
                  <a:lnTo>
                    <a:pt x="601712" y="46676"/>
                  </a:lnTo>
                  <a:lnTo>
                    <a:pt x="593898" y="45953"/>
                  </a:lnTo>
                  <a:lnTo>
                    <a:pt x="586083" y="45233"/>
                  </a:lnTo>
                  <a:lnTo>
                    <a:pt x="578269" y="44517"/>
                  </a:lnTo>
                  <a:lnTo>
                    <a:pt x="570454" y="43804"/>
                  </a:lnTo>
                  <a:lnTo>
                    <a:pt x="562640" y="43094"/>
                  </a:lnTo>
                  <a:lnTo>
                    <a:pt x="554825" y="42388"/>
                  </a:lnTo>
                  <a:lnTo>
                    <a:pt x="547011" y="41685"/>
                  </a:lnTo>
                  <a:lnTo>
                    <a:pt x="539196" y="40984"/>
                  </a:lnTo>
                  <a:lnTo>
                    <a:pt x="531382" y="40287"/>
                  </a:lnTo>
                  <a:lnTo>
                    <a:pt x="523568" y="39594"/>
                  </a:lnTo>
                  <a:lnTo>
                    <a:pt x="515753" y="38904"/>
                  </a:lnTo>
                  <a:lnTo>
                    <a:pt x="507939" y="38218"/>
                  </a:lnTo>
                  <a:lnTo>
                    <a:pt x="500124" y="37536"/>
                  </a:lnTo>
                  <a:lnTo>
                    <a:pt x="492310" y="36860"/>
                  </a:lnTo>
                  <a:lnTo>
                    <a:pt x="484495" y="36190"/>
                  </a:lnTo>
                  <a:lnTo>
                    <a:pt x="476681" y="35519"/>
                  </a:lnTo>
                  <a:lnTo>
                    <a:pt x="468866" y="34851"/>
                  </a:lnTo>
                  <a:lnTo>
                    <a:pt x="461052" y="34187"/>
                  </a:lnTo>
                  <a:lnTo>
                    <a:pt x="453238" y="33526"/>
                  </a:lnTo>
                  <a:lnTo>
                    <a:pt x="445423" y="32869"/>
                  </a:lnTo>
                  <a:lnTo>
                    <a:pt x="437609" y="32215"/>
                  </a:lnTo>
                  <a:lnTo>
                    <a:pt x="429794" y="31924"/>
                  </a:lnTo>
                  <a:lnTo>
                    <a:pt x="421980" y="31942"/>
                  </a:lnTo>
                  <a:lnTo>
                    <a:pt x="414165" y="31959"/>
                  </a:lnTo>
                  <a:lnTo>
                    <a:pt x="406351" y="31977"/>
                  </a:lnTo>
                  <a:lnTo>
                    <a:pt x="398536" y="31995"/>
                  </a:lnTo>
                  <a:lnTo>
                    <a:pt x="390722" y="32013"/>
                  </a:lnTo>
                  <a:lnTo>
                    <a:pt x="382907" y="32030"/>
                  </a:lnTo>
                  <a:lnTo>
                    <a:pt x="375093" y="32048"/>
                  </a:lnTo>
                  <a:lnTo>
                    <a:pt x="367279" y="32066"/>
                  </a:lnTo>
                  <a:lnTo>
                    <a:pt x="359464" y="32084"/>
                  </a:lnTo>
                  <a:lnTo>
                    <a:pt x="351650" y="32101"/>
                  </a:lnTo>
                  <a:lnTo>
                    <a:pt x="343835" y="32119"/>
                  </a:lnTo>
                  <a:lnTo>
                    <a:pt x="336021" y="32137"/>
                  </a:lnTo>
                  <a:lnTo>
                    <a:pt x="328206" y="32155"/>
                  </a:lnTo>
                  <a:lnTo>
                    <a:pt x="320392" y="32173"/>
                  </a:lnTo>
                  <a:lnTo>
                    <a:pt x="312577" y="32190"/>
                  </a:lnTo>
                  <a:lnTo>
                    <a:pt x="304763" y="32208"/>
                  </a:lnTo>
                  <a:lnTo>
                    <a:pt x="296949" y="32226"/>
                  </a:lnTo>
                  <a:lnTo>
                    <a:pt x="289134" y="32244"/>
                  </a:lnTo>
                  <a:lnTo>
                    <a:pt x="281320" y="32262"/>
                  </a:lnTo>
                  <a:lnTo>
                    <a:pt x="273505" y="32279"/>
                  </a:lnTo>
                  <a:lnTo>
                    <a:pt x="265691" y="32297"/>
                  </a:lnTo>
                  <a:lnTo>
                    <a:pt x="257876" y="32315"/>
                  </a:lnTo>
                  <a:lnTo>
                    <a:pt x="250062" y="32333"/>
                  </a:lnTo>
                  <a:lnTo>
                    <a:pt x="242247" y="32351"/>
                  </a:lnTo>
                  <a:lnTo>
                    <a:pt x="234433" y="32369"/>
                  </a:lnTo>
                  <a:lnTo>
                    <a:pt x="226619" y="32386"/>
                  </a:lnTo>
                  <a:lnTo>
                    <a:pt x="218804" y="32404"/>
                  </a:lnTo>
                  <a:lnTo>
                    <a:pt x="210990" y="32422"/>
                  </a:lnTo>
                  <a:lnTo>
                    <a:pt x="203175" y="32440"/>
                  </a:lnTo>
                  <a:lnTo>
                    <a:pt x="195361" y="32458"/>
                  </a:lnTo>
                  <a:lnTo>
                    <a:pt x="187546" y="32476"/>
                  </a:lnTo>
                  <a:lnTo>
                    <a:pt x="179732" y="32493"/>
                  </a:lnTo>
                  <a:lnTo>
                    <a:pt x="171917" y="32511"/>
                  </a:lnTo>
                  <a:lnTo>
                    <a:pt x="164103" y="32529"/>
                  </a:lnTo>
                  <a:lnTo>
                    <a:pt x="156288" y="32547"/>
                  </a:lnTo>
                  <a:lnTo>
                    <a:pt x="148474" y="32565"/>
                  </a:lnTo>
                  <a:lnTo>
                    <a:pt x="140660" y="32583"/>
                  </a:lnTo>
                  <a:lnTo>
                    <a:pt x="132845" y="32601"/>
                  </a:lnTo>
                  <a:lnTo>
                    <a:pt x="125031" y="32619"/>
                  </a:lnTo>
                  <a:lnTo>
                    <a:pt x="117216" y="32637"/>
                  </a:lnTo>
                  <a:lnTo>
                    <a:pt x="109402" y="32654"/>
                  </a:lnTo>
                  <a:lnTo>
                    <a:pt x="101587" y="32672"/>
                  </a:lnTo>
                  <a:lnTo>
                    <a:pt x="93773" y="32690"/>
                  </a:lnTo>
                  <a:lnTo>
                    <a:pt x="85958" y="32708"/>
                  </a:lnTo>
                  <a:lnTo>
                    <a:pt x="78144" y="32726"/>
                  </a:lnTo>
                  <a:lnTo>
                    <a:pt x="70330" y="32744"/>
                  </a:lnTo>
                  <a:lnTo>
                    <a:pt x="62515" y="32762"/>
                  </a:lnTo>
                  <a:lnTo>
                    <a:pt x="54701" y="32780"/>
                  </a:lnTo>
                  <a:lnTo>
                    <a:pt x="46886" y="32798"/>
                  </a:lnTo>
                  <a:lnTo>
                    <a:pt x="39072" y="32816"/>
                  </a:lnTo>
                  <a:lnTo>
                    <a:pt x="31257" y="32834"/>
                  </a:lnTo>
                  <a:lnTo>
                    <a:pt x="23443" y="32852"/>
                  </a:lnTo>
                  <a:lnTo>
                    <a:pt x="15628" y="32869"/>
                  </a:lnTo>
                  <a:lnTo>
                    <a:pt x="7814" y="32887"/>
                  </a:lnTo>
                  <a:lnTo>
                    <a:pt x="0" y="32905"/>
                  </a:lnTo>
                  <a:close/>
                </a:path>
              </a:pathLst>
            </a:custGeom>
            <a:solidFill>
              <a:srgbClr val="009E73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1223067" y="2765487"/>
              <a:ext cx="2023942" cy="31906"/>
            </a:xfrm>
            <a:custGeom>
              <a:avLst/>
              <a:pathLst>
                <a:path w="2023942" h="31906">
                  <a:moveTo>
                    <a:pt x="0" y="0"/>
                  </a:moveTo>
                  <a:lnTo>
                    <a:pt x="7814" y="475"/>
                  </a:lnTo>
                  <a:lnTo>
                    <a:pt x="15628" y="955"/>
                  </a:lnTo>
                  <a:lnTo>
                    <a:pt x="23443" y="1438"/>
                  </a:lnTo>
                  <a:lnTo>
                    <a:pt x="31257" y="1929"/>
                  </a:lnTo>
                  <a:lnTo>
                    <a:pt x="39072" y="2443"/>
                  </a:lnTo>
                  <a:lnTo>
                    <a:pt x="46886" y="2960"/>
                  </a:lnTo>
                  <a:lnTo>
                    <a:pt x="54701" y="3480"/>
                  </a:lnTo>
                  <a:lnTo>
                    <a:pt x="62515" y="4003"/>
                  </a:lnTo>
                  <a:lnTo>
                    <a:pt x="70330" y="4529"/>
                  </a:lnTo>
                  <a:lnTo>
                    <a:pt x="78144" y="5058"/>
                  </a:lnTo>
                  <a:lnTo>
                    <a:pt x="85958" y="5604"/>
                  </a:lnTo>
                  <a:lnTo>
                    <a:pt x="93773" y="6154"/>
                  </a:lnTo>
                  <a:lnTo>
                    <a:pt x="101587" y="6696"/>
                  </a:lnTo>
                  <a:lnTo>
                    <a:pt x="109402" y="7246"/>
                  </a:lnTo>
                  <a:lnTo>
                    <a:pt x="117216" y="7800"/>
                  </a:lnTo>
                  <a:lnTo>
                    <a:pt x="125031" y="8355"/>
                  </a:lnTo>
                  <a:lnTo>
                    <a:pt x="132845" y="8912"/>
                  </a:lnTo>
                  <a:lnTo>
                    <a:pt x="140660" y="9471"/>
                  </a:lnTo>
                  <a:lnTo>
                    <a:pt x="148474" y="10033"/>
                  </a:lnTo>
                  <a:lnTo>
                    <a:pt x="156288" y="10556"/>
                  </a:lnTo>
                  <a:lnTo>
                    <a:pt x="164103" y="11079"/>
                  </a:lnTo>
                  <a:lnTo>
                    <a:pt x="171917" y="11607"/>
                  </a:lnTo>
                  <a:lnTo>
                    <a:pt x="179732" y="12165"/>
                  </a:lnTo>
                  <a:lnTo>
                    <a:pt x="187546" y="12730"/>
                  </a:lnTo>
                  <a:lnTo>
                    <a:pt x="195361" y="13298"/>
                  </a:lnTo>
                  <a:lnTo>
                    <a:pt x="203175" y="13869"/>
                  </a:lnTo>
                  <a:lnTo>
                    <a:pt x="210990" y="14442"/>
                  </a:lnTo>
                  <a:lnTo>
                    <a:pt x="218804" y="15019"/>
                  </a:lnTo>
                  <a:lnTo>
                    <a:pt x="226619" y="15599"/>
                  </a:lnTo>
                  <a:lnTo>
                    <a:pt x="234433" y="16186"/>
                  </a:lnTo>
                  <a:lnTo>
                    <a:pt x="242247" y="16775"/>
                  </a:lnTo>
                  <a:lnTo>
                    <a:pt x="250062" y="17366"/>
                  </a:lnTo>
                  <a:lnTo>
                    <a:pt x="257876" y="17960"/>
                  </a:lnTo>
                  <a:lnTo>
                    <a:pt x="265691" y="18555"/>
                  </a:lnTo>
                  <a:lnTo>
                    <a:pt x="273505" y="19153"/>
                  </a:lnTo>
                  <a:lnTo>
                    <a:pt x="281320" y="19754"/>
                  </a:lnTo>
                  <a:lnTo>
                    <a:pt x="289134" y="20356"/>
                  </a:lnTo>
                  <a:lnTo>
                    <a:pt x="296949" y="20961"/>
                  </a:lnTo>
                  <a:lnTo>
                    <a:pt x="304763" y="21567"/>
                  </a:lnTo>
                  <a:lnTo>
                    <a:pt x="312577" y="22167"/>
                  </a:lnTo>
                  <a:lnTo>
                    <a:pt x="320392" y="22768"/>
                  </a:lnTo>
                  <a:lnTo>
                    <a:pt x="328206" y="23373"/>
                  </a:lnTo>
                  <a:lnTo>
                    <a:pt x="336021" y="23982"/>
                  </a:lnTo>
                  <a:lnTo>
                    <a:pt x="343835" y="24594"/>
                  </a:lnTo>
                  <a:lnTo>
                    <a:pt x="351650" y="25215"/>
                  </a:lnTo>
                  <a:lnTo>
                    <a:pt x="359464" y="25838"/>
                  </a:lnTo>
                  <a:lnTo>
                    <a:pt x="367279" y="26464"/>
                  </a:lnTo>
                  <a:lnTo>
                    <a:pt x="375093" y="27093"/>
                  </a:lnTo>
                  <a:lnTo>
                    <a:pt x="382907" y="27724"/>
                  </a:lnTo>
                  <a:lnTo>
                    <a:pt x="390722" y="28358"/>
                  </a:lnTo>
                  <a:lnTo>
                    <a:pt x="398536" y="28994"/>
                  </a:lnTo>
                  <a:lnTo>
                    <a:pt x="406351" y="29633"/>
                  </a:lnTo>
                  <a:lnTo>
                    <a:pt x="414165" y="30275"/>
                  </a:lnTo>
                  <a:lnTo>
                    <a:pt x="421980" y="30919"/>
                  </a:lnTo>
                  <a:lnTo>
                    <a:pt x="429794" y="31565"/>
                  </a:lnTo>
                  <a:lnTo>
                    <a:pt x="437609" y="31906"/>
                  </a:lnTo>
                  <a:lnTo>
                    <a:pt x="445423" y="31888"/>
                  </a:lnTo>
                  <a:lnTo>
                    <a:pt x="453238" y="31871"/>
                  </a:lnTo>
                  <a:lnTo>
                    <a:pt x="461052" y="31853"/>
                  </a:lnTo>
                  <a:lnTo>
                    <a:pt x="468866" y="31835"/>
                  </a:lnTo>
                  <a:lnTo>
                    <a:pt x="476681" y="31817"/>
                  </a:lnTo>
                  <a:lnTo>
                    <a:pt x="484495" y="31800"/>
                  </a:lnTo>
                  <a:lnTo>
                    <a:pt x="492310" y="31782"/>
                  </a:lnTo>
                  <a:lnTo>
                    <a:pt x="500124" y="31764"/>
                  </a:lnTo>
                  <a:lnTo>
                    <a:pt x="507939" y="31747"/>
                  </a:lnTo>
                  <a:lnTo>
                    <a:pt x="515753" y="31729"/>
                  </a:lnTo>
                  <a:lnTo>
                    <a:pt x="523568" y="31711"/>
                  </a:lnTo>
                  <a:lnTo>
                    <a:pt x="531382" y="31694"/>
                  </a:lnTo>
                  <a:lnTo>
                    <a:pt x="539196" y="31676"/>
                  </a:lnTo>
                  <a:lnTo>
                    <a:pt x="547011" y="31658"/>
                  </a:lnTo>
                  <a:lnTo>
                    <a:pt x="554825" y="31641"/>
                  </a:lnTo>
                  <a:lnTo>
                    <a:pt x="562640" y="31623"/>
                  </a:lnTo>
                  <a:lnTo>
                    <a:pt x="570454" y="31605"/>
                  </a:lnTo>
                  <a:lnTo>
                    <a:pt x="578269" y="31587"/>
                  </a:lnTo>
                  <a:lnTo>
                    <a:pt x="586083" y="31570"/>
                  </a:lnTo>
                  <a:lnTo>
                    <a:pt x="593898" y="31552"/>
                  </a:lnTo>
                  <a:lnTo>
                    <a:pt x="601712" y="31535"/>
                  </a:lnTo>
                  <a:lnTo>
                    <a:pt x="609526" y="31517"/>
                  </a:lnTo>
                  <a:lnTo>
                    <a:pt x="617341" y="31499"/>
                  </a:lnTo>
                  <a:lnTo>
                    <a:pt x="625155" y="31482"/>
                  </a:lnTo>
                  <a:lnTo>
                    <a:pt x="632970" y="31464"/>
                  </a:lnTo>
                  <a:lnTo>
                    <a:pt x="640784" y="31446"/>
                  </a:lnTo>
                  <a:lnTo>
                    <a:pt x="648599" y="31429"/>
                  </a:lnTo>
                  <a:lnTo>
                    <a:pt x="656413" y="31411"/>
                  </a:lnTo>
                  <a:lnTo>
                    <a:pt x="664228" y="31393"/>
                  </a:lnTo>
                  <a:lnTo>
                    <a:pt x="672042" y="31376"/>
                  </a:lnTo>
                  <a:lnTo>
                    <a:pt x="679857" y="31358"/>
                  </a:lnTo>
                  <a:lnTo>
                    <a:pt x="687671" y="31341"/>
                  </a:lnTo>
                  <a:lnTo>
                    <a:pt x="695485" y="31323"/>
                  </a:lnTo>
                  <a:lnTo>
                    <a:pt x="703300" y="31305"/>
                  </a:lnTo>
                  <a:lnTo>
                    <a:pt x="711114" y="31288"/>
                  </a:lnTo>
                  <a:lnTo>
                    <a:pt x="718929" y="31270"/>
                  </a:lnTo>
                  <a:lnTo>
                    <a:pt x="726743" y="31253"/>
                  </a:lnTo>
                  <a:lnTo>
                    <a:pt x="734558" y="31235"/>
                  </a:lnTo>
                  <a:lnTo>
                    <a:pt x="742372" y="31217"/>
                  </a:lnTo>
                  <a:lnTo>
                    <a:pt x="750187" y="31200"/>
                  </a:lnTo>
                  <a:lnTo>
                    <a:pt x="758001" y="31182"/>
                  </a:lnTo>
                  <a:lnTo>
                    <a:pt x="765815" y="31165"/>
                  </a:lnTo>
                  <a:lnTo>
                    <a:pt x="773630" y="31147"/>
                  </a:lnTo>
                  <a:lnTo>
                    <a:pt x="781444" y="31129"/>
                  </a:lnTo>
                  <a:lnTo>
                    <a:pt x="789259" y="31112"/>
                  </a:lnTo>
                  <a:lnTo>
                    <a:pt x="797073" y="31094"/>
                  </a:lnTo>
                  <a:lnTo>
                    <a:pt x="804888" y="31077"/>
                  </a:lnTo>
                  <a:lnTo>
                    <a:pt x="812702" y="31059"/>
                  </a:lnTo>
                  <a:lnTo>
                    <a:pt x="820517" y="31042"/>
                  </a:lnTo>
                  <a:lnTo>
                    <a:pt x="828331" y="31024"/>
                  </a:lnTo>
                  <a:lnTo>
                    <a:pt x="836145" y="31007"/>
                  </a:lnTo>
                  <a:lnTo>
                    <a:pt x="843960" y="30989"/>
                  </a:lnTo>
                  <a:lnTo>
                    <a:pt x="851774" y="30971"/>
                  </a:lnTo>
                  <a:lnTo>
                    <a:pt x="859589" y="30954"/>
                  </a:lnTo>
                  <a:lnTo>
                    <a:pt x="867403" y="30936"/>
                  </a:lnTo>
                  <a:lnTo>
                    <a:pt x="875218" y="30919"/>
                  </a:lnTo>
                  <a:lnTo>
                    <a:pt x="883032" y="30901"/>
                  </a:lnTo>
                  <a:lnTo>
                    <a:pt x="890847" y="30884"/>
                  </a:lnTo>
                  <a:lnTo>
                    <a:pt x="898661" y="30866"/>
                  </a:lnTo>
                  <a:lnTo>
                    <a:pt x="906476" y="30849"/>
                  </a:lnTo>
                  <a:lnTo>
                    <a:pt x="914290" y="30831"/>
                  </a:lnTo>
                  <a:lnTo>
                    <a:pt x="922104" y="30814"/>
                  </a:lnTo>
                  <a:lnTo>
                    <a:pt x="929919" y="30796"/>
                  </a:lnTo>
                  <a:lnTo>
                    <a:pt x="937733" y="30779"/>
                  </a:lnTo>
                  <a:lnTo>
                    <a:pt x="945548" y="30761"/>
                  </a:lnTo>
                  <a:lnTo>
                    <a:pt x="953362" y="30744"/>
                  </a:lnTo>
                  <a:lnTo>
                    <a:pt x="961177" y="30726"/>
                  </a:lnTo>
                  <a:lnTo>
                    <a:pt x="968991" y="30709"/>
                  </a:lnTo>
                  <a:lnTo>
                    <a:pt x="976806" y="30691"/>
                  </a:lnTo>
                  <a:lnTo>
                    <a:pt x="984620" y="30674"/>
                  </a:lnTo>
                  <a:lnTo>
                    <a:pt x="992434" y="30657"/>
                  </a:lnTo>
                  <a:lnTo>
                    <a:pt x="1000249" y="30639"/>
                  </a:lnTo>
                  <a:lnTo>
                    <a:pt x="1008063" y="30622"/>
                  </a:lnTo>
                  <a:lnTo>
                    <a:pt x="1015878" y="30604"/>
                  </a:lnTo>
                  <a:lnTo>
                    <a:pt x="1023692" y="30587"/>
                  </a:lnTo>
                  <a:lnTo>
                    <a:pt x="1031507" y="30569"/>
                  </a:lnTo>
                  <a:lnTo>
                    <a:pt x="1039321" y="30552"/>
                  </a:lnTo>
                  <a:lnTo>
                    <a:pt x="1047136" y="30534"/>
                  </a:lnTo>
                  <a:lnTo>
                    <a:pt x="1054950" y="30517"/>
                  </a:lnTo>
                  <a:lnTo>
                    <a:pt x="1062765" y="30499"/>
                  </a:lnTo>
                  <a:lnTo>
                    <a:pt x="1070579" y="30482"/>
                  </a:lnTo>
                  <a:lnTo>
                    <a:pt x="1078393" y="30465"/>
                  </a:lnTo>
                  <a:lnTo>
                    <a:pt x="1086208" y="30447"/>
                  </a:lnTo>
                  <a:lnTo>
                    <a:pt x="1094022" y="30430"/>
                  </a:lnTo>
                  <a:lnTo>
                    <a:pt x="1101837" y="30412"/>
                  </a:lnTo>
                  <a:lnTo>
                    <a:pt x="1109651" y="30395"/>
                  </a:lnTo>
                  <a:lnTo>
                    <a:pt x="1117466" y="30378"/>
                  </a:lnTo>
                  <a:lnTo>
                    <a:pt x="1125280" y="30360"/>
                  </a:lnTo>
                  <a:lnTo>
                    <a:pt x="1133095" y="30343"/>
                  </a:lnTo>
                  <a:lnTo>
                    <a:pt x="1140909" y="30325"/>
                  </a:lnTo>
                  <a:lnTo>
                    <a:pt x="1148723" y="30308"/>
                  </a:lnTo>
                  <a:lnTo>
                    <a:pt x="1156538" y="30291"/>
                  </a:lnTo>
                  <a:lnTo>
                    <a:pt x="1164352" y="30273"/>
                  </a:lnTo>
                  <a:lnTo>
                    <a:pt x="1172167" y="30256"/>
                  </a:lnTo>
                  <a:lnTo>
                    <a:pt x="1179981" y="30238"/>
                  </a:lnTo>
                  <a:lnTo>
                    <a:pt x="1187796" y="30221"/>
                  </a:lnTo>
                  <a:lnTo>
                    <a:pt x="1195610" y="30204"/>
                  </a:lnTo>
                  <a:lnTo>
                    <a:pt x="1203425" y="30186"/>
                  </a:lnTo>
                  <a:lnTo>
                    <a:pt x="1211239" y="30169"/>
                  </a:lnTo>
                  <a:lnTo>
                    <a:pt x="1219053" y="30152"/>
                  </a:lnTo>
                  <a:lnTo>
                    <a:pt x="1226868" y="30134"/>
                  </a:lnTo>
                  <a:lnTo>
                    <a:pt x="1234682" y="30117"/>
                  </a:lnTo>
                  <a:lnTo>
                    <a:pt x="1242497" y="30100"/>
                  </a:lnTo>
                  <a:lnTo>
                    <a:pt x="1250311" y="30082"/>
                  </a:lnTo>
                  <a:lnTo>
                    <a:pt x="1258126" y="30065"/>
                  </a:lnTo>
                  <a:lnTo>
                    <a:pt x="1265940" y="30048"/>
                  </a:lnTo>
                  <a:lnTo>
                    <a:pt x="1273755" y="30030"/>
                  </a:lnTo>
                  <a:lnTo>
                    <a:pt x="1281569" y="30013"/>
                  </a:lnTo>
                  <a:lnTo>
                    <a:pt x="1289384" y="29996"/>
                  </a:lnTo>
                  <a:lnTo>
                    <a:pt x="1297198" y="29978"/>
                  </a:lnTo>
                  <a:lnTo>
                    <a:pt x="1305012" y="29961"/>
                  </a:lnTo>
                  <a:lnTo>
                    <a:pt x="1312827" y="29944"/>
                  </a:lnTo>
                  <a:lnTo>
                    <a:pt x="1320641" y="29926"/>
                  </a:lnTo>
                  <a:lnTo>
                    <a:pt x="1328456" y="29909"/>
                  </a:lnTo>
                  <a:lnTo>
                    <a:pt x="1336270" y="29892"/>
                  </a:lnTo>
                  <a:lnTo>
                    <a:pt x="1344085" y="29874"/>
                  </a:lnTo>
                  <a:lnTo>
                    <a:pt x="1351899" y="29857"/>
                  </a:lnTo>
                  <a:lnTo>
                    <a:pt x="1359714" y="29840"/>
                  </a:lnTo>
                  <a:lnTo>
                    <a:pt x="1367528" y="29823"/>
                  </a:lnTo>
                  <a:lnTo>
                    <a:pt x="1375342" y="29805"/>
                  </a:lnTo>
                  <a:lnTo>
                    <a:pt x="1383157" y="29788"/>
                  </a:lnTo>
                  <a:lnTo>
                    <a:pt x="1390971" y="29771"/>
                  </a:lnTo>
                  <a:lnTo>
                    <a:pt x="1398786" y="29754"/>
                  </a:lnTo>
                  <a:lnTo>
                    <a:pt x="1406600" y="29736"/>
                  </a:lnTo>
                  <a:lnTo>
                    <a:pt x="1414415" y="29719"/>
                  </a:lnTo>
                  <a:lnTo>
                    <a:pt x="1422229" y="29702"/>
                  </a:lnTo>
                  <a:lnTo>
                    <a:pt x="1430044" y="29684"/>
                  </a:lnTo>
                  <a:lnTo>
                    <a:pt x="1437858" y="29667"/>
                  </a:lnTo>
                  <a:lnTo>
                    <a:pt x="1445672" y="29650"/>
                  </a:lnTo>
                  <a:lnTo>
                    <a:pt x="1453487" y="29633"/>
                  </a:lnTo>
                  <a:lnTo>
                    <a:pt x="1461301" y="29615"/>
                  </a:lnTo>
                  <a:lnTo>
                    <a:pt x="1469116" y="29598"/>
                  </a:lnTo>
                  <a:lnTo>
                    <a:pt x="1476930" y="29581"/>
                  </a:lnTo>
                  <a:lnTo>
                    <a:pt x="1484745" y="29564"/>
                  </a:lnTo>
                  <a:lnTo>
                    <a:pt x="1492559" y="29547"/>
                  </a:lnTo>
                  <a:lnTo>
                    <a:pt x="1500374" y="29529"/>
                  </a:lnTo>
                  <a:lnTo>
                    <a:pt x="1508188" y="29512"/>
                  </a:lnTo>
                  <a:lnTo>
                    <a:pt x="1516003" y="29495"/>
                  </a:lnTo>
                  <a:lnTo>
                    <a:pt x="1523817" y="29478"/>
                  </a:lnTo>
                  <a:lnTo>
                    <a:pt x="1531631" y="29461"/>
                  </a:lnTo>
                  <a:lnTo>
                    <a:pt x="1539446" y="29443"/>
                  </a:lnTo>
                  <a:lnTo>
                    <a:pt x="1547260" y="29426"/>
                  </a:lnTo>
                  <a:lnTo>
                    <a:pt x="1555075" y="29409"/>
                  </a:lnTo>
                  <a:lnTo>
                    <a:pt x="1562889" y="29392"/>
                  </a:lnTo>
                  <a:lnTo>
                    <a:pt x="1570704" y="29375"/>
                  </a:lnTo>
                  <a:lnTo>
                    <a:pt x="1578518" y="29357"/>
                  </a:lnTo>
                  <a:lnTo>
                    <a:pt x="1586333" y="29340"/>
                  </a:lnTo>
                  <a:lnTo>
                    <a:pt x="1594147" y="29323"/>
                  </a:lnTo>
                  <a:lnTo>
                    <a:pt x="1601961" y="29306"/>
                  </a:lnTo>
                  <a:lnTo>
                    <a:pt x="1609776" y="29289"/>
                  </a:lnTo>
                  <a:lnTo>
                    <a:pt x="1617590" y="29272"/>
                  </a:lnTo>
                  <a:lnTo>
                    <a:pt x="1625405" y="29254"/>
                  </a:lnTo>
                  <a:lnTo>
                    <a:pt x="1633219" y="29237"/>
                  </a:lnTo>
                  <a:lnTo>
                    <a:pt x="1641034" y="29220"/>
                  </a:lnTo>
                  <a:lnTo>
                    <a:pt x="1648848" y="29203"/>
                  </a:lnTo>
                  <a:lnTo>
                    <a:pt x="1656663" y="29186"/>
                  </a:lnTo>
                  <a:lnTo>
                    <a:pt x="1664477" y="29169"/>
                  </a:lnTo>
                  <a:lnTo>
                    <a:pt x="1672291" y="29151"/>
                  </a:lnTo>
                  <a:lnTo>
                    <a:pt x="1680106" y="29134"/>
                  </a:lnTo>
                  <a:lnTo>
                    <a:pt x="1687920" y="29117"/>
                  </a:lnTo>
                  <a:lnTo>
                    <a:pt x="1695735" y="29100"/>
                  </a:lnTo>
                  <a:lnTo>
                    <a:pt x="1703549" y="29083"/>
                  </a:lnTo>
                  <a:lnTo>
                    <a:pt x="1711364" y="29066"/>
                  </a:lnTo>
                  <a:lnTo>
                    <a:pt x="1719178" y="29049"/>
                  </a:lnTo>
                  <a:lnTo>
                    <a:pt x="1726993" y="29032"/>
                  </a:lnTo>
                  <a:lnTo>
                    <a:pt x="1734807" y="29015"/>
                  </a:lnTo>
                  <a:lnTo>
                    <a:pt x="1742622" y="28997"/>
                  </a:lnTo>
                  <a:lnTo>
                    <a:pt x="1750436" y="28980"/>
                  </a:lnTo>
                  <a:lnTo>
                    <a:pt x="1758250" y="28963"/>
                  </a:lnTo>
                  <a:lnTo>
                    <a:pt x="1766065" y="28946"/>
                  </a:lnTo>
                  <a:lnTo>
                    <a:pt x="1773879" y="28929"/>
                  </a:lnTo>
                  <a:lnTo>
                    <a:pt x="1781694" y="28912"/>
                  </a:lnTo>
                  <a:lnTo>
                    <a:pt x="1789508" y="28895"/>
                  </a:lnTo>
                  <a:lnTo>
                    <a:pt x="1797323" y="28878"/>
                  </a:lnTo>
                  <a:lnTo>
                    <a:pt x="1805137" y="28861"/>
                  </a:lnTo>
                  <a:lnTo>
                    <a:pt x="1812952" y="28844"/>
                  </a:lnTo>
                  <a:lnTo>
                    <a:pt x="1820766" y="28827"/>
                  </a:lnTo>
                  <a:lnTo>
                    <a:pt x="1828580" y="28810"/>
                  </a:lnTo>
                  <a:lnTo>
                    <a:pt x="1836395" y="28792"/>
                  </a:lnTo>
                  <a:lnTo>
                    <a:pt x="1844209" y="28775"/>
                  </a:lnTo>
                  <a:lnTo>
                    <a:pt x="1852024" y="28758"/>
                  </a:lnTo>
                  <a:lnTo>
                    <a:pt x="1859838" y="28741"/>
                  </a:lnTo>
                  <a:lnTo>
                    <a:pt x="1867653" y="28724"/>
                  </a:lnTo>
                  <a:lnTo>
                    <a:pt x="1875467" y="28707"/>
                  </a:lnTo>
                  <a:lnTo>
                    <a:pt x="1883282" y="28690"/>
                  </a:lnTo>
                  <a:lnTo>
                    <a:pt x="1891096" y="28673"/>
                  </a:lnTo>
                  <a:lnTo>
                    <a:pt x="1898910" y="28656"/>
                  </a:lnTo>
                  <a:lnTo>
                    <a:pt x="1906725" y="28639"/>
                  </a:lnTo>
                  <a:lnTo>
                    <a:pt x="1914539" y="28622"/>
                  </a:lnTo>
                  <a:lnTo>
                    <a:pt x="1922354" y="28605"/>
                  </a:lnTo>
                  <a:lnTo>
                    <a:pt x="1930168" y="28588"/>
                  </a:lnTo>
                  <a:lnTo>
                    <a:pt x="1937983" y="28571"/>
                  </a:lnTo>
                  <a:lnTo>
                    <a:pt x="1945797" y="28554"/>
                  </a:lnTo>
                  <a:lnTo>
                    <a:pt x="1953612" y="28537"/>
                  </a:lnTo>
                  <a:lnTo>
                    <a:pt x="1961426" y="28520"/>
                  </a:lnTo>
                  <a:lnTo>
                    <a:pt x="1969241" y="28503"/>
                  </a:lnTo>
                  <a:lnTo>
                    <a:pt x="1977055" y="28486"/>
                  </a:lnTo>
                  <a:lnTo>
                    <a:pt x="1984869" y="28469"/>
                  </a:lnTo>
                  <a:lnTo>
                    <a:pt x="1992684" y="28452"/>
                  </a:lnTo>
                  <a:lnTo>
                    <a:pt x="2000498" y="28435"/>
                  </a:lnTo>
                  <a:lnTo>
                    <a:pt x="2008313" y="28418"/>
                  </a:lnTo>
                  <a:lnTo>
                    <a:pt x="2016127" y="28401"/>
                  </a:lnTo>
                  <a:lnTo>
                    <a:pt x="2023942" y="283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1223067" y="2797412"/>
              <a:ext cx="2023942" cy="170618"/>
            </a:xfrm>
            <a:custGeom>
              <a:avLst/>
              <a:pathLst>
                <a:path w="2023942" h="170618">
                  <a:moveTo>
                    <a:pt x="2023942" y="170618"/>
                  </a:moveTo>
                  <a:lnTo>
                    <a:pt x="2016127" y="169789"/>
                  </a:lnTo>
                  <a:lnTo>
                    <a:pt x="2008313" y="168959"/>
                  </a:lnTo>
                  <a:lnTo>
                    <a:pt x="2000498" y="168127"/>
                  </a:lnTo>
                  <a:lnTo>
                    <a:pt x="1992684" y="167292"/>
                  </a:lnTo>
                  <a:lnTo>
                    <a:pt x="1984869" y="166455"/>
                  </a:lnTo>
                  <a:lnTo>
                    <a:pt x="1977055" y="165616"/>
                  </a:lnTo>
                  <a:lnTo>
                    <a:pt x="1969241" y="164774"/>
                  </a:lnTo>
                  <a:lnTo>
                    <a:pt x="1961426" y="164002"/>
                  </a:lnTo>
                  <a:lnTo>
                    <a:pt x="1953612" y="163126"/>
                  </a:lnTo>
                  <a:lnTo>
                    <a:pt x="1945797" y="162248"/>
                  </a:lnTo>
                  <a:lnTo>
                    <a:pt x="1937983" y="161395"/>
                  </a:lnTo>
                  <a:lnTo>
                    <a:pt x="1930168" y="160542"/>
                  </a:lnTo>
                  <a:lnTo>
                    <a:pt x="1922354" y="159687"/>
                  </a:lnTo>
                  <a:lnTo>
                    <a:pt x="1914539" y="158814"/>
                  </a:lnTo>
                  <a:lnTo>
                    <a:pt x="1906725" y="157870"/>
                  </a:lnTo>
                  <a:lnTo>
                    <a:pt x="1898910" y="156928"/>
                  </a:lnTo>
                  <a:lnTo>
                    <a:pt x="1891096" y="156036"/>
                  </a:lnTo>
                  <a:lnTo>
                    <a:pt x="1883282" y="155143"/>
                  </a:lnTo>
                  <a:lnTo>
                    <a:pt x="1875467" y="154307"/>
                  </a:lnTo>
                  <a:lnTo>
                    <a:pt x="1867653" y="153511"/>
                  </a:lnTo>
                  <a:lnTo>
                    <a:pt x="1859838" y="152713"/>
                  </a:lnTo>
                  <a:lnTo>
                    <a:pt x="1852024" y="151743"/>
                  </a:lnTo>
                  <a:lnTo>
                    <a:pt x="1844209" y="150722"/>
                  </a:lnTo>
                  <a:lnTo>
                    <a:pt x="1836395" y="149751"/>
                  </a:lnTo>
                  <a:lnTo>
                    <a:pt x="1828580" y="148847"/>
                  </a:lnTo>
                  <a:lnTo>
                    <a:pt x="1820766" y="147942"/>
                  </a:lnTo>
                  <a:lnTo>
                    <a:pt x="1812952" y="147098"/>
                  </a:lnTo>
                  <a:lnTo>
                    <a:pt x="1805137" y="146286"/>
                  </a:lnTo>
                  <a:lnTo>
                    <a:pt x="1797323" y="145472"/>
                  </a:lnTo>
                  <a:lnTo>
                    <a:pt x="1789508" y="144655"/>
                  </a:lnTo>
                  <a:lnTo>
                    <a:pt x="1781694" y="143837"/>
                  </a:lnTo>
                  <a:lnTo>
                    <a:pt x="1773879" y="143017"/>
                  </a:lnTo>
                  <a:lnTo>
                    <a:pt x="1766065" y="142159"/>
                  </a:lnTo>
                  <a:lnTo>
                    <a:pt x="1758250" y="141252"/>
                  </a:lnTo>
                  <a:lnTo>
                    <a:pt x="1750436" y="140343"/>
                  </a:lnTo>
                  <a:lnTo>
                    <a:pt x="1742622" y="139433"/>
                  </a:lnTo>
                  <a:lnTo>
                    <a:pt x="1734807" y="138522"/>
                  </a:lnTo>
                  <a:lnTo>
                    <a:pt x="1726993" y="137610"/>
                  </a:lnTo>
                  <a:lnTo>
                    <a:pt x="1719178" y="136697"/>
                  </a:lnTo>
                  <a:lnTo>
                    <a:pt x="1711364" y="135783"/>
                  </a:lnTo>
                  <a:lnTo>
                    <a:pt x="1703549" y="134868"/>
                  </a:lnTo>
                  <a:lnTo>
                    <a:pt x="1695735" y="133952"/>
                  </a:lnTo>
                  <a:lnTo>
                    <a:pt x="1687920" y="133035"/>
                  </a:lnTo>
                  <a:lnTo>
                    <a:pt x="1680106" y="132118"/>
                  </a:lnTo>
                  <a:lnTo>
                    <a:pt x="1672291" y="131199"/>
                  </a:lnTo>
                  <a:lnTo>
                    <a:pt x="1664477" y="130280"/>
                  </a:lnTo>
                  <a:lnTo>
                    <a:pt x="1656663" y="129361"/>
                  </a:lnTo>
                  <a:lnTo>
                    <a:pt x="1648848" y="128441"/>
                  </a:lnTo>
                  <a:lnTo>
                    <a:pt x="1641034" y="127520"/>
                  </a:lnTo>
                  <a:lnTo>
                    <a:pt x="1633219" y="126599"/>
                  </a:lnTo>
                  <a:lnTo>
                    <a:pt x="1625405" y="125677"/>
                  </a:lnTo>
                  <a:lnTo>
                    <a:pt x="1617590" y="124754"/>
                  </a:lnTo>
                  <a:lnTo>
                    <a:pt x="1609776" y="123832"/>
                  </a:lnTo>
                  <a:lnTo>
                    <a:pt x="1601961" y="122908"/>
                  </a:lnTo>
                  <a:lnTo>
                    <a:pt x="1594147" y="121984"/>
                  </a:lnTo>
                  <a:lnTo>
                    <a:pt x="1586333" y="121058"/>
                  </a:lnTo>
                  <a:lnTo>
                    <a:pt x="1578518" y="120132"/>
                  </a:lnTo>
                  <a:lnTo>
                    <a:pt x="1570704" y="119206"/>
                  </a:lnTo>
                  <a:lnTo>
                    <a:pt x="1562889" y="118279"/>
                  </a:lnTo>
                  <a:lnTo>
                    <a:pt x="1555075" y="117352"/>
                  </a:lnTo>
                  <a:lnTo>
                    <a:pt x="1547260" y="116425"/>
                  </a:lnTo>
                  <a:lnTo>
                    <a:pt x="1539446" y="115498"/>
                  </a:lnTo>
                  <a:lnTo>
                    <a:pt x="1531631" y="114545"/>
                  </a:lnTo>
                  <a:lnTo>
                    <a:pt x="1523817" y="113560"/>
                  </a:lnTo>
                  <a:lnTo>
                    <a:pt x="1516003" y="112575"/>
                  </a:lnTo>
                  <a:lnTo>
                    <a:pt x="1508188" y="111591"/>
                  </a:lnTo>
                  <a:lnTo>
                    <a:pt x="1500374" y="110748"/>
                  </a:lnTo>
                  <a:lnTo>
                    <a:pt x="1492559" y="109933"/>
                  </a:lnTo>
                  <a:lnTo>
                    <a:pt x="1484745" y="109023"/>
                  </a:lnTo>
                  <a:lnTo>
                    <a:pt x="1476930" y="108124"/>
                  </a:lnTo>
                  <a:lnTo>
                    <a:pt x="1469116" y="107269"/>
                  </a:lnTo>
                  <a:lnTo>
                    <a:pt x="1461301" y="106414"/>
                  </a:lnTo>
                  <a:lnTo>
                    <a:pt x="1453487" y="105558"/>
                  </a:lnTo>
                  <a:lnTo>
                    <a:pt x="1445672" y="104701"/>
                  </a:lnTo>
                  <a:lnTo>
                    <a:pt x="1437858" y="103844"/>
                  </a:lnTo>
                  <a:lnTo>
                    <a:pt x="1430044" y="102986"/>
                  </a:lnTo>
                  <a:lnTo>
                    <a:pt x="1422229" y="102125"/>
                  </a:lnTo>
                  <a:lnTo>
                    <a:pt x="1414415" y="101265"/>
                  </a:lnTo>
                  <a:lnTo>
                    <a:pt x="1406600" y="100404"/>
                  </a:lnTo>
                  <a:lnTo>
                    <a:pt x="1398786" y="99542"/>
                  </a:lnTo>
                  <a:lnTo>
                    <a:pt x="1390971" y="98680"/>
                  </a:lnTo>
                  <a:lnTo>
                    <a:pt x="1383157" y="97818"/>
                  </a:lnTo>
                  <a:lnTo>
                    <a:pt x="1375342" y="96956"/>
                  </a:lnTo>
                  <a:lnTo>
                    <a:pt x="1367528" y="96080"/>
                  </a:lnTo>
                  <a:lnTo>
                    <a:pt x="1359714" y="95173"/>
                  </a:lnTo>
                  <a:lnTo>
                    <a:pt x="1351899" y="94266"/>
                  </a:lnTo>
                  <a:lnTo>
                    <a:pt x="1344085" y="93361"/>
                  </a:lnTo>
                  <a:lnTo>
                    <a:pt x="1336270" y="92455"/>
                  </a:lnTo>
                  <a:lnTo>
                    <a:pt x="1328456" y="91551"/>
                  </a:lnTo>
                  <a:lnTo>
                    <a:pt x="1320641" y="90647"/>
                  </a:lnTo>
                  <a:lnTo>
                    <a:pt x="1312827" y="89743"/>
                  </a:lnTo>
                  <a:lnTo>
                    <a:pt x="1305012" y="88841"/>
                  </a:lnTo>
                  <a:lnTo>
                    <a:pt x="1297198" y="87939"/>
                  </a:lnTo>
                  <a:lnTo>
                    <a:pt x="1289384" y="87041"/>
                  </a:lnTo>
                  <a:lnTo>
                    <a:pt x="1281569" y="86201"/>
                  </a:lnTo>
                  <a:lnTo>
                    <a:pt x="1273755" y="85361"/>
                  </a:lnTo>
                  <a:lnTo>
                    <a:pt x="1265940" y="84520"/>
                  </a:lnTo>
                  <a:lnTo>
                    <a:pt x="1258126" y="83680"/>
                  </a:lnTo>
                  <a:lnTo>
                    <a:pt x="1250311" y="82775"/>
                  </a:lnTo>
                  <a:lnTo>
                    <a:pt x="1242497" y="81843"/>
                  </a:lnTo>
                  <a:lnTo>
                    <a:pt x="1234682" y="80912"/>
                  </a:lnTo>
                  <a:lnTo>
                    <a:pt x="1226868" y="79980"/>
                  </a:lnTo>
                  <a:lnTo>
                    <a:pt x="1219053" y="79050"/>
                  </a:lnTo>
                  <a:lnTo>
                    <a:pt x="1211239" y="78122"/>
                  </a:lnTo>
                  <a:lnTo>
                    <a:pt x="1203425" y="77196"/>
                  </a:lnTo>
                  <a:lnTo>
                    <a:pt x="1195610" y="76285"/>
                  </a:lnTo>
                  <a:lnTo>
                    <a:pt x="1187796" y="75391"/>
                  </a:lnTo>
                  <a:lnTo>
                    <a:pt x="1179981" y="74445"/>
                  </a:lnTo>
                  <a:lnTo>
                    <a:pt x="1172167" y="73516"/>
                  </a:lnTo>
                  <a:lnTo>
                    <a:pt x="1164352" y="72601"/>
                  </a:lnTo>
                  <a:lnTo>
                    <a:pt x="1156538" y="71689"/>
                  </a:lnTo>
                  <a:lnTo>
                    <a:pt x="1148723" y="70779"/>
                  </a:lnTo>
                  <a:lnTo>
                    <a:pt x="1140909" y="69872"/>
                  </a:lnTo>
                  <a:lnTo>
                    <a:pt x="1133095" y="68966"/>
                  </a:lnTo>
                  <a:lnTo>
                    <a:pt x="1125280" y="68063"/>
                  </a:lnTo>
                  <a:lnTo>
                    <a:pt x="1117466" y="67162"/>
                  </a:lnTo>
                  <a:lnTo>
                    <a:pt x="1109651" y="66271"/>
                  </a:lnTo>
                  <a:lnTo>
                    <a:pt x="1101837" y="65431"/>
                  </a:lnTo>
                  <a:lnTo>
                    <a:pt x="1094022" y="64592"/>
                  </a:lnTo>
                  <a:lnTo>
                    <a:pt x="1086208" y="63754"/>
                  </a:lnTo>
                  <a:lnTo>
                    <a:pt x="1078393" y="62917"/>
                  </a:lnTo>
                  <a:lnTo>
                    <a:pt x="1070579" y="62082"/>
                  </a:lnTo>
                  <a:lnTo>
                    <a:pt x="1062765" y="61247"/>
                  </a:lnTo>
                  <a:lnTo>
                    <a:pt x="1054950" y="60414"/>
                  </a:lnTo>
                  <a:lnTo>
                    <a:pt x="1047136" y="59582"/>
                  </a:lnTo>
                  <a:lnTo>
                    <a:pt x="1039321" y="58751"/>
                  </a:lnTo>
                  <a:lnTo>
                    <a:pt x="1031507" y="57921"/>
                  </a:lnTo>
                  <a:lnTo>
                    <a:pt x="1023692" y="57093"/>
                  </a:lnTo>
                  <a:lnTo>
                    <a:pt x="1015878" y="56258"/>
                  </a:lnTo>
                  <a:lnTo>
                    <a:pt x="1008063" y="55409"/>
                  </a:lnTo>
                  <a:lnTo>
                    <a:pt x="1000249" y="54559"/>
                  </a:lnTo>
                  <a:lnTo>
                    <a:pt x="992434" y="53683"/>
                  </a:lnTo>
                  <a:lnTo>
                    <a:pt x="984620" y="52810"/>
                  </a:lnTo>
                  <a:lnTo>
                    <a:pt x="976806" y="51997"/>
                  </a:lnTo>
                  <a:lnTo>
                    <a:pt x="968991" y="51193"/>
                  </a:lnTo>
                  <a:lnTo>
                    <a:pt x="961177" y="50358"/>
                  </a:lnTo>
                  <a:lnTo>
                    <a:pt x="953362" y="49525"/>
                  </a:lnTo>
                  <a:lnTo>
                    <a:pt x="945548" y="48694"/>
                  </a:lnTo>
                  <a:lnTo>
                    <a:pt x="937733" y="47863"/>
                  </a:lnTo>
                  <a:lnTo>
                    <a:pt x="929919" y="47033"/>
                  </a:lnTo>
                  <a:lnTo>
                    <a:pt x="922104" y="46189"/>
                  </a:lnTo>
                  <a:lnTo>
                    <a:pt x="914290" y="45303"/>
                  </a:lnTo>
                  <a:lnTo>
                    <a:pt x="906476" y="44421"/>
                  </a:lnTo>
                  <a:lnTo>
                    <a:pt x="898661" y="43544"/>
                  </a:lnTo>
                  <a:lnTo>
                    <a:pt x="890847" y="42712"/>
                  </a:lnTo>
                  <a:lnTo>
                    <a:pt x="883032" y="41909"/>
                  </a:lnTo>
                  <a:lnTo>
                    <a:pt x="875218" y="41107"/>
                  </a:lnTo>
                  <a:lnTo>
                    <a:pt x="867403" y="40308"/>
                  </a:lnTo>
                  <a:lnTo>
                    <a:pt x="859589" y="39511"/>
                  </a:lnTo>
                  <a:lnTo>
                    <a:pt x="851774" y="38716"/>
                  </a:lnTo>
                  <a:lnTo>
                    <a:pt x="843960" y="37924"/>
                  </a:lnTo>
                  <a:lnTo>
                    <a:pt x="836145" y="37134"/>
                  </a:lnTo>
                  <a:lnTo>
                    <a:pt x="828331" y="36346"/>
                  </a:lnTo>
                  <a:lnTo>
                    <a:pt x="820517" y="35582"/>
                  </a:lnTo>
                  <a:lnTo>
                    <a:pt x="812702" y="34820"/>
                  </a:lnTo>
                  <a:lnTo>
                    <a:pt x="804888" y="34059"/>
                  </a:lnTo>
                  <a:lnTo>
                    <a:pt x="797073" y="33299"/>
                  </a:lnTo>
                  <a:lnTo>
                    <a:pt x="789259" y="32542"/>
                  </a:lnTo>
                  <a:lnTo>
                    <a:pt x="781444" y="31766"/>
                  </a:lnTo>
                  <a:lnTo>
                    <a:pt x="773630" y="30989"/>
                  </a:lnTo>
                  <a:lnTo>
                    <a:pt x="765815" y="30214"/>
                  </a:lnTo>
                  <a:lnTo>
                    <a:pt x="758001" y="29442"/>
                  </a:lnTo>
                  <a:lnTo>
                    <a:pt x="750187" y="28673"/>
                  </a:lnTo>
                  <a:lnTo>
                    <a:pt x="742372" y="27907"/>
                  </a:lnTo>
                  <a:lnTo>
                    <a:pt x="734558" y="27165"/>
                  </a:lnTo>
                  <a:lnTo>
                    <a:pt x="726743" y="26425"/>
                  </a:lnTo>
                  <a:lnTo>
                    <a:pt x="718929" y="25687"/>
                  </a:lnTo>
                  <a:lnTo>
                    <a:pt x="711114" y="24948"/>
                  </a:lnTo>
                  <a:lnTo>
                    <a:pt x="703300" y="24212"/>
                  </a:lnTo>
                  <a:lnTo>
                    <a:pt x="695485" y="23447"/>
                  </a:lnTo>
                  <a:lnTo>
                    <a:pt x="687671" y="22716"/>
                  </a:lnTo>
                  <a:lnTo>
                    <a:pt x="679857" y="21987"/>
                  </a:lnTo>
                  <a:lnTo>
                    <a:pt x="672042" y="21259"/>
                  </a:lnTo>
                  <a:lnTo>
                    <a:pt x="664228" y="20533"/>
                  </a:lnTo>
                  <a:lnTo>
                    <a:pt x="656413" y="19808"/>
                  </a:lnTo>
                  <a:lnTo>
                    <a:pt x="648599" y="19086"/>
                  </a:lnTo>
                  <a:lnTo>
                    <a:pt x="640784" y="18365"/>
                  </a:lnTo>
                  <a:lnTo>
                    <a:pt x="632970" y="17646"/>
                  </a:lnTo>
                  <a:lnTo>
                    <a:pt x="625155" y="16929"/>
                  </a:lnTo>
                  <a:lnTo>
                    <a:pt x="617341" y="16208"/>
                  </a:lnTo>
                  <a:lnTo>
                    <a:pt x="609526" y="15479"/>
                  </a:lnTo>
                  <a:lnTo>
                    <a:pt x="601712" y="14752"/>
                  </a:lnTo>
                  <a:lnTo>
                    <a:pt x="593898" y="14029"/>
                  </a:lnTo>
                  <a:lnTo>
                    <a:pt x="586083" y="13309"/>
                  </a:lnTo>
                  <a:lnTo>
                    <a:pt x="578269" y="12592"/>
                  </a:lnTo>
                  <a:lnTo>
                    <a:pt x="570454" y="11879"/>
                  </a:lnTo>
                  <a:lnTo>
                    <a:pt x="562640" y="11170"/>
                  </a:lnTo>
                  <a:lnTo>
                    <a:pt x="554825" y="10464"/>
                  </a:lnTo>
                  <a:lnTo>
                    <a:pt x="547011" y="9761"/>
                  </a:lnTo>
                  <a:lnTo>
                    <a:pt x="539196" y="9060"/>
                  </a:lnTo>
                  <a:lnTo>
                    <a:pt x="531382" y="8363"/>
                  </a:lnTo>
                  <a:lnTo>
                    <a:pt x="523568" y="7669"/>
                  </a:lnTo>
                  <a:lnTo>
                    <a:pt x="515753" y="6980"/>
                  </a:lnTo>
                  <a:lnTo>
                    <a:pt x="507939" y="6294"/>
                  </a:lnTo>
                  <a:lnTo>
                    <a:pt x="500124" y="5612"/>
                  </a:lnTo>
                  <a:lnTo>
                    <a:pt x="492310" y="4936"/>
                  </a:lnTo>
                  <a:lnTo>
                    <a:pt x="484495" y="4266"/>
                  </a:lnTo>
                  <a:lnTo>
                    <a:pt x="476681" y="3595"/>
                  </a:lnTo>
                  <a:lnTo>
                    <a:pt x="468866" y="2927"/>
                  </a:lnTo>
                  <a:lnTo>
                    <a:pt x="461052" y="2263"/>
                  </a:lnTo>
                  <a:lnTo>
                    <a:pt x="453238" y="1602"/>
                  </a:lnTo>
                  <a:lnTo>
                    <a:pt x="445423" y="945"/>
                  </a:lnTo>
                  <a:lnTo>
                    <a:pt x="437609" y="291"/>
                  </a:lnTo>
                  <a:lnTo>
                    <a:pt x="429794" y="0"/>
                  </a:lnTo>
                  <a:lnTo>
                    <a:pt x="421980" y="17"/>
                  </a:lnTo>
                  <a:lnTo>
                    <a:pt x="414165" y="35"/>
                  </a:lnTo>
                  <a:lnTo>
                    <a:pt x="406351" y="53"/>
                  </a:lnTo>
                  <a:lnTo>
                    <a:pt x="398536" y="70"/>
                  </a:lnTo>
                  <a:lnTo>
                    <a:pt x="390722" y="88"/>
                  </a:lnTo>
                  <a:lnTo>
                    <a:pt x="382907" y="106"/>
                  </a:lnTo>
                  <a:lnTo>
                    <a:pt x="375093" y="124"/>
                  </a:lnTo>
                  <a:lnTo>
                    <a:pt x="367279" y="142"/>
                  </a:lnTo>
                  <a:lnTo>
                    <a:pt x="359464" y="159"/>
                  </a:lnTo>
                  <a:lnTo>
                    <a:pt x="351650" y="177"/>
                  </a:lnTo>
                  <a:lnTo>
                    <a:pt x="343835" y="195"/>
                  </a:lnTo>
                  <a:lnTo>
                    <a:pt x="336021" y="213"/>
                  </a:lnTo>
                  <a:lnTo>
                    <a:pt x="328206" y="230"/>
                  </a:lnTo>
                  <a:lnTo>
                    <a:pt x="320392" y="248"/>
                  </a:lnTo>
                  <a:lnTo>
                    <a:pt x="312577" y="266"/>
                  </a:lnTo>
                  <a:lnTo>
                    <a:pt x="304763" y="284"/>
                  </a:lnTo>
                  <a:lnTo>
                    <a:pt x="296949" y="302"/>
                  </a:lnTo>
                  <a:lnTo>
                    <a:pt x="289134" y="319"/>
                  </a:lnTo>
                  <a:lnTo>
                    <a:pt x="281320" y="337"/>
                  </a:lnTo>
                  <a:lnTo>
                    <a:pt x="273505" y="355"/>
                  </a:lnTo>
                  <a:lnTo>
                    <a:pt x="265691" y="373"/>
                  </a:lnTo>
                  <a:lnTo>
                    <a:pt x="257876" y="391"/>
                  </a:lnTo>
                  <a:lnTo>
                    <a:pt x="250062" y="409"/>
                  </a:lnTo>
                  <a:lnTo>
                    <a:pt x="242247" y="426"/>
                  </a:lnTo>
                  <a:lnTo>
                    <a:pt x="234433" y="444"/>
                  </a:lnTo>
                  <a:lnTo>
                    <a:pt x="226619" y="462"/>
                  </a:lnTo>
                  <a:lnTo>
                    <a:pt x="218804" y="480"/>
                  </a:lnTo>
                  <a:lnTo>
                    <a:pt x="210990" y="498"/>
                  </a:lnTo>
                  <a:lnTo>
                    <a:pt x="203175" y="516"/>
                  </a:lnTo>
                  <a:lnTo>
                    <a:pt x="195361" y="533"/>
                  </a:lnTo>
                  <a:lnTo>
                    <a:pt x="187546" y="551"/>
                  </a:lnTo>
                  <a:lnTo>
                    <a:pt x="179732" y="569"/>
                  </a:lnTo>
                  <a:lnTo>
                    <a:pt x="171917" y="587"/>
                  </a:lnTo>
                  <a:lnTo>
                    <a:pt x="164103" y="605"/>
                  </a:lnTo>
                  <a:lnTo>
                    <a:pt x="156288" y="623"/>
                  </a:lnTo>
                  <a:lnTo>
                    <a:pt x="148474" y="641"/>
                  </a:lnTo>
                  <a:lnTo>
                    <a:pt x="140660" y="658"/>
                  </a:lnTo>
                  <a:lnTo>
                    <a:pt x="132845" y="676"/>
                  </a:lnTo>
                  <a:lnTo>
                    <a:pt x="125031" y="694"/>
                  </a:lnTo>
                  <a:lnTo>
                    <a:pt x="117216" y="712"/>
                  </a:lnTo>
                  <a:lnTo>
                    <a:pt x="109402" y="730"/>
                  </a:lnTo>
                  <a:lnTo>
                    <a:pt x="101587" y="748"/>
                  </a:lnTo>
                  <a:lnTo>
                    <a:pt x="93773" y="766"/>
                  </a:lnTo>
                  <a:lnTo>
                    <a:pt x="85958" y="784"/>
                  </a:lnTo>
                  <a:lnTo>
                    <a:pt x="78144" y="802"/>
                  </a:lnTo>
                  <a:lnTo>
                    <a:pt x="70330" y="820"/>
                  </a:lnTo>
                  <a:lnTo>
                    <a:pt x="62515" y="838"/>
                  </a:lnTo>
                  <a:lnTo>
                    <a:pt x="54701" y="855"/>
                  </a:lnTo>
                  <a:lnTo>
                    <a:pt x="46886" y="873"/>
                  </a:lnTo>
                  <a:lnTo>
                    <a:pt x="39072" y="891"/>
                  </a:lnTo>
                  <a:lnTo>
                    <a:pt x="31257" y="909"/>
                  </a:lnTo>
                  <a:lnTo>
                    <a:pt x="23443" y="927"/>
                  </a:lnTo>
                  <a:lnTo>
                    <a:pt x="15628" y="945"/>
                  </a:lnTo>
                  <a:lnTo>
                    <a:pt x="7814" y="963"/>
                  </a:lnTo>
                  <a:lnTo>
                    <a:pt x="0" y="9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1223067" y="2738178"/>
              <a:ext cx="2023942" cy="212225"/>
            </a:xfrm>
            <a:custGeom>
              <a:avLst/>
              <a:pathLst>
                <a:path w="2023942" h="212225">
                  <a:moveTo>
                    <a:pt x="0" y="4654"/>
                  </a:moveTo>
                  <a:lnTo>
                    <a:pt x="7814" y="4843"/>
                  </a:lnTo>
                  <a:lnTo>
                    <a:pt x="15628" y="5142"/>
                  </a:lnTo>
                  <a:lnTo>
                    <a:pt x="23443" y="5472"/>
                  </a:lnTo>
                  <a:lnTo>
                    <a:pt x="31257" y="5706"/>
                  </a:lnTo>
                  <a:lnTo>
                    <a:pt x="39072" y="6000"/>
                  </a:lnTo>
                  <a:lnTo>
                    <a:pt x="46886" y="6284"/>
                  </a:lnTo>
                  <a:lnTo>
                    <a:pt x="54701" y="6588"/>
                  </a:lnTo>
                  <a:lnTo>
                    <a:pt x="62515" y="6886"/>
                  </a:lnTo>
                  <a:lnTo>
                    <a:pt x="70330" y="7187"/>
                  </a:lnTo>
                  <a:lnTo>
                    <a:pt x="78144" y="7569"/>
                  </a:lnTo>
                  <a:lnTo>
                    <a:pt x="85958" y="7830"/>
                  </a:lnTo>
                  <a:lnTo>
                    <a:pt x="93773" y="8091"/>
                  </a:lnTo>
                  <a:lnTo>
                    <a:pt x="101587" y="8468"/>
                  </a:lnTo>
                  <a:lnTo>
                    <a:pt x="109402" y="8700"/>
                  </a:lnTo>
                  <a:lnTo>
                    <a:pt x="117216" y="8951"/>
                  </a:lnTo>
                  <a:lnTo>
                    <a:pt x="125031" y="9244"/>
                  </a:lnTo>
                  <a:lnTo>
                    <a:pt x="132845" y="9538"/>
                  </a:lnTo>
                  <a:lnTo>
                    <a:pt x="140660" y="9638"/>
                  </a:lnTo>
                  <a:lnTo>
                    <a:pt x="148474" y="9758"/>
                  </a:lnTo>
                  <a:lnTo>
                    <a:pt x="156288" y="9948"/>
                  </a:lnTo>
                  <a:lnTo>
                    <a:pt x="164103" y="10245"/>
                  </a:lnTo>
                  <a:lnTo>
                    <a:pt x="171917" y="10387"/>
                  </a:lnTo>
                  <a:lnTo>
                    <a:pt x="179732" y="10636"/>
                  </a:lnTo>
                  <a:lnTo>
                    <a:pt x="187546" y="10933"/>
                  </a:lnTo>
                  <a:lnTo>
                    <a:pt x="195361" y="11246"/>
                  </a:lnTo>
                  <a:lnTo>
                    <a:pt x="203175" y="11487"/>
                  </a:lnTo>
                  <a:lnTo>
                    <a:pt x="210990" y="11733"/>
                  </a:lnTo>
                  <a:lnTo>
                    <a:pt x="218804" y="11976"/>
                  </a:lnTo>
                  <a:lnTo>
                    <a:pt x="226619" y="12085"/>
                  </a:lnTo>
                  <a:lnTo>
                    <a:pt x="234433" y="12258"/>
                  </a:lnTo>
                  <a:lnTo>
                    <a:pt x="242247" y="12642"/>
                  </a:lnTo>
                  <a:lnTo>
                    <a:pt x="250062" y="12786"/>
                  </a:lnTo>
                  <a:lnTo>
                    <a:pt x="257876" y="12932"/>
                  </a:lnTo>
                  <a:lnTo>
                    <a:pt x="265691" y="13041"/>
                  </a:lnTo>
                  <a:lnTo>
                    <a:pt x="273505" y="13174"/>
                  </a:lnTo>
                  <a:lnTo>
                    <a:pt x="281320" y="13382"/>
                  </a:lnTo>
                  <a:lnTo>
                    <a:pt x="289134" y="13601"/>
                  </a:lnTo>
                  <a:lnTo>
                    <a:pt x="296949" y="13787"/>
                  </a:lnTo>
                  <a:lnTo>
                    <a:pt x="304763" y="13892"/>
                  </a:lnTo>
                  <a:lnTo>
                    <a:pt x="312577" y="13933"/>
                  </a:lnTo>
                  <a:lnTo>
                    <a:pt x="320392" y="14124"/>
                  </a:lnTo>
                  <a:lnTo>
                    <a:pt x="328206" y="14271"/>
                  </a:lnTo>
                  <a:lnTo>
                    <a:pt x="336021" y="14417"/>
                  </a:lnTo>
                  <a:lnTo>
                    <a:pt x="343835" y="14545"/>
                  </a:lnTo>
                  <a:lnTo>
                    <a:pt x="351650" y="14723"/>
                  </a:lnTo>
                  <a:lnTo>
                    <a:pt x="359464" y="14873"/>
                  </a:lnTo>
                  <a:lnTo>
                    <a:pt x="367279" y="15225"/>
                  </a:lnTo>
                  <a:lnTo>
                    <a:pt x="375093" y="15444"/>
                  </a:lnTo>
                  <a:lnTo>
                    <a:pt x="382907" y="15588"/>
                  </a:lnTo>
                  <a:lnTo>
                    <a:pt x="390722" y="15659"/>
                  </a:lnTo>
                  <a:lnTo>
                    <a:pt x="398536" y="15714"/>
                  </a:lnTo>
                  <a:lnTo>
                    <a:pt x="406351" y="15866"/>
                  </a:lnTo>
                  <a:lnTo>
                    <a:pt x="414165" y="15932"/>
                  </a:lnTo>
                  <a:lnTo>
                    <a:pt x="421980" y="15955"/>
                  </a:lnTo>
                  <a:lnTo>
                    <a:pt x="429794" y="16097"/>
                  </a:lnTo>
                  <a:lnTo>
                    <a:pt x="437609" y="16240"/>
                  </a:lnTo>
                  <a:lnTo>
                    <a:pt x="445423" y="16411"/>
                  </a:lnTo>
                  <a:lnTo>
                    <a:pt x="453238" y="16528"/>
                  </a:lnTo>
                  <a:lnTo>
                    <a:pt x="461052" y="16669"/>
                  </a:lnTo>
                  <a:lnTo>
                    <a:pt x="468866" y="16630"/>
                  </a:lnTo>
                  <a:lnTo>
                    <a:pt x="476681" y="16553"/>
                  </a:lnTo>
                  <a:lnTo>
                    <a:pt x="484495" y="16621"/>
                  </a:lnTo>
                  <a:lnTo>
                    <a:pt x="492310" y="16779"/>
                  </a:lnTo>
                  <a:lnTo>
                    <a:pt x="500124" y="16823"/>
                  </a:lnTo>
                  <a:lnTo>
                    <a:pt x="507939" y="16873"/>
                  </a:lnTo>
                  <a:lnTo>
                    <a:pt x="515753" y="16917"/>
                  </a:lnTo>
                  <a:lnTo>
                    <a:pt x="523568" y="16947"/>
                  </a:lnTo>
                  <a:lnTo>
                    <a:pt x="531382" y="17001"/>
                  </a:lnTo>
                  <a:lnTo>
                    <a:pt x="539196" y="16919"/>
                  </a:lnTo>
                  <a:lnTo>
                    <a:pt x="547011" y="16887"/>
                  </a:lnTo>
                  <a:lnTo>
                    <a:pt x="554825" y="16753"/>
                  </a:lnTo>
                  <a:lnTo>
                    <a:pt x="562640" y="16649"/>
                  </a:lnTo>
                  <a:lnTo>
                    <a:pt x="570454" y="16583"/>
                  </a:lnTo>
                  <a:lnTo>
                    <a:pt x="578269" y="16528"/>
                  </a:lnTo>
                  <a:lnTo>
                    <a:pt x="586083" y="16419"/>
                  </a:lnTo>
                  <a:lnTo>
                    <a:pt x="593898" y="16470"/>
                  </a:lnTo>
                  <a:lnTo>
                    <a:pt x="601712" y="16627"/>
                  </a:lnTo>
                  <a:lnTo>
                    <a:pt x="609526" y="16544"/>
                  </a:lnTo>
                  <a:lnTo>
                    <a:pt x="617341" y="16508"/>
                  </a:lnTo>
                  <a:lnTo>
                    <a:pt x="625155" y="16465"/>
                  </a:lnTo>
                  <a:lnTo>
                    <a:pt x="632970" y="16413"/>
                  </a:lnTo>
                  <a:lnTo>
                    <a:pt x="640784" y="16460"/>
                  </a:lnTo>
                  <a:lnTo>
                    <a:pt x="648599" y="16595"/>
                  </a:lnTo>
                  <a:lnTo>
                    <a:pt x="656413" y="16542"/>
                  </a:lnTo>
                  <a:lnTo>
                    <a:pt x="664228" y="16493"/>
                  </a:lnTo>
                  <a:lnTo>
                    <a:pt x="672042" y="16444"/>
                  </a:lnTo>
                  <a:lnTo>
                    <a:pt x="679857" y="16391"/>
                  </a:lnTo>
                  <a:lnTo>
                    <a:pt x="687671" y="16425"/>
                  </a:lnTo>
                  <a:lnTo>
                    <a:pt x="695485" y="16602"/>
                  </a:lnTo>
                  <a:lnTo>
                    <a:pt x="703300" y="16568"/>
                  </a:lnTo>
                  <a:lnTo>
                    <a:pt x="711114" y="16533"/>
                  </a:lnTo>
                  <a:lnTo>
                    <a:pt x="718929" y="16560"/>
                  </a:lnTo>
                  <a:lnTo>
                    <a:pt x="726743" y="16497"/>
                  </a:lnTo>
                  <a:lnTo>
                    <a:pt x="734558" y="16434"/>
                  </a:lnTo>
                  <a:lnTo>
                    <a:pt x="742372" y="16382"/>
                  </a:lnTo>
                  <a:lnTo>
                    <a:pt x="750187" y="16344"/>
                  </a:lnTo>
                  <a:lnTo>
                    <a:pt x="758001" y="16305"/>
                  </a:lnTo>
                  <a:lnTo>
                    <a:pt x="765815" y="16185"/>
                  </a:lnTo>
                  <a:lnTo>
                    <a:pt x="773630" y="16111"/>
                  </a:lnTo>
                  <a:lnTo>
                    <a:pt x="781444" y="16048"/>
                  </a:lnTo>
                  <a:lnTo>
                    <a:pt x="789259" y="16018"/>
                  </a:lnTo>
                  <a:lnTo>
                    <a:pt x="797073" y="15924"/>
                  </a:lnTo>
                  <a:lnTo>
                    <a:pt x="804888" y="15856"/>
                  </a:lnTo>
                  <a:lnTo>
                    <a:pt x="812702" y="15790"/>
                  </a:lnTo>
                  <a:lnTo>
                    <a:pt x="820517" y="15726"/>
                  </a:lnTo>
                  <a:lnTo>
                    <a:pt x="828331" y="15456"/>
                  </a:lnTo>
                  <a:lnTo>
                    <a:pt x="836145" y="15338"/>
                  </a:lnTo>
                  <a:lnTo>
                    <a:pt x="843960" y="15153"/>
                  </a:lnTo>
                  <a:lnTo>
                    <a:pt x="851774" y="15006"/>
                  </a:lnTo>
                  <a:lnTo>
                    <a:pt x="859589" y="15046"/>
                  </a:lnTo>
                  <a:lnTo>
                    <a:pt x="867403" y="15040"/>
                  </a:lnTo>
                  <a:lnTo>
                    <a:pt x="875218" y="14928"/>
                  </a:lnTo>
                  <a:lnTo>
                    <a:pt x="883032" y="14832"/>
                  </a:lnTo>
                  <a:lnTo>
                    <a:pt x="890847" y="14787"/>
                  </a:lnTo>
                  <a:lnTo>
                    <a:pt x="898661" y="14670"/>
                  </a:lnTo>
                  <a:lnTo>
                    <a:pt x="906476" y="14543"/>
                  </a:lnTo>
                  <a:lnTo>
                    <a:pt x="914290" y="14481"/>
                  </a:lnTo>
                  <a:lnTo>
                    <a:pt x="922104" y="14428"/>
                  </a:lnTo>
                  <a:lnTo>
                    <a:pt x="929919" y="14354"/>
                  </a:lnTo>
                  <a:lnTo>
                    <a:pt x="937733" y="14307"/>
                  </a:lnTo>
                  <a:lnTo>
                    <a:pt x="945548" y="14082"/>
                  </a:lnTo>
                  <a:lnTo>
                    <a:pt x="953362" y="13942"/>
                  </a:lnTo>
                  <a:lnTo>
                    <a:pt x="961177" y="13994"/>
                  </a:lnTo>
                  <a:lnTo>
                    <a:pt x="968991" y="13872"/>
                  </a:lnTo>
                  <a:lnTo>
                    <a:pt x="976806" y="13664"/>
                  </a:lnTo>
                  <a:lnTo>
                    <a:pt x="984620" y="13456"/>
                  </a:lnTo>
                  <a:lnTo>
                    <a:pt x="992434" y="13249"/>
                  </a:lnTo>
                  <a:lnTo>
                    <a:pt x="1000249" y="13129"/>
                  </a:lnTo>
                  <a:lnTo>
                    <a:pt x="1008063" y="13017"/>
                  </a:lnTo>
                  <a:lnTo>
                    <a:pt x="1015878" y="12907"/>
                  </a:lnTo>
                  <a:lnTo>
                    <a:pt x="1023692" y="12765"/>
                  </a:lnTo>
                  <a:lnTo>
                    <a:pt x="1031507" y="12600"/>
                  </a:lnTo>
                  <a:lnTo>
                    <a:pt x="1039321" y="12436"/>
                  </a:lnTo>
                  <a:lnTo>
                    <a:pt x="1047136" y="12272"/>
                  </a:lnTo>
                  <a:lnTo>
                    <a:pt x="1054950" y="12320"/>
                  </a:lnTo>
                  <a:lnTo>
                    <a:pt x="1062765" y="12250"/>
                  </a:lnTo>
                  <a:lnTo>
                    <a:pt x="1070579" y="12160"/>
                  </a:lnTo>
                  <a:lnTo>
                    <a:pt x="1078393" y="12056"/>
                  </a:lnTo>
                  <a:lnTo>
                    <a:pt x="1086208" y="11926"/>
                  </a:lnTo>
                  <a:lnTo>
                    <a:pt x="1094022" y="11818"/>
                  </a:lnTo>
                  <a:lnTo>
                    <a:pt x="1101837" y="11683"/>
                  </a:lnTo>
                  <a:lnTo>
                    <a:pt x="1109651" y="11549"/>
                  </a:lnTo>
                  <a:lnTo>
                    <a:pt x="1117466" y="11418"/>
                  </a:lnTo>
                  <a:lnTo>
                    <a:pt x="1125280" y="11382"/>
                  </a:lnTo>
                  <a:lnTo>
                    <a:pt x="1133095" y="11293"/>
                  </a:lnTo>
                  <a:lnTo>
                    <a:pt x="1140909" y="11238"/>
                  </a:lnTo>
                  <a:lnTo>
                    <a:pt x="1148723" y="11125"/>
                  </a:lnTo>
                  <a:lnTo>
                    <a:pt x="1156538" y="11007"/>
                  </a:lnTo>
                  <a:lnTo>
                    <a:pt x="1164352" y="10889"/>
                  </a:lnTo>
                  <a:lnTo>
                    <a:pt x="1172167" y="10772"/>
                  </a:lnTo>
                  <a:lnTo>
                    <a:pt x="1179981" y="10655"/>
                  </a:lnTo>
                  <a:lnTo>
                    <a:pt x="1187796" y="10581"/>
                  </a:lnTo>
                  <a:lnTo>
                    <a:pt x="1195610" y="10579"/>
                  </a:lnTo>
                  <a:lnTo>
                    <a:pt x="1203425" y="10578"/>
                  </a:lnTo>
                  <a:lnTo>
                    <a:pt x="1211239" y="10456"/>
                  </a:lnTo>
                  <a:lnTo>
                    <a:pt x="1219053" y="10326"/>
                  </a:lnTo>
                  <a:lnTo>
                    <a:pt x="1226868" y="10196"/>
                  </a:lnTo>
                  <a:lnTo>
                    <a:pt x="1234682" y="10116"/>
                  </a:lnTo>
                  <a:lnTo>
                    <a:pt x="1242497" y="10041"/>
                  </a:lnTo>
                  <a:lnTo>
                    <a:pt x="1250311" y="9965"/>
                  </a:lnTo>
                  <a:lnTo>
                    <a:pt x="1258126" y="9889"/>
                  </a:lnTo>
                  <a:lnTo>
                    <a:pt x="1265940" y="9739"/>
                  </a:lnTo>
                  <a:lnTo>
                    <a:pt x="1273755" y="9521"/>
                  </a:lnTo>
                  <a:lnTo>
                    <a:pt x="1281569" y="9484"/>
                  </a:lnTo>
                  <a:lnTo>
                    <a:pt x="1289384" y="9525"/>
                  </a:lnTo>
                  <a:lnTo>
                    <a:pt x="1297198" y="9516"/>
                  </a:lnTo>
                  <a:lnTo>
                    <a:pt x="1305012" y="9442"/>
                  </a:lnTo>
                  <a:lnTo>
                    <a:pt x="1312827" y="9368"/>
                  </a:lnTo>
                  <a:lnTo>
                    <a:pt x="1320641" y="9272"/>
                  </a:lnTo>
                  <a:lnTo>
                    <a:pt x="1328456" y="9148"/>
                  </a:lnTo>
                  <a:lnTo>
                    <a:pt x="1336270" y="9024"/>
                  </a:lnTo>
                  <a:lnTo>
                    <a:pt x="1344085" y="8901"/>
                  </a:lnTo>
                  <a:lnTo>
                    <a:pt x="1351899" y="8778"/>
                  </a:lnTo>
                  <a:lnTo>
                    <a:pt x="1359714" y="8655"/>
                  </a:lnTo>
                  <a:lnTo>
                    <a:pt x="1367528" y="8533"/>
                  </a:lnTo>
                  <a:lnTo>
                    <a:pt x="1375342" y="8436"/>
                  </a:lnTo>
                  <a:lnTo>
                    <a:pt x="1383157" y="8360"/>
                  </a:lnTo>
                  <a:lnTo>
                    <a:pt x="1390971" y="8286"/>
                  </a:lnTo>
                  <a:lnTo>
                    <a:pt x="1398786" y="8212"/>
                  </a:lnTo>
                  <a:lnTo>
                    <a:pt x="1406600" y="8127"/>
                  </a:lnTo>
                  <a:lnTo>
                    <a:pt x="1414415" y="8035"/>
                  </a:lnTo>
                  <a:lnTo>
                    <a:pt x="1422229" y="7921"/>
                  </a:lnTo>
                  <a:lnTo>
                    <a:pt x="1430044" y="7808"/>
                  </a:lnTo>
                  <a:lnTo>
                    <a:pt x="1437858" y="7697"/>
                  </a:lnTo>
                  <a:lnTo>
                    <a:pt x="1445672" y="7706"/>
                  </a:lnTo>
                  <a:lnTo>
                    <a:pt x="1453487" y="7635"/>
                  </a:lnTo>
                  <a:lnTo>
                    <a:pt x="1461301" y="7518"/>
                  </a:lnTo>
                  <a:lnTo>
                    <a:pt x="1469116" y="7356"/>
                  </a:lnTo>
                  <a:lnTo>
                    <a:pt x="1476930" y="7194"/>
                  </a:lnTo>
                  <a:lnTo>
                    <a:pt x="1484745" y="7033"/>
                  </a:lnTo>
                  <a:lnTo>
                    <a:pt x="1492559" y="6914"/>
                  </a:lnTo>
                  <a:lnTo>
                    <a:pt x="1500374" y="6802"/>
                  </a:lnTo>
                  <a:lnTo>
                    <a:pt x="1508188" y="6690"/>
                  </a:lnTo>
                  <a:lnTo>
                    <a:pt x="1516003" y="6579"/>
                  </a:lnTo>
                  <a:lnTo>
                    <a:pt x="1523817" y="6467"/>
                  </a:lnTo>
                  <a:lnTo>
                    <a:pt x="1531631" y="6357"/>
                  </a:lnTo>
                  <a:lnTo>
                    <a:pt x="1539446" y="6247"/>
                  </a:lnTo>
                  <a:lnTo>
                    <a:pt x="1547260" y="6138"/>
                  </a:lnTo>
                  <a:lnTo>
                    <a:pt x="1555075" y="6030"/>
                  </a:lnTo>
                  <a:lnTo>
                    <a:pt x="1562889" y="5921"/>
                  </a:lnTo>
                  <a:lnTo>
                    <a:pt x="1570704" y="5813"/>
                  </a:lnTo>
                  <a:lnTo>
                    <a:pt x="1578518" y="5704"/>
                  </a:lnTo>
                  <a:lnTo>
                    <a:pt x="1586333" y="5546"/>
                  </a:lnTo>
                  <a:lnTo>
                    <a:pt x="1594147" y="5387"/>
                  </a:lnTo>
                  <a:lnTo>
                    <a:pt x="1601961" y="5228"/>
                  </a:lnTo>
                  <a:lnTo>
                    <a:pt x="1609776" y="5129"/>
                  </a:lnTo>
                  <a:lnTo>
                    <a:pt x="1617590" y="5035"/>
                  </a:lnTo>
                  <a:lnTo>
                    <a:pt x="1625405" y="4974"/>
                  </a:lnTo>
                  <a:lnTo>
                    <a:pt x="1633219" y="4923"/>
                  </a:lnTo>
                  <a:lnTo>
                    <a:pt x="1641034" y="4848"/>
                  </a:lnTo>
                  <a:lnTo>
                    <a:pt x="1648848" y="4742"/>
                  </a:lnTo>
                  <a:lnTo>
                    <a:pt x="1656663" y="4636"/>
                  </a:lnTo>
                  <a:lnTo>
                    <a:pt x="1664477" y="4530"/>
                  </a:lnTo>
                  <a:lnTo>
                    <a:pt x="1672291" y="4425"/>
                  </a:lnTo>
                  <a:lnTo>
                    <a:pt x="1680106" y="4320"/>
                  </a:lnTo>
                  <a:lnTo>
                    <a:pt x="1687920" y="4215"/>
                  </a:lnTo>
                  <a:lnTo>
                    <a:pt x="1695735" y="4110"/>
                  </a:lnTo>
                  <a:lnTo>
                    <a:pt x="1703549" y="4006"/>
                  </a:lnTo>
                  <a:lnTo>
                    <a:pt x="1711364" y="3914"/>
                  </a:lnTo>
                  <a:lnTo>
                    <a:pt x="1719178" y="3821"/>
                  </a:lnTo>
                  <a:lnTo>
                    <a:pt x="1726993" y="3729"/>
                  </a:lnTo>
                  <a:lnTo>
                    <a:pt x="1734807" y="3637"/>
                  </a:lnTo>
                  <a:lnTo>
                    <a:pt x="1742622" y="3586"/>
                  </a:lnTo>
                  <a:lnTo>
                    <a:pt x="1750436" y="3510"/>
                  </a:lnTo>
                  <a:lnTo>
                    <a:pt x="1758250" y="3406"/>
                  </a:lnTo>
                  <a:lnTo>
                    <a:pt x="1766065" y="3303"/>
                  </a:lnTo>
                  <a:lnTo>
                    <a:pt x="1773879" y="3200"/>
                  </a:lnTo>
                  <a:lnTo>
                    <a:pt x="1781694" y="3097"/>
                  </a:lnTo>
                  <a:lnTo>
                    <a:pt x="1789508" y="3000"/>
                  </a:lnTo>
                  <a:lnTo>
                    <a:pt x="1797323" y="2903"/>
                  </a:lnTo>
                  <a:lnTo>
                    <a:pt x="1805137" y="2801"/>
                  </a:lnTo>
                  <a:lnTo>
                    <a:pt x="1812952" y="2699"/>
                  </a:lnTo>
                  <a:lnTo>
                    <a:pt x="1820766" y="2598"/>
                  </a:lnTo>
                  <a:lnTo>
                    <a:pt x="1828580" y="2496"/>
                  </a:lnTo>
                  <a:lnTo>
                    <a:pt x="1836395" y="2396"/>
                  </a:lnTo>
                  <a:lnTo>
                    <a:pt x="1844209" y="2295"/>
                  </a:lnTo>
                  <a:lnTo>
                    <a:pt x="1852024" y="2195"/>
                  </a:lnTo>
                  <a:lnTo>
                    <a:pt x="1859838" y="2095"/>
                  </a:lnTo>
                  <a:lnTo>
                    <a:pt x="1867653" y="1996"/>
                  </a:lnTo>
                  <a:lnTo>
                    <a:pt x="1875467" y="1896"/>
                  </a:lnTo>
                  <a:lnTo>
                    <a:pt x="1883282" y="1797"/>
                  </a:lnTo>
                  <a:lnTo>
                    <a:pt x="1891096" y="1699"/>
                  </a:lnTo>
                  <a:lnTo>
                    <a:pt x="1898910" y="1601"/>
                  </a:lnTo>
                  <a:lnTo>
                    <a:pt x="1906725" y="1503"/>
                  </a:lnTo>
                  <a:lnTo>
                    <a:pt x="1914539" y="1405"/>
                  </a:lnTo>
                  <a:lnTo>
                    <a:pt x="1922354" y="1274"/>
                  </a:lnTo>
                  <a:lnTo>
                    <a:pt x="1930168" y="1173"/>
                  </a:lnTo>
                  <a:lnTo>
                    <a:pt x="1937983" y="1073"/>
                  </a:lnTo>
                  <a:lnTo>
                    <a:pt x="1945797" y="974"/>
                  </a:lnTo>
                  <a:lnTo>
                    <a:pt x="1953612" y="876"/>
                  </a:lnTo>
                  <a:lnTo>
                    <a:pt x="1961426" y="778"/>
                  </a:lnTo>
                  <a:lnTo>
                    <a:pt x="1969241" y="680"/>
                  </a:lnTo>
                  <a:lnTo>
                    <a:pt x="1977055" y="582"/>
                  </a:lnTo>
                  <a:lnTo>
                    <a:pt x="1984869" y="484"/>
                  </a:lnTo>
                  <a:lnTo>
                    <a:pt x="1992684" y="387"/>
                  </a:lnTo>
                  <a:lnTo>
                    <a:pt x="2000498" y="290"/>
                  </a:lnTo>
                  <a:lnTo>
                    <a:pt x="2008313" y="193"/>
                  </a:lnTo>
                  <a:lnTo>
                    <a:pt x="2016127" y="96"/>
                  </a:lnTo>
                  <a:lnTo>
                    <a:pt x="2023942" y="0"/>
                  </a:lnTo>
                  <a:lnTo>
                    <a:pt x="2023942" y="212225"/>
                  </a:lnTo>
                  <a:lnTo>
                    <a:pt x="2016127" y="211356"/>
                  </a:lnTo>
                  <a:lnTo>
                    <a:pt x="2008313" y="210507"/>
                  </a:lnTo>
                  <a:lnTo>
                    <a:pt x="2000498" y="209676"/>
                  </a:lnTo>
                  <a:lnTo>
                    <a:pt x="1992684" y="208840"/>
                  </a:lnTo>
                  <a:lnTo>
                    <a:pt x="1984869" y="208002"/>
                  </a:lnTo>
                  <a:lnTo>
                    <a:pt x="1977055" y="207163"/>
                  </a:lnTo>
                  <a:lnTo>
                    <a:pt x="1969241" y="206324"/>
                  </a:lnTo>
                  <a:lnTo>
                    <a:pt x="1961426" y="205483"/>
                  </a:lnTo>
                  <a:lnTo>
                    <a:pt x="1953612" y="204642"/>
                  </a:lnTo>
                  <a:lnTo>
                    <a:pt x="1945797" y="203800"/>
                  </a:lnTo>
                  <a:lnTo>
                    <a:pt x="1937983" y="202957"/>
                  </a:lnTo>
                  <a:lnTo>
                    <a:pt x="1930168" y="202114"/>
                  </a:lnTo>
                  <a:lnTo>
                    <a:pt x="1922354" y="201238"/>
                  </a:lnTo>
                  <a:lnTo>
                    <a:pt x="1914539" y="200263"/>
                  </a:lnTo>
                  <a:lnTo>
                    <a:pt x="1906725" y="199288"/>
                  </a:lnTo>
                  <a:lnTo>
                    <a:pt x="1898910" y="198313"/>
                  </a:lnTo>
                  <a:lnTo>
                    <a:pt x="1891096" y="197336"/>
                  </a:lnTo>
                  <a:lnTo>
                    <a:pt x="1883282" y="196357"/>
                  </a:lnTo>
                  <a:lnTo>
                    <a:pt x="1875467" y="195376"/>
                  </a:lnTo>
                  <a:lnTo>
                    <a:pt x="1867653" y="194395"/>
                  </a:lnTo>
                  <a:lnTo>
                    <a:pt x="1859838" y="193470"/>
                  </a:lnTo>
                  <a:lnTo>
                    <a:pt x="1852024" y="192555"/>
                  </a:lnTo>
                  <a:lnTo>
                    <a:pt x="1844209" y="191638"/>
                  </a:lnTo>
                  <a:lnTo>
                    <a:pt x="1836395" y="190719"/>
                  </a:lnTo>
                  <a:lnTo>
                    <a:pt x="1828580" y="189799"/>
                  </a:lnTo>
                  <a:lnTo>
                    <a:pt x="1820766" y="188878"/>
                  </a:lnTo>
                  <a:lnTo>
                    <a:pt x="1812952" y="187955"/>
                  </a:lnTo>
                  <a:lnTo>
                    <a:pt x="1805137" y="187030"/>
                  </a:lnTo>
                  <a:lnTo>
                    <a:pt x="1797323" y="186104"/>
                  </a:lnTo>
                  <a:lnTo>
                    <a:pt x="1789508" y="185177"/>
                  </a:lnTo>
                  <a:lnTo>
                    <a:pt x="1781694" y="184249"/>
                  </a:lnTo>
                  <a:lnTo>
                    <a:pt x="1773879" y="183319"/>
                  </a:lnTo>
                  <a:lnTo>
                    <a:pt x="1766065" y="182388"/>
                  </a:lnTo>
                  <a:lnTo>
                    <a:pt x="1758250" y="181454"/>
                  </a:lnTo>
                  <a:lnTo>
                    <a:pt x="1750436" y="180491"/>
                  </a:lnTo>
                  <a:lnTo>
                    <a:pt x="1742622" y="179475"/>
                  </a:lnTo>
                  <a:lnTo>
                    <a:pt x="1734807" y="178460"/>
                  </a:lnTo>
                  <a:lnTo>
                    <a:pt x="1726993" y="177444"/>
                  </a:lnTo>
                  <a:lnTo>
                    <a:pt x="1719178" y="176428"/>
                  </a:lnTo>
                  <a:lnTo>
                    <a:pt x="1711364" y="175413"/>
                  </a:lnTo>
                  <a:lnTo>
                    <a:pt x="1703549" y="174454"/>
                  </a:lnTo>
                  <a:lnTo>
                    <a:pt x="1695735" y="173613"/>
                  </a:lnTo>
                  <a:lnTo>
                    <a:pt x="1687920" y="172813"/>
                  </a:lnTo>
                  <a:lnTo>
                    <a:pt x="1680106" y="171849"/>
                  </a:lnTo>
                  <a:lnTo>
                    <a:pt x="1672291" y="170824"/>
                  </a:lnTo>
                  <a:lnTo>
                    <a:pt x="1664477" y="169951"/>
                  </a:lnTo>
                  <a:lnTo>
                    <a:pt x="1656663" y="169010"/>
                  </a:lnTo>
                  <a:lnTo>
                    <a:pt x="1648848" y="168053"/>
                  </a:lnTo>
                  <a:lnTo>
                    <a:pt x="1641034" y="167094"/>
                  </a:lnTo>
                  <a:lnTo>
                    <a:pt x="1633219" y="166136"/>
                  </a:lnTo>
                  <a:lnTo>
                    <a:pt x="1625405" y="165178"/>
                  </a:lnTo>
                  <a:lnTo>
                    <a:pt x="1617590" y="164222"/>
                  </a:lnTo>
                  <a:lnTo>
                    <a:pt x="1609776" y="163267"/>
                  </a:lnTo>
                  <a:lnTo>
                    <a:pt x="1601961" y="162312"/>
                  </a:lnTo>
                  <a:lnTo>
                    <a:pt x="1594147" y="161359"/>
                  </a:lnTo>
                  <a:lnTo>
                    <a:pt x="1586333" y="160407"/>
                  </a:lnTo>
                  <a:lnTo>
                    <a:pt x="1578518" y="159456"/>
                  </a:lnTo>
                  <a:lnTo>
                    <a:pt x="1570704" y="158506"/>
                  </a:lnTo>
                  <a:lnTo>
                    <a:pt x="1562889" y="157558"/>
                  </a:lnTo>
                  <a:lnTo>
                    <a:pt x="1555075" y="156611"/>
                  </a:lnTo>
                  <a:lnTo>
                    <a:pt x="1547260" y="155665"/>
                  </a:lnTo>
                  <a:lnTo>
                    <a:pt x="1539446" y="154720"/>
                  </a:lnTo>
                  <a:lnTo>
                    <a:pt x="1531631" y="153777"/>
                  </a:lnTo>
                  <a:lnTo>
                    <a:pt x="1523817" y="152835"/>
                  </a:lnTo>
                  <a:lnTo>
                    <a:pt x="1516003" y="151895"/>
                  </a:lnTo>
                  <a:lnTo>
                    <a:pt x="1508188" y="150957"/>
                  </a:lnTo>
                  <a:lnTo>
                    <a:pt x="1500374" y="150020"/>
                  </a:lnTo>
                  <a:lnTo>
                    <a:pt x="1492559" y="149084"/>
                  </a:lnTo>
                  <a:lnTo>
                    <a:pt x="1484745" y="148150"/>
                  </a:lnTo>
                  <a:lnTo>
                    <a:pt x="1476930" y="147218"/>
                  </a:lnTo>
                  <a:lnTo>
                    <a:pt x="1469116" y="146288"/>
                  </a:lnTo>
                  <a:lnTo>
                    <a:pt x="1461301" y="145359"/>
                  </a:lnTo>
                  <a:lnTo>
                    <a:pt x="1453487" y="144432"/>
                  </a:lnTo>
                  <a:lnTo>
                    <a:pt x="1445672" y="143499"/>
                  </a:lnTo>
                  <a:lnTo>
                    <a:pt x="1437858" y="142566"/>
                  </a:lnTo>
                  <a:lnTo>
                    <a:pt x="1430044" y="141665"/>
                  </a:lnTo>
                  <a:lnTo>
                    <a:pt x="1422229" y="140746"/>
                  </a:lnTo>
                  <a:lnTo>
                    <a:pt x="1414415" y="139837"/>
                  </a:lnTo>
                  <a:lnTo>
                    <a:pt x="1406600" y="138915"/>
                  </a:lnTo>
                  <a:lnTo>
                    <a:pt x="1398786" y="138004"/>
                  </a:lnTo>
                  <a:lnTo>
                    <a:pt x="1390971" y="137094"/>
                  </a:lnTo>
                  <a:lnTo>
                    <a:pt x="1383157" y="136187"/>
                  </a:lnTo>
                  <a:lnTo>
                    <a:pt x="1375342" y="135280"/>
                  </a:lnTo>
                  <a:lnTo>
                    <a:pt x="1367528" y="134375"/>
                  </a:lnTo>
                  <a:lnTo>
                    <a:pt x="1359714" y="133472"/>
                  </a:lnTo>
                  <a:lnTo>
                    <a:pt x="1351899" y="132572"/>
                  </a:lnTo>
                  <a:lnTo>
                    <a:pt x="1344085" y="131674"/>
                  </a:lnTo>
                  <a:lnTo>
                    <a:pt x="1336270" y="130778"/>
                  </a:lnTo>
                  <a:lnTo>
                    <a:pt x="1328456" y="129885"/>
                  </a:lnTo>
                  <a:lnTo>
                    <a:pt x="1320641" y="128994"/>
                  </a:lnTo>
                  <a:lnTo>
                    <a:pt x="1312827" y="128106"/>
                  </a:lnTo>
                  <a:lnTo>
                    <a:pt x="1305012" y="127200"/>
                  </a:lnTo>
                  <a:lnTo>
                    <a:pt x="1297198" y="126167"/>
                  </a:lnTo>
                  <a:lnTo>
                    <a:pt x="1289384" y="125217"/>
                  </a:lnTo>
                  <a:lnTo>
                    <a:pt x="1281569" y="124327"/>
                  </a:lnTo>
                  <a:lnTo>
                    <a:pt x="1273755" y="123438"/>
                  </a:lnTo>
                  <a:lnTo>
                    <a:pt x="1265940" y="122553"/>
                  </a:lnTo>
                  <a:lnTo>
                    <a:pt x="1258126" y="121670"/>
                  </a:lnTo>
                  <a:lnTo>
                    <a:pt x="1250311" y="120789"/>
                  </a:lnTo>
                  <a:lnTo>
                    <a:pt x="1242497" y="119928"/>
                  </a:lnTo>
                  <a:lnTo>
                    <a:pt x="1234682" y="119199"/>
                  </a:lnTo>
                  <a:lnTo>
                    <a:pt x="1226868" y="118325"/>
                  </a:lnTo>
                  <a:lnTo>
                    <a:pt x="1219053" y="117482"/>
                  </a:lnTo>
                  <a:lnTo>
                    <a:pt x="1211239" y="116581"/>
                  </a:lnTo>
                  <a:lnTo>
                    <a:pt x="1203425" y="115688"/>
                  </a:lnTo>
                  <a:lnTo>
                    <a:pt x="1195610" y="114785"/>
                  </a:lnTo>
                  <a:lnTo>
                    <a:pt x="1187796" y="113892"/>
                  </a:lnTo>
                  <a:lnTo>
                    <a:pt x="1179981" y="113001"/>
                  </a:lnTo>
                  <a:lnTo>
                    <a:pt x="1172167" y="112168"/>
                  </a:lnTo>
                  <a:lnTo>
                    <a:pt x="1164352" y="111353"/>
                  </a:lnTo>
                  <a:lnTo>
                    <a:pt x="1156538" y="110498"/>
                  </a:lnTo>
                  <a:lnTo>
                    <a:pt x="1148723" y="109766"/>
                  </a:lnTo>
                  <a:lnTo>
                    <a:pt x="1140909" y="109172"/>
                  </a:lnTo>
                  <a:lnTo>
                    <a:pt x="1133095" y="108302"/>
                  </a:lnTo>
                  <a:lnTo>
                    <a:pt x="1125280" y="107406"/>
                  </a:lnTo>
                  <a:lnTo>
                    <a:pt x="1117466" y="106514"/>
                  </a:lnTo>
                  <a:lnTo>
                    <a:pt x="1109651" y="105626"/>
                  </a:lnTo>
                  <a:lnTo>
                    <a:pt x="1101837" y="104876"/>
                  </a:lnTo>
                  <a:lnTo>
                    <a:pt x="1094022" y="104220"/>
                  </a:lnTo>
                  <a:lnTo>
                    <a:pt x="1086208" y="103515"/>
                  </a:lnTo>
                  <a:lnTo>
                    <a:pt x="1078393" y="102612"/>
                  </a:lnTo>
                  <a:lnTo>
                    <a:pt x="1070579" y="101718"/>
                  </a:lnTo>
                  <a:lnTo>
                    <a:pt x="1062765" y="100969"/>
                  </a:lnTo>
                  <a:lnTo>
                    <a:pt x="1054950" y="100224"/>
                  </a:lnTo>
                  <a:lnTo>
                    <a:pt x="1047136" y="99503"/>
                  </a:lnTo>
                  <a:lnTo>
                    <a:pt x="1039321" y="98762"/>
                  </a:lnTo>
                  <a:lnTo>
                    <a:pt x="1031507" y="97981"/>
                  </a:lnTo>
                  <a:lnTo>
                    <a:pt x="1023692" y="97202"/>
                  </a:lnTo>
                  <a:lnTo>
                    <a:pt x="1015878" y="96426"/>
                  </a:lnTo>
                  <a:lnTo>
                    <a:pt x="1008063" y="95567"/>
                  </a:lnTo>
                  <a:lnTo>
                    <a:pt x="1000249" y="94669"/>
                  </a:lnTo>
                  <a:lnTo>
                    <a:pt x="992434" y="94081"/>
                  </a:lnTo>
                  <a:lnTo>
                    <a:pt x="984620" y="93351"/>
                  </a:lnTo>
                  <a:lnTo>
                    <a:pt x="976806" y="92636"/>
                  </a:lnTo>
                  <a:lnTo>
                    <a:pt x="968991" y="91831"/>
                  </a:lnTo>
                  <a:lnTo>
                    <a:pt x="961177" y="90959"/>
                  </a:lnTo>
                  <a:lnTo>
                    <a:pt x="953362" y="90040"/>
                  </a:lnTo>
                  <a:lnTo>
                    <a:pt x="945548" y="89133"/>
                  </a:lnTo>
                  <a:lnTo>
                    <a:pt x="937733" y="88330"/>
                  </a:lnTo>
                  <a:lnTo>
                    <a:pt x="929919" y="87534"/>
                  </a:lnTo>
                  <a:lnTo>
                    <a:pt x="922104" y="86921"/>
                  </a:lnTo>
                  <a:lnTo>
                    <a:pt x="914290" y="86311"/>
                  </a:lnTo>
                  <a:lnTo>
                    <a:pt x="906476" y="85703"/>
                  </a:lnTo>
                  <a:lnTo>
                    <a:pt x="898661" y="85098"/>
                  </a:lnTo>
                  <a:lnTo>
                    <a:pt x="890847" y="84451"/>
                  </a:lnTo>
                  <a:lnTo>
                    <a:pt x="883032" y="83735"/>
                  </a:lnTo>
                  <a:lnTo>
                    <a:pt x="875218" y="83021"/>
                  </a:lnTo>
                  <a:lnTo>
                    <a:pt x="867403" y="82305"/>
                  </a:lnTo>
                  <a:lnTo>
                    <a:pt x="859589" y="81515"/>
                  </a:lnTo>
                  <a:lnTo>
                    <a:pt x="851774" y="80668"/>
                  </a:lnTo>
                  <a:lnTo>
                    <a:pt x="843960" y="80158"/>
                  </a:lnTo>
                  <a:lnTo>
                    <a:pt x="836145" y="79493"/>
                  </a:lnTo>
                  <a:lnTo>
                    <a:pt x="828331" y="78605"/>
                  </a:lnTo>
                  <a:lnTo>
                    <a:pt x="820517" y="78107"/>
                  </a:lnTo>
                  <a:lnTo>
                    <a:pt x="812702" y="77426"/>
                  </a:lnTo>
                  <a:lnTo>
                    <a:pt x="804888" y="76739"/>
                  </a:lnTo>
                  <a:lnTo>
                    <a:pt x="797073" y="76056"/>
                  </a:lnTo>
                  <a:lnTo>
                    <a:pt x="789259" y="75381"/>
                  </a:lnTo>
                  <a:lnTo>
                    <a:pt x="781444" y="74712"/>
                  </a:lnTo>
                  <a:lnTo>
                    <a:pt x="773630" y="74060"/>
                  </a:lnTo>
                  <a:lnTo>
                    <a:pt x="765815" y="73620"/>
                  </a:lnTo>
                  <a:lnTo>
                    <a:pt x="758001" y="73255"/>
                  </a:lnTo>
                  <a:lnTo>
                    <a:pt x="750187" y="72707"/>
                  </a:lnTo>
                  <a:lnTo>
                    <a:pt x="742372" y="71980"/>
                  </a:lnTo>
                  <a:lnTo>
                    <a:pt x="734558" y="71374"/>
                  </a:lnTo>
                  <a:lnTo>
                    <a:pt x="726743" y="70557"/>
                  </a:lnTo>
                  <a:lnTo>
                    <a:pt x="718929" y="69864"/>
                  </a:lnTo>
                  <a:lnTo>
                    <a:pt x="711114" y="69265"/>
                  </a:lnTo>
                  <a:lnTo>
                    <a:pt x="703300" y="68679"/>
                  </a:lnTo>
                  <a:lnTo>
                    <a:pt x="695485" y="67910"/>
                  </a:lnTo>
                  <a:lnTo>
                    <a:pt x="687671" y="67092"/>
                  </a:lnTo>
                  <a:lnTo>
                    <a:pt x="679857" y="66301"/>
                  </a:lnTo>
                  <a:lnTo>
                    <a:pt x="672042" y="65703"/>
                  </a:lnTo>
                  <a:lnTo>
                    <a:pt x="664228" y="65118"/>
                  </a:lnTo>
                  <a:lnTo>
                    <a:pt x="656413" y="64515"/>
                  </a:lnTo>
                  <a:lnTo>
                    <a:pt x="648599" y="63967"/>
                  </a:lnTo>
                  <a:lnTo>
                    <a:pt x="640784" y="63341"/>
                  </a:lnTo>
                  <a:lnTo>
                    <a:pt x="632970" y="62722"/>
                  </a:lnTo>
                  <a:lnTo>
                    <a:pt x="625155" y="62179"/>
                  </a:lnTo>
                  <a:lnTo>
                    <a:pt x="617341" y="61634"/>
                  </a:lnTo>
                  <a:lnTo>
                    <a:pt x="609526" y="61169"/>
                  </a:lnTo>
                  <a:lnTo>
                    <a:pt x="601712" y="60701"/>
                  </a:lnTo>
                  <a:lnTo>
                    <a:pt x="593898" y="60218"/>
                  </a:lnTo>
                  <a:lnTo>
                    <a:pt x="586083" y="59772"/>
                  </a:lnTo>
                  <a:lnTo>
                    <a:pt x="578269" y="59249"/>
                  </a:lnTo>
                  <a:lnTo>
                    <a:pt x="570454" y="58708"/>
                  </a:lnTo>
                  <a:lnTo>
                    <a:pt x="562640" y="58135"/>
                  </a:lnTo>
                  <a:lnTo>
                    <a:pt x="554825" y="57943"/>
                  </a:lnTo>
                  <a:lnTo>
                    <a:pt x="547011" y="57659"/>
                  </a:lnTo>
                  <a:lnTo>
                    <a:pt x="539196" y="57250"/>
                  </a:lnTo>
                  <a:lnTo>
                    <a:pt x="531382" y="56625"/>
                  </a:lnTo>
                  <a:lnTo>
                    <a:pt x="523568" y="56237"/>
                  </a:lnTo>
                  <a:lnTo>
                    <a:pt x="515753" y="55895"/>
                  </a:lnTo>
                  <a:lnTo>
                    <a:pt x="507939" y="55484"/>
                  </a:lnTo>
                  <a:lnTo>
                    <a:pt x="500124" y="55164"/>
                  </a:lnTo>
                  <a:lnTo>
                    <a:pt x="492310" y="54849"/>
                  </a:lnTo>
                  <a:lnTo>
                    <a:pt x="484495" y="54593"/>
                  </a:lnTo>
                  <a:lnTo>
                    <a:pt x="476681" y="54287"/>
                  </a:lnTo>
                  <a:lnTo>
                    <a:pt x="468866" y="54067"/>
                  </a:lnTo>
                  <a:lnTo>
                    <a:pt x="461052" y="53732"/>
                  </a:lnTo>
                  <a:lnTo>
                    <a:pt x="453238" y="53561"/>
                  </a:lnTo>
                  <a:lnTo>
                    <a:pt x="445423" y="53092"/>
                  </a:lnTo>
                  <a:lnTo>
                    <a:pt x="437609" y="52892"/>
                  </a:lnTo>
                  <a:lnTo>
                    <a:pt x="429794" y="52628"/>
                  </a:lnTo>
                  <a:lnTo>
                    <a:pt x="421980" y="52238"/>
                  </a:lnTo>
                  <a:lnTo>
                    <a:pt x="414165" y="52013"/>
                  </a:lnTo>
                  <a:lnTo>
                    <a:pt x="406351" y="51650"/>
                  </a:lnTo>
                  <a:lnTo>
                    <a:pt x="398536" y="51453"/>
                  </a:lnTo>
                  <a:lnTo>
                    <a:pt x="390722" y="51323"/>
                  </a:lnTo>
                  <a:lnTo>
                    <a:pt x="382907" y="51065"/>
                  </a:lnTo>
                  <a:lnTo>
                    <a:pt x="375093" y="50724"/>
                  </a:lnTo>
                  <a:lnTo>
                    <a:pt x="367279" y="50482"/>
                  </a:lnTo>
                  <a:lnTo>
                    <a:pt x="359464" y="50034"/>
                  </a:lnTo>
                  <a:lnTo>
                    <a:pt x="351650" y="49848"/>
                  </a:lnTo>
                  <a:lnTo>
                    <a:pt x="343835" y="49593"/>
                  </a:lnTo>
                  <a:lnTo>
                    <a:pt x="336021" y="49479"/>
                  </a:lnTo>
                  <a:lnTo>
                    <a:pt x="328206" y="49151"/>
                  </a:lnTo>
                  <a:lnTo>
                    <a:pt x="320392" y="48912"/>
                  </a:lnTo>
                  <a:lnTo>
                    <a:pt x="312577" y="48661"/>
                  </a:lnTo>
                  <a:lnTo>
                    <a:pt x="304763" y="48744"/>
                  </a:lnTo>
                  <a:lnTo>
                    <a:pt x="296949" y="48718"/>
                  </a:lnTo>
                  <a:lnTo>
                    <a:pt x="289134" y="48454"/>
                  </a:lnTo>
                  <a:lnTo>
                    <a:pt x="281320" y="48347"/>
                  </a:lnTo>
                  <a:lnTo>
                    <a:pt x="273505" y="48381"/>
                  </a:lnTo>
                  <a:lnTo>
                    <a:pt x="265691" y="48448"/>
                  </a:lnTo>
                  <a:lnTo>
                    <a:pt x="257876" y="48204"/>
                  </a:lnTo>
                  <a:lnTo>
                    <a:pt x="250062" y="47973"/>
                  </a:lnTo>
                  <a:lnTo>
                    <a:pt x="242247" y="47737"/>
                  </a:lnTo>
                  <a:lnTo>
                    <a:pt x="234433" y="47467"/>
                  </a:lnTo>
                  <a:lnTo>
                    <a:pt x="226619" y="47324"/>
                  </a:lnTo>
                  <a:lnTo>
                    <a:pt x="218804" y="47094"/>
                  </a:lnTo>
                  <a:lnTo>
                    <a:pt x="210990" y="47107"/>
                  </a:lnTo>
                  <a:lnTo>
                    <a:pt x="203175" y="47344"/>
                  </a:lnTo>
                  <a:lnTo>
                    <a:pt x="195361" y="47337"/>
                  </a:lnTo>
                  <a:lnTo>
                    <a:pt x="187546" y="47434"/>
                  </a:lnTo>
                  <a:lnTo>
                    <a:pt x="179732" y="47588"/>
                  </a:lnTo>
                  <a:lnTo>
                    <a:pt x="171917" y="47607"/>
                  </a:lnTo>
                  <a:lnTo>
                    <a:pt x="164103" y="47598"/>
                  </a:lnTo>
                  <a:lnTo>
                    <a:pt x="156288" y="47534"/>
                  </a:lnTo>
                  <a:lnTo>
                    <a:pt x="148474" y="47606"/>
                  </a:lnTo>
                  <a:lnTo>
                    <a:pt x="140660" y="47733"/>
                  </a:lnTo>
                  <a:lnTo>
                    <a:pt x="132845" y="47861"/>
                  </a:lnTo>
                  <a:lnTo>
                    <a:pt x="125031" y="47890"/>
                  </a:lnTo>
                  <a:lnTo>
                    <a:pt x="117216" y="47702"/>
                  </a:lnTo>
                  <a:lnTo>
                    <a:pt x="109402" y="47817"/>
                  </a:lnTo>
                  <a:lnTo>
                    <a:pt x="101587" y="47761"/>
                  </a:lnTo>
                  <a:lnTo>
                    <a:pt x="93773" y="47742"/>
                  </a:lnTo>
                  <a:lnTo>
                    <a:pt x="85958" y="47775"/>
                  </a:lnTo>
                  <a:lnTo>
                    <a:pt x="78144" y="47656"/>
                  </a:lnTo>
                  <a:lnTo>
                    <a:pt x="70330" y="47530"/>
                  </a:lnTo>
                  <a:lnTo>
                    <a:pt x="62515" y="47396"/>
                  </a:lnTo>
                  <a:lnTo>
                    <a:pt x="54701" y="47475"/>
                  </a:lnTo>
                  <a:lnTo>
                    <a:pt x="46886" y="47548"/>
                  </a:lnTo>
                  <a:lnTo>
                    <a:pt x="39072" y="47506"/>
                  </a:lnTo>
                  <a:lnTo>
                    <a:pt x="31257" y="47504"/>
                  </a:lnTo>
                  <a:lnTo>
                    <a:pt x="23443" y="47665"/>
                  </a:lnTo>
                  <a:lnTo>
                    <a:pt x="15628" y="47833"/>
                  </a:lnTo>
                  <a:lnTo>
                    <a:pt x="7814" y="47994"/>
                  </a:lnTo>
                  <a:lnTo>
                    <a:pt x="0" y="47900"/>
                  </a:lnTo>
                  <a:close/>
                </a:path>
              </a:pathLst>
            </a:custGeom>
            <a:solidFill>
              <a:srgbClr val="0072B2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1223067" y="2738178"/>
              <a:ext cx="2023942" cy="17001"/>
            </a:xfrm>
            <a:custGeom>
              <a:avLst/>
              <a:pathLst>
                <a:path w="2023942" h="17001">
                  <a:moveTo>
                    <a:pt x="0" y="4654"/>
                  </a:moveTo>
                  <a:lnTo>
                    <a:pt x="7814" y="4843"/>
                  </a:lnTo>
                  <a:lnTo>
                    <a:pt x="15628" y="5142"/>
                  </a:lnTo>
                  <a:lnTo>
                    <a:pt x="23443" y="5472"/>
                  </a:lnTo>
                  <a:lnTo>
                    <a:pt x="31257" y="5706"/>
                  </a:lnTo>
                  <a:lnTo>
                    <a:pt x="39072" y="6000"/>
                  </a:lnTo>
                  <a:lnTo>
                    <a:pt x="46886" y="6284"/>
                  </a:lnTo>
                  <a:lnTo>
                    <a:pt x="54701" y="6588"/>
                  </a:lnTo>
                  <a:lnTo>
                    <a:pt x="62515" y="6886"/>
                  </a:lnTo>
                  <a:lnTo>
                    <a:pt x="70330" y="7187"/>
                  </a:lnTo>
                  <a:lnTo>
                    <a:pt x="78144" y="7569"/>
                  </a:lnTo>
                  <a:lnTo>
                    <a:pt x="85958" y="7830"/>
                  </a:lnTo>
                  <a:lnTo>
                    <a:pt x="93773" y="8091"/>
                  </a:lnTo>
                  <a:lnTo>
                    <a:pt x="101587" y="8468"/>
                  </a:lnTo>
                  <a:lnTo>
                    <a:pt x="109402" y="8700"/>
                  </a:lnTo>
                  <a:lnTo>
                    <a:pt x="117216" y="8951"/>
                  </a:lnTo>
                  <a:lnTo>
                    <a:pt x="125031" y="9244"/>
                  </a:lnTo>
                  <a:lnTo>
                    <a:pt x="132845" y="9538"/>
                  </a:lnTo>
                  <a:lnTo>
                    <a:pt x="140660" y="9638"/>
                  </a:lnTo>
                  <a:lnTo>
                    <a:pt x="148474" y="9758"/>
                  </a:lnTo>
                  <a:lnTo>
                    <a:pt x="156288" y="9948"/>
                  </a:lnTo>
                  <a:lnTo>
                    <a:pt x="164103" y="10245"/>
                  </a:lnTo>
                  <a:lnTo>
                    <a:pt x="171917" y="10387"/>
                  </a:lnTo>
                  <a:lnTo>
                    <a:pt x="179732" y="10636"/>
                  </a:lnTo>
                  <a:lnTo>
                    <a:pt x="187546" y="10933"/>
                  </a:lnTo>
                  <a:lnTo>
                    <a:pt x="195361" y="11246"/>
                  </a:lnTo>
                  <a:lnTo>
                    <a:pt x="203175" y="11487"/>
                  </a:lnTo>
                  <a:lnTo>
                    <a:pt x="210990" y="11733"/>
                  </a:lnTo>
                  <a:lnTo>
                    <a:pt x="218804" y="11976"/>
                  </a:lnTo>
                  <a:lnTo>
                    <a:pt x="226619" y="12085"/>
                  </a:lnTo>
                  <a:lnTo>
                    <a:pt x="234433" y="12258"/>
                  </a:lnTo>
                  <a:lnTo>
                    <a:pt x="242247" y="12642"/>
                  </a:lnTo>
                  <a:lnTo>
                    <a:pt x="250062" y="12786"/>
                  </a:lnTo>
                  <a:lnTo>
                    <a:pt x="257876" y="12932"/>
                  </a:lnTo>
                  <a:lnTo>
                    <a:pt x="265691" y="13041"/>
                  </a:lnTo>
                  <a:lnTo>
                    <a:pt x="273505" y="13174"/>
                  </a:lnTo>
                  <a:lnTo>
                    <a:pt x="281320" y="13382"/>
                  </a:lnTo>
                  <a:lnTo>
                    <a:pt x="289134" y="13601"/>
                  </a:lnTo>
                  <a:lnTo>
                    <a:pt x="296949" y="13787"/>
                  </a:lnTo>
                  <a:lnTo>
                    <a:pt x="304763" y="13892"/>
                  </a:lnTo>
                  <a:lnTo>
                    <a:pt x="312577" y="13933"/>
                  </a:lnTo>
                  <a:lnTo>
                    <a:pt x="320392" y="14124"/>
                  </a:lnTo>
                  <a:lnTo>
                    <a:pt x="328206" y="14271"/>
                  </a:lnTo>
                  <a:lnTo>
                    <a:pt x="336021" y="14417"/>
                  </a:lnTo>
                  <a:lnTo>
                    <a:pt x="343835" y="14545"/>
                  </a:lnTo>
                  <a:lnTo>
                    <a:pt x="351650" y="14723"/>
                  </a:lnTo>
                  <a:lnTo>
                    <a:pt x="359464" y="14873"/>
                  </a:lnTo>
                  <a:lnTo>
                    <a:pt x="367279" y="15225"/>
                  </a:lnTo>
                  <a:lnTo>
                    <a:pt x="375093" y="15444"/>
                  </a:lnTo>
                  <a:lnTo>
                    <a:pt x="382907" y="15588"/>
                  </a:lnTo>
                  <a:lnTo>
                    <a:pt x="390722" y="15659"/>
                  </a:lnTo>
                  <a:lnTo>
                    <a:pt x="398536" y="15714"/>
                  </a:lnTo>
                  <a:lnTo>
                    <a:pt x="406351" y="15866"/>
                  </a:lnTo>
                  <a:lnTo>
                    <a:pt x="414165" y="15932"/>
                  </a:lnTo>
                  <a:lnTo>
                    <a:pt x="421980" y="15955"/>
                  </a:lnTo>
                  <a:lnTo>
                    <a:pt x="429794" y="16097"/>
                  </a:lnTo>
                  <a:lnTo>
                    <a:pt x="437609" y="16240"/>
                  </a:lnTo>
                  <a:lnTo>
                    <a:pt x="445423" y="16411"/>
                  </a:lnTo>
                  <a:lnTo>
                    <a:pt x="453238" y="16528"/>
                  </a:lnTo>
                  <a:lnTo>
                    <a:pt x="461052" y="16669"/>
                  </a:lnTo>
                  <a:lnTo>
                    <a:pt x="468866" y="16630"/>
                  </a:lnTo>
                  <a:lnTo>
                    <a:pt x="476681" y="16553"/>
                  </a:lnTo>
                  <a:lnTo>
                    <a:pt x="484495" y="16621"/>
                  </a:lnTo>
                  <a:lnTo>
                    <a:pt x="492310" y="16779"/>
                  </a:lnTo>
                  <a:lnTo>
                    <a:pt x="500124" y="16823"/>
                  </a:lnTo>
                  <a:lnTo>
                    <a:pt x="507939" y="16873"/>
                  </a:lnTo>
                  <a:lnTo>
                    <a:pt x="515753" y="16917"/>
                  </a:lnTo>
                  <a:lnTo>
                    <a:pt x="523568" y="16947"/>
                  </a:lnTo>
                  <a:lnTo>
                    <a:pt x="531382" y="17001"/>
                  </a:lnTo>
                  <a:lnTo>
                    <a:pt x="539196" y="16919"/>
                  </a:lnTo>
                  <a:lnTo>
                    <a:pt x="547011" y="16887"/>
                  </a:lnTo>
                  <a:lnTo>
                    <a:pt x="554825" y="16753"/>
                  </a:lnTo>
                  <a:lnTo>
                    <a:pt x="562640" y="16649"/>
                  </a:lnTo>
                  <a:lnTo>
                    <a:pt x="570454" y="16583"/>
                  </a:lnTo>
                  <a:lnTo>
                    <a:pt x="578269" y="16528"/>
                  </a:lnTo>
                  <a:lnTo>
                    <a:pt x="586083" y="16419"/>
                  </a:lnTo>
                  <a:lnTo>
                    <a:pt x="593898" y="16470"/>
                  </a:lnTo>
                  <a:lnTo>
                    <a:pt x="601712" y="16627"/>
                  </a:lnTo>
                  <a:lnTo>
                    <a:pt x="609526" y="16544"/>
                  </a:lnTo>
                  <a:lnTo>
                    <a:pt x="617341" y="16508"/>
                  </a:lnTo>
                  <a:lnTo>
                    <a:pt x="625155" y="16465"/>
                  </a:lnTo>
                  <a:lnTo>
                    <a:pt x="632970" y="16413"/>
                  </a:lnTo>
                  <a:lnTo>
                    <a:pt x="640784" y="16460"/>
                  </a:lnTo>
                  <a:lnTo>
                    <a:pt x="648599" y="16595"/>
                  </a:lnTo>
                  <a:lnTo>
                    <a:pt x="656413" y="16542"/>
                  </a:lnTo>
                  <a:lnTo>
                    <a:pt x="664228" y="16493"/>
                  </a:lnTo>
                  <a:lnTo>
                    <a:pt x="672042" y="16444"/>
                  </a:lnTo>
                  <a:lnTo>
                    <a:pt x="679857" y="16391"/>
                  </a:lnTo>
                  <a:lnTo>
                    <a:pt x="687671" y="16425"/>
                  </a:lnTo>
                  <a:lnTo>
                    <a:pt x="695485" y="16602"/>
                  </a:lnTo>
                  <a:lnTo>
                    <a:pt x="703300" y="16568"/>
                  </a:lnTo>
                  <a:lnTo>
                    <a:pt x="711114" y="16533"/>
                  </a:lnTo>
                  <a:lnTo>
                    <a:pt x="718929" y="16560"/>
                  </a:lnTo>
                  <a:lnTo>
                    <a:pt x="726743" y="16497"/>
                  </a:lnTo>
                  <a:lnTo>
                    <a:pt x="734558" y="16434"/>
                  </a:lnTo>
                  <a:lnTo>
                    <a:pt x="742372" y="16382"/>
                  </a:lnTo>
                  <a:lnTo>
                    <a:pt x="750187" y="16344"/>
                  </a:lnTo>
                  <a:lnTo>
                    <a:pt x="758001" y="16305"/>
                  </a:lnTo>
                  <a:lnTo>
                    <a:pt x="765815" y="16185"/>
                  </a:lnTo>
                  <a:lnTo>
                    <a:pt x="773630" y="16111"/>
                  </a:lnTo>
                  <a:lnTo>
                    <a:pt x="781444" y="16048"/>
                  </a:lnTo>
                  <a:lnTo>
                    <a:pt x="789259" y="16018"/>
                  </a:lnTo>
                  <a:lnTo>
                    <a:pt x="797073" y="15924"/>
                  </a:lnTo>
                  <a:lnTo>
                    <a:pt x="804888" y="15856"/>
                  </a:lnTo>
                  <a:lnTo>
                    <a:pt x="812702" y="15790"/>
                  </a:lnTo>
                  <a:lnTo>
                    <a:pt x="820517" y="15726"/>
                  </a:lnTo>
                  <a:lnTo>
                    <a:pt x="828331" y="15456"/>
                  </a:lnTo>
                  <a:lnTo>
                    <a:pt x="836145" y="15338"/>
                  </a:lnTo>
                  <a:lnTo>
                    <a:pt x="843960" y="15153"/>
                  </a:lnTo>
                  <a:lnTo>
                    <a:pt x="851774" y="15006"/>
                  </a:lnTo>
                  <a:lnTo>
                    <a:pt x="859589" y="15046"/>
                  </a:lnTo>
                  <a:lnTo>
                    <a:pt x="867403" y="15040"/>
                  </a:lnTo>
                  <a:lnTo>
                    <a:pt x="875218" y="14928"/>
                  </a:lnTo>
                  <a:lnTo>
                    <a:pt x="883032" y="14832"/>
                  </a:lnTo>
                  <a:lnTo>
                    <a:pt x="890847" y="14787"/>
                  </a:lnTo>
                  <a:lnTo>
                    <a:pt x="898661" y="14670"/>
                  </a:lnTo>
                  <a:lnTo>
                    <a:pt x="906476" y="14543"/>
                  </a:lnTo>
                  <a:lnTo>
                    <a:pt x="914290" y="14481"/>
                  </a:lnTo>
                  <a:lnTo>
                    <a:pt x="922104" y="14428"/>
                  </a:lnTo>
                  <a:lnTo>
                    <a:pt x="929919" y="14354"/>
                  </a:lnTo>
                  <a:lnTo>
                    <a:pt x="937733" y="14307"/>
                  </a:lnTo>
                  <a:lnTo>
                    <a:pt x="945548" y="14082"/>
                  </a:lnTo>
                  <a:lnTo>
                    <a:pt x="953362" y="13942"/>
                  </a:lnTo>
                  <a:lnTo>
                    <a:pt x="961177" y="13994"/>
                  </a:lnTo>
                  <a:lnTo>
                    <a:pt x="968991" y="13872"/>
                  </a:lnTo>
                  <a:lnTo>
                    <a:pt x="976806" y="13664"/>
                  </a:lnTo>
                  <a:lnTo>
                    <a:pt x="984620" y="13456"/>
                  </a:lnTo>
                  <a:lnTo>
                    <a:pt x="992434" y="13249"/>
                  </a:lnTo>
                  <a:lnTo>
                    <a:pt x="1000249" y="13129"/>
                  </a:lnTo>
                  <a:lnTo>
                    <a:pt x="1008063" y="13017"/>
                  </a:lnTo>
                  <a:lnTo>
                    <a:pt x="1015878" y="12907"/>
                  </a:lnTo>
                  <a:lnTo>
                    <a:pt x="1023692" y="12765"/>
                  </a:lnTo>
                  <a:lnTo>
                    <a:pt x="1031507" y="12600"/>
                  </a:lnTo>
                  <a:lnTo>
                    <a:pt x="1039321" y="12436"/>
                  </a:lnTo>
                  <a:lnTo>
                    <a:pt x="1047136" y="12272"/>
                  </a:lnTo>
                  <a:lnTo>
                    <a:pt x="1054950" y="12320"/>
                  </a:lnTo>
                  <a:lnTo>
                    <a:pt x="1062765" y="12250"/>
                  </a:lnTo>
                  <a:lnTo>
                    <a:pt x="1070579" y="12160"/>
                  </a:lnTo>
                  <a:lnTo>
                    <a:pt x="1078393" y="12056"/>
                  </a:lnTo>
                  <a:lnTo>
                    <a:pt x="1086208" y="11926"/>
                  </a:lnTo>
                  <a:lnTo>
                    <a:pt x="1094022" y="11818"/>
                  </a:lnTo>
                  <a:lnTo>
                    <a:pt x="1101837" y="11683"/>
                  </a:lnTo>
                  <a:lnTo>
                    <a:pt x="1109651" y="11549"/>
                  </a:lnTo>
                  <a:lnTo>
                    <a:pt x="1117466" y="11418"/>
                  </a:lnTo>
                  <a:lnTo>
                    <a:pt x="1125280" y="11382"/>
                  </a:lnTo>
                  <a:lnTo>
                    <a:pt x="1133095" y="11293"/>
                  </a:lnTo>
                  <a:lnTo>
                    <a:pt x="1140909" y="11238"/>
                  </a:lnTo>
                  <a:lnTo>
                    <a:pt x="1148723" y="11125"/>
                  </a:lnTo>
                  <a:lnTo>
                    <a:pt x="1156538" y="11007"/>
                  </a:lnTo>
                  <a:lnTo>
                    <a:pt x="1164352" y="10889"/>
                  </a:lnTo>
                  <a:lnTo>
                    <a:pt x="1172167" y="10772"/>
                  </a:lnTo>
                  <a:lnTo>
                    <a:pt x="1179981" y="10655"/>
                  </a:lnTo>
                  <a:lnTo>
                    <a:pt x="1187796" y="10581"/>
                  </a:lnTo>
                  <a:lnTo>
                    <a:pt x="1195610" y="10579"/>
                  </a:lnTo>
                  <a:lnTo>
                    <a:pt x="1203425" y="10578"/>
                  </a:lnTo>
                  <a:lnTo>
                    <a:pt x="1211239" y="10456"/>
                  </a:lnTo>
                  <a:lnTo>
                    <a:pt x="1219053" y="10326"/>
                  </a:lnTo>
                  <a:lnTo>
                    <a:pt x="1226868" y="10196"/>
                  </a:lnTo>
                  <a:lnTo>
                    <a:pt x="1234682" y="10116"/>
                  </a:lnTo>
                  <a:lnTo>
                    <a:pt x="1242497" y="10041"/>
                  </a:lnTo>
                  <a:lnTo>
                    <a:pt x="1250311" y="9965"/>
                  </a:lnTo>
                  <a:lnTo>
                    <a:pt x="1258126" y="9889"/>
                  </a:lnTo>
                  <a:lnTo>
                    <a:pt x="1265940" y="9739"/>
                  </a:lnTo>
                  <a:lnTo>
                    <a:pt x="1273755" y="9521"/>
                  </a:lnTo>
                  <a:lnTo>
                    <a:pt x="1281569" y="9484"/>
                  </a:lnTo>
                  <a:lnTo>
                    <a:pt x="1289384" y="9525"/>
                  </a:lnTo>
                  <a:lnTo>
                    <a:pt x="1297198" y="9516"/>
                  </a:lnTo>
                  <a:lnTo>
                    <a:pt x="1305012" y="9442"/>
                  </a:lnTo>
                  <a:lnTo>
                    <a:pt x="1312827" y="9368"/>
                  </a:lnTo>
                  <a:lnTo>
                    <a:pt x="1320641" y="9272"/>
                  </a:lnTo>
                  <a:lnTo>
                    <a:pt x="1328456" y="9148"/>
                  </a:lnTo>
                  <a:lnTo>
                    <a:pt x="1336270" y="9024"/>
                  </a:lnTo>
                  <a:lnTo>
                    <a:pt x="1344085" y="8901"/>
                  </a:lnTo>
                  <a:lnTo>
                    <a:pt x="1351899" y="8778"/>
                  </a:lnTo>
                  <a:lnTo>
                    <a:pt x="1359714" y="8655"/>
                  </a:lnTo>
                  <a:lnTo>
                    <a:pt x="1367528" y="8533"/>
                  </a:lnTo>
                  <a:lnTo>
                    <a:pt x="1375342" y="8436"/>
                  </a:lnTo>
                  <a:lnTo>
                    <a:pt x="1383157" y="8360"/>
                  </a:lnTo>
                  <a:lnTo>
                    <a:pt x="1390971" y="8286"/>
                  </a:lnTo>
                  <a:lnTo>
                    <a:pt x="1398786" y="8212"/>
                  </a:lnTo>
                  <a:lnTo>
                    <a:pt x="1406600" y="8127"/>
                  </a:lnTo>
                  <a:lnTo>
                    <a:pt x="1414415" y="8035"/>
                  </a:lnTo>
                  <a:lnTo>
                    <a:pt x="1422229" y="7921"/>
                  </a:lnTo>
                  <a:lnTo>
                    <a:pt x="1430044" y="7808"/>
                  </a:lnTo>
                  <a:lnTo>
                    <a:pt x="1437858" y="7697"/>
                  </a:lnTo>
                  <a:lnTo>
                    <a:pt x="1445672" y="7706"/>
                  </a:lnTo>
                  <a:lnTo>
                    <a:pt x="1453487" y="7635"/>
                  </a:lnTo>
                  <a:lnTo>
                    <a:pt x="1461301" y="7518"/>
                  </a:lnTo>
                  <a:lnTo>
                    <a:pt x="1469116" y="7356"/>
                  </a:lnTo>
                  <a:lnTo>
                    <a:pt x="1476930" y="7194"/>
                  </a:lnTo>
                  <a:lnTo>
                    <a:pt x="1484745" y="7033"/>
                  </a:lnTo>
                  <a:lnTo>
                    <a:pt x="1492559" y="6914"/>
                  </a:lnTo>
                  <a:lnTo>
                    <a:pt x="1500374" y="6802"/>
                  </a:lnTo>
                  <a:lnTo>
                    <a:pt x="1508188" y="6690"/>
                  </a:lnTo>
                  <a:lnTo>
                    <a:pt x="1516003" y="6579"/>
                  </a:lnTo>
                  <a:lnTo>
                    <a:pt x="1523817" y="6467"/>
                  </a:lnTo>
                  <a:lnTo>
                    <a:pt x="1531631" y="6357"/>
                  </a:lnTo>
                  <a:lnTo>
                    <a:pt x="1539446" y="6247"/>
                  </a:lnTo>
                  <a:lnTo>
                    <a:pt x="1547260" y="6138"/>
                  </a:lnTo>
                  <a:lnTo>
                    <a:pt x="1555075" y="6030"/>
                  </a:lnTo>
                  <a:lnTo>
                    <a:pt x="1562889" y="5921"/>
                  </a:lnTo>
                  <a:lnTo>
                    <a:pt x="1570704" y="5813"/>
                  </a:lnTo>
                  <a:lnTo>
                    <a:pt x="1578518" y="5704"/>
                  </a:lnTo>
                  <a:lnTo>
                    <a:pt x="1586333" y="5546"/>
                  </a:lnTo>
                  <a:lnTo>
                    <a:pt x="1594147" y="5387"/>
                  </a:lnTo>
                  <a:lnTo>
                    <a:pt x="1601961" y="5228"/>
                  </a:lnTo>
                  <a:lnTo>
                    <a:pt x="1609776" y="5129"/>
                  </a:lnTo>
                  <a:lnTo>
                    <a:pt x="1617590" y="5035"/>
                  </a:lnTo>
                  <a:lnTo>
                    <a:pt x="1625405" y="4974"/>
                  </a:lnTo>
                  <a:lnTo>
                    <a:pt x="1633219" y="4923"/>
                  </a:lnTo>
                  <a:lnTo>
                    <a:pt x="1641034" y="4848"/>
                  </a:lnTo>
                  <a:lnTo>
                    <a:pt x="1648848" y="4742"/>
                  </a:lnTo>
                  <a:lnTo>
                    <a:pt x="1656663" y="4636"/>
                  </a:lnTo>
                  <a:lnTo>
                    <a:pt x="1664477" y="4530"/>
                  </a:lnTo>
                  <a:lnTo>
                    <a:pt x="1672291" y="4425"/>
                  </a:lnTo>
                  <a:lnTo>
                    <a:pt x="1680106" y="4320"/>
                  </a:lnTo>
                  <a:lnTo>
                    <a:pt x="1687920" y="4215"/>
                  </a:lnTo>
                  <a:lnTo>
                    <a:pt x="1695735" y="4110"/>
                  </a:lnTo>
                  <a:lnTo>
                    <a:pt x="1703549" y="4006"/>
                  </a:lnTo>
                  <a:lnTo>
                    <a:pt x="1711364" y="3914"/>
                  </a:lnTo>
                  <a:lnTo>
                    <a:pt x="1719178" y="3821"/>
                  </a:lnTo>
                  <a:lnTo>
                    <a:pt x="1726993" y="3729"/>
                  </a:lnTo>
                  <a:lnTo>
                    <a:pt x="1734807" y="3637"/>
                  </a:lnTo>
                  <a:lnTo>
                    <a:pt x="1742622" y="3586"/>
                  </a:lnTo>
                  <a:lnTo>
                    <a:pt x="1750436" y="3510"/>
                  </a:lnTo>
                  <a:lnTo>
                    <a:pt x="1758250" y="3406"/>
                  </a:lnTo>
                  <a:lnTo>
                    <a:pt x="1766065" y="3303"/>
                  </a:lnTo>
                  <a:lnTo>
                    <a:pt x="1773879" y="3200"/>
                  </a:lnTo>
                  <a:lnTo>
                    <a:pt x="1781694" y="3097"/>
                  </a:lnTo>
                  <a:lnTo>
                    <a:pt x="1789508" y="3000"/>
                  </a:lnTo>
                  <a:lnTo>
                    <a:pt x="1797323" y="2903"/>
                  </a:lnTo>
                  <a:lnTo>
                    <a:pt x="1805137" y="2801"/>
                  </a:lnTo>
                  <a:lnTo>
                    <a:pt x="1812952" y="2699"/>
                  </a:lnTo>
                  <a:lnTo>
                    <a:pt x="1820766" y="2598"/>
                  </a:lnTo>
                  <a:lnTo>
                    <a:pt x="1828580" y="2496"/>
                  </a:lnTo>
                  <a:lnTo>
                    <a:pt x="1836395" y="2396"/>
                  </a:lnTo>
                  <a:lnTo>
                    <a:pt x="1844209" y="2295"/>
                  </a:lnTo>
                  <a:lnTo>
                    <a:pt x="1852024" y="2195"/>
                  </a:lnTo>
                  <a:lnTo>
                    <a:pt x="1859838" y="2095"/>
                  </a:lnTo>
                  <a:lnTo>
                    <a:pt x="1867653" y="1996"/>
                  </a:lnTo>
                  <a:lnTo>
                    <a:pt x="1875467" y="1896"/>
                  </a:lnTo>
                  <a:lnTo>
                    <a:pt x="1883282" y="1797"/>
                  </a:lnTo>
                  <a:lnTo>
                    <a:pt x="1891096" y="1699"/>
                  </a:lnTo>
                  <a:lnTo>
                    <a:pt x="1898910" y="1601"/>
                  </a:lnTo>
                  <a:lnTo>
                    <a:pt x="1906725" y="1503"/>
                  </a:lnTo>
                  <a:lnTo>
                    <a:pt x="1914539" y="1405"/>
                  </a:lnTo>
                  <a:lnTo>
                    <a:pt x="1922354" y="1274"/>
                  </a:lnTo>
                  <a:lnTo>
                    <a:pt x="1930168" y="1173"/>
                  </a:lnTo>
                  <a:lnTo>
                    <a:pt x="1937983" y="1073"/>
                  </a:lnTo>
                  <a:lnTo>
                    <a:pt x="1945797" y="974"/>
                  </a:lnTo>
                  <a:lnTo>
                    <a:pt x="1953612" y="876"/>
                  </a:lnTo>
                  <a:lnTo>
                    <a:pt x="1961426" y="778"/>
                  </a:lnTo>
                  <a:lnTo>
                    <a:pt x="1969241" y="680"/>
                  </a:lnTo>
                  <a:lnTo>
                    <a:pt x="1977055" y="582"/>
                  </a:lnTo>
                  <a:lnTo>
                    <a:pt x="1984869" y="484"/>
                  </a:lnTo>
                  <a:lnTo>
                    <a:pt x="1992684" y="387"/>
                  </a:lnTo>
                  <a:lnTo>
                    <a:pt x="2000498" y="290"/>
                  </a:lnTo>
                  <a:lnTo>
                    <a:pt x="2008313" y="193"/>
                  </a:lnTo>
                  <a:lnTo>
                    <a:pt x="2016127" y="96"/>
                  </a:lnTo>
                  <a:lnTo>
                    <a:pt x="202394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1223067" y="2785273"/>
              <a:ext cx="2023942" cy="165130"/>
            </a:xfrm>
            <a:custGeom>
              <a:avLst/>
              <a:pathLst>
                <a:path w="2023942" h="165130">
                  <a:moveTo>
                    <a:pt x="2023942" y="165130"/>
                  </a:moveTo>
                  <a:lnTo>
                    <a:pt x="2016127" y="164261"/>
                  </a:lnTo>
                  <a:lnTo>
                    <a:pt x="2008313" y="163413"/>
                  </a:lnTo>
                  <a:lnTo>
                    <a:pt x="2000498" y="162581"/>
                  </a:lnTo>
                  <a:lnTo>
                    <a:pt x="1992684" y="161745"/>
                  </a:lnTo>
                  <a:lnTo>
                    <a:pt x="1984869" y="160907"/>
                  </a:lnTo>
                  <a:lnTo>
                    <a:pt x="1977055" y="160069"/>
                  </a:lnTo>
                  <a:lnTo>
                    <a:pt x="1969241" y="159229"/>
                  </a:lnTo>
                  <a:lnTo>
                    <a:pt x="1961426" y="158388"/>
                  </a:lnTo>
                  <a:lnTo>
                    <a:pt x="1953612" y="157547"/>
                  </a:lnTo>
                  <a:lnTo>
                    <a:pt x="1945797" y="156705"/>
                  </a:lnTo>
                  <a:lnTo>
                    <a:pt x="1937983" y="155862"/>
                  </a:lnTo>
                  <a:lnTo>
                    <a:pt x="1930168" y="155019"/>
                  </a:lnTo>
                  <a:lnTo>
                    <a:pt x="1922354" y="154143"/>
                  </a:lnTo>
                  <a:lnTo>
                    <a:pt x="1914539" y="153169"/>
                  </a:lnTo>
                  <a:lnTo>
                    <a:pt x="1906725" y="152194"/>
                  </a:lnTo>
                  <a:lnTo>
                    <a:pt x="1898910" y="151218"/>
                  </a:lnTo>
                  <a:lnTo>
                    <a:pt x="1891096" y="150241"/>
                  </a:lnTo>
                  <a:lnTo>
                    <a:pt x="1883282" y="149263"/>
                  </a:lnTo>
                  <a:lnTo>
                    <a:pt x="1875467" y="148282"/>
                  </a:lnTo>
                  <a:lnTo>
                    <a:pt x="1867653" y="147300"/>
                  </a:lnTo>
                  <a:lnTo>
                    <a:pt x="1859838" y="146375"/>
                  </a:lnTo>
                  <a:lnTo>
                    <a:pt x="1852024" y="145460"/>
                  </a:lnTo>
                  <a:lnTo>
                    <a:pt x="1844209" y="144543"/>
                  </a:lnTo>
                  <a:lnTo>
                    <a:pt x="1836395" y="143625"/>
                  </a:lnTo>
                  <a:lnTo>
                    <a:pt x="1828580" y="142705"/>
                  </a:lnTo>
                  <a:lnTo>
                    <a:pt x="1820766" y="141783"/>
                  </a:lnTo>
                  <a:lnTo>
                    <a:pt x="1812952" y="140860"/>
                  </a:lnTo>
                  <a:lnTo>
                    <a:pt x="1805137" y="139936"/>
                  </a:lnTo>
                  <a:lnTo>
                    <a:pt x="1797323" y="139010"/>
                  </a:lnTo>
                  <a:lnTo>
                    <a:pt x="1789508" y="138083"/>
                  </a:lnTo>
                  <a:lnTo>
                    <a:pt x="1781694" y="137154"/>
                  </a:lnTo>
                  <a:lnTo>
                    <a:pt x="1773879" y="136224"/>
                  </a:lnTo>
                  <a:lnTo>
                    <a:pt x="1766065" y="135293"/>
                  </a:lnTo>
                  <a:lnTo>
                    <a:pt x="1758250" y="134360"/>
                  </a:lnTo>
                  <a:lnTo>
                    <a:pt x="1750436" y="133397"/>
                  </a:lnTo>
                  <a:lnTo>
                    <a:pt x="1742622" y="132381"/>
                  </a:lnTo>
                  <a:lnTo>
                    <a:pt x="1734807" y="131365"/>
                  </a:lnTo>
                  <a:lnTo>
                    <a:pt x="1726993" y="130349"/>
                  </a:lnTo>
                  <a:lnTo>
                    <a:pt x="1719178" y="129333"/>
                  </a:lnTo>
                  <a:lnTo>
                    <a:pt x="1711364" y="128318"/>
                  </a:lnTo>
                  <a:lnTo>
                    <a:pt x="1703549" y="127359"/>
                  </a:lnTo>
                  <a:lnTo>
                    <a:pt x="1695735" y="126518"/>
                  </a:lnTo>
                  <a:lnTo>
                    <a:pt x="1687920" y="125718"/>
                  </a:lnTo>
                  <a:lnTo>
                    <a:pt x="1680106" y="124754"/>
                  </a:lnTo>
                  <a:lnTo>
                    <a:pt x="1672291" y="123729"/>
                  </a:lnTo>
                  <a:lnTo>
                    <a:pt x="1664477" y="122856"/>
                  </a:lnTo>
                  <a:lnTo>
                    <a:pt x="1656663" y="121915"/>
                  </a:lnTo>
                  <a:lnTo>
                    <a:pt x="1648848" y="120958"/>
                  </a:lnTo>
                  <a:lnTo>
                    <a:pt x="1641034" y="119999"/>
                  </a:lnTo>
                  <a:lnTo>
                    <a:pt x="1633219" y="119041"/>
                  </a:lnTo>
                  <a:lnTo>
                    <a:pt x="1625405" y="118084"/>
                  </a:lnTo>
                  <a:lnTo>
                    <a:pt x="1617590" y="117127"/>
                  </a:lnTo>
                  <a:lnTo>
                    <a:pt x="1609776" y="116172"/>
                  </a:lnTo>
                  <a:lnTo>
                    <a:pt x="1601961" y="115218"/>
                  </a:lnTo>
                  <a:lnTo>
                    <a:pt x="1594147" y="114264"/>
                  </a:lnTo>
                  <a:lnTo>
                    <a:pt x="1586333" y="113312"/>
                  </a:lnTo>
                  <a:lnTo>
                    <a:pt x="1578518" y="112361"/>
                  </a:lnTo>
                  <a:lnTo>
                    <a:pt x="1570704" y="111412"/>
                  </a:lnTo>
                  <a:lnTo>
                    <a:pt x="1562889" y="110463"/>
                  </a:lnTo>
                  <a:lnTo>
                    <a:pt x="1555075" y="109516"/>
                  </a:lnTo>
                  <a:lnTo>
                    <a:pt x="1547260" y="108570"/>
                  </a:lnTo>
                  <a:lnTo>
                    <a:pt x="1539446" y="107626"/>
                  </a:lnTo>
                  <a:lnTo>
                    <a:pt x="1531631" y="106682"/>
                  </a:lnTo>
                  <a:lnTo>
                    <a:pt x="1523817" y="105741"/>
                  </a:lnTo>
                  <a:lnTo>
                    <a:pt x="1516003" y="104801"/>
                  </a:lnTo>
                  <a:lnTo>
                    <a:pt x="1508188" y="103862"/>
                  </a:lnTo>
                  <a:lnTo>
                    <a:pt x="1500374" y="102925"/>
                  </a:lnTo>
                  <a:lnTo>
                    <a:pt x="1492559" y="101989"/>
                  </a:lnTo>
                  <a:lnTo>
                    <a:pt x="1484745" y="101056"/>
                  </a:lnTo>
                  <a:lnTo>
                    <a:pt x="1476930" y="100124"/>
                  </a:lnTo>
                  <a:lnTo>
                    <a:pt x="1469116" y="99193"/>
                  </a:lnTo>
                  <a:lnTo>
                    <a:pt x="1461301" y="98265"/>
                  </a:lnTo>
                  <a:lnTo>
                    <a:pt x="1453487" y="97338"/>
                  </a:lnTo>
                  <a:lnTo>
                    <a:pt x="1445672" y="96404"/>
                  </a:lnTo>
                  <a:lnTo>
                    <a:pt x="1437858" y="95471"/>
                  </a:lnTo>
                  <a:lnTo>
                    <a:pt x="1430044" y="94571"/>
                  </a:lnTo>
                  <a:lnTo>
                    <a:pt x="1422229" y="93651"/>
                  </a:lnTo>
                  <a:lnTo>
                    <a:pt x="1414415" y="92743"/>
                  </a:lnTo>
                  <a:lnTo>
                    <a:pt x="1406600" y="91820"/>
                  </a:lnTo>
                  <a:lnTo>
                    <a:pt x="1398786" y="90909"/>
                  </a:lnTo>
                  <a:lnTo>
                    <a:pt x="1390971" y="90000"/>
                  </a:lnTo>
                  <a:lnTo>
                    <a:pt x="1383157" y="89092"/>
                  </a:lnTo>
                  <a:lnTo>
                    <a:pt x="1375342" y="88185"/>
                  </a:lnTo>
                  <a:lnTo>
                    <a:pt x="1367528" y="87280"/>
                  </a:lnTo>
                  <a:lnTo>
                    <a:pt x="1359714" y="86378"/>
                  </a:lnTo>
                  <a:lnTo>
                    <a:pt x="1351899" y="85477"/>
                  </a:lnTo>
                  <a:lnTo>
                    <a:pt x="1344085" y="84579"/>
                  </a:lnTo>
                  <a:lnTo>
                    <a:pt x="1336270" y="83684"/>
                  </a:lnTo>
                  <a:lnTo>
                    <a:pt x="1328456" y="82790"/>
                  </a:lnTo>
                  <a:lnTo>
                    <a:pt x="1320641" y="81900"/>
                  </a:lnTo>
                  <a:lnTo>
                    <a:pt x="1312827" y="81011"/>
                  </a:lnTo>
                  <a:lnTo>
                    <a:pt x="1305012" y="80105"/>
                  </a:lnTo>
                  <a:lnTo>
                    <a:pt x="1297198" y="79073"/>
                  </a:lnTo>
                  <a:lnTo>
                    <a:pt x="1289384" y="78123"/>
                  </a:lnTo>
                  <a:lnTo>
                    <a:pt x="1281569" y="77232"/>
                  </a:lnTo>
                  <a:lnTo>
                    <a:pt x="1273755" y="76344"/>
                  </a:lnTo>
                  <a:lnTo>
                    <a:pt x="1265940" y="75458"/>
                  </a:lnTo>
                  <a:lnTo>
                    <a:pt x="1258126" y="74575"/>
                  </a:lnTo>
                  <a:lnTo>
                    <a:pt x="1250311" y="73695"/>
                  </a:lnTo>
                  <a:lnTo>
                    <a:pt x="1242497" y="72833"/>
                  </a:lnTo>
                  <a:lnTo>
                    <a:pt x="1234682" y="72104"/>
                  </a:lnTo>
                  <a:lnTo>
                    <a:pt x="1226868" y="71231"/>
                  </a:lnTo>
                  <a:lnTo>
                    <a:pt x="1219053" y="70387"/>
                  </a:lnTo>
                  <a:lnTo>
                    <a:pt x="1211239" y="69486"/>
                  </a:lnTo>
                  <a:lnTo>
                    <a:pt x="1203425" y="68593"/>
                  </a:lnTo>
                  <a:lnTo>
                    <a:pt x="1195610" y="67691"/>
                  </a:lnTo>
                  <a:lnTo>
                    <a:pt x="1187796" y="66797"/>
                  </a:lnTo>
                  <a:lnTo>
                    <a:pt x="1179981" y="65906"/>
                  </a:lnTo>
                  <a:lnTo>
                    <a:pt x="1172167" y="65074"/>
                  </a:lnTo>
                  <a:lnTo>
                    <a:pt x="1164352" y="64258"/>
                  </a:lnTo>
                  <a:lnTo>
                    <a:pt x="1156538" y="63404"/>
                  </a:lnTo>
                  <a:lnTo>
                    <a:pt x="1148723" y="62671"/>
                  </a:lnTo>
                  <a:lnTo>
                    <a:pt x="1140909" y="62077"/>
                  </a:lnTo>
                  <a:lnTo>
                    <a:pt x="1133095" y="61207"/>
                  </a:lnTo>
                  <a:lnTo>
                    <a:pt x="1125280" y="60312"/>
                  </a:lnTo>
                  <a:lnTo>
                    <a:pt x="1117466" y="59419"/>
                  </a:lnTo>
                  <a:lnTo>
                    <a:pt x="1109651" y="58531"/>
                  </a:lnTo>
                  <a:lnTo>
                    <a:pt x="1101837" y="57781"/>
                  </a:lnTo>
                  <a:lnTo>
                    <a:pt x="1094022" y="57125"/>
                  </a:lnTo>
                  <a:lnTo>
                    <a:pt x="1086208" y="56420"/>
                  </a:lnTo>
                  <a:lnTo>
                    <a:pt x="1078393" y="55517"/>
                  </a:lnTo>
                  <a:lnTo>
                    <a:pt x="1070579" y="54623"/>
                  </a:lnTo>
                  <a:lnTo>
                    <a:pt x="1062765" y="53874"/>
                  </a:lnTo>
                  <a:lnTo>
                    <a:pt x="1054950" y="53129"/>
                  </a:lnTo>
                  <a:lnTo>
                    <a:pt x="1047136" y="52409"/>
                  </a:lnTo>
                  <a:lnTo>
                    <a:pt x="1039321" y="51668"/>
                  </a:lnTo>
                  <a:lnTo>
                    <a:pt x="1031507" y="50886"/>
                  </a:lnTo>
                  <a:lnTo>
                    <a:pt x="1023692" y="50107"/>
                  </a:lnTo>
                  <a:lnTo>
                    <a:pt x="1015878" y="49332"/>
                  </a:lnTo>
                  <a:lnTo>
                    <a:pt x="1008063" y="48473"/>
                  </a:lnTo>
                  <a:lnTo>
                    <a:pt x="1000249" y="47574"/>
                  </a:lnTo>
                  <a:lnTo>
                    <a:pt x="992434" y="46986"/>
                  </a:lnTo>
                  <a:lnTo>
                    <a:pt x="984620" y="46256"/>
                  </a:lnTo>
                  <a:lnTo>
                    <a:pt x="976806" y="45541"/>
                  </a:lnTo>
                  <a:lnTo>
                    <a:pt x="968991" y="44736"/>
                  </a:lnTo>
                  <a:lnTo>
                    <a:pt x="961177" y="43865"/>
                  </a:lnTo>
                  <a:lnTo>
                    <a:pt x="953362" y="42946"/>
                  </a:lnTo>
                  <a:lnTo>
                    <a:pt x="945548" y="42038"/>
                  </a:lnTo>
                  <a:lnTo>
                    <a:pt x="937733" y="41235"/>
                  </a:lnTo>
                  <a:lnTo>
                    <a:pt x="929919" y="40440"/>
                  </a:lnTo>
                  <a:lnTo>
                    <a:pt x="922104" y="39827"/>
                  </a:lnTo>
                  <a:lnTo>
                    <a:pt x="914290" y="39216"/>
                  </a:lnTo>
                  <a:lnTo>
                    <a:pt x="906476" y="38608"/>
                  </a:lnTo>
                  <a:lnTo>
                    <a:pt x="898661" y="38003"/>
                  </a:lnTo>
                  <a:lnTo>
                    <a:pt x="890847" y="37356"/>
                  </a:lnTo>
                  <a:lnTo>
                    <a:pt x="883032" y="36640"/>
                  </a:lnTo>
                  <a:lnTo>
                    <a:pt x="875218" y="35926"/>
                  </a:lnTo>
                  <a:lnTo>
                    <a:pt x="867403" y="35210"/>
                  </a:lnTo>
                  <a:lnTo>
                    <a:pt x="859589" y="34420"/>
                  </a:lnTo>
                  <a:lnTo>
                    <a:pt x="851774" y="33574"/>
                  </a:lnTo>
                  <a:lnTo>
                    <a:pt x="843960" y="33064"/>
                  </a:lnTo>
                  <a:lnTo>
                    <a:pt x="836145" y="32398"/>
                  </a:lnTo>
                  <a:lnTo>
                    <a:pt x="828331" y="31511"/>
                  </a:lnTo>
                  <a:lnTo>
                    <a:pt x="820517" y="31012"/>
                  </a:lnTo>
                  <a:lnTo>
                    <a:pt x="812702" y="30331"/>
                  </a:lnTo>
                  <a:lnTo>
                    <a:pt x="804888" y="29644"/>
                  </a:lnTo>
                  <a:lnTo>
                    <a:pt x="797073" y="28961"/>
                  </a:lnTo>
                  <a:lnTo>
                    <a:pt x="789259" y="28287"/>
                  </a:lnTo>
                  <a:lnTo>
                    <a:pt x="781444" y="27617"/>
                  </a:lnTo>
                  <a:lnTo>
                    <a:pt x="773630" y="26966"/>
                  </a:lnTo>
                  <a:lnTo>
                    <a:pt x="765815" y="26525"/>
                  </a:lnTo>
                  <a:lnTo>
                    <a:pt x="758001" y="26160"/>
                  </a:lnTo>
                  <a:lnTo>
                    <a:pt x="750187" y="25612"/>
                  </a:lnTo>
                  <a:lnTo>
                    <a:pt x="742372" y="24885"/>
                  </a:lnTo>
                  <a:lnTo>
                    <a:pt x="734558" y="24280"/>
                  </a:lnTo>
                  <a:lnTo>
                    <a:pt x="726743" y="23462"/>
                  </a:lnTo>
                  <a:lnTo>
                    <a:pt x="718929" y="22769"/>
                  </a:lnTo>
                  <a:lnTo>
                    <a:pt x="711114" y="22170"/>
                  </a:lnTo>
                  <a:lnTo>
                    <a:pt x="703300" y="21584"/>
                  </a:lnTo>
                  <a:lnTo>
                    <a:pt x="695485" y="20815"/>
                  </a:lnTo>
                  <a:lnTo>
                    <a:pt x="687671" y="19997"/>
                  </a:lnTo>
                  <a:lnTo>
                    <a:pt x="679857" y="19206"/>
                  </a:lnTo>
                  <a:lnTo>
                    <a:pt x="672042" y="18608"/>
                  </a:lnTo>
                  <a:lnTo>
                    <a:pt x="664228" y="18023"/>
                  </a:lnTo>
                  <a:lnTo>
                    <a:pt x="656413" y="17420"/>
                  </a:lnTo>
                  <a:lnTo>
                    <a:pt x="648599" y="16872"/>
                  </a:lnTo>
                  <a:lnTo>
                    <a:pt x="640784" y="16246"/>
                  </a:lnTo>
                  <a:lnTo>
                    <a:pt x="632970" y="15628"/>
                  </a:lnTo>
                  <a:lnTo>
                    <a:pt x="625155" y="15084"/>
                  </a:lnTo>
                  <a:lnTo>
                    <a:pt x="617341" y="14540"/>
                  </a:lnTo>
                  <a:lnTo>
                    <a:pt x="609526" y="14074"/>
                  </a:lnTo>
                  <a:lnTo>
                    <a:pt x="601712" y="13606"/>
                  </a:lnTo>
                  <a:lnTo>
                    <a:pt x="593898" y="13124"/>
                  </a:lnTo>
                  <a:lnTo>
                    <a:pt x="586083" y="12678"/>
                  </a:lnTo>
                  <a:lnTo>
                    <a:pt x="578269" y="12154"/>
                  </a:lnTo>
                  <a:lnTo>
                    <a:pt x="570454" y="11614"/>
                  </a:lnTo>
                  <a:lnTo>
                    <a:pt x="562640" y="11041"/>
                  </a:lnTo>
                  <a:lnTo>
                    <a:pt x="554825" y="10848"/>
                  </a:lnTo>
                  <a:lnTo>
                    <a:pt x="547011" y="10564"/>
                  </a:lnTo>
                  <a:lnTo>
                    <a:pt x="539196" y="10155"/>
                  </a:lnTo>
                  <a:lnTo>
                    <a:pt x="531382" y="9530"/>
                  </a:lnTo>
                  <a:lnTo>
                    <a:pt x="523568" y="9142"/>
                  </a:lnTo>
                  <a:lnTo>
                    <a:pt x="515753" y="8801"/>
                  </a:lnTo>
                  <a:lnTo>
                    <a:pt x="507939" y="8389"/>
                  </a:lnTo>
                  <a:lnTo>
                    <a:pt x="500124" y="8069"/>
                  </a:lnTo>
                  <a:lnTo>
                    <a:pt x="492310" y="7754"/>
                  </a:lnTo>
                  <a:lnTo>
                    <a:pt x="484495" y="7499"/>
                  </a:lnTo>
                  <a:lnTo>
                    <a:pt x="476681" y="7193"/>
                  </a:lnTo>
                  <a:lnTo>
                    <a:pt x="468866" y="6973"/>
                  </a:lnTo>
                  <a:lnTo>
                    <a:pt x="461052" y="6637"/>
                  </a:lnTo>
                  <a:lnTo>
                    <a:pt x="453238" y="6466"/>
                  </a:lnTo>
                  <a:lnTo>
                    <a:pt x="445423" y="5997"/>
                  </a:lnTo>
                  <a:lnTo>
                    <a:pt x="437609" y="5797"/>
                  </a:lnTo>
                  <a:lnTo>
                    <a:pt x="429794" y="5533"/>
                  </a:lnTo>
                  <a:lnTo>
                    <a:pt x="421980" y="5144"/>
                  </a:lnTo>
                  <a:lnTo>
                    <a:pt x="414165" y="4919"/>
                  </a:lnTo>
                  <a:lnTo>
                    <a:pt x="406351" y="4556"/>
                  </a:lnTo>
                  <a:lnTo>
                    <a:pt x="398536" y="4358"/>
                  </a:lnTo>
                  <a:lnTo>
                    <a:pt x="390722" y="4229"/>
                  </a:lnTo>
                  <a:lnTo>
                    <a:pt x="382907" y="3970"/>
                  </a:lnTo>
                  <a:lnTo>
                    <a:pt x="375093" y="3629"/>
                  </a:lnTo>
                  <a:lnTo>
                    <a:pt x="367279" y="3387"/>
                  </a:lnTo>
                  <a:lnTo>
                    <a:pt x="359464" y="2939"/>
                  </a:lnTo>
                  <a:lnTo>
                    <a:pt x="351650" y="2753"/>
                  </a:lnTo>
                  <a:lnTo>
                    <a:pt x="343835" y="2498"/>
                  </a:lnTo>
                  <a:lnTo>
                    <a:pt x="336021" y="2384"/>
                  </a:lnTo>
                  <a:lnTo>
                    <a:pt x="328206" y="2056"/>
                  </a:lnTo>
                  <a:lnTo>
                    <a:pt x="320392" y="1817"/>
                  </a:lnTo>
                  <a:lnTo>
                    <a:pt x="312577" y="1566"/>
                  </a:lnTo>
                  <a:lnTo>
                    <a:pt x="304763" y="1649"/>
                  </a:lnTo>
                  <a:lnTo>
                    <a:pt x="296949" y="1623"/>
                  </a:lnTo>
                  <a:lnTo>
                    <a:pt x="289134" y="1359"/>
                  </a:lnTo>
                  <a:lnTo>
                    <a:pt x="281320" y="1252"/>
                  </a:lnTo>
                  <a:lnTo>
                    <a:pt x="273505" y="1287"/>
                  </a:lnTo>
                  <a:lnTo>
                    <a:pt x="265691" y="1353"/>
                  </a:lnTo>
                  <a:lnTo>
                    <a:pt x="257876" y="1110"/>
                  </a:lnTo>
                  <a:lnTo>
                    <a:pt x="250062" y="878"/>
                  </a:lnTo>
                  <a:lnTo>
                    <a:pt x="242247" y="642"/>
                  </a:lnTo>
                  <a:lnTo>
                    <a:pt x="234433" y="372"/>
                  </a:lnTo>
                  <a:lnTo>
                    <a:pt x="226619" y="229"/>
                  </a:lnTo>
                  <a:lnTo>
                    <a:pt x="218804" y="0"/>
                  </a:lnTo>
                  <a:lnTo>
                    <a:pt x="210990" y="12"/>
                  </a:lnTo>
                  <a:lnTo>
                    <a:pt x="203175" y="250"/>
                  </a:lnTo>
                  <a:lnTo>
                    <a:pt x="195361" y="242"/>
                  </a:lnTo>
                  <a:lnTo>
                    <a:pt x="187546" y="339"/>
                  </a:lnTo>
                  <a:lnTo>
                    <a:pt x="179732" y="493"/>
                  </a:lnTo>
                  <a:lnTo>
                    <a:pt x="171917" y="512"/>
                  </a:lnTo>
                  <a:lnTo>
                    <a:pt x="164103" y="503"/>
                  </a:lnTo>
                  <a:lnTo>
                    <a:pt x="156288" y="439"/>
                  </a:lnTo>
                  <a:lnTo>
                    <a:pt x="148474" y="512"/>
                  </a:lnTo>
                  <a:lnTo>
                    <a:pt x="140660" y="638"/>
                  </a:lnTo>
                  <a:lnTo>
                    <a:pt x="132845" y="767"/>
                  </a:lnTo>
                  <a:lnTo>
                    <a:pt x="125031" y="795"/>
                  </a:lnTo>
                  <a:lnTo>
                    <a:pt x="117216" y="607"/>
                  </a:lnTo>
                  <a:lnTo>
                    <a:pt x="109402" y="722"/>
                  </a:lnTo>
                  <a:lnTo>
                    <a:pt x="101587" y="666"/>
                  </a:lnTo>
                  <a:lnTo>
                    <a:pt x="93773" y="647"/>
                  </a:lnTo>
                  <a:lnTo>
                    <a:pt x="85958" y="680"/>
                  </a:lnTo>
                  <a:lnTo>
                    <a:pt x="78144" y="561"/>
                  </a:lnTo>
                  <a:lnTo>
                    <a:pt x="70330" y="435"/>
                  </a:lnTo>
                  <a:lnTo>
                    <a:pt x="62515" y="301"/>
                  </a:lnTo>
                  <a:lnTo>
                    <a:pt x="54701" y="381"/>
                  </a:lnTo>
                  <a:lnTo>
                    <a:pt x="46886" y="453"/>
                  </a:lnTo>
                  <a:lnTo>
                    <a:pt x="39072" y="411"/>
                  </a:lnTo>
                  <a:lnTo>
                    <a:pt x="31257" y="410"/>
                  </a:lnTo>
                  <a:lnTo>
                    <a:pt x="23443" y="571"/>
                  </a:lnTo>
                  <a:lnTo>
                    <a:pt x="15628" y="738"/>
                  </a:lnTo>
                  <a:lnTo>
                    <a:pt x="7814" y="899"/>
                  </a:lnTo>
                  <a:lnTo>
                    <a:pt x="0" y="8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1223067" y="2735505"/>
              <a:ext cx="2023942" cy="249592"/>
            </a:xfrm>
            <a:custGeom>
              <a:avLst/>
              <a:pathLst>
                <a:path w="2023942" h="249592">
                  <a:moveTo>
                    <a:pt x="0" y="0"/>
                  </a:moveTo>
                  <a:lnTo>
                    <a:pt x="7814" y="433"/>
                  </a:lnTo>
                  <a:lnTo>
                    <a:pt x="15628" y="979"/>
                  </a:lnTo>
                  <a:lnTo>
                    <a:pt x="23443" y="1531"/>
                  </a:lnTo>
                  <a:lnTo>
                    <a:pt x="31257" y="2058"/>
                  </a:lnTo>
                  <a:lnTo>
                    <a:pt x="39072" y="2322"/>
                  </a:lnTo>
                  <a:lnTo>
                    <a:pt x="46886" y="2538"/>
                  </a:lnTo>
                  <a:lnTo>
                    <a:pt x="54701" y="2819"/>
                  </a:lnTo>
                  <a:lnTo>
                    <a:pt x="62515" y="3181"/>
                  </a:lnTo>
                  <a:lnTo>
                    <a:pt x="70330" y="3471"/>
                  </a:lnTo>
                  <a:lnTo>
                    <a:pt x="78144" y="3934"/>
                  </a:lnTo>
                  <a:lnTo>
                    <a:pt x="85958" y="4307"/>
                  </a:lnTo>
                  <a:lnTo>
                    <a:pt x="93773" y="4831"/>
                  </a:lnTo>
                  <a:lnTo>
                    <a:pt x="101587" y="5351"/>
                  </a:lnTo>
                  <a:lnTo>
                    <a:pt x="109402" y="5830"/>
                  </a:lnTo>
                  <a:lnTo>
                    <a:pt x="117216" y="6312"/>
                  </a:lnTo>
                  <a:lnTo>
                    <a:pt x="125031" y="6797"/>
                  </a:lnTo>
                  <a:lnTo>
                    <a:pt x="132845" y="7286"/>
                  </a:lnTo>
                  <a:lnTo>
                    <a:pt x="140660" y="7851"/>
                  </a:lnTo>
                  <a:lnTo>
                    <a:pt x="148474" y="8322"/>
                  </a:lnTo>
                  <a:lnTo>
                    <a:pt x="156288" y="8793"/>
                  </a:lnTo>
                  <a:lnTo>
                    <a:pt x="164103" y="9343"/>
                  </a:lnTo>
                  <a:lnTo>
                    <a:pt x="171917" y="9867"/>
                  </a:lnTo>
                  <a:lnTo>
                    <a:pt x="179732" y="10396"/>
                  </a:lnTo>
                  <a:lnTo>
                    <a:pt x="187546" y="10861"/>
                  </a:lnTo>
                  <a:lnTo>
                    <a:pt x="195361" y="11298"/>
                  </a:lnTo>
                  <a:lnTo>
                    <a:pt x="203175" y="11669"/>
                  </a:lnTo>
                  <a:lnTo>
                    <a:pt x="210990" y="12061"/>
                  </a:lnTo>
                  <a:lnTo>
                    <a:pt x="218804" y="12339"/>
                  </a:lnTo>
                  <a:lnTo>
                    <a:pt x="226619" y="12708"/>
                  </a:lnTo>
                  <a:lnTo>
                    <a:pt x="234433" y="13178"/>
                  </a:lnTo>
                  <a:lnTo>
                    <a:pt x="242247" y="13761"/>
                  </a:lnTo>
                  <a:lnTo>
                    <a:pt x="250062" y="14161"/>
                  </a:lnTo>
                  <a:lnTo>
                    <a:pt x="257876" y="14528"/>
                  </a:lnTo>
                  <a:lnTo>
                    <a:pt x="265691" y="14816"/>
                  </a:lnTo>
                  <a:lnTo>
                    <a:pt x="273505" y="15126"/>
                  </a:lnTo>
                  <a:lnTo>
                    <a:pt x="281320" y="15563"/>
                  </a:lnTo>
                  <a:lnTo>
                    <a:pt x="289134" y="16107"/>
                  </a:lnTo>
                  <a:lnTo>
                    <a:pt x="296949" y="16550"/>
                  </a:lnTo>
                  <a:lnTo>
                    <a:pt x="304763" y="17014"/>
                  </a:lnTo>
                  <a:lnTo>
                    <a:pt x="312577" y="17462"/>
                  </a:lnTo>
                  <a:lnTo>
                    <a:pt x="320392" y="17798"/>
                  </a:lnTo>
                  <a:lnTo>
                    <a:pt x="328206" y="18171"/>
                  </a:lnTo>
                  <a:lnTo>
                    <a:pt x="336021" y="18500"/>
                  </a:lnTo>
                  <a:lnTo>
                    <a:pt x="343835" y="19099"/>
                  </a:lnTo>
                  <a:lnTo>
                    <a:pt x="351650" y="19417"/>
                  </a:lnTo>
                  <a:lnTo>
                    <a:pt x="359464" y="19843"/>
                  </a:lnTo>
                  <a:lnTo>
                    <a:pt x="367279" y="20272"/>
                  </a:lnTo>
                  <a:lnTo>
                    <a:pt x="375093" y="20655"/>
                  </a:lnTo>
                  <a:lnTo>
                    <a:pt x="382907" y="21142"/>
                  </a:lnTo>
                  <a:lnTo>
                    <a:pt x="390722" y="21571"/>
                  </a:lnTo>
                  <a:lnTo>
                    <a:pt x="398536" y="22068"/>
                  </a:lnTo>
                  <a:lnTo>
                    <a:pt x="406351" y="22576"/>
                  </a:lnTo>
                  <a:lnTo>
                    <a:pt x="414165" y="22978"/>
                  </a:lnTo>
                  <a:lnTo>
                    <a:pt x="421980" y="23561"/>
                  </a:lnTo>
                  <a:lnTo>
                    <a:pt x="429794" y="24152"/>
                  </a:lnTo>
                  <a:lnTo>
                    <a:pt x="437609" y="24595"/>
                  </a:lnTo>
                  <a:lnTo>
                    <a:pt x="445423" y="24886"/>
                  </a:lnTo>
                  <a:lnTo>
                    <a:pt x="453238" y="25280"/>
                  </a:lnTo>
                  <a:lnTo>
                    <a:pt x="461052" y="25619"/>
                  </a:lnTo>
                  <a:lnTo>
                    <a:pt x="468866" y="26096"/>
                  </a:lnTo>
                  <a:lnTo>
                    <a:pt x="476681" y="26443"/>
                  </a:lnTo>
                  <a:lnTo>
                    <a:pt x="484495" y="26719"/>
                  </a:lnTo>
                  <a:lnTo>
                    <a:pt x="492310" y="27012"/>
                  </a:lnTo>
                  <a:lnTo>
                    <a:pt x="500124" y="27486"/>
                  </a:lnTo>
                  <a:lnTo>
                    <a:pt x="507939" y="27947"/>
                  </a:lnTo>
                  <a:lnTo>
                    <a:pt x="515753" y="28361"/>
                  </a:lnTo>
                  <a:lnTo>
                    <a:pt x="523568" y="28556"/>
                  </a:lnTo>
                  <a:lnTo>
                    <a:pt x="531382" y="28802"/>
                  </a:lnTo>
                  <a:lnTo>
                    <a:pt x="539196" y="29312"/>
                  </a:lnTo>
                  <a:lnTo>
                    <a:pt x="547011" y="29556"/>
                  </a:lnTo>
                  <a:lnTo>
                    <a:pt x="554825" y="30051"/>
                  </a:lnTo>
                  <a:lnTo>
                    <a:pt x="562640" y="30663"/>
                  </a:lnTo>
                  <a:lnTo>
                    <a:pt x="570454" y="31115"/>
                  </a:lnTo>
                  <a:lnTo>
                    <a:pt x="578269" y="31361"/>
                  </a:lnTo>
                  <a:lnTo>
                    <a:pt x="586083" y="31661"/>
                  </a:lnTo>
                  <a:lnTo>
                    <a:pt x="593898" y="31927"/>
                  </a:lnTo>
                  <a:lnTo>
                    <a:pt x="601712" y="32193"/>
                  </a:lnTo>
                  <a:lnTo>
                    <a:pt x="609526" y="32416"/>
                  </a:lnTo>
                  <a:lnTo>
                    <a:pt x="617341" y="32624"/>
                  </a:lnTo>
                  <a:lnTo>
                    <a:pt x="625155" y="32999"/>
                  </a:lnTo>
                  <a:lnTo>
                    <a:pt x="632970" y="33289"/>
                  </a:lnTo>
                  <a:lnTo>
                    <a:pt x="640784" y="33564"/>
                  </a:lnTo>
                  <a:lnTo>
                    <a:pt x="648599" y="33865"/>
                  </a:lnTo>
                  <a:lnTo>
                    <a:pt x="656413" y="34120"/>
                  </a:lnTo>
                  <a:lnTo>
                    <a:pt x="664228" y="34481"/>
                  </a:lnTo>
                  <a:lnTo>
                    <a:pt x="672042" y="34785"/>
                  </a:lnTo>
                  <a:lnTo>
                    <a:pt x="679857" y="35253"/>
                  </a:lnTo>
                  <a:lnTo>
                    <a:pt x="687671" y="35728"/>
                  </a:lnTo>
                  <a:lnTo>
                    <a:pt x="695485" y="36019"/>
                  </a:lnTo>
                  <a:lnTo>
                    <a:pt x="703300" y="36301"/>
                  </a:lnTo>
                  <a:lnTo>
                    <a:pt x="711114" y="36530"/>
                  </a:lnTo>
                  <a:lnTo>
                    <a:pt x="718929" y="36850"/>
                  </a:lnTo>
                  <a:lnTo>
                    <a:pt x="726743" y="37121"/>
                  </a:lnTo>
                  <a:lnTo>
                    <a:pt x="734558" y="37404"/>
                  </a:lnTo>
                  <a:lnTo>
                    <a:pt x="742372" y="37660"/>
                  </a:lnTo>
                  <a:lnTo>
                    <a:pt x="750187" y="37829"/>
                  </a:lnTo>
                  <a:lnTo>
                    <a:pt x="758001" y="38089"/>
                  </a:lnTo>
                  <a:lnTo>
                    <a:pt x="765815" y="38346"/>
                  </a:lnTo>
                  <a:lnTo>
                    <a:pt x="773630" y="38492"/>
                  </a:lnTo>
                  <a:lnTo>
                    <a:pt x="781444" y="38796"/>
                  </a:lnTo>
                  <a:lnTo>
                    <a:pt x="789259" y="39090"/>
                  </a:lnTo>
                  <a:lnTo>
                    <a:pt x="797073" y="39357"/>
                  </a:lnTo>
                  <a:lnTo>
                    <a:pt x="804888" y="39597"/>
                  </a:lnTo>
                  <a:lnTo>
                    <a:pt x="812702" y="39810"/>
                  </a:lnTo>
                  <a:lnTo>
                    <a:pt x="820517" y="40172"/>
                  </a:lnTo>
                  <a:lnTo>
                    <a:pt x="828331" y="40456"/>
                  </a:lnTo>
                  <a:lnTo>
                    <a:pt x="836145" y="40893"/>
                  </a:lnTo>
                  <a:lnTo>
                    <a:pt x="843960" y="41191"/>
                  </a:lnTo>
                  <a:lnTo>
                    <a:pt x="851774" y="41351"/>
                  </a:lnTo>
                  <a:lnTo>
                    <a:pt x="859589" y="41654"/>
                  </a:lnTo>
                  <a:lnTo>
                    <a:pt x="867403" y="41929"/>
                  </a:lnTo>
                  <a:lnTo>
                    <a:pt x="875218" y="42250"/>
                  </a:lnTo>
                  <a:lnTo>
                    <a:pt x="883032" y="42480"/>
                  </a:lnTo>
                  <a:lnTo>
                    <a:pt x="890847" y="42668"/>
                  </a:lnTo>
                  <a:lnTo>
                    <a:pt x="898661" y="43023"/>
                  </a:lnTo>
                  <a:lnTo>
                    <a:pt x="906476" y="43284"/>
                  </a:lnTo>
                  <a:lnTo>
                    <a:pt x="914290" y="43490"/>
                  </a:lnTo>
                  <a:lnTo>
                    <a:pt x="922104" y="43675"/>
                  </a:lnTo>
                  <a:lnTo>
                    <a:pt x="929919" y="43909"/>
                  </a:lnTo>
                  <a:lnTo>
                    <a:pt x="937733" y="44156"/>
                  </a:lnTo>
                  <a:lnTo>
                    <a:pt x="945548" y="44353"/>
                  </a:lnTo>
                  <a:lnTo>
                    <a:pt x="953362" y="44578"/>
                  </a:lnTo>
                  <a:lnTo>
                    <a:pt x="961177" y="44776"/>
                  </a:lnTo>
                  <a:lnTo>
                    <a:pt x="968991" y="44972"/>
                  </a:lnTo>
                  <a:lnTo>
                    <a:pt x="976806" y="45262"/>
                  </a:lnTo>
                  <a:lnTo>
                    <a:pt x="984620" y="45604"/>
                  </a:lnTo>
                  <a:lnTo>
                    <a:pt x="992434" y="45809"/>
                  </a:lnTo>
                  <a:lnTo>
                    <a:pt x="1000249" y="46160"/>
                  </a:lnTo>
                  <a:lnTo>
                    <a:pt x="1008063" y="46415"/>
                  </a:lnTo>
                  <a:lnTo>
                    <a:pt x="1015878" y="46670"/>
                  </a:lnTo>
                  <a:lnTo>
                    <a:pt x="1023692" y="46962"/>
                  </a:lnTo>
                  <a:lnTo>
                    <a:pt x="1031507" y="47310"/>
                  </a:lnTo>
                  <a:lnTo>
                    <a:pt x="1039321" y="47365"/>
                  </a:lnTo>
                  <a:lnTo>
                    <a:pt x="1047136" y="47376"/>
                  </a:lnTo>
                  <a:lnTo>
                    <a:pt x="1054950" y="47554"/>
                  </a:lnTo>
                  <a:lnTo>
                    <a:pt x="1062765" y="47612"/>
                  </a:lnTo>
                  <a:lnTo>
                    <a:pt x="1070579" y="47895"/>
                  </a:lnTo>
                  <a:lnTo>
                    <a:pt x="1078393" y="47989"/>
                  </a:lnTo>
                  <a:lnTo>
                    <a:pt x="1086208" y="48085"/>
                  </a:lnTo>
                  <a:lnTo>
                    <a:pt x="1094022" y="48269"/>
                  </a:lnTo>
                  <a:lnTo>
                    <a:pt x="1101837" y="48609"/>
                  </a:lnTo>
                  <a:lnTo>
                    <a:pt x="1109651" y="48744"/>
                  </a:lnTo>
                  <a:lnTo>
                    <a:pt x="1117466" y="48814"/>
                  </a:lnTo>
                  <a:lnTo>
                    <a:pt x="1125280" y="49011"/>
                  </a:lnTo>
                  <a:lnTo>
                    <a:pt x="1133095" y="49273"/>
                  </a:lnTo>
                  <a:lnTo>
                    <a:pt x="1140909" y="49509"/>
                  </a:lnTo>
                  <a:lnTo>
                    <a:pt x="1148723" y="49629"/>
                  </a:lnTo>
                  <a:lnTo>
                    <a:pt x="1156538" y="49835"/>
                  </a:lnTo>
                  <a:lnTo>
                    <a:pt x="1164352" y="50048"/>
                  </a:lnTo>
                  <a:lnTo>
                    <a:pt x="1172167" y="50333"/>
                  </a:lnTo>
                  <a:lnTo>
                    <a:pt x="1179981" y="50455"/>
                  </a:lnTo>
                  <a:lnTo>
                    <a:pt x="1187796" y="50674"/>
                  </a:lnTo>
                  <a:lnTo>
                    <a:pt x="1195610" y="50842"/>
                  </a:lnTo>
                  <a:lnTo>
                    <a:pt x="1203425" y="51020"/>
                  </a:lnTo>
                  <a:lnTo>
                    <a:pt x="1211239" y="51142"/>
                  </a:lnTo>
                  <a:lnTo>
                    <a:pt x="1219053" y="51263"/>
                  </a:lnTo>
                  <a:lnTo>
                    <a:pt x="1226868" y="51256"/>
                  </a:lnTo>
                  <a:lnTo>
                    <a:pt x="1234682" y="51275"/>
                  </a:lnTo>
                  <a:lnTo>
                    <a:pt x="1242497" y="51465"/>
                  </a:lnTo>
                  <a:lnTo>
                    <a:pt x="1250311" y="51661"/>
                  </a:lnTo>
                  <a:lnTo>
                    <a:pt x="1258126" y="51857"/>
                  </a:lnTo>
                  <a:lnTo>
                    <a:pt x="1265940" y="52004"/>
                  </a:lnTo>
                  <a:lnTo>
                    <a:pt x="1273755" y="52222"/>
                  </a:lnTo>
                  <a:lnTo>
                    <a:pt x="1281569" y="52446"/>
                  </a:lnTo>
                  <a:lnTo>
                    <a:pt x="1289384" y="52642"/>
                  </a:lnTo>
                  <a:lnTo>
                    <a:pt x="1297198" y="52787"/>
                  </a:lnTo>
                  <a:lnTo>
                    <a:pt x="1305012" y="52893"/>
                  </a:lnTo>
                  <a:lnTo>
                    <a:pt x="1312827" y="53000"/>
                  </a:lnTo>
                  <a:lnTo>
                    <a:pt x="1320641" y="53107"/>
                  </a:lnTo>
                  <a:lnTo>
                    <a:pt x="1328456" y="53106"/>
                  </a:lnTo>
                  <a:lnTo>
                    <a:pt x="1336270" y="53324"/>
                  </a:lnTo>
                  <a:lnTo>
                    <a:pt x="1344085" y="53624"/>
                  </a:lnTo>
                  <a:lnTo>
                    <a:pt x="1351899" y="53788"/>
                  </a:lnTo>
                  <a:lnTo>
                    <a:pt x="1359714" y="53860"/>
                  </a:lnTo>
                  <a:lnTo>
                    <a:pt x="1367528" y="53942"/>
                  </a:lnTo>
                  <a:lnTo>
                    <a:pt x="1375342" y="54212"/>
                  </a:lnTo>
                  <a:lnTo>
                    <a:pt x="1383157" y="54483"/>
                  </a:lnTo>
                  <a:lnTo>
                    <a:pt x="1390971" y="54755"/>
                  </a:lnTo>
                  <a:lnTo>
                    <a:pt x="1398786" y="54933"/>
                  </a:lnTo>
                  <a:lnTo>
                    <a:pt x="1406600" y="55077"/>
                  </a:lnTo>
                  <a:lnTo>
                    <a:pt x="1414415" y="55226"/>
                  </a:lnTo>
                  <a:lnTo>
                    <a:pt x="1422229" y="55375"/>
                  </a:lnTo>
                  <a:lnTo>
                    <a:pt x="1430044" y="55524"/>
                  </a:lnTo>
                  <a:lnTo>
                    <a:pt x="1437858" y="55674"/>
                  </a:lnTo>
                  <a:lnTo>
                    <a:pt x="1445672" y="55823"/>
                  </a:lnTo>
                  <a:lnTo>
                    <a:pt x="1453487" y="55973"/>
                  </a:lnTo>
                  <a:lnTo>
                    <a:pt x="1461301" y="56120"/>
                  </a:lnTo>
                  <a:lnTo>
                    <a:pt x="1469116" y="56202"/>
                  </a:lnTo>
                  <a:lnTo>
                    <a:pt x="1476930" y="56314"/>
                  </a:lnTo>
                  <a:lnTo>
                    <a:pt x="1484745" y="56540"/>
                  </a:lnTo>
                  <a:lnTo>
                    <a:pt x="1492559" y="56657"/>
                  </a:lnTo>
                  <a:lnTo>
                    <a:pt x="1500374" y="56713"/>
                  </a:lnTo>
                  <a:lnTo>
                    <a:pt x="1508188" y="56772"/>
                  </a:lnTo>
                  <a:lnTo>
                    <a:pt x="1516003" y="56943"/>
                  </a:lnTo>
                  <a:lnTo>
                    <a:pt x="1523817" y="57149"/>
                  </a:lnTo>
                  <a:lnTo>
                    <a:pt x="1531631" y="57354"/>
                  </a:lnTo>
                  <a:lnTo>
                    <a:pt x="1539446" y="57560"/>
                  </a:lnTo>
                  <a:lnTo>
                    <a:pt x="1547260" y="57747"/>
                  </a:lnTo>
                  <a:lnTo>
                    <a:pt x="1555075" y="57894"/>
                  </a:lnTo>
                  <a:lnTo>
                    <a:pt x="1562889" y="58041"/>
                  </a:lnTo>
                  <a:lnTo>
                    <a:pt x="1570704" y="58192"/>
                  </a:lnTo>
                  <a:lnTo>
                    <a:pt x="1578518" y="58345"/>
                  </a:lnTo>
                  <a:lnTo>
                    <a:pt x="1586333" y="58500"/>
                  </a:lnTo>
                  <a:lnTo>
                    <a:pt x="1594147" y="58599"/>
                  </a:lnTo>
                  <a:lnTo>
                    <a:pt x="1601961" y="58672"/>
                  </a:lnTo>
                  <a:lnTo>
                    <a:pt x="1609776" y="58962"/>
                  </a:lnTo>
                  <a:lnTo>
                    <a:pt x="1617590" y="59133"/>
                  </a:lnTo>
                  <a:lnTo>
                    <a:pt x="1625405" y="59265"/>
                  </a:lnTo>
                  <a:lnTo>
                    <a:pt x="1633219" y="59415"/>
                  </a:lnTo>
                  <a:lnTo>
                    <a:pt x="1641034" y="59566"/>
                  </a:lnTo>
                  <a:lnTo>
                    <a:pt x="1648848" y="59726"/>
                  </a:lnTo>
                  <a:lnTo>
                    <a:pt x="1656663" y="59969"/>
                  </a:lnTo>
                  <a:lnTo>
                    <a:pt x="1664477" y="60211"/>
                  </a:lnTo>
                  <a:lnTo>
                    <a:pt x="1672291" y="60454"/>
                  </a:lnTo>
                  <a:lnTo>
                    <a:pt x="1680106" y="60589"/>
                  </a:lnTo>
                  <a:lnTo>
                    <a:pt x="1687920" y="60681"/>
                  </a:lnTo>
                  <a:lnTo>
                    <a:pt x="1695735" y="60773"/>
                  </a:lnTo>
                  <a:lnTo>
                    <a:pt x="1703549" y="60865"/>
                  </a:lnTo>
                  <a:lnTo>
                    <a:pt x="1711364" y="60995"/>
                  </a:lnTo>
                  <a:lnTo>
                    <a:pt x="1719178" y="61215"/>
                  </a:lnTo>
                  <a:lnTo>
                    <a:pt x="1726993" y="61347"/>
                  </a:lnTo>
                  <a:lnTo>
                    <a:pt x="1734807" y="61390"/>
                  </a:lnTo>
                  <a:lnTo>
                    <a:pt x="1742622" y="61539"/>
                  </a:lnTo>
                  <a:lnTo>
                    <a:pt x="1750436" y="61689"/>
                  </a:lnTo>
                  <a:lnTo>
                    <a:pt x="1758250" y="61840"/>
                  </a:lnTo>
                  <a:lnTo>
                    <a:pt x="1766065" y="61991"/>
                  </a:lnTo>
                  <a:lnTo>
                    <a:pt x="1773879" y="62143"/>
                  </a:lnTo>
                  <a:lnTo>
                    <a:pt x="1781694" y="62295"/>
                  </a:lnTo>
                  <a:lnTo>
                    <a:pt x="1789508" y="62447"/>
                  </a:lnTo>
                  <a:lnTo>
                    <a:pt x="1797323" y="62599"/>
                  </a:lnTo>
                  <a:lnTo>
                    <a:pt x="1805137" y="62751"/>
                  </a:lnTo>
                  <a:lnTo>
                    <a:pt x="1812952" y="62904"/>
                  </a:lnTo>
                  <a:lnTo>
                    <a:pt x="1820766" y="63056"/>
                  </a:lnTo>
                  <a:lnTo>
                    <a:pt x="1828580" y="63209"/>
                  </a:lnTo>
                  <a:lnTo>
                    <a:pt x="1836395" y="63362"/>
                  </a:lnTo>
                  <a:lnTo>
                    <a:pt x="1844209" y="63515"/>
                  </a:lnTo>
                  <a:lnTo>
                    <a:pt x="1852024" y="63668"/>
                  </a:lnTo>
                  <a:lnTo>
                    <a:pt x="1859838" y="63821"/>
                  </a:lnTo>
                  <a:lnTo>
                    <a:pt x="1867653" y="63974"/>
                  </a:lnTo>
                  <a:lnTo>
                    <a:pt x="1875467" y="64128"/>
                  </a:lnTo>
                  <a:lnTo>
                    <a:pt x="1883282" y="64281"/>
                  </a:lnTo>
                  <a:lnTo>
                    <a:pt x="1891096" y="64435"/>
                  </a:lnTo>
                  <a:lnTo>
                    <a:pt x="1898910" y="64589"/>
                  </a:lnTo>
                  <a:lnTo>
                    <a:pt x="1906725" y="64743"/>
                  </a:lnTo>
                  <a:lnTo>
                    <a:pt x="1914539" y="64897"/>
                  </a:lnTo>
                  <a:lnTo>
                    <a:pt x="1922354" y="65053"/>
                  </a:lnTo>
                  <a:lnTo>
                    <a:pt x="1930168" y="65210"/>
                  </a:lnTo>
                  <a:lnTo>
                    <a:pt x="1937983" y="65366"/>
                  </a:lnTo>
                  <a:lnTo>
                    <a:pt x="1945797" y="65523"/>
                  </a:lnTo>
                  <a:lnTo>
                    <a:pt x="1953612" y="65680"/>
                  </a:lnTo>
                  <a:lnTo>
                    <a:pt x="1961426" y="65836"/>
                  </a:lnTo>
                  <a:lnTo>
                    <a:pt x="1969241" y="65993"/>
                  </a:lnTo>
                  <a:lnTo>
                    <a:pt x="1977055" y="66151"/>
                  </a:lnTo>
                  <a:lnTo>
                    <a:pt x="1984869" y="66308"/>
                  </a:lnTo>
                  <a:lnTo>
                    <a:pt x="1992684" y="66465"/>
                  </a:lnTo>
                  <a:lnTo>
                    <a:pt x="2000498" y="66623"/>
                  </a:lnTo>
                  <a:lnTo>
                    <a:pt x="2008313" y="66781"/>
                  </a:lnTo>
                  <a:lnTo>
                    <a:pt x="2016127" y="66915"/>
                  </a:lnTo>
                  <a:lnTo>
                    <a:pt x="2023942" y="67015"/>
                  </a:lnTo>
                  <a:lnTo>
                    <a:pt x="2023942" y="249592"/>
                  </a:lnTo>
                  <a:lnTo>
                    <a:pt x="2016127" y="248617"/>
                  </a:lnTo>
                  <a:lnTo>
                    <a:pt x="2008313" y="247639"/>
                  </a:lnTo>
                  <a:lnTo>
                    <a:pt x="2000498" y="246606"/>
                  </a:lnTo>
                  <a:lnTo>
                    <a:pt x="1992684" y="245653"/>
                  </a:lnTo>
                  <a:lnTo>
                    <a:pt x="1984869" y="244691"/>
                  </a:lnTo>
                  <a:lnTo>
                    <a:pt x="1977055" y="243613"/>
                  </a:lnTo>
                  <a:lnTo>
                    <a:pt x="1969241" y="242511"/>
                  </a:lnTo>
                  <a:lnTo>
                    <a:pt x="1961426" y="241486"/>
                  </a:lnTo>
                  <a:lnTo>
                    <a:pt x="1953612" y="240457"/>
                  </a:lnTo>
                  <a:lnTo>
                    <a:pt x="1945797" y="239423"/>
                  </a:lnTo>
                  <a:lnTo>
                    <a:pt x="1937983" y="238384"/>
                  </a:lnTo>
                  <a:lnTo>
                    <a:pt x="1930168" y="237341"/>
                  </a:lnTo>
                  <a:lnTo>
                    <a:pt x="1922354" y="236293"/>
                  </a:lnTo>
                  <a:lnTo>
                    <a:pt x="1914539" y="235240"/>
                  </a:lnTo>
                  <a:lnTo>
                    <a:pt x="1906725" y="234183"/>
                  </a:lnTo>
                  <a:lnTo>
                    <a:pt x="1898910" y="233122"/>
                  </a:lnTo>
                  <a:lnTo>
                    <a:pt x="1891096" y="232057"/>
                  </a:lnTo>
                  <a:lnTo>
                    <a:pt x="1883282" y="230983"/>
                  </a:lnTo>
                  <a:lnTo>
                    <a:pt x="1875467" y="229903"/>
                  </a:lnTo>
                  <a:lnTo>
                    <a:pt x="1867653" y="228832"/>
                  </a:lnTo>
                  <a:lnTo>
                    <a:pt x="1859838" y="227744"/>
                  </a:lnTo>
                  <a:lnTo>
                    <a:pt x="1852024" y="226652"/>
                  </a:lnTo>
                  <a:lnTo>
                    <a:pt x="1844209" y="225564"/>
                  </a:lnTo>
                  <a:lnTo>
                    <a:pt x="1836395" y="224471"/>
                  </a:lnTo>
                  <a:lnTo>
                    <a:pt x="1828580" y="223375"/>
                  </a:lnTo>
                  <a:lnTo>
                    <a:pt x="1820766" y="222275"/>
                  </a:lnTo>
                  <a:lnTo>
                    <a:pt x="1812952" y="221171"/>
                  </a:lnTo>
                  <a:lnTo>
                    <a:pt x="1805137" y="220062"/>
                  </a:lnTo>
                  <a:lnTo>
                    <a:pt x="1797323" y="218948"/>
                  </a:lnTo>
                  <a:lnTo>
                    <a:pt x="1789508" y="217831"/>
                  </a:lnTo>
                  <a:lnTo>
                    <a:pt x="1781694" y="216710"/>
                  </a:lnTo>
                  <a:lnTo>
                    <a:pt x="1773879" y="215584"/>
                  </a:lnTo>
                  <a:lnTo>
                    <a:pt x="1766065" y="214452"/>
                  </a:lnTo>
                  <a:lnTo>
                    <a:pt x="1758250" y="213316"/>
                  </a:lnTo>
                  <a:lnTo>
                    <a:pt x="1750436" y="212177"/>
                  </a:lnTo>
                  <a:lnTo>
                    <a:pt x="1742622" y="211035"/>
                  </a:lnTo>
                  <a:lnTo>
                    <a:pt x="1734807" y="209889"/>
                  </a:lnTo>
                  <a:lnTo>
                    <a:pt x="1726993" y="208740"/>
                  </a:lnTo>
                  <a:lnTo>
                    <a:pt x="1719178" y="207694"/>
                  </a:lnTo>
                  <a:lnTo>
                    <a:pt x="1711364" y="206660"/>
                  </a:lnTo>
                  <a:lnTo>
                    <a:pt x="1703549" y="205624"/>
                  </a:lnTo>
                  <a:lnTo>
                    <a:pt x="1695735" y="204585"/>
                  </a:lnTo>
                  <a:lnTo>
                    <a:pt x="1687920" y="203345"/>
                  </a:lnTo>
                  <a:lnTo>
                    <a:pt x="1680106" y="202091"/>
                  </a:lnTo>
                  <a:lnTo>
                    <a:pt x="1672291" y="200836"/>
                  </a:lnTo>
                  <a:lnTo>
                    <a:pt x="1664477" y="199579"/>
                  </a:lnTo>
                  <a:lnTo>
                    <a:pt x="1656663" y="198320"/>
                  </a:lnTo>
                  <a:lnTo>
                    <a:pt x="1648848" y="197128"/>
                  </a:lnTo>
                  <a:lnTo>
                    <a:pt x="1641034" y="195955"/>
                  </a:lnTo>
                  <a:lnTo>
                    <a:pt x="1633219" y="194784"/>
                  </a:lnTo>
                  <a:lnTo>
                    <a:pt x="1625405" y="193634"/>
                  </a:lnTo>
                  <a:lnTo>
                    <a:pt x="1617590" y="192483"/>
                  </a:lnTo>
                  <a:lnTo>
                    <a:pt x="1609776" y="191330"/>
                  </a:lnTo>
                  <a:lnTo>
                    <a:pt x="1601961" y="190175"/>
                  </a:lnTo>
                  <a:lnTo>
                    <a:pt x="1594147" y="189016"/>
                  </a:lnTo>
                  <a:lnTo>
                    <a:pt x="1586333" y="188005"/>
                  </a:lnTo>
                  <a:lnTo>
                    <a:pt x="1578518" y="186993"/>
                  </a:lnTo>
                  <a:lnTo>
                    <a:pt x="1570704" y="185980"/>
                  </a:lnTo>
                  <a:lnTo>
                    <a:pt x="1562889" y="184966"/>
                  </a:lnTo>
                  <a:lnTo>
                    <a:pt x="1555075" y="183950"/>
                  </a:lnTo>
                  <a:lnTo>
                    <a:pt x="1547260" y="182933"/>
                  </a:lnTo>
                  <a:lnTo>
                    <a:pt x="1539446" y="181916"/>
                  </a:lnTo>
                  <a:lnTo>
                    <a:pt x="1531631" y="180793"/>
                  </a:lnTo>
                  <a:lnTo>
                    <a:pt x="1523817" y="179435"/>
                  </a:lnTo>
                  <a:lnTo>
                    <a:pt x="1516003" y="178077"/>
                  </a:lnTo>
                  <a:lnTo>
                    <a:pt x="1508188" y="176854"/>
                  </a:lnTo>
                  <a:lnTo>
                    <a:pt x="1500374" y="175814"/>
                  </a:lnTo>
                  <a:lnTo>
                    <a:pt x="1492559" y="174747"/>
                  </a:lnTo>
                  <a:lnTo>
                    <a:pt x="1484745" y="173662"/>
                  </a:lnTo>
                  <a:lnTo>
                    <a:pt x="1476930" y="172673"/>
                  </a:lnTo>
                  <a:lnTo>
                    <a:pt x="1469116" y="171652"/>
                  </a:lnTo>
                  <a:lnTo>
                    <a:pt x="1461301" y="170610"/>
                  </a:lnTo>
                  <a:lnTo>
                    <a:pt x="1453487" y="169567"/>
                  </a:lnTo>
                  <a:lnTo>
                    <a:pt x="1445672" y="168394"/>
                  </a:lnTo>
                  <a:lnTo>
                    <a:pt x="1437858" y="167241"/>
                  </a:lnTo>
                  <a:lnTo>
                    <a:pt x="1430044" y="166231"/>
                  </a:lnTo>
                  <a:lnTo>
                    <a:pt x="1422229" y="165218"/>
                  </a:lnTo>
                  <a:lnTo>
                    <a:pt x="1414415" y="164205"/>
                  </a:lnTo>
                  <a:lnTo>
                    <a:pt x="1406600" y="163190"/>
                  </a:lnTo>
                  <a:lnTo>
                    <a:pt x="1398786" y="162056"/>
                  </a:lnTo>
                  <a:lnTo>
                    <a:pt x="1390971" y="160852"/>
                  </a:lnTo>
                  <a:lnTo>
                    <a:pt x="1383157" y="159645"/>
                  </a:lnTo>
                  <a:lnTo>
                    <a:pt x="1375342" y="158441"/>
                  </a:lnTo>
                  <a:lnTo>
                    <a:pt x="1367528" y="157239"/>
                  </a:lnTo>
                  <a:lnTo>
                    <a:pt x="1359714" y="156039"/>
                  </a:lnTo>
                  <a:lnTo>
                    <a:pt x="1351899" y="154920"/>
                  </a:lnTo>
                  <a:lnTo>
                    <a:pt x="1344085" y="153851"/>
                  </a:lnTo>
                  <a:lnTo>
                    <a:pt x="1336270" y="152716"/>
                  </a:lnTo>
                  <a:lnTo>
                    <a:pt x="1328456" y="151513"/>
                  </a:lnTo>
                  <a:lnTo>
                    <a:pt x="1320641" y="150311"/>
                  </a:lnTo>
                  <a:lnTo>
                    <a:pt x="1312827" y="149144"/>
                  </a:lnTo>
                  <a:lnTo>
                    <a:pt x="1305012" y="148130"/>
                  </a:lnTo>
                  <a:lnTo>
                    <a:pt x="1297198" y="147066"/>
                  </a:lnTo>
                  <a:lnTo>
                    <a:pt x="1289384" y="145878"/>
                  </a:lnTo>
                  <a:lnTo>
                    <a:pt x="1281569" y="144856"/>
                  </a:lnTo>
                  <a:lnTo>
                    <a:pt x="1273755" y="143836"/>
                  </a:lnTo>
                  <a:lnTo>
                    <a:pt x="1265940" y="142811"/>
                  </a:lnTo>
                  <a:lnTo>
                    <a:pt x="1258126" y="141682"/>
                  </a:lnTo>
                  <a:lnTo>
                    <a:pt x="1250311" y="140675"/>
                  </a:lnTo>
                  <a:lnTo>
                    <a:pt x="1242497" y="139582"/>
                  </a:lnTo>
                  <a:lnTo>
                    <a:pt x="1234682" y="138312"/>
                  </a:lnTo>
                  <a:lnTo>
                    <a:pt x="1226868" y="137304"/>
                  </a:lnTo>
                  <a:lnTo>
                    <a:pt x="1219053" y="136307"/>
                  </a:lnTo>
                  <a:lnTo>
                    <a:pt x="1211239" y="135310"/>
                  </a:lnTo>
                  <a:lnTo>
                    <a:pt x="1203425" y="134315"/>
                  </a:lnTo>
                  <a:lnTo>
                    <a:pt x="1195610" y="133322"/>
                  </a:lnTo>
                  <a:lnTo>
                    <a:pt x="1187796" y="132336"/>
                  </a:lnTo>
                  <a:lnTo>
                    <a:pt x="1179981" y="131352"/>
                  </a:lnTo>
                  <a:lnTo>
                    <a:pt x="1172167" y="130370"/>
                  </a:lnTo>
                  <a:lnTo>
                    <a:pt x="1164352" y="129391"/>
                  </a:lnTo>
                  <a:lnTo>
                    <a:pt x="1156538" y="128412"/>
                  </a:lnTo>
                  <a:lnTo>
                    <a:pt x="1148723" y="127433"/>
                  </a:lnTo>
                  <a:lnTo>
                    <a:pt x="1140909" y="126387"/>
                  </a:lnTo>
                  <a:lnTo>
                    <a:pt x="1133095" y="125443"/>
                  </a:lnTo>
                  <a:lnTo>
                    <a:pt x="1125280" y="124373"/>
                  </a:lnTo>
                  <a:lnTo>
                    <a:pt x="1117466" y="123367"/>
                  </a:lnTo>
                  <a:lnTo>
                    <a:pt x="1109651" y="122339"/>
                  </a:lnTo>
                  <a:lnTo>
                    <a:pt x="1101837" y="121205"/>
                  </a:lnTo>
                  <a:lnTo>
                    <a:pt x="1094022" y="120072"/>
                  </a:lnTo>
                  <a:lnTo>
                    <a:pt x="1086208" y="119018"/>
                  </a:lnTo>
                  <a:lnTo>
                    <a:pt x="1078393" y="118116"/>
                  </a:lnTo>
                  <a:lnTo>
                    <a:pt x="1070579" y="117158"/>
                  </a:lnTo>
                  <a:lnTo>
                    <a:pt x="1062765" y="116199"/>
                  </a:lnTo>
                  <a:lnTo>
                    <a:pt x="1054950" y="115201"/>
                  </a:lnTo>
                  <a:lnTo>
                    <a:pt x="1047136" y="113918"/>
                  </a:lnTo>
                  <a:lnTo>
                    <a:pt x="1039321" y="113057"/>
                  </a:lnTo>
                  <a:lnTo>
                    <a:pt x="1031507" y="111943"/>
                  </a:lnTo>
                  <a:lnTo>
                    <a:pt x="1023692" y="110838"/>
                  </a:lnTo>
                  <a:lnTo>
                    <a:pt x="1015878" y="109615"/>
                  </a:lnTo>
                  <a:lnTo>
                    <a:pt x="1008063" y="108532"/>
                  </a:lnTo>
                  <a:lnTo>
                    <a:pt x="1000249" y="107676"/>
                  </a:lnTo>
                  <a:lnTo>
                    <a:pt x="992434" y="106898"/>
                  </a:lnTo>
                  <a:lnTo>
                    <a:pt x="984620" y="106122"/>
                  </a:lnTo>
                  <a:lnTo>
                    <a:pt x="976806" y="105203"/>
                  </a:lnTo>
                  <a:lnTo>
                    <a:pt x="968991" y="104029"/>
                  </a:lnTo>
                  <a:lnTo>
                    <a:pt x="961177" y="103166"/>
                  </a:lnTo>
                  <a:lnTo>
                    <a:pt x="953362" y="102290"/>
                  </a:lnTo>
                  <a:lnTo>
                    <a:pt x="945548" y="101389"/>
                  </a:lnTo>
                  <a:lnTo>
                    <a:pt x="937733" y="100379"/>
                  </a:lnTo>
                  <a:lnTo>
                    <a:pt x="929919" y="99420"/>
                  </a:lnTo>
                  <a:lnTo>
                    <a:pt x="922104" y="98475"/>
                  </a:lnTo>
                  <a:lnTo>
                    <a:pt x="914290" y="97597"/>
                  </a:lnTo>
                  <a:lnTo>
                    <a:pt x="906476" y="96698"/>
                  </a:lnTo>
                  <a:lnTo>
                    <a:pt x="898661" y="95813"/>
                  </a:lnTo>
                  <a:lnTo>
                    <a:pt x="890847" y="94948"/>
                  </a:lnTo>
                  <a:lnTo>
                    <a:pt x="883032" y="94014"/>
                  </a:lnTo>
                  <a:lnTo>
                    <a:pt x="875218" y="93251"/>
                  </a:lnTo>
                  <a:lnTo>
                    <a:pt x="867403" y="92489"/>
                  </a:lnTo>
                  <a:lnTo>
                    <a:pt x="859589" y="91480"/>
                  </a:lnTo>
                  <a:lnTo>
                    <a:pt x="851774" y="90608"/>
                  </a:lnTo>
                  <a:lnTo>
                    <a:pt x="843960" y="89767"/>
                  </a:lnTo>
                  <a:lnTo>
                    <a:pt x="836145" y="89078"/>
                  </a:lnTo>
                  <a:lnTo>
                    <a:pt x="828331" y="88259"/>
                  </a:lnTo>
                  <a:lnTo>
                    <a:pt x="820517" y="87319"/>
                  </a:lnTo>
                  <a:lnTo>
                    <a:pt x="812702" y="86625"/>
                  </a:lnTo>
                  <a:lnTo>
                    <a:pt x="804888" y="85609"/>
                  </a:lnTo>
                  <a:lnTo>
                    <a:pt x="797073" y="84957"/>
                  </a:lnTo>
                  <a:lnTo>
                    <a:pt x="789259" y="84255"/>
                  </a:lnTo>
                  <a:lnTo>
                    <a:pt x="781444" y="83376"/>
                  </a:lnTo>
                  <a:lnTo>
                    <a:pt x="773630" y="82498"/>
                  </a:lnTo>
                  <a:lnTo>
                    <a:pt x="765815" y="81696"/>
                  </a:lnTo>
                  <a:lnTo>
                    <a:pt x="758001" y="81121"/>
                  </a:lnTo>
                  <a:lnTo>
                    <a:pt x="750187" y="80551"/>
                  </a:lnTo>
                  <a:lnTo>
                    <a:pt x="742372" y="79839"/>
                  </a:lnTo>
                  <a:lnTo>
                    <a:pt x="734558" y="79096"/>
                  </a:lnTo>
                  <a:lnTo>
                    <a:pt x="726743" y="78332"/>
                  </a:lnTo>
                  <a:lnTo>
                    <a:pt x="718929" y="77540"/>
                  </a:lnTo>
                  <a:lnTo>
                    <a:pt x="711114" y="76814"/>
                  </a:lnTo>
                  <a:lnTo>
                    <a:pt x="703300" y="76029"/>
                  </a:lnTo>
                  <a:lnTo>
                    <a:pt x="695485" y="75443"/>
                  </a:lnTo>
                  <a:lnTo>
                    <a:pt x="687671" y="74880"/>
                  </a:lnTo>
                  <a:lnTo>
                    <a:pt x="679857" y="74225"/>
                  </a:lnTo>
                  <a:lnTo>
                    <a:pt x="672042" y="73514"/>
                  </a:lnTo>
                  <a:lnTo>
                    <a:pt x="664228" y="72631"/>
                  </a:lnTo>
                  <a:lnTo>
                    <a:pt x="656413" y="71903"/>
                  </a:lnTo>
                  <a:lnTo>
                    <a:pt x="648599" y="71497"/>
                  </a:lnTo>
                  <a:lnTo>
                    <a:pt x="640784" y="70842"/>
                  </a:lnTo>
                  <a:lnTo>
                    <a:pt x="632970" y="70229"/>
                  </a:lnTo>
                  <a:lnTo>
                    <a:pt x="625155" y="69489"/>
                  </a:lnTo>
                  <a:lnTo>
                    <a:pt x="617341" y="68759"/>
                  </a:lnTo>
                  <a:lnTo>
                    <a:pt x="609526" y="68245"/>
                  </a:lnTo>
                  <a:lnTo>
                    <a:pt x="601712" y="67565"/>
                  </a:lnTo>
                  <a:lnTo>
                    <a:pt x="593898" y="66982"/>
                  </a:lnTo>
                  <a:lnTo>
                    <a:pt x="586083" y="66468"/>
                  </a:lnTo>
                  <a:lnTo>
                    <a:pt x="578269" y="65962"/>
                  </a:lnTo>
                  <a:lnTo>
                    <a:pt x="570454" y="65393"/>
                  </a:lnTo>
                  <a:lnTo>
                    <a:pt x="562640" y="64857"/>
                  </a:lnTo>
                  <a:lnTo>
                    <a:pt x="554825" y="64224"/>
                  </a:lnTo>
                  <a:lnTo>
                    <a:pt x="547011" y="63721"/>
                  </a:lnTo>
                  <a:lnTo>
                    <a:pt x="539196" y="63247"/>
                  </a:lnTo>
                  <a:lnTo>
                    <a:pt x="531382" y="62720"/>
                  </a:lnTo>
                  <a:lnTo>
                    <a:pt x="523568" y="62217"/>
                  </a:lnTo>
                  <a:lnTo>
                    <a:pt x="515753" y="61707"/>
                  </a:lnTo>
                  <a:lnTo>
                    <a:pt x="507939" y="61234"/>
                  </a:lnTo>
                  <a:lnTo>
                    <a:pt x="500124" y="60708"/>
                  </a:lnTo>
                  <a:lnTo>
                    <a:pt x="492310" y="60252"/>
                  </a:lnTo>
                  <a:lnTo>
                    <a:pt x="484495" y="59915"/>
                  </a:lnTo>
                  <a:lnTo>
                    <a:pt x="476681" y="59415"/>
                  </a:lnTo>
                  <a:lnTo>
                    <a:pt x="468866" y="59093"/>
                  </a:lnTo>
                  <a:lnTo>
                    <a:pt x="461052" y="58744"/>
                  </a:lnTo>
                  <a:lnTo>
                    <a:pt x="453238" y="58274"/>
                  </a:lnTo>
                  <a:lnTo>
                    <a:pt x="445423" y="57821"/>
                  </a:lnTo>
                  <a:lnTo>
                    <a:pt x="437609" y="57496"/>
                  </a:lnTo>
                  <a:lnTo>
                    <a:pt x="429794" y="57167"/>
                  </a:lnTo>
                  <a:lnTo>
                    <a:pt x="421980" y="56950"/>
                  </a:lnTo>
                  <a:lnTo>
                    <a:pt x="414165" y="56822"/>
                  </a:lnTo>
                  <a:lnTo>
                    <a:pt x="406351" y="56509"/>
                  </a:lnTo>
                  <a:lnTo>
                    <a:pt x="398536" y="56311"/>
                  </a:lnTo>
                  <a:lnTo>
                    <a:pt x="390722" y="55938"/>
                  </a:lnTo>
                  <a:lnTo>
                    <a:pt x="382907" y="55687"/>
                  </a:lnTo>
                  <a:lnTo>
                    <a:pt x="375093" y="55424"/>
                  </a:lnTo>
                  <a:lnTo>
                    <a:pt x="367279" y="55121"/>
                  </a:lnTo>
                  <a:lnTo>
                    <a:pt x="359464" y="54708"/>
                  </a:lnTo>
                  <a:lnTo>
                    <a:pt x="351650" y="54376"/>
                  </a:lnTo>
                  <a:lnTo>
                    <a:pt x="343835" y="54100"/>
                  </a:lnTo>
                  <a:lnTo>
                    <a:pt x="336021" y="53800"/>
                  </a:lnTo>
                  <a:lnTo>
                    <a:pt x="328206" y="53499"/>
                  </a:lnTo>
                  <a:lnTo>
                    <a:pt x="320392" y="53200"/>
                  </a:lnTo>
                  <a:lnTo>
                    <a:pt x="312577" y="52901"/>
                  </a:lnTo>
                  <a:lnTo>
                    <a:pt x="304763" y="52497"/>
                  </a:lnTo>
                  <a:lnTo>
                    <a:pt x="296949" y="52140"/>
                  </a:lnTo>
                  <a:lnTo>
                    <a:pt x="289134" y="51847"/>
                  </a:lnTo>
                  <a:lnTo>
                    <a:pt x="281320" y="51545"/>
                  </a:lnTo>
                  <a:lnTo>
                    <a:pt x="273505" y="51230"/>
                  </a:lnTo>
                  <a:lnTo>
                    <a:pt x="265691" y="50879"/>
                  </a:lnTo>
                  <a:lnTo>
                    <a:pt x="257876" y="50581"/>
                  </a:lnTo>
                  <a:lnTo>
                    <a:pt x="250062" y="50311"/>
                  </a:lnTo>
                  <a:lnTo>
                    <a:pt x="242247" y="50026"/>
                  </a:lnTo>
                  <a:lnTo>
                    <a:pt x="234433" y="49837"/>
                  </a:lnTo>
                  <a:lnTo>
                    <a:pt x="226619" y="49585"/>
                  </a:lnTo>
                  <a:lnTo>
                    <a:pt x="218804" y="49346"/>
                  </a:lnTo>
                  <a:lnTo>
                    <a:pt x="210990" y="49101"/>
                  </a:lnTo>
                  <a:lnTo>
                    <a:pt x="203175" y="48876"/>
                  </a:lnTo>
                  <a:lnTo>
                    <a:pt x="195361" y="48715"/>
                  </a:lnTo>
                  <a:lnTo>
                    <a:pt x="187546" y="48514"/>
                  </a:lnTo>
                  <a:lnTo>
                    <a:pt x="179732" y="48314"/>
                  </a:lnTo>
                  <a:lnTo>
                    <a:pt x="171917" y="48176"/>
                  </a:lnTo>
                  <a:lnTo>
                    <a:pt x="164103" y="48034"/>
                  </a:lnTo>
                  <a:lnTo>
                    <a:pt x="156288" y="47898"/>
                  </a:lnTo>
                  <a:lnTo>
                    <a:pt x="148474" y="47641"/>
                  </a:lnTo>
                  <a:lnTo>
                    <a:pt x="140660" y="47490"/>
                  </a:lnTo>
                  <a:lnTo>
                    <a:pt x="132845" y="47410"/>
                  </a:lnTo>
                  <a:lnTo>
                    <a:pt x="125031" y="47245"/>
                  </a:lnTo>
                  <a:lnTo>
                    <a:pt x="117216" y="47081"/>
                  </a:lnTo>
                  <a:lnTo>
                    <a:pt x="109402" y="46859"/>
                  </a:lnTo>
                  <a:lnTo>
                    <a:pt x="101587" y="46752"/>
                  </a:lnTo>
                  <a:lnTo>
                    <a:pt x="93773" y="46555"/>
                  </a:lnTo>
                  <a:lnTo>
                    <a:pt x="85958" y="46293"/>
                  </a:lnTo>
                  <a:lnTo>
                    <a:pt x="78144" y="46064"/>
                  </a:lnTo>
                  <a:lnTo>
                    <a:pt x="70330" y="45819"/>
                  </a:lnTo>
                  <a:lnTo>
                    <a:pt x="62515" y="45684"/>
                  </a:lnTo>
                  <a:lnTo>
                    <a:pt x="54701" y="45591"/>
                  </a:lnTo>
                  <a:lnTo>
                    <a:pt x="46886" y="45492"/>
                  </a:lnTo>
                  <a:lnTo>
                    <a:pt x="39072" y="45378"/>
                  </a:lnTo>
                  <a:lnTo>
                    <a:pt x="31257" y="45264"/>
                  </a:lnTo>
                  <a:lnTo>
                    <a:pt x="23443" y="44923"/>
                  </a:lnTo>
                  <a:lnTo>
                    <a:pt x="15628" y="44626"/>
                  </a:lnTo>
                  <a:lnTo>
                    <a:pt x="7814" y="44545"/>
                  </a:lnTo>
                  <a:lnTo>
                    <a:pt x="0" y="44447"/>
                  </a:lnTo>
                  <a:close/>
                </a:path>
              </a:pathLst>
            </a:custGeom>
            <a:solidFill>
              <a:srgbClr val="E69F00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1223067" y="2735505"/>
              <a:ext cx="2023942" cy="67015"/>
            </a:xfrm>
            <a:custGeom>
              <a:avLst/>
              <a:pathLst>
                <a:path w="2023942" h="67015">
                  <a:moveTo>
                    <a:pt x="0" y="0"/>
                  </a:moveTo>
                  <a:lnTo>
                    <a:pt x="7814" y="433"/>
                  </a:lnTo>
                  <a:lnTo>
                    <a:pt x="15628" y="979"/>
                  </a:lnTo>
                  <a:lnTo>
                    <a:pt x="23443" y="1531"/>
                  </a:lnTo>
                  <a:lnTo>
                    <a:pt x="31257" y="2058"/>
                  </a:lnTo>
                  <a:lnTo>
                    <a:pt x="39072" y="2322"/>
                  </a:lnTo>
                  <a:lnTo>
                    <a:pt x="46886" y="2538"/>
                  </a:lnTo>
                  <a:lnTo>
                    <a:pt x="54701" y="2819"/>
                  </a:lnTo>
                  <a:lnTo>
                    <a:pt x="62515" y="3181"/>
                  </a:lnTo>
                  <a:lnTo>
                    <a:pt x="70330" y="3471"/>
                  </a:lnTo>
                  <a:lnTo>
                    <a:pt x="78144" y="3934"/>
                  </a:lnTo>
                  <a:lnTo>
                    <a:pt x="85958" y="4307"/>
                  </a:lnTo>
                  <a:lnTo>
                    <a:pt x="93773" y="4831"/>
                  </a:lnTo>
                  <a:lnTo>
                    <a:pt x="101587" y="5351"/>
                  </a:lnTo>
                  <a:lnTo>
                    <a:pt x="109402" y="5830"/>
                  </a:lnTo>
                  <a:lnTo>
                    <a:pt x="117216" y="6312"/>
                  </a:lnTo>
                  <a:lnTo>
                    <a:pt x="125031" y="6797"/>
                  </a:lnTo>
                  <a:lnTo>
                    <a:pt x="132845" y="7286"/>
                  </a:lnTo>
                  <a:lnTo>
                    <a:pt x="140660" y="7851"/>
                  </a:lnTo>
                  <a:lnTo>
                    <a:pt x="148474" y="8322"/>
                  </a:lnTo>
                  <a:lnTo>
                    <a:pt x="156288" y="8793"/>
                  </a:lnTo>
                  <a:lnTo>
                    <a:pt x="164103" y="9343"/>
                  </a:lnTo>
                  <a:lnTo>
                    <a:pt x="171917" y="9867"/>
                  </a:lnTo>
                  <a:lnTo>
                    <a:pt x="179732" y="10396"/>
                  </a:lnTo>
                  <a:lnTo>
                    <a:pt x="187546" y="10861"/>
                  </a:lnTo>
                  <a:lnTo>
                    <a:pt x="195361" y="11298"/>
                  </a:lnTo>
                  <a:lnTo>
                    <a:pt x="203175" y="11669"/>
                  </a:lnTo>
                  <a:lnTo>
                    <a:pt x="210990" y="12061"/>
                  </a:lnTo>
                  <a:lnTo>
                    <a:pt x="218804" y="12339"/>
                  </a:lnTo>
                  <a:lnTo>
                    <a:pt x="226619" y="12708"/>
                  </a:lnTo>
                  <a:lnTo>
                    <a:pt x="234433" y="13178"/>
                  </a:lnTo>
                  <a:lnTo>
                    <a:pt x="242247" y="13761"/>
                  </a:lnTo>
                  <a:lnTo>
                    <a:pt x="250062" y="14161"/>
                  </a:lnTo>
                  <a:lnTo>
                    <a:pt x="257876" y="14528"/>
                  </a:lnTo>
                  <a:lnTo>
                    <a:pt x="265691" y="14816"/>
                  </a:lnTo>
                  <a:lnTo>
                    <a:pt x="273505" y="15126"/>
                  </a:lnTo>
                  <a:lnTo>
                    <a:pt x="281320" y="15563"/>
                  </a:lnTo>
                  <a:lnTo>
                    <a:pt x="289134" y="16107"/>
                  </a:lnTo>
                  <a:lnTo>
                    <a:pt x="296949" y="16550"/>
                  </a:lnTo>
                  <a:lnTo>
                    <a:pt x="304763" y="17014"/>
                  </a:lnTo>
                  <a:lnTo>
                    <a:pt x="312577" y="17462"/>
                  </a:lnTo>
                  <a:lnTo>
                    <a:pt x="320392" y="17798"/>
                  </a:lnTo>
                  <a:lnTo>
                    <a:pt x="328206" y="18171"/>
                  </a:lnTo>
                  <a:lnTo>
                    <a:pt x="336021" y="18500"/>
                  </a:lnTo>
                  <a:lnTo>
                    <a:pt x="343835" y="19099"/>
                  </a:lnTo>
                  <a:lnTo>
                    <a:pt x="351650" y="19417"/>
                  </a:lnTo>
                  <a:lnTo>
                    <a:pt x="359464" y="19843"/>
                  </a:lnTo>
                  <a:lnTo>
                    <a:pt x="367279" y="20272"/>
                  </a:lnTo>
                  <a:lnTo>
                    <a:pt x="375093" y="20655"/>
                  </a:lnTo>
                  <a:lnTo>
                    <a:pt x="382907" y="21142"/>
                  </a:lnTo>
                  <a:lnTo>
                    <a:pt x="390722" y="21571"/>
                  </a:lnTo>
                  <a:lnTo>
                    <a:pt x="398536" y="22068"/>
                  </a:lnTo>
                  <a:lnTo>
                    <a:pt x="406351" y="22576"/>
                  </a:lnTo>
                  <a:lnTo>
                    <a:pt x="414165" y="22978"/>
                  </a:lnTo>
                  <a:lnTo>
                    <a:pt x="421980" y="23561"/>
                  </a:lnTo>
                  <a:lnTo>
                    <a:pt x="429794" y="24152"/>
                  </a:lnTo>
                  <a:lnTo>
                    <a:pt x="437609" y="24595"/>
                  </a:lnTo>
                  <a:lnTo>
                    <a:pt x="445423" y="24886"/>
                  </a:lnTo>
                  <a:lnTo>
                    <a:pt x="453238" y="25280"/>
                  </a:lnTo>
                  <a:lnTo>
                    <a:pt x="461052" y="25619"/>
                  </a:lnTo>
                  <a:lnTo>
                    <a:pt x="468866" y="26096"/>
                  </a:lnTo>
                  <a:lnTo>
                    <a:pt x="476681" y="26443"/>
                  </a:lnTo>
                  <a:lnTo>
                    <a:pt x="484495" y="26719"/>
                  </a:lnTo>
                  <a:lnTo>
                    <a:pt x="492310" y="27012"/>
                  </a:lnTo>
                  <a:lnTo>
                    <a:pt x="500124" y="27486"/>
                  </a:lnTo>
                  <a:lnTo>
                    <a:pt x="507939" y="27947"/>
                  </a:lnTo>
                  <a:lnTo>
                    <a:pt x="515753" y="28361"/>
                  </a:lnTo>
                  <a:lnTo>
                    <a:pt x="523568" y="28556"/>
                  </a:lnTo>
                  <a:lnTo>
                    <a:pt x="531382" y="28802"/>
                  </a:lnTo>
                  <a:lnTo>
                    <a:pt x="539196" y="29312"/>
                  </a:lnTo>
                  <a:lnTo>
                    <a:pt x="547011" y="29556"/>
                  </a:lnTo>
                  <a:lnTo>
                    <a:pt x="554825" y="30051"/>
                  </a:lnTo>
                  <a:lnTo>
                    <a:pt x="562640" y="30663"/>
                  </a:lnTo>
                  <a:lnTo>
                    <a:pt x="570454" y="31115"/>
                  </a:lnTo>
                  <a:lnTo>
                    <a:pt x="578269" y="31361"/>
                  </a:lnTo>
                  <a:lnTo>
                    <a:pt x="586083" y="31661"/>
                  </a:lnTo>
                  <a:lnTo>
                    <a:pt x="593898" y="31927"/>
                  </a:lnTo>
                  <a:lnTo>
                    <a:pt x="601712" y="32193"/>
                  </a:lnTo>
                  <a:lnTo>
                    <a:pt x="609526" y="32416"/>
                  </a:lnTo>
                  <a:lnTo>
                    <a:pt x="617341" y="32624"/>
                  </a:lnTo>
                  <a:lnTo>
                    <a:pt x="625155" y="32999"/>
                  </a:lnTo>
                  <a:lnTo>
                    <a:pt x="632970" y="33289"/>
                  </a:lnTo>
                  <a:lnTo>
                    <a:pt x="640784" y="33564"/>
                  </a:lnTo>
                  <a:lnTo>
                    <a:pt x="648599" y="33865"/>
                  </a:lnTo>
                  <a:lnTo>
                    <a:pt x="656413" y="34120"/>
                  </a:lnTo>
                  <a:lnTo>
                    <a:pt x="664228" y="34481"/>
                  </a:lnTo>
                  <a:lnTo>
                    <a:pt x="672042" y="34785"/>
                  </a:lnTo>
                  <a:lnTo>
                    <a:pt x="679857" y="35253"/>
                  </a:lnTo>
                  <a:lnTo>
                    <a:pt x="687671" y="35728"/>
                  </a:lnTo>
                  <a:lnTo>
                    <a:pt x="695485" y="36019"/>
                  </a:lnTo>
                  <a:lnTo>
                    <a:pt x="703300" y="36301"/>
                  </a:lnTo>
                  <a:lnTo>
                    <a:pt x="711114" y="36530"/>
                  </a:lnTo>
                  <a:lnTo>
                    <a:pt x="718929" y="36850"/>
                  </a:lnTo>
                  <a:lnTo>
                    <a:pt x="726743" y="37121"/>
                  </a:lnTo>
                  <a:lnTo>
                    <a:pt x="734558" y="37404"/>
                  </a:lnTo>
                  <a:lnTo>
                    <a:pt x="742372" y="37660"/>
                  </a:lnTo>
                  <a:lnTo>
                    <a:pt x="750187" y="37829"/>
                  </a:lnTo>
                  <a:lnTo>
                    <a:pt x="758001" y="38089"/>
                  </a:lnTo>
                  <a:lnTo>
                    <a:pt x="765815" y="38346"/>
                  </a:lnTo>
                  <a:lnTo>
                    <a:pt x="773630" y="38492"/>
                  </a:lnTo>
                  <a:lnTo>
                    <a:pt x="781444" y="38796"/>
                  </a:lnTo>
                  <a:lnTo>
                    <a:pt x="789259" y="39090"/>
                  </a:lnTo>
                  <a:lnTo>
                    <a:pt x="797073" y="39357"/>
                  </a:lnTo>
                  <a:lnTo>
                    <a:pt x="804888" y="39597"/>
                  </a:lnTo>
                  <a:lnTo>
                    <a:pt x="812702" y="39810"/>
                  </a:lnTo>
                  <a:lnTo>
                    <a:pt x="820517" y="40172"/>
                  </a:lnTo>
                  <a:lnTo>
                    <a:pt x="828331" y="40456"/>
                  </a:lnTo>
                  <a:lnTo>
                    <a:pt x="836145" y="40893"/>
                  </a:lnTo>
                  <a:lnTo>
                    <a:pt x="843960" y="41191"/>
                  </a:lnTo>
                  <a:lnTo>
                    <a:pt x="851774" y="41351"/>
                  </a:lnTo>
                  <a:lnTo>
                    <a:pt x="859589" y="41654"/>
                  </a:lnTo>
                  <a:lnTo>
                    <a:pt x="867403" y="41929"/>
                  </a:lnTo>
                  <a:lnTo>
                    <a:pt x="875218" y="42250"/>
                  </a:lnTo>
                  <a:lnTo>
                    <a:pt x="883032" y="42480"/>
                  </a:lnTo>
                  <a:lnTo>
                    <a:pt x="890847" y="42668"/>
                  </a:lnTo>
                  <a:lnTo>
                    <a:pt x="898661" y="43023"/>
                  </a:lnTo>
                  <a:lnTo>
                    <a:pt x="906476" y="43284"/>
                  </a:lnTo>
                  <a:lnTo>
                    <a:pt x="914290" y="43490"/>
                  </a:lnTo>
                  <a:lnTo>
                    <a:pt x="922104" y="43675"/>
                  </a:lnTo>
                  <a:lnTo>
                    <a:pt x="929919" y="43909"/>
                  </a:lnTo>
                  <a:lnTo>
                    <a:pt x="937733" y="44156"/>
                  </a:lnTo>
                  <a:lnTo>
                    <a:pt x="945548" y="44353"/>
                  </a:lnTo>
                  <a:lnTo>
                    <a:pt x="953362" y="44578"/>
                  </a:lnTo>
                  <a:lnTo>
                    <a:pt x="961177" y="44776"/>
                  </a:lnTo>
                  <a:lnTo>
                    <a:pt x="968991" y="44972"/>
                  </a:lnTo>
                  <a:lnTo>
                    <a:pt x="976806" y="45262"/>
                  </a:lnTo>
                  <a:lnTo>
                    <a:pt x="984620" y="45604"/>
                  </a:lnTo>
                  <a:lnTo>
                    <a:pt x="992434" y="45809"/>
                  </a:lnTo>
                  <a:lnTo>
                    <a:pt x="1000249" y="46160"/>
                  </a:lnTo>
                  <a:lnTo>
                    <a:pt x="1008063" y="46415"/>
                  </a:lnTo>
                  <a:lnTo>
                    <a:pt x="1015878" y="46670"/>
                  </a:lnTo>
                  <a:lnTo>
                    <a:pt x="1023692" y="46962"/>
                  </a:lnTo>
                  <a:lnTo>
                    <a:pt x="1031507" y="47310"/>
                  </a:lnTo>
                  <a:lnTo>
                    <a:pt x="1039321" y="47365"/>
                  </a:lnTo>
                  <a:lnTo>
                    <a:pt x="1047136" y="47376"/>
                  </a:lnTo>
                  <a:lnTo>
                    <a:pt x="1054950" y="47554"/>
                  </a:lnTo>
                  <a:lnTo>
                    <a:pt x="1062765" y="47612"/>
                  </a:lnTo>
                  <a:lnTo>
                    <a:pt x="1070579" y="47895"/>
                  </a:lnTo>
                  <a:lnTo>
                    <a:pt x="1078393" y="47989"/>
                  </a:lnTo>
                  <a:lnTo>
                    <a:pt x="1086208" y="48085"/>
                  </a:lnTo>
                  <a:lnTo>
                    <a:pt x="1094022" y="48269"/>
                  </a:lnTo>
                  <a:lnTo>
                    <a:pt x="1101837" y="48609"/>
                  </a:lnTo>
                  <a:lnTo>
                    <a:pt x="1109651" y="48744"/>
                  </a:lnTo>
                  <a:lnTo>
                    <a:pt x="1117466" y="48814"/>
                  </a:lnTo>
                  <a:lnTo>
                    <a:pt x="1125280" y="49011"/>
                  </a:lnTo>
                  <a:lnTo>
                    <a:pt x="1133095" y="49273"/>
                  </a:lnTo>
                  <a:lnTo>
                    <a:pt x="1140909" y="49509"/>
                  </a:lnTo>
                  <a:lnTo>
                    <a:pt x="1148723" y="49629"/>
                  </a:lnTo>
                  <a:lnTo>
                    <a:pt x="1156538" y="49835"/>
                  </a:lnTo>
                  <a:lnTo>
                    <a:pt x="1164352" y="50048"/>
                  </a:lnTo>
                  <a:lnTo>
                    <a:pt x="1172167" y="50333"/>
                  </a:lnTo>
                  <a:lnTo>
                    <a:pt x="1179981" y="50455"/>
                  </a:lnTo>
                  <a:lnTo>
                    <a:pt x="1187796" y="50674"/>
                  </a:lnTo>
                  <a:lnTo>
                    <a:pt x="1195610" y="50842"/>
                  </a:lnTo>
                  <a:lnTo>
                    <a:pt x="1203425" y="51020"/>
                  </a:lnTo>
                  <a:lnTo>
                    <a:pt x="1211239" y="51142"/>
                  </a:lnTo>
                  <a:lnTo>
                    <a:pt x="1219053" y="51263"/>
                  </a:lnTo>
                  <a:lnTo>
                    <a:pt x="1226868" y="51256"/>
                  </a:lnTo>
                  <a:lnTo>
                    <a:pt x="1234682" y="51275"/>
                  </a:lnTo>
                  <a:lnTo>
                    <a:pt x="1242497" y="51465"/>
                  </a:lnTo>
                  <a:lnTo>
                    <a:pt x="1250311" y="51661"/>
                  </a:lnTo>
                  <a:lnTo>
                    <a:pt x="1258126" y="51857"/>
                  </a:lnTo>
                  <a:lnTo>
                    <a:pt x="1265940" y="52004"/>
                  </a:lnTo>
                  <a:lnTo>
                    <a:pt x="1273755" y="52222"/>
                  </a:lnTo>
                  <a:lnTo>
                    <a:pt x="1281569" y="52446"/>
                  </a:lnTo>
                  <a:lnTo>
                    <a:pt x="1289384" y="52642"/>
                  </a:lnTo>
                  <a:lnTo>
                    <a:pt x="1297198" y="52787"/>
                  </a:lnTo>
                  <a:lnTo>
                    <a:pt x="1305012" y="52893"/>
                  </a:lnTo>
                  <a:lnTo>
                    <a:pt x="1312827" y="53000"/>
                  </a:lnTo>
                  <a:lnTo>
                    <a:pt x="1320641" y="53107"/>
                  </a:lnTo>
                  <a:lnTo>
                    <a:pt x="1328456" y="53106"/>
                  </a:lnTo>
                  <a:lnTo>
                    <a:pt x="1336270" y="53324"/>
                  </a:lnTo>
                  <a:lnTo>
                    <a:pt x="1344085" y="53624"/>
                  </a:lnTo>
                  <a:lnTo>
                    <a:pt x="1351899" y="53788"/>
                  </a:lnTo>
                  <a:lnTo>
                    <a:pt x="1359714" y="53860"/>
                  </a:lnTo>
                  <a:lnTo>
                    <a:pt x="1367528" y="53942"/>
                  </a:lnTo>
                  <a:lnTo>
                    <a:pt x="1375342" y="54212"/>
                  </a:lnTo>
                  <a:lnTo>
                    <a:pt x="1383157" y="54483"/>
                  </a:lnTo>
                  <a:lnTo>
                    <a:pt x="1390971" y="54755"/>
                  </a:lnTo>
                  <a:lnTo>
                    <a:pt x="1398786" y="54933"/>
                  </a:lnTo>
                  <a:lnTo>
                    <a:pt x="1406600" y="55077"/>
                  </a:lnTo>
                  <a:lnTo>
                    <a:pt x="1414415" y="55226"/>
                  </a:lnTo>
                  <a:lnTo>
                    <a:pt x="1422229" y="55375"/>
                  </a:lnTo>
                  <a:lnTo>
                    <a:pt x="1430044" y="55524"/>
                  </a:lnTo>
                  <a:lnTo>
                    <a:pt x="1437858" y="55674"/>
                  </a:lnTo>
                  <a:lnTo>
                    <a:pt x="1445672" y="55823"/>
                  </a:lnTo>
                  <a:lnTo>
                    <a:pt x="1453487" y="55973"/>
                  </a:lnTo>
                  <a:lnTo>
                    <a:pt x="1461301" y="56120"/>
                  </a:lnTo>
                  <a:lnTo>
                    <a:pt x="1469116" y="56202"/>
                  </a:lnTo>
                  <a:lnTo>
                    <a:pt x="1476930" y="56314"/>
                  </a:lnTo>
                  <a:lnTo>
                    <a:pt x="1484745" y="56540"/>
                  </a:lnTo>
                  <a:lnTo>
                    <a:pt x="1492559" y="56657"/>
                  </a:lnTo>
                  <a:lnTo>
                    <a:pt x="1500374" y="56713"/>
                  </a:lnTo>
                  <a:lnTo>
                    <a:pt x="1508188" y="56772"/>
                  </a:lnTo>
                  <a:lnTo>
                    <a:pt x="1516003" y="56943"/>
                  </a:lnTo>
                  <a:lnTo>
                    <a:pt x="1523817" y="57149"/>
                  </a:lnTo>
                  <a:lnTo>
                    <a:pt x="1531631" y="57354"/>
                  </a:lnTo>
                  <a:lnTo>
                    <a:pt x="1539446" y="57560"/>
                  </a:lnTo>
                  <a:lnTo>
                    <a:pt x="1547260" y="57747"/>
                  </a:lnTo>
                  <a:lnTo>
                    <a:pt x="1555075" y="57894"/>
                  </a:lnTo>
                  <a:lnTo>
                    <a:pt x="1562889" y="58041"/>
                  </a:lnTo>
                  <a:lnTo>
                    <a:pt x="1570704" y="58192"/>
                  </a:lnTo>
                  <a:lnTo>
                    <a:pt x="1578518" y="58345"/>
                  </a:lnTo>
                  <a:lnTo>
                    <a:pt x="1586333" y="58500"/>
                  </a:lnTo>
                  <a:lnTo>
                    <a:pt x="1594147" y="58599"/>
                  </a:lnTo>
                  <a:lnTo>
                    <a:pt x="1601961" y="58672"/>
                  </a:lnTo>
                  <a:lnTo>
                    <a:pt x="1609776" y="58962"/>
                  </a:lnTo>
                  <a:lnTo>
                    <a:pt x="1617590" y="59133"/>
                  </a:lnTo>
                  <a:lnTo>
                    <a:pt x="1625405" y="59265"/>
                  </a:lnTo>
                  <a:lnTo>
                    <a:pt x="1633219" y="59415"/>
                  </a:lnTo>
                  <a:lnTo>
                    <a:pt x="1641034" y="59566"/>
                  </a:lnTo>
                  <a:lnTo>
                    <a:pt x="1648848" y="59726"/>
                  </a:lnTo>
                  <a:lnTo>
                    <a:pt x="1656663" y="59969"/>
                  </a:lnTo>
                  <a:lnTo>
                    <a:pt x="1664477" y="60211"/>
                  </a:lnTo>
                  <a:lnTo>
                    <a:pt x="1672291" y="60454"/>
                  </a:lnTo>
                  <a:lnTo>
                    <a:pt x="1680106" y="60589"/>
                  </a:lnTo>
                  <a:lnTo>
                    <a:pt x="1687920" y="60681"/>
                  </a:lnTo>
                  <a:lnTo>
                    <a:pt x="1695735" y="60773"/>
                  </a:lnTo>
                  <a:lnTo>
                    <a:pt x="1703549" y="60865"/>
                  </a:lnTo>
                  <a:lnTo>
                    <a:pt x="1711364" y="60995"/>
                  </a:lnTo>
                  <a:lnTo>
                    <a:pt x="1719178" y="61215"/>
                  </a:lnTo>
                  <a:lnTo>
                    <a:pt x="1726993" y="61347"/>
                  </a:lnTo>
                  <a:lnTo>
                    <a:pt x="1734807" y="61390"/>
                  </a:lnTo>
                  <a:lnTo>
                    <a:pt x="1742622" y="61539"/>
                  </a:lnTo>
                  <a:lnTo>
                    <a:pt x="1750436" y="61689"/>
                  </a:lnTo>
                  <a:lnTo>
                    <a:pt x="1758250" y="61840"/>
                  </a:lnTo>
                  <a:lnTo>
                    <a:pt x="1766065" y="61991"/>
                  </a:lnTo>
                  <a:lnTo>
                    <a:pt x="1773879" y="62143"/>
                  </a:lnTo>
                  <a:lnTo>
                    <a:pt x="1781694" y="62295"/>
                  </a:lnTo>
                  <a:lnTo>
                    <a:pt x="1789508" y="62447"/>
                  </a:lnTo>
                  <a:lnTo>
                    <a:pt x="1797323" y="62599"/>
                  </a:lnTo>
                  <a:lnTo>
                    <a:pt x="1805137" y="62751"/>
                  </a:lnTo>
                  <a:lnTo>
                    <a:pt x="1812952" y="62904"/>
                  </a:lnTo>
                  <a:lnTo>
                    <a:pt x="1820766" y="63056"/>
                  </a:lnTo>
                  <a:lnTo>
                    <a:pt x="1828580" y="63209"/>
                  </a:lnTo>
                  <a:lnTo>
                    <a:pt x="1836395" y="63362"/>
                  </a:lnTo>
                  <a:lnTo>
                    <a:pt x="1844209" y="63515"/>
                  </a:lnTo>
                  <a:lnTo>
                    <a:pt x="1852024" y="63668"/>
                  </a:lnTo>
                  <a:lnTo>
                    <a:pt x="1859838" y="63821"/>
                  </a:lnTo>
                  <a:lnTo>
                    <a:pt x="1867653" y="63974"/>
                  </a:lnTo>
                  <a:lnTo>
                    <a:pt x="1875467" y="64128"/>
                  </a:lnTo>
                  <a:lnTo>
                    <a:pt x="1883282" y="64281"/>
                  </a:lnTo>
                  <a:lnTo>
                    <a:pt x="1891096" y="64435"/>
                  </a:lnTo>
                  <a:lnTo>
                    <a:pt x="1898910" y="64589"/>
                  </a:lnTo>
                  <a:lnTo>
                    <a:pt x="1906725" y="64743"/>
                  </a:lnTo>
                  <a:lnTo>
                    <a:pt x="1914539" y="64897"/>
                  </a:lnTo>
                  <a:lnTo>
                    <a:pt x="1922354" y="65053"/>
                  </a:lnTo>
                  <a:lnTo>
                    <a:pt x="1930168" y="65210"/>
                  </a:lnTo>
                  <a:lnTo>
                    <a:pt x="1937983" y="65366"/>
                  </a:lnTo>
                  <a:lnTo>
                    <a:pt x="1945797" y="65523"/>
                  </a:lnTo>
                  <a:lnTo>
                    <a:pt x="1953612" y="65680"/>
                  </a:lnTo>
                  <a:lnTo>
                    <a:pt x="1961426" y="65836"/>
                  </a:lnTo>
                  <a:lnTo>
                    <a:pt x="1969241" y="65993"/>
                  </a:lnTo>
                  <a:lnTo>
                    <a:pt x="1977055" y="66151"/>
                  </a:lnTo>
                  <a:lnTo>
                    <a:pt x="1984869" y="66308"/>
                  </a:lnTo>
                  <a:lnTo>
                    <a:pt x="1992684" y="66465"/>
                  </a:lnTo>
                  <a:lnTo>
                    <a:pt x="2000498" y="66623"/>
                  </a:lnTo>
                  <a:lnTo>
                    <a:pt x="2008313" y="66781"/>
                  </a:lnTo>
                  <a:lnTo>
                    <a:pt x="2016127" y="66915"/>
                  </a:lnTo>
                  <a:lnTo>
                    <a:pt x="2023942" y="670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1223067" y="2779953"/>
              <a:ext cx="2023942" cy="205145"/>
            </a:xfrm>
            <a:custGeom>
              <a:avLst/>
              <a:pathLst>
                <a:path w="2023942" h="205145">
                  <a:moveTo>
                    <a:pt x="2023942" y="205145"/>
                  </a:moveTo>
                  <a:lnTo>
                    <a:pt x="2016127" y="204170"/>
                  </a:lnTo>
                  <a:lnTo>
                    <a:pt x="2008313" y="203191"/>
                  </a:lnTo>
                  <a:lnTo>
                    <a:pt x="2000498" y="202158"/>
                  </a:lnTo>
                  <a:lnTo>
                    <a:pt x="1992684" y="201206"/>
                  </a:lnTo>
                  <a:lnTo>
                    <a:pt x="1984869" y="200243"/>
                  </a:lnTo>
                  <a:lnTo>
                    <a:pt x="1977055" y="199166"/>
                  </a:lnTo>
                  <a:lnTo>
                    <a:pt x="1969241" y="198064"/>
                  </a:lnTo>
                  <a:lnTo>
                    <a:pt x="1961426" y="197039"/>
                  </a:lnTo>
                  <a:lnTo>
                    <a:pt x="1953612" y="196009"/>
                  </a:lnTo>
                  <a:lnTo>
                    <a:pt x="1945797" y="194975"/>
                  </a:lnTo>
                  <a:lnTo>
                    <a:pt x="1937983" y="193937"/>
                  </a:lnTo>
                  <a:lnTo>
                    <a:pt x="1930168" y="192893"/>
                  </a:lnTo>
                  <a:lnTo>
                    <a:pt x="1922354" y="191845"/>
                  </a:lnTo>
                  <a:lnTo>
                    <a:pt x="1914539" y="190793"/>
                  </a:lnTo>
                  <a:lnTo>
                    <a:pt x="1906725" y="189736"/>
                  </a:lnTo>
                  <a:lnTo>
                    <a:pt x="1898910" y="188675"/>
                  </a:lnTo>
                  <a:lnTo>
                    <a:pt x="1891096" y="187609"/>
                  </a:lnTo>
                  <a:lnTo>
                    <a:pt x="1883282" y="186535"/>
                  </a:lnTo>
                  <a:lnTo>
                    <a:pt x="1875467" y="185456"/>
                  </a:lnTo>
                  <a:lnTo>
                    <a:pt x="1867653" y="184384"/>
                  </a:lnTo>
                  <a:lnTo>
                    <a:pt x="1859838" y="183296"/>
                  </a:lnTo>
                  <a:lnTo>
                    <a:pt x="1852024" y="182204"/>
                  </a:lnTo>
                  <a:lnTo>
                    <a:pt x="1844209" y="181116"/>
                  </a:lnTo>
                  <a:lnTo>
                    <a:pt x="1836395" y="180024"/>
                  </a:lnTo>
                  <a:lnTo>
                    <a:pt x="1828580" y="178928"/>
                  </a:lnTo>
                  <a:lnTo>
                    <a:pt x="1820766" y="177828"/>
                  </a:lnTo>
                  <a:lnTo>
                    <a:pt x="1812952" y="176724"/>
                  </a:lnTo>
                  <a:lnTo>
                    <a:pt x="1805137" y="175615"/>
                  </a:lnTo>
                  <a:lnTo>
                    <a:pt x="1797323" y="174501"/>
                  </a:lnTo>
                  <a:lnTo>
                    <a:pt x="1789508" y="173384"/>
                  </a:lnTo>
                  <a:lnTo>
                    <a:pt x="1781694" y="172263"/>
                  </a:lnTo>
                  <a:lnTo>
                    <a:pt x="1773879" y="171137"/>
                  </a:lnTo>
                  <a:lnTo>
                    <a:pt x="1766065" y="170005"/>
                  </a:lnTo>
                  <a:lnTo>
                    <a:pt x="1758250" y="168869"/>
                  </a:lnTo>
                  <a:lnTo>
                    <a:pt x="1750436" y="167730"/>
                  </a:lnTo>
                  <a:lnTo>
                    <a:pt x="1742622" y="166587"/>
                  </a:lnTo>
                  <a:lnTo>
                    <a:pt x="1734807" y="165442"/>
                  </a:lnTo>
                  <a:lnTo>
                    <a:pt x="1726993" y="164293"/>
                  </a:lnTo>
                  <a:lnTo>
                    <a:pt x="1719178" y="163247"/>
                  </a:lnTo>
                  <a:lnTo>
                    <a:pt x="1711364" y="162213"/>
                  </a:lnTo>
                  <a:lnTo>
                    <a:pt x="1703549" y="161176"/>
                  </a:lnTo>
                  <a:lnTo>
                    <a:pt x="1695735" y="160137"/>
                  </a:lnTo>
                  <a:lnTo>
                    <a:pt x="1687920" y="158897"/>
                  </a:lnTo>
                  <a:lnTo>
                    <a:pt x="1680106" y="157644"/>
                  </a:lnTo>
                  <a:lnTo>
                    <a:pt x="1672291" y="156389"/>
                  </a:lnTo>
                  <a:lnTo>
                    <a:pt x="1664477" y="155132"/>
                  </a:lnTo>
                  <a:lnTo>
                    <a:pt x="1656663" y="153873"/>
                  </a:lnTo>
                  <a:lnTo>
                    <a:pt x="1648848" y="152681"/>
                  </a:lnTo>
                  <a:lnTo>
                    <a:pt x="1641034" y="151508"/>
                  </a:lnTo>
                  <a:lnTo>
                    <a:pt x="1633219" y="150337"/>
                  </a:lnTo>
                  <a:lnTo>
                    <a:pt x="1625405" y="149187"/>
                  </a:lnTo>
                  <a:lnTo>
                    <a:pt x="1617590" y="148035"/>
                  </a:lnTo>
                  <a:lnTo>
                    <a:pt x="1609776" y="146883"/>
                  </a:lnTo>
                  <a:lnTo>
                    <a:pt x="1601961" y="145727"/>
                  </a:lnTo>
                  <a:lnTo>
                    <a:pt x="1594147" y="144569"/>
                  </a:lnTo>
                  <a:lnTo>
                    <a:pt x="1586333" y="143558"/>
                  </a:lnTo>
                  <a:lnTo>
                    <a:pt x="1578518" y="142546"/>
                  </a:lnTo>
                  <a:lnTo>
                    <a:pt x="1570704" y="141533"/>
                  </a:lnTo>
                  <a:lnTo>
                    <a:pt x="1562889" y="140518"/>
                  </a:lnTo>
                  <a:lnTo>
                    <a:pt x="1555075" y="139503"/>
                  </a:lnTo>
                  <a:lnTo>
                    <a:pt x="1547260" y="138486"/>
                  </a:lnTo>
                  <a:lnTo>
                    <a:pt x="1539446" y="137468"/>
                  </a:lnTo>
                  <a:lnTo>
                    <a:pt x="1531631" y="136346"/>
                  </a:lnTo>
                  <a:lnTo>
                    <a:pt x="1523817" y="134988"/>
                  </a:lnTo>
                  <a:lnTo>
                    <a:pt x="1516003" y="133630"/>
                  </a:lnTo>
                  <a:lnTo>
                    <a:pt x="1508188" y="132407"/>
                  </a:lnTo>
                  <a:lnTo>
                    <a:pt x="1500374" y="131366"/>
                  </a:lnTo>
                  <a:lnTo>
                    <a:pt x="1492559" y="130300"/>
                  </a:lnTo>
                  <a:lnTo>
                    <a:pt x="1484745" y="129215"/>
                  </a:lnTo>
                  <a:lnTo>
                    <a:pt x="1476930" y="128226"/>
                  </a:lnTo>
                  <a:lnTo>
                    <a:pt x="1469116" y="127205"/>
                  </a:lnTo>
                  <a:lnTo>
                    <a:pt x="1461301" y="126163"/>
                  </a:lnTo>
                  <a:lnTo>
                    <a:pt x="1453487" y="125119"/>
                  </a:lnTo>
                  <a:lnTo>
                    <a:pt x="1445672" y="123947"/>
                  </a:lnTo>
                  <a:lnTo>
                    <a:pt x="1437858" y="122794"/>
                  </a:lnTo>
                  <a:lnTo>
                    <a:pt x="1430044" y="121783"/>
                  </a:lnTo>
                  <a:lnTo>
                    <a:pt x="1422229" y="120771"/>
                  </a:lnTo>
                  <a:lnTo>
                    <a:pt x="1414415" y="119758"/>
                  </a:lnTo>
                  <a:lnTo>
                    <a:pt x="1406600" y="118743"/>
                  </a:lnTo>
                  <a:lnTo>
                    <a:pt x="1398786" y="117609"/>
                  </a:lnTo>
                  <a:lnTo>
                    <a:pt x="1390971" y="116404"/>
                  </a:lnTo>
                  <a:lnTo>
                    <a:pt x="1383157" y="115198"/>
                  </a:lnTo>
                  <a:lnTo>
                    <a:pt x="1375342" y="113993"/>
                  </a:lnTo>
                  <a:lnTo>
                    <a:pt x="1367528" y="112791"/>
                  </a:lnTo>
                  <a:lnTo>
                    <a:pt x="1359714" y="111591"/>
                  </a:lnTo>
                  <a:lnTo>
                    <a:pt x="1351899" y="110472"/>
                  </a:lnTo>
                  <a:lnTo>
                    <a:pt x="1344085" y="109404"/>
                  </a:lnTo>
                  <a:lnTo>
                    <a:pt x="1336270" y="108269"/>
                  </a:lnTo>
                  <a:lnTo>
                    <a:pt x="1328456" y="107066"/>
                  </a:lnTo>
                  <a:lnTo>
                    <a:pt x="1320641" y="105864"/>
                  </a:lnTo>
                  <a:lnTo>
                    <a:pt x="1312827" y="104696"/>
                  </a:lnTo>
                  <a:lnTo>
                    <a:pt x="1305012" y="103683"/>
                  </a:lnTo>
                  <a:lnTo>
                    <a:pt x="1297198" y="102619"/>
                  </a:lnTo>
                  <a:lnTo>
                    <a:pt x="1289384" y="101430"/>
                  </a:lnTo>
                  <a:lnTo>
                    <a:pt x="1281569" y="100409"/>
                  </a:lnTo>
                  <a:lnTo>
                    <a:pt x="1273755" y="99388"/>
                  </a:lnTo>
                  <a:lnTo>
                    <a:pt x="1265940" y="98364"/>
                  </a:lnTo>
                  <a:lnTo>
                    <a:pt x="1258126" y="97235"/>
                  </a:lnTo>
                  <a:lnTo>
                    <a:pt x="1250311" y="96228"/>
                  </a:lnTo>
                  <a:lnTo>
                    <a:pt x="1242497" y="95134"/>
                  </a:lnTo>
                  <a:lnTo>
                    <a:pt x="1234682" y="93865"/>
                  </a:lnTo>
                  <a:lnTo>
                    <a:pt x="1226868" y="92856"/>
                  </a:lnTo>
                  <a:lnTo>
                    <a:pt x="1219053" y="91860"/>
                  </a:lnTo>
                  <a:lnTo>
                    <a:pt x="1211239" y="90863"/>
                  </a:lnTo>
                  <a:lnTo>
                    <a:pt x="1203425" y="89867"/>
                  </a:lnTo>
                  <a:lnTo>
                    <a:pt x="1195610" y="88875"/>
                  </a:lnTo>
                  <a:lnTo>
                    <a:pt x="1187796" y="87888"/>
                  </a:lnTo>
                  <a:lnTo>
                    <a:pt x="1179981" y="86904"/>
                  </a:lnTo>
                  <a:lnTo>
                    <a:pt x="1172167" y="85923"/>
                  </a:lnTo>
                  <a:lnTo>
                    <a:pt x="1164352" y="84943"/>
                  </a:lnTo>
                  <a:lnTo>
                    <a:pt x="1156538" y="83965"/>
                  </a:lnTo>
                  <a:lnTo>
                    <a:pt x="1148723" y="82986"/>
                  </a:lnTo>
                  <a:lnTo>
                    <a:pt x="1140909" y="81940"/>
                  </a:lnTo>
                  <a:lnTo>
                    <a:pt x="1133095" y="80995"/>
                  </a:lnTo>
                  <a:lnTo>
                    <a:pt x="1125280" y="79926"/>
                  </a:lnTo>
                  <a:lnTo>
                    <a:pt x="1117466" y="78920"/>
                  </a:lnTo>
                  <a:lnTo>
                    <a:pt x="1109651" y="77892"/>
                  </a:lnTo>
                  <a:lnTo>
                    <a:pt x="1101837" y="76758"/>
                  </a:lnTo>
                  <a:lnTo>
                    <a:pt x="1094022" y="75624"/>
                  </a:lnTo>
                  <a:lnTo>
                    <a:pt x="1086208" y="74571"/>
                  </a:lnTo>
                  <a:lnTo>
                    <a:pt x="1078393" y="73669"/>
                  </a:lnTo>
                  <a:lnTo>
                    <a:pt x="1070579" y="72711"/>
                  </a:lnTo>
                  <a:lnTo>
                    <a:pt x="1062765" y="71752"/>
                  </a:lnTo>
                  <a:lnTo>
                    <a:pt x="1054950" y="70754"/>
                  </a:lnTo>
                  <a:lnTo>
                    <a:pt x="1047136" y="69471"/>
                  </a:lnTo>
                  <a:lnTo>
                    <a:pt x="1039321" y="68610"/>
                  </a:lnTo>
                  <a:lnTo>
                    <a:pt x="1031507" y="67496"/>
                  </a:lnTo>
                  <a:lnTo>
                    <a:pt x="1023692" y="66390"/>
                  </a:lnTo>
                  <a:lnTo>
                    <a:pt x="1015878" y="65168"/>
                  </a:lnTo>
                  <a:lnTo>
                    <a:pt x="1008063" y="64084"/>
                  </a:lnTo>
                  <a:lnTo>
                    <a:pt x="1000249" y="63229"/>
                  </a:lnTo>
                  <a:lnTo>
                    <a:pt x="992434" y="62450"/>
                  </a:lnTo>
                  <a:lnTo>
                    <a:pt x="984620" y="61674"/>
                  </a:lnTo>
                  <a:lnTo>
                    <a:pt x="976806" y="60755"/>
                  </a:lnTo>
                  <a:lnTo>
                    <a:pt x="968991" y="59582"/>
                  </a:lnTo>
                  <a:lnTo>
                    <a:pt x="961177" y="58719"/>
                  </a:lnTo>
                  <a:lnTo>
                    <a:pt x="953362" y="57843"/>
                  </a:lnTo>
                  <a:lnTo>
                    <a:pt x="945548" y="56941"/>
                  </a:lnTo>
                  <a:lnTo>
                    <a:pt x="937733" y="55932"/>
                  </a:lnTo>
                  <a:lnTo>
                    <a:pt x="929919" y="54973"/>
                  </a:lnTo>
                  <a:lnTo>
                    <a:pt x="922104" y="54028"/>
                  </a:lnTo>
                  <a:lnTo>
                    <a:pt x="914290" y="53150"/>
                  </a:lnTo>
                  <a:lnTo>
                    <a:pt x="906476" y="52251"/>
                  </a:lnTo>
                  <a:lnTo>
                    <a:pt x="898661" y="51365"/>
                  </a:lnTo>
                  <a:lnTo>
                    <a:pt x="890847" y="50501"/>
                  </a:lnTo>
                  <a:lnTo>
                    <a:pt x="883032" y="49566"/>
                  </a:lnTo>
                  <a:lnTo>
                    <a:pt x="875218" y="48803"/>
                  </a:lnTo>
                  <a:lnTo>
                    <a:pt x="867403" y="48042"/>
                  </a:lnTo>
                  <a:lnTo>
                    <a:pt x="859589" y="47032"/>
                  </a:lnTo>
                  <a:lnTo>
                    <a:pt x="851774" y="46161"/>
                  </a:lnTo>
                  <a:lnTo>
                    <a:pt x="843960" y="45319"/>
                  </a:lnTo>
                  <a:lnTo>
                    <a:pt x="836145" y="44631"/>
                  </a:lnTo>
                  <a:lnTo>
                    <a:pt x="828331" y="43812"/>
                  </a:lnTo>
                  <a:lnTo>
                    <a:pt x="820517" y="42872"/>
                  </a:lnTo>
                  <a:lnTo>
                    <a:pt x="812702" y="42177"/>
                  </a:lnTo>
                  <a:lnTo>
                    <a:pt x="804888" y="41162"/>
                  </a:lnTo>
                  <a:lnTo>
                    <a:pt x="797073" y="40510"/>
                  </a:lnTo>
                  <a:lnTo>
                    <a:pt x="789259" y="39808"/>
                  </a:lnTo>
                  <a:lnTo>
                    <a:pt x="781444" y="38929"/>
                  </a:lnTo>
                  <a:lnTo>
                    <a:pt x="773630" y="38051"/>
                  </a:lnTo>
                  <a:lnTo>
                    <a:pt x="765815" y="37249"/>
                  </a:lnTo>
                  <a:lnTo>
                    <a:pt x="758001" y="36674"/>
                  </a:lnTo>
                  <a:lnTo>
                    <a:pt x="750187" y="36104"/>
                  </a:lnTo>
                  <a:lnTo>
                    <a:pt x="742372" y="35391"/>
                  </a:lnTo>
                  <a:lnTo>
                    <a:pt x="734558" y="34649"/>
                  </a:lnTo>
                  <a:lnTo>
                    <a:pt x="726743" y="33885"/>
                  </a:lnTo>
                  <a:lnTo>
                    <a:pt x="718929" y="33092"/>
                  </a:lnTo>
                  <a:lnTo>
                    <a:pt x="711114" y="32367"/>
                  </a:lnTo>
                  <a:lnTo>
                    <a:pt x="703300" y="31582"/>
                  </a:lnTo>
                  <a:lnTo>
                    <a:pt x="695485" y="30996"/>
                  </a:lnTo>
                  <a:lnTo>
                    <a:pt x="687671" y="30433"/>
                  </a:lnTo>
                  <a:lnTo>
                    <a:pt x="679857" y="29777"/>
                  </a:lnTo>
                  <a:lnTo>
                    <a:pt x="672042" y="29067"/>
                  </a:lnTo>
                  <a:lnTo>
                    <a:pt x="664228" y="28183"/>
                  </a:lnTo>
                  <a:lnTo>
                    <a:pt x="656413" y="27456"/>
                  </a:lnTo>
                  <a:lnTo>
                    <a:pt x="648599" y="27050"/>
                  </a:lnTo>
                  <a:lnTo>
                    <a:pt x="640784" y="26395"/>
                  </a:lnTo>
                  <a:lnTo>
                    <a:pt x="632970" y="25782"/>
                  </a:lnTo>
                  <a:lnTo>
                    <a:pt x="625155" y="25042"/>
                  </a:lnTo>
                  <a:lnTo>
                    <a:pt x="617341" y="24312"/>
                  </a:lnTo>
                  <a:lnTo>
                    <a:pt x="609526" y="23798"/>
                  </a:lnTo>
                  <a:lnTo>
                    <a:pt x="601712" y="23117"/>
                  </a:lnTo>
                  <a:lnTo>
                    <a:pt x="593898" y="22535"/>
                  </a:lnTo>
                  <a:lnTo>
                    <a:pt x="586083" y="22021"/>
                  </a:lnTo>
                  <a:lnTo>
                    <a:pt x="578269" y="21515"/>
                  </a:lnTo>
                  <a:lnTo>
                    <a:pt x="570454" y="20946"/>
                  </a:lnTo>
                  <a:lnTo>
                    <a:pt x="562640" y="20410"/>
                  </a:lnTo>
                  <a:lnTo>
                    <a:pt x="554825" y="19777"/>
                  </a:lnTo>
                  <a:lnTo>
                    <a:pt x="547011" y="19274"/>
                  </a:lnTo>
                  <a:lnTo>
                    <a:pt x="539196" y="18800"/>
                  </a:lnTo>
                  <a:lnTo>
                    <a:pt x="531382" y="18273"/>
                  </a:lnTo>
                  <a:lnTo>
                    <a:pt x="523568" y="17770"/>
                  </a:lnTo>
                  <a:lnTo>
                    <a:pt x="515753" y="17260"/>
                  </a:lnTo>
                  <a:lnTo>
                    <a:pt x="507939" y="16786"/>
                  </a:lnTo>
                  <a:lnTo>
                    <a:pt x="500124" y="16260"/>
                  </a:lnTo>
                  <a:lnTo>
                    <a:pt x="492310" y="15805"/>
                  </a:lnTo>
                  <a:lnTo>
                    <a:pt x="484495" y="15468"/>
                  </a:lnTo>
                  <a:lnTo>
                    <a:pt x="476681" y="14968"/>
                  </a:lnTo>
                  <a:lnTo>
                    <a:pt x="468866" y="14645"/>
                  </a:lnTo>
                  <a:lnTo>
                    <a:pt x="461052" y="14297"/>
                  </a:lnTo>
                  <a:lnTo>
                    <a:pt x="453238" y="13827"/>
                  </a:lnTo>
                  <a:lnTo>
                    <a:pt x="445423" y="13374"/>
                  </a:lnTo>
                  <a:lnTo>
                    <a:pt x="437609" y="13049"/>
                  </a:lnTo>
                  <a:lnTo>
                    <a:pt x="429794" y="12720"/>
                  </a:lnTo>
                  <a:lnTo>
                    <a:pt x="421980" y="12503"/>
                  </a:lnTo>
                  <a:lnTo>
                    <a:pt x="414165" y="12375"/>
                  </a:lnTo>
                  <a:lnTo>
                    <a:pt x="406351" y="12062"/>
                  </a:lnTo>
                  <a:lnTo>
                    <a:pt x="398536" y="11864"/>
                  </a:lnTo>
                  <a:lnTo>
                    <a:pt x="390722" y="11490"/>
                  </a:lnTo>
                  <a:lnTo>
                    <a:pt x="382907" y="11240"/>
                  </a:lnTo>
                  <a:lnTo>
                    <a:pt x="375093" y="10977"/>
                  </a:lnTo>
                  <a:lnTo>
                    <a:pt x="367279" y="10674"/>
                  </a:lnTo>
                  <a:lnTo>
                    <a:pt x="359464" y="10261"/>
                  </a:lnTo>
                  <a:lnTo>
                    <a:pt x="351650" y="9928"/>
                  </a:lnTo>
                  <a:lnTo>
                    <a:pt x="343835" y="9652"/>
                  </a:lnTo>
                  <a:lnTo>
                    <a:pt x="336021" y="9352"/>
                  </a:lnTo>
                  <a:lnTo>
                    <a:pt x="328206" y="9052"/>
                  </a:lnTo>
                  <a:lnTo>
                    <a:pt x="320392" y="8753"/>
                  </a:lnTo>
                  <a:lnTo>
                    <a:pt x="312577" y="8453"/>
                  </a:lnTo>
                  <a:lnTo>
                    <a:pt x="304763" y="8050"/>
                  </a:lnTo>
                  <a:lnTo>
                    <a:pt x="296949" y="7692"/>
                  </a:lnTo>
                  <a:lnTo>
                    <a:pt x="289134" y="7400"/>
                  </a:lnTo>
                  <a:lnTo>
                    <a:pt x="281320" y="7098"/>
                  </a:lnTo>
                  <a:lnTo>
                    <a:pt x="273505" y="6783"/>
                  </a:lnTo>
                  <a:lnTo>
                    <a:pt x="265691" y="6432"/>
                  </a:lnTo>
                  <a:lnTo>
                    <a:pt x="257876" y="6134"/>
                  </a:lnTo>
                  <a:lnTo>
                    <a:pt x="250062" y="5864"/>
                  </a:lnTo>
                  <a:lnTo>
                    <a:pt x="242247" y="5579"/>
                  </a:lnTo>
                  <a:lnTo>
                    <a:pt x="234433" y="5390"/>
                  </a:lnTo>
                  <a:lnTo>
                    <a:pt x="226619" y="5138"/>
                  </a:lnTo>
                  <a:lnTo>
                    <a:pt x="218804" y="4898"/>
                  </a:lnTo>
                  <a:lnTo>
                    <a:pt x="210990" y="4654"/>
                  </a:lnTo>
                  <a:lnTo>
                    <a:pt x="203175" y="4429"/>
                  </a:lnTo>
                  <a:lnTo>
                    <a:pt x="195361" y="4267"/>
                  </a:lnTo>
                  <a:lnTo>
                    <a:pt x="187546" y="4067"/>
                  </a:lnTo>
                  <a:lnTo>
                    <a:pt x="179732" y="3866"/>
                  </a:lnTo>
                  <a:lnTo>
                    <a:pt x="171917" y="3729"/>
                  </a:lnTo>
                  <a:lnTo>
                    <a:pt x="164103" y="3586"/>
                  </a:lnTo>
                  <a:lnTo>
                    <a:pt x="156288" y="3451"/>
                  </a:lnTo>
                  <a:lnTo>
                    <a:pt x="148474" y="3194"/>
                  </a:lnTo>
                  <a:lnTo>
                    <a:pt x="140660" y="3043"/>
                  </a:lnTo>
                  <a:lnTo>
                    <a:pt x="132845" y="2963"/>
                  </a:lnTo>
                  <a:lnTo>
                    <a:pt x="125031" y="2798"/>
                  </a:lnTo>
                  <a:lnTo>
                    <a:pt x="117216" y="2634"/>
                  </a:lnTo>
                  <a:lnTo>
                    <a:pt x="109402" y="2411"/>
                  </a:lnTo>
                  <a:lnTo>
                    <a:pt x="101587" y="2304"/>
                  </a:lnTo>
                  <a:lnTo>
                    <a:pt x="93773" y="2108"/>
                  </a:lnTo>
                  <a:lnTo>
                    <a:pt x="85958" y="1846"/>
                  </a:lnTo>
                  <a:lnTo>
                    <a:pt x="78144" y="1617"/>
                  </a:lnTo>
                  <a:lnTo>
                    <a:pt x="70330" y="1372"/>
                  </a:lnTo>
                  <a:lnTo>
                    <a:pt x="62515" y="1237"/>
                  </a:lnTo>
                  <a:lnTo>
                    <a:pt x="54701" y="1144"/>
                  </a:lnTo>
                  <a:lnTo>
                    <a:pt x="46886" y="1045"/>
                  </a:lnTo>
                  <a:lnTo>
                    <a:pt x="39072" y="931"/>
                  </a:lnTo>
                  <a:lnTo>
                    <a:pt x="31257" y="816"/>
                  </a:lnTo>
                  <a:lnTo>
                    <a:pt x="23443" y="476"/>
                  </a:lnTo>
                  <a:lnTo>
                    <a:pt x="15628" y="178"/>
                  </a:lnTo>
                  <a:lnTo>
                    <a:pt x="7814" y="9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1223067" y="2742123"/>
              <a:ext cx="2023942" cy="211772"/>
            </a:xfrm>
            <a:custGeom>
              <a:avLst/>
              <a:pathLst>
                <a:path w="2023942" h="211772">
                  <a:moveTo>
                    <a:pt x="0" y="0"/>
                  </a:moveTo>
                  <a:lnTo>
                    <a:pt x="7814" y="427"/>
                  </a:lnTo>
                  <a:lnTo>
                    <a:pt x="15628" y="687"/>
                  </a:lnTo>
                  <a:lnTo>
                    <a:pt x="23443" y="984"/>
                  </a:lnTo>
                  <a:lnTo>
                    <a:pt x="31257" y="1385"/>
                  </a:lnTo>
                  <a:lnTo>
                    <a:pt x="39072" y="1642"/>
                  </a:lnTo>
                  <a:lnTo>
                    <a:pt x="46886" y="1957"/>
                  </a:lnTo>
                  <a:lnTo>
                    <a:pt x="54701" y="2476"/>
                  </a:lnTo>
                  <a:lnTo>
                    <a:pt x="62515" y="2877"/>
                  </a:lnTo>
                  <a:lnTo>
                    <a:pt x="70330" y="3262"/>
                  </a:lnTo>
                  <a:lnTo>
                    <a:pt x="78144" y="3711"/>
                  </a:lnTo>
                  <a:lnTo>
                    <a:pt x="85958" y="4187"/>
                  </a:lnTo>
                  <a:lnTo>
                    <a:pt x="93773" y="4551"/>
                  </a:lnTo>
                  <a:lnTo>
                    <a:pt x="101587" y="4917"/>
                  </a:lnTo>
                  <a:lnTo>
                    <a:pt x="109402" y="5284"/>
                  </a:lnTo>
                  <a:lnTo>
                    <a:pt x="117216" y="5653"/>
                  </a:lnTo>
                  <a:lnTo>
                    <a:pt x="125031" y="5925"/>
                  </a:lnTo>
                  <a:lnTo>
                    <a:pt x="132845" y="6273"/>
                  </a:lnTo>
                  <a:lnTo>
                    <a:pt x="140660" y="6623"/>
                  </a:lnTo>
                  <a:lnTo>
                    <a:pt x="148474" y="6980"/>
                  </a:lnTo>
                  <a:lnTo>
                    <a:pt x="156288" y="7337"/>
                  </a:lnTo>
                  <a:lnTo>
                    <a:pt x="164103" y="7701"/>
                  </a:lnTo>
                  <a:lnTo>
                    <a:pt x="171917" y="8134"/>
                  </a:lnTo>
                  <a:lnTo>
                    <a:pt x="179732" y="8495"/>
                  </a:lnTo>
                  <a:lnTo>
                    <a:pt x="187546" y="8790"/>
                  </a:lnTo>
                  <a:lnTo>
                    <a:pt x="195361" y="9146"/>
                  </a:lnTo>
                  <a:lnTo>
                    <a:pt x="203175" y="9464"/>
                  </a:lnTo>
                  <a:lnTo>
                    <a:pt x="210990" y="9815"/>
                  </a:lnTo>
                  <a:lnTo>
                    <a:pt x="218804" y="10266"/>
                  </a:lnTo>
                  <a:lnTo>
                    <a:pt x="226619" y="10649"/>
                  </a:lnTo>
                  <a:lnTo>
                    <a:pt x="234433" y="11062"/>
                  </a:lnTo>
                  <a:lnTo>
                    <a:pt x="242247" y="11397"/>
                  </a:lnTo>
                  <a:lnTo>
                    <a:pt x="250062" y="11802"/>
                  </a:lnTo>
                  <a:lnTo>
                    <a:pt x="257876" y="12209"/>
                  </a:lnTo>
                  <a:lnTo>
                    <a:pt x="265691" y="12508"/>
                  </a:lnTo>
                  <a:lnTo>
                    <a:pt x="273505" y="12698"/>
                  </a:lnTo>
                  <a:lnTo>
                    <a:pt x="281320" y="12973"/>
                  </a:lnTo>
                  <a:lnTo>
                    <a:pt x="289134" y="13404"/>
                  </a:lnTo>
                  <a:lnTo>
                    <a:pt x="296949" y="13821"/>
                  </a:lnTo>
                  <a:lnTo>
                    <a:pt x="304763" y="14358"/>
                  </a:lnTo>
                  <a:lnTo>
                    <a:pt x="312577" y="14749"/>
                  </a:lnTo>
                  <a:lnTo>
                    <a:pt x="320392" y="15119"/>
                  </a:lnTo>
                  <a:lnTo>
                    <a:pt x="328206" y="15484"/>
                  </a:lnTo>
                  <a:lnTo>
                    <a:pt x="336021" y="15849"/>
                  </a:lnTo>
                  <a:lnTo>
                    <a:pt x="343835" y="16217"/>
                  </a:lnTo>
                  <a:lnTo>
                    <a:pt x="351650" y="16483"/>
                  </a:lnTo>
                  <a:lnTo>
                    <a:pt x="359464" y="16964"/>
                  </a:lnTo>
                  <a:lnTo>
                    <a:pt x="367279" y="17339"/>
                  </a:lnTo>
                  <a:lnTo>
                    <a:pt x="375093" y="17715"/>
                  </a:lnTo>
                  <a:lnTo>
                    <a:pt x="382907" y="18092"/>
                  </a:lnTo>
                  <a:lnTo>
                    <a:pt x="390722" y="18348"/>
                  </a:lnTo>
                  <a:lnTo>
                    <a:pt x="398536" y="18680"/>
                  </a:lnTo>
                  <a:lnTo>
                    <a:pt x="406351" y="18985"/>
                  </a:lnTo>
                  <a:lnTo>
                    <a:pt x="414165" y="19491"/>
                  </a:lnTo>
                  <a:lnTo>
                    <a:pt x="421980" y="19828"/>
                  </a:lnTo>
                  <a:lnTo>
                    <a:pt x="429794" y="20178"/>
                  </a:lnTo>
                  <a:lnTo>
                    <a:pt x="437609" y="20663"/>
                  </a:lnTo>
                  <a:lnTo>
                    <a:pt x="445423" y="21103"/>
                  </a:lnTo>
                  <a:lnTo>
                    <a:pt x="453238" y="21334"/>
                  </a:lnTo>
                  <a:lnTo>
                    <a:pt x="461052" y="21565"/>
                  </a:lnTo>
                  <a:lnTo>
                    <a:pt x="468866" y="21861"/>
                  </a:lnTo>
                  <a:lnTo>
                    <a:pt x="476681" y="22081"/>
                  </a:lnTo>
                  <a:lnTo>
                    <a:pt x="484495" y="22361"/>
                  </a:lnTo>
                  <a:lnTo>
                    <a:pt x="492310" y="22783"/>
                  </a:lnTo>
                  <a:lnTo>
                    <a:pt x="500124" y="23127"/>
                  </a:lnTo>
                  <a:lnTo>
                    <a:pt x="507939" y="23334"/>
                  </a:lnTo>
                  <a:lnTo>
                    <a:pt x="515753" y="23664"/>
                  </a:lnTo>
                  <a:lnTo>
                    <a:pt x="523568" y="23959"/>
                  </a:lnTo>
                  <a:lnTo>
                    <a:pt x="531382" y="24229"/>
                  </a:lnTo>
                  <a:lnTo>
                    <a:pt x="539196" y="24359"/>
                  </a:lnTo>
                  <a:lnTo>
                    <a:pt x="547011" y="24607"/>
                  </a:lnTo>
                  <a:lnTo>
                    <a:pt x="554825" y="24782"/>
                  </a:lnTo>
                  <a:lnTo>
                    <a:pt x="562640" y="25116"/>
                  </a:lnTo>
                  <a:lnTo>
                    <a:pt x="570454" y="25396"/>
                  </a:lnTo>
                  <a:lnTo>
                    <a:pt x="578269" y="25631"/>
                  </a:lnTo>
                  <a:lnTo>
                    <a:pt x="586083" y="25812"/>
                  </a:lnTo>
                  <a:lnTo>
                    <a:pt x="593898" y="25960"/>
                  </a:lnTo>
                  <a:lnTo>
                    <a:pt x="601712" y="26247"/>
                  </a:lnTo>
                  <a:lnTo>
                    <a:pt x="609526" y="26444"/>
                  </a:lnTo>
                  <a:lnTo>
                    <a:pt x="617341" y="26695"/>
                  </a:lnTo>
                  <a:lnTo>
                    <a:pt x="625155" y="27092"/>
                  </a:lnTo>
                  <a:lnTo>
                    <a:pt x="632970" y="27236"/>
                  </a:lnTo>
                  <a:lnTo>
                    <a:pt x="640784" y="27477"/>
                  </a:lnTo>
                  <a:lnTo>
                    <a:pt x="648599" y="27627"/>
                  </a:lnTo>
                  <a:lnTo>
                    <a:pt x="656413" y="27780"/>
                  </a:lnTo>
                  <a:lnTo>
                    <a:pt x="664228" y="27826"/>
                  </a:lnTo>
                  <a:lnTo>
                    <a:pt x="672042" y="27956"/>
                  </a:lnTo>
                  <a:lnTo>
                    <a:pt x="679857" y="28233"/>
                  </a:lnTo>
                  <a:lnTo>
                    <a:pt x="687671" y="28643"/>
                  </a:lnTo>
                  <a:lnTo>
                    <a:pt x="695485" y="28927"/>
                  </a:lnTo>
                  <a:lnTo>
                    <a:pt x="703300" y="29127"/>
                  </a:lnTo>
                  <a:lnTo>
                    <a:pt x="711114" y="29218"/>
                  </a:lnTo>
                  <a:lnTo>
                    <a:pt x="718929" y="29396"/>
                  </a:lnTo>
                  <a:lnTo>
                    <a:pt x="726743" y="29365"/>
                  </a:lnTo>
                  <a:lnTo>
                    <a:pt x="734558" y="29764"/>
                  </a:lnTo>
                  <a:lnTo>
                    <a:pt x="742372" y="29849"/>
                  </a:lnTo>
                  <a:lnTo>
                    <a:pt x="750187" y="29822"/>
                  </a:lnTo>
                  <a:lnTo>
                    <a:pt x="758001" y="29998"/>
                  </a:lnTo>
                  <a:lnTo>
                    <a:pt x="765815" y="30157"/>
                  </a:lnTo>
                  <a:lnTo>
                    <a:pt x="773630" y="30458"/>
                  </a:lnTo>
                  <a:lnTo>
                    <a:pt x="781444" y="30558"/>
                  </a:lnTo>
                  <a:lnTo>
                    <a:pt x="789259" y="30731"/>
                  </a:lnTo>
                  <a:lnTo>
                    <a:pt x="797073" y="30819"/>
                  </a:lnTo>
                  <a:lnTo>
                    <a:pt x="804888" y="30997"/>
                  </a:lnTo>
                  <a:lnTo>
                    <a:pt x="812702" y="31004"/>
                  </a:lnTo>
                  <a:lnTo>
                    <a:pt x="820517" y="31084"/>
                  </a:lnTo>
                  <a:lnTo>
                    <a:pt x="828331" y="31173"/>
                  </a:lnTo>
                  <a:lnTo>
                    <a:pt x="836145" y="31277"/>
                  </a:lnTo>
                  <a:lnTo>
                    <a:pt x="843960" y="31515"/>
                  </a:lnTo>
                  <a:lnTo>
                    <a:pt x="851774" y="31591"/>
                  </a:lnTo>
                  <a:lnTo>
                    <a:pt x="859589" y="31751"/>
                  </a:lnTo>
                  <a:lnTo>
                    <a:pt x="867403" y="31935"/>
                  </a:lnTo>
                  <a:lnTo>
                    <a:pt x="875218" y="32120"/>
                  </a:lnTo>
                  <a:lnTo>
                    <a:pt x="883032" y="32204"/>
                  </a:lnTo>
                  <a:lnTo>
                    <a:pt x="890847" y="32356"/>
                  </a:lnTo>
                  <a:lnTo>
                    <a:pt x="898661" y="32514"/>
                  </a:lnTo>
                  <a:lnTo>
                    <a:pt x="906476" y="32620"/>
                  </a:lnTo>
                  <a:lnTo>
                    <a:pt x="914290" y="32821"/>
                  </a:lnTo>
                  <a:lnTo>
                    <a:pt x="922104" y="32979"/>
                  </a:lnTo>
                  <a:lnTo>
                    <a:pt x="929919" y="33136"/>
                  </a:lnTo>
                  <a:lnTo>
                    <a:pt x="937733" y="33246"/>
                  </a:lnTo>
                  <a:lnTo>
                    <a:pt x="945548" y="33214"/>
                  </a:lnTo>
                  <a:lnTo>
                    <a:pt x="953362" y="33223"/>
                  </a:lnTo>
                  <a:lnTo>
                    <a:pt x="961177" y="33273"/>
                  </a:lnTo>
                  <a:lnTo>
                    <a:pt x="968991" y="33326"/>
                  </a:lnTo>
                  <a:lnTo>
                    <a:pt x="976806" y="33383"/>
                  </a:lnTo>
                  <a:lnTo>
                    <a:pt x="984620" y="33486"/>
                  </a:lnTo>
                  <a:lnTo>
                    <a:pt x="992434" y="33675"/>
                  </a:lnTo>
                  <a:lnTo>
                    <a:pt x="1000249" y="33702"/>
                  </a:lnTo>
                  <a:lnTo>
                    <a:pt x="1008063" y="33709"/>
                  </a:lnTo>
                  <a:lnTo>
                    <a:pt x="1015878" y="33698"/>
                  </a:lnTo>
                  <a:lnTo>
                    <a:pt x="1023692" y="33623"/>
                  </a:lnTo>
                  <a:lnTo>
                    <a:pt x="1031507" y="33665"/>
                  </a:lnTo>
                  <a:lnTo>
                    <a:pt x="1039321" y="33781"/>
                  </a:lnTo>
                  <a:lnTo>
                    <a:pt x="1047136" y="33833"/>
                  </a:lnTo>
                  <a:lnTo>
                    <a:pt x="1054950" y="33886"/>
                  </a:lnTo>
                  <a:lnTo>
                    <a:pt x="1062765" y="33896"/>
                  </a:lnTo>
                  <a:lnTo>
                    <a:pt x="1070579" y="33969"/>
                  </a:lnTo>
                  <a:lnTo>
                    <a:pt x="1078393" y="34040"/>
                  </a:lnTo>
                  <a:lnTo>
                    <a:pt x="1086208" y="34092"/>
                  </a:lnTo>
                  <a:lnTo>
                    <a:pt x="1094022" y="34140"/>
                  </a:lnTo>
                  <a:lnTo>
                    <a:pt x="1101837" y="34190"/>
                  </a:lnTo>
                  <a:lnTo>
                    <a:pt x="1109651" y="34170"/>
                  </a:lnTo>
                  <a:lnTo>
                    <a:pt x="1117466" y="34249"/>
                  </a:lnTo>
                  <a:lnTo>
                    <a:pt x="1125280" y="34453"/>
                  </a:lnTo>
                  <a:lnTo>
                    <a:pt x="1133095" y="34522"/>
                  </a:lnTo>
                  <a:lnTo>
                    <a:pt x="1140909" y="34452"/>
                  </a:lnTo>
                  <a:lnTo>
                    <a:pt x="1148723" y="34474"/>
                  </a:lnTo>
                  <a:lnTo>
                    <a:pt x="1156538" y="34506"/>
                  </a:lnTo>
                  <a:lnTo>
                    <a:pt x="1164352" y="34581"/>
                  </a:lnTo>
                  <a:lnTo>
                    <a:pt x="1172167" y="34659"/>
                  </a:lnTo>
                  <a:lnTo>
                    <a:pt x="1179981" y="34734"/>
                  </a:lnTo>
                  <a:lnTo>
                    <a:pt x="1187796" y="34772"/>
                  </a:lnTo>
                  <a:lnTo>
                    <a:pt x="1195610" y="34811"/>
                  </a:lnTo>
                  <a:lnTo>
                    <a:pt x="1203425" y="34861"/>
                  </a:lnTo>
                  <a:lnTo>
                    <a:pt x="1211239" y="34911"/>
                  </a:lnTo>
                  <a:lnTo>
                    <a:pt x="1219053" y="34961"/>
                  </a:lnTo>
                  <a:lnTo>
                    <a:pt x="1226868" y="35010"/>
                  </a:lnTo>
                  <a:lnTo>
                    <a:pt x="1234682" y="35061"/>
                  </a:lnTo>
                  <a:lnTo>
                    <a:pt x="1242497" y="35116"/>
                  </a:lnTo>
                  <a:lnTo>
                    <a:pt x="1250311" y="35170"/>
                  </a:lnTo>
                  <a:lnTo>
                    <a:pt x="1258126" y="35224"/>
                  </a:lnTo>
                  <a:lnTo>
                    <a:pt x="1265940" y="35286"/>
                  </a:lnTo>
                  <a:lnTo>
                    <a:pt x="1273755" y="35330"/>
                  </a:lnTo>
                  <a:lnTo>
                    <a:pt x="1281569" y="35381"/>
                  </a:lnTo>
                  <a:lnTo>
                    <a:pt x="1289384" y="35504"/>
                  </a:lnTo>
                  <a:lnTo>
                    <a:pt x="1297198" y="35544"/>
                  </a:lnTo>
                  <a:lnTo>
                    <a:pt x="1305012" y="35584"/>
                  </a:lnTo>
                  <a:lnTo>
                    <a:pt x="1312827" y="35624"/>
                  </a:lnTo>
                  <a:lnTo>
                    <a:pt x="1320641" y="35641"/>
                  </a:lnTo>
                  <a:lnTo>
                    <a:pt x="1328456" y="35703"/>
                  </a:lnTo>
                  <a:lnTo>
                    <a:pt x="1336270" y="35743"/>
                  </a:lnTo>
                  <a:lnTo>
                    <a:pt x="1344085" y="35782"/>
                  </a:lnTo>
                  <a:lnTo>
                    <a:pt x="1351899" y="35821"/>
                  </a:lnTo>
                  <a:lnTo>
                    <a:pt x="1359714" y="35860"/>
                  </a:lnTo>
                  <a:lnTo>
                    <a:pt x="1367528" y="35898"/>
                  </a:lnTo>
                  <a:lnTo>
                    <a:pt x="1375342" y="35918"/>
                  </a:lnTo>
                  <a:lnTo>
                    <a:pt x="1383157" y="35938"/>
                  </a:lnTo>
                  <a:lnTo>
                    <a:pt x="1390971" y="35960"/>
                  </a:lnTo>
                  <a:lnTo>
                    <a:pt x="1398786" y="35997"/>
                  </a:lnTo>
                  <a:lnTo>
                    <a:pt x="1406600" y="36049"/>
                  </a:lnTo>
                  <a:lnTo>
                    <a:pt x="1414415" y="36022"/>
                  </a:lnTo>
                  <a:lnTo>
                    <a:pt x="1422229" y="36014"/>
                  </a:lnTo>
                  <a:lnTo>
                    <a:pt x="1430044" y="35996"/>
                  </a:lnTo>
                  <a:lnTo>
                    <a:pt x="1437858" y="35980"/>
                  </a:lnTo>
                  <a:lnTo>
                    <a:pt x="1445672" y="35963"/>
                  </a:lnTo>
                  <a:lnTo>
                    <a:pt x="1453487" y="35950"/>
                  </a:lnTo>
                  <a:lnTo>
                    <a:pt x="1461301" y="35964"/>
                  </a:lnTo>
                  <a:lnTo>
                    <a:pt x="1469116" y="35979"/>
                  </a:lnTo>
                  <a:lnTo>
                    <a:pt x="1476930" y="35962"/>
                  </a:lnTo>
                  <a:lnTo>
                    <a:pt x="1484745" y="35914"/>
                  </a:lnTo>
                  <a:lnTo>
                    <a:pt x="1492559" y="35866"/>
                  </a:lnTo>
                  <a:lnTo>
                    <a:pt x="1500374" y="35843"/>
                  </a:lnTo>
                  <a:lnTo>
                    <a:pt x="1508188" y="35832"/>
                  </a:lnTo>
                  <a:lnTo>
                    <a:pt x="1516003" y="35942"/>
                  </a:lnTo>
                  <a:lnTo>
                    <a:pt x="1523817" y="35981"/>
                  </a:lnTo>
                  <a:lnTo>
                    <a:pt x="1531631" y="35970"/>
                  </a:lnTo>
                  <a:lnTo>
                    <a:pt x="1539446" y="35958"/>
                  </a:lnTo>
                  <a:lnTo>
                    <a:pt x="1547260" y="35947"/>
                  </a:lnTo>
                  <a:lnTo>
                    <a:pt x="1555075" y="35935"/>
                  </a:lnTo>
                  <a:lnTo>
                    <a:pt x="1562889" y="35923"/>
                  </a:lnTo>
                  <a:lnTo>
                    <a:pt x="1570704" y="35912"/>
                  </a:lnTo>
                  <a:lnTo>
                    <a:pt x="1578518" y="35903"/>
                  </a:lnTo>
                  <a:lnTo>
                    <a:pt x="1586333" y="35898"/>
                  </a:lnTo>
                  <a:lnTo>
                    <a:pt x="1594147" y="35984"/>
                  </a:lnTo>
                  <a:lnTo>
                    <a:pt x="1601961" y="36070"/>
                  </a:lnTo>
                  <a:lnTo>
                    <a:pt x="1609776" y="36156"/>
                  </a:lnTo>
                  <a:lnTo>
                    <a:pt x="1617590" y="36242"/>
                  </a:lnTo>
                  <a:lnTo>
                    <a:pt x="1625405" y="36254"/>
                  </a:lnTo>
                  <a:lnTo>
                    <a:pt x="1633219" y="36250"/>
                  </a:lnTo>
                  <a:lnTo>
                    <a:pt x="1641034" y="36245"/>
                  </a:lnTo>
                  <a:lnTo>
                    <a:pt x="1648848" y="36241"/>
                  </a:lnTo>
                  <a:lnTo>
                    <a:pt x="1656663" y="36236"/>
                  </a:lnTo>
                  <a:lnTo>
                    <a:pt x="1664477" y="36232"/>
                  </a:lnTo>
                  <a:lnTo>
                    <a:pt x="1672291" y="36227"/>
                  </a:lnTo>
                  <a:lnTo>
                    <a:pt x="1680106" y="36223"/>
                  </a:lnTo>
                  <a:lnTo>
                    <a:pt x="1687920" y="36207"/>
                  </a:lnTo>
                  <a:lnTo>
                    <a:pt x="1695735" y="36145"/>
                  </a:lnTo>
                  <a:lnTo>
                    <a:pt x="1703549" y="36083"/>
                  </a:lnTo>
                  <a:lnTo>
                    <a:pt x="1711364" y="36021"/>
                  </a:lnTo>
                  <a:lnTo>
                    <a:pt x="1719178" y="35959"/>
                  </a:lnTo>
                  <a:lnTo>
                    <a:pt x="1726993" y="35897"/>
                  </a:lnTo>
                  <a:lnTo>
                    <a:pt x="1734807" y="35835"/>
                  </a:lnTo>
                  <a:lnTo>
                    <a:pt x="1742622" y="35773"/>
                  </a:lnTo>
                  <a:lnTo>
                    <a:pt x="1750436" y="35711"/>
                  </a:lnTo>
                  <a:lnTo>
                    <a:pt x="1758250" y="35658"/>
                  </a:lnTo>
                  <a:lnTo>
                    <a:pt x="1766065" y="35708"/>
                  </a:lnTo>
                  <a:lnTo>
                    <a:pt x="1773879" y="35758"/>
                  </a:lnTo>
                  <a:lnTo>
                    <a:pt x="1781694" y="35808"/>
                  </a:lnTo>
                  <a:lnTo>
                    <a:pt x="1789508" y="35858"/>
                  </a:lnTo>
                  <a:lnTo>
                    <a:pt x="1797323" y="35908"/>
                  </a:lnTo>
                  <a:lnTo>
                    <a:pt x="1805137" y="35959"/>
                  </a:lnTo>
                  <a:lnTo>
                    <a:pt x="1812952" y="36009"/>
                  </a:lnTo>
                  <a:lnTo>
                    <a:pt x="1820766" y="36060"/>
                  </a:lnTo>
                  <a:lnTo>
                    <a:pt x="1828580" y="36112"/>
                  </a:lnTo>
                  <a:lnTo>
                    <a:pt x="1836395" y="36147"/>
                  </a:lnTo>
                  <a:lnTo>
                    <a:pt x="1844209" y="36214"/>
                  </a:lnTo>
                  <a:lnTo>
                    <a:pt x="1852024" y="36264"/>
                  </a:lnTo>
                  <a:lnTo>
                    <a:pt x="1859838" y="36314"/>
                  </a:lnTo>
                  <a:lnTo>
                    <a:pt x="1867653" y="36364"/>
                  </a:lnTo>
                  <a:lnTo>
                    <a:pt x="1875467" y="36413"/>
                  </a:lnTo>
                  <a:lnTo>
                    <a:pt x="1883282" y="36463"/>
                  </a:lnTo>
                  <a:lnTo>
                    <a:pt x="1891096" y="36485"/>
                  </a:lnTo>
                  <a:lnTo>
                    <a:pt x="1898910" y="36429"/>
                  </a:lnTo>
                  <a:lnTo>
                    <a:pt x="1906725" y="36372"/>
                  </a:lnTo>
                  <a:lnTo>
                    <a:pt x="1914539" y="36316"/>
                  </a:lnTo>
                  <a:lnTo>
                    <a:pt x="1922354" y="36260"/>
                  </a:lnTo>
                  <a:lnTo>
                    <a:pt x="1930168" y="36272"/>
                  </a:lnTo>
                  <a:lnTo>
                    <a:pt x="1937983" y="36301"/>
                  </a:lnTo>
                  <a:lnTo>
                    <a:pt x="1945797" y="36330"/>
                  </a:lnTo>
                  <a:lnTo>
                    <a:pt x="1953612" y="36374"/>
                  </a:lnTo>
                  <a:lnTo>
                    <a:pt x="1961426" y="36420"/>
                  </a:lnTo>
                  <a:lnTo>
                    <a:pt x="1969241" y="36466"/>
                  </a:lnTo>
                  <a:lnTo>
                    <a:pt x="1977055" y="36512"/>
                  </a:lnTo>
                  <a:lnTo>
                    <a:pt x="1984869" y="36558"/>
                  </a:lnTo>
                  <a:lnTo>
                    <a:pt x="1992684" y="36604"/>
                  </a:lnTo>
                  <a:lnTo>
                    <a:pt x="2000498" y="36650"/>
                  </a:lnTo>
                  <a:lnTo>
                    <a:pt x="2008313" y="36697"/>
                  </a:lnTo>
                  <a:lnTo>
                    <a:pt x="2016127" y="36743"/>
                  </a:lnTo>
                  <a:lnTo>
                    <a:pt x="2023942" y="36790"/>
                  </a:lnTo>
                  <a:lnTo>
                    <a:pt x="2023942" y="211772"/>
                  </a:lnTo>
                  <a:lnTo>
                    <a:pt x="2016127" y="210873"/>
                  </a:lnTo>
                  <a:lnTo>
                    <a:pt x="2008313" y="209832"/>
                  </a:lnTo>
                  <a:lnTo>
                    <a:pt x="2000498" y="208784"/>
                  </a:lnTo>
                  <a:lnTo>
                    <a:pt x="1992684" y="207734"/>
                  </a:lnTo>
                  <a:lnTo>
                    <a:pt x="1984869" y="206680"/>
                  </a:lnTo>
                  <a:lnTo>
                    <a:pt x="1977055" y="205623"/>
                  </a:lnTo>
                  <a:lnTo>
                    <a:pt x="1969241" y="204602"/>
                  </a:lnTo>
                  <a:lnTo>
                    <a:pt x="1961426" y="203652"/>
                  </a:lnTo>
                  <a:lnTo>
                    <a:pt x="1953612" y="202700"/>
                  </a:lnTo>
                  <a:lnTo>
                    <a:pt x="1945797" y="201747"/>
                  </a:lnTo>
                  <a:lnTo>
                    <a:pt x="1937983" y="200793"/>
                  </a:lnTo>
                  <a:lnTo>
                    <a:pt x="1930168" y="199745"/>
                  </a:lnTo>
                  <a:lnTo>
                    <a:pt x="1922354" y="198683"/>
                  </a:lnTo>
                  <a:lnTo>
                    <a:pt x="1914539" y="197620"/>
                  </a:lnTo>
                  <a:lnTo>
                    <a:pt x="1906725" y="196637"/>
                  </a:lnTo>
                  <a:lnTo>
                    <a:pt x="1898910" y="195802"/>
                  </a:lnTo>
                  <a:lnTo>
                    <a:pt x="1891096" y="194965"/>
                  </a:lnTo>
                  <a:lnTo>
                    <a:pt x="1883282" y="194101"/>
                  </a:lnTo>
                  <a:lnTo>
                    <a:pt x="1875467" y="193141"/>
                  </a:lnTo>
                  <a:lnTo>
                    <a:pt x="1867653" y="192090"/>
                  </a:lnTo>
                  <a:lnTo>
                    <a:pt x="1859838" y="191041"/>
                  </a:lnTo>
                  <a:lnTo>
                    <a:pt x="1852024" y="190209"/>
                  </a:lnTo>
                  <a:lnTo>
                    <a:pt x="1844209" y="189293"/>
                  </a:lnTo>
                  <a:lnTo>
                    <a:pt x="1836395" y="188332"/>
                  </a:lnTo>
                  <a:lnTo>
                    <a:pt x="1828580" y="187370"/>
                  </a:lnTo>
                  <a:lnTo>
                    <a:pt x="1820766" y="186408"/>
                  </a:lnTo>
                  <a:lnTo>
                    <a:pt x="1812952" y="185444"/>
                  </a:lnTo>
                  <a:lnTo>
                    <a:pt x="1805137" y="184476"/>
                  </a:lnTo>
                  <a:lnTo>
                    <a:pt x="1797323" y="183507"/>
                  </a:lnTo>
                  <a:lnTo>
                    <a:pt x="1789508" y="182537"/>
                  </a:lnTo>
                  <a:lnTo>
                    <a:pt x="1781694" y="181567"/>
                  </a:lnTo>
                  <a:lnTo>
                    <a:pt x="1773879" y="180596"/>
                  </a:lnTo>
                  <a:lnTo>
                    <a:pt x="1766065" y="179626"/>
                  </a:lnTo>
                  <a:lnTo>
                    <a:pt x="1758250" y="178655"/>
                  </a:lnTo>
                  <a:lnTo>
                    <a:pt x="1750436" y="177668"/>
                  </a:lnTo>
                  <a:lnTo>
                    <a:pt x="1742622" y="176712"/>
                  </a:lnTo>
                  <a:lnTo>
                    <a:pt x="1734807" y="175794"/>
                  </a:lnTo>
                  <a:lnTo>
                    <a:pt x="1726993" y="174878"/>
                  </a:lnTo>
                  <a:lnTo>
                    <a:pt x="1719178" y="173962"/>
                  </a:lnTo>
                  <a:lnTo>
                    <a:pt x="1711364" y="173047"/>
                  </a:lnTo>
                  <a:lnTo>
                    <a:pt x="1703549" y="172131"/>
                  </a:lnTo>
                  <a:lnTo>
                    <a:pt x="1695735" y="171215"/>
                  </a:lnTo>
                  <a:lnTo>
                    <a:pt x="1687920" y="170295"/>
                  </a:lnTo>
                  <a:lnTo>
                    <a:pt x="1680106" y="169375"/>
                  </a:lnTo>
                  <a:lnTo>
                    <a:pt x="1672291" y="168492"/>
                  </a:lnTo>
                  <a:lnTo>
                    <a:pt x="1664477" y="167638"/>
                  </a:lnTo>
                  <a:lnTo>
                    <a:pt x="1656663" y="166783"/>
                  </a:lnTo>
                  <a:lnTo>
                    <a:pt x="1648848" y="165895"/>
                  </a:lnTo>
                  <a:lnTo>
                    <a:pt x="1641034" y="164895"/>
                  </a:lnTo>
                  <a:lnTo>
                    <a:pt x="1633219" y="163895"/>
                  </a:lnTo>
                  <a:lnTo>
                    <a:pt x="1625405" y="162963"/>
                  </a:lnTo>
                  <a:lnTo>
                    <a:pt x="1617590" y="162052"/>
                  </a:lnTo>
                  <a:lnTo>
                    <a:pt x="1609776" y="161141"/>
                  </a:lnTo>
                  <a:lnTo>
                    <a:pt x="1601961" y="160231"/>
                  </a:lnTo>
                  <a:lnTo>
                    <a:pt x="1594147" y="159321"/>
                  </a:lnTo>
                  <a:lnTo>
                    <a:pt x="1586333" y="158413"/>
                  </a:lnTo>
                  <a:lnTo>
                    <a:pt x="1578518" y="157505"/>
                  </a:lnTo>
                  <a:lnTo>
                    <a:pt x="1570704" y="156598"/>
                  </a:lnTo>
                  <a:lnTo>
                    <a:pt x="1562889" y="155693"/>
                  </a:lnTo>
                  <a:lnTo>
                    <a:pt x="1555075" y="154788"/>
                  </a:lnTo>
                  <a:lnTo>
                    <a:pt x="1547260" y="153884"/>
                  </a:lnTo>
                  <a:lnTo>
                    <a:pt x="1539446" y="152978"/>
                  </a:lnTo>
                  <a:lnTo>
                    <a:pt x="1531631" y="152069"/>
                  </a:lnTo>
                  <a:lnTo>
                    <a:pt x="1523817" y="151161"/>
                  </a:lnTo>
                  <a:lnTo>
                    <a:pt x="1516003" y="150254"/>
                  </a:lnTo>
                  <a:lnTo>
                    <a:pt x="1508188" y="149170"/>
                  </a:lnTo>
                  <a:lnTo>
                    <a:pt x="1500374" y="148030"/>
                  </a:lnTo>
                  <a:lnTo>
                    <a:pt x="1492559" y="146892"/>
                  </a:lnTo>
                  <a:lnTo>
                    <a:pt x="1484745" y="146008"/>
                  </a:lnTo>
                  <a:lnTo>
                    <a:pt x="1476930" y="145190"/>
                  </a:lnTo>
                  <a:lnTo>
                    <a:pt x="1469116" y="144411"/>
                  </a:lnTo>
                  <a:lnTo>
                    <a:pt x="1461301" y="143632"/>
                  </a:lnTo>
                  <a:lnTo>
                    <a:pt x="1453487" y="142852"/>
                  </a:lnTo>
                  <a:lnTo>
                    <a:pt x="1445672" y="142072"/>
                  </a:lnTo>
                  <a:lnTo>
                    <a:pt x="1437858" y="141292"/>
                  </a:lnTo>
                  <a:lnTo>
                    <a:pt x="1430044" y="140438"/>
                  </a:lnTo>
                  <a:lnTo>
                    <a:pt x="1422229" y="139557"/>
                  </a:lnTo>
                  <a:lnTo>
                    <a:pt x="1414415" y="138674"/>
                  </a:lnTo>
                  <a:lnTo>
                    <a:pt x="1406600" y="137670"/>
                  </a:lnTo>
                  <a:lnTo>
                    <a:pt x="1398786" y="136522"/>
                  </a:lnTo>
                  <a:lnTo>
                    <a:pt x="1390971" y="135583"/>
                  </a:lnTo>
                  <a:lnTo>
                    <a:pt x="1383157" y="134719"/>
                  </a:lnTo>
                  <a:lnTo>
                    <a:pt x="1375342" y="133856"/>
                  </a:lnTo>
                  <a:lnTo>
                    <a:pt x="1367528" y="132993"/>
                  </a:lnTo>
                  <a:lnTo>
                    <a:pt x="1359714" y="132131"/>
                  </a:lnTo>
                  <a:lnTo>
                    <a:pt x="1351899" y="131271"/>
                  </a:lnTo>
                  <a:lnTo>
                    <a:pt x="1344085" y="130411"/>
                  </a:lnTo>
                  <a:lnTo>
                    <a:pt x="1336270" y="129552"/>
                  </a:lnTo>
                  <a:lnTo>
                    <a:pt x="1328456" y="128691"/>
                  </a:lnTo>
                  <a:lnTo>
                    <a:pt x="1320641" y="127875"/>
                  </a:lnTo>
                  <a:lnTo>
                    <a:pt x="1312827" y="126982"/>
                  </a:lnTo>
                  <a:lnTo>
                    <a:pt x="1305012" y="126128"/>
                  </a:lnTo>
                  <a:lnTo>
                    <a:pt x="1297198" y="125274"/>
                  </a:lnTo>
                  <a:lnTo>
                    <a:pt x="1289384" y="124422"/>
                  </a:lnTo>
                  <a:lnTo>
                    <a:pt x="1281569" y="123571"/>
                  </a:lnTo>
                  <a:lnTo>
                    <a:pt x="1273755" y="122721"/>
                  </a:lnTo>
                  <a:lnTo>
                    <a:pt x="1265940" y="121873"/>
                  </a:lnTo>
                  <a:lnTo>
                    <a:pt x="1258126" y="121021"/>
                  </a:lnTo>
                  <a:lnTo>
                    <a:pt x="1250311" y="120172"/>
                  </a:lnTo>
                  <a:lnTo>
                    <a:pt x="1242497" y="119334"/>
                  </a:lnTo>
                  <a:lnTo>
                    <a:pt x="1234682" y="118489"/>
                  </a:lnTo>
                  <a:lnTo>
                    <a:pt x="1226868" y="117641"/>
                  </a:lnTo>
                  <a:lnTo>
                    <a:pt x="1219053" y="116804"/>
                  </a:lnTo>
                  <a:lnTo>
                    <a:pt x="1211239" y="115970"/>
                  </a:lnTo>
                  <a:lnTo>
                    <a:pt x="1203425" y="115159"/>
                  </a:lnTo>
                  <a:lnTo>
                    <a:pt x="1195610" y="114545"/>
                  </a:lnTo>
                  <a:lnTo>
                    <a:pt x="1187796" y="113932"/>
                  </a:lnTo>
                  <a:lnTo>
                    <a:pt x="1179981" y="113064"/>
                  </a:lnTo>
                  <a:lnTo>
                    <a:pt x="1172167" y="112154"/>
                  </a:lnTo>
                  <a:lnTo>
                    <a:pt x="1164352" y="111245"/>
                  </a:lnTo>
                  <a:lnTo>
                    <a:pt x="1156538" y="110339"/>
                  </a:lnTo>
                  <a:lnTo>
                    <a:pt x="1148723" y="109435"/>
                  </a:lnTo>
                  <a:lnTo>
                    <a:pt x="1140909" y="108622"/>
                  </a:lnTo>
                  <a:lnTo>
                    <a:pt x="1133095" y="107964"/>
                  </a:lnTo>
                  <a:lnTo>
                    <a:pt x="1125280" y="107306"/>
                  </a:lnTo>
                  <a:lnTo>
                    <a:pt x="1117466" y="106648"/>
                  </a:lnTo>
                  <a:lnTo>
                    <a:pt x="1109651" y="105856"/>
                  </a:lnTo>
                  <a:lnTo>
                    <a:pt x="1101837" y="105060"/>
                  </a:lnTo>
                  <a:lnTo>
                    <a:pt x="1094022" y="104269"/>
                  </a:lnTo>
                  <a:lnTo>
                    <a:pt x="1086208" y="103442"/>
                  </a:lnTo>
                  <a:lnTo>
                    <a:pt x="1078393" y="102629"/>
                  </a:lnTo>
                  <a:lnTo>
                    <a:pt x="1070579" y="101858"/>
                  </a:lnTo>
                  <a:lnTo>
                    <a:pt x="1062765" y="101137"/>
                  </a:lnTo>
                  <a:lnTo>
                    <a:pt x="1054950" y="100286"/>
                  </a:lnTo>
                  <a:lnTo>
                    <a:pt x="1047136" y="99581"/>
                  </a:lnTo>
                  <a:lnTo>
                    <a:pt x="1039321" y="98899"/>
                  </a:lnTo>
                  <a:lnTo>
                    <a:pt x="1031507" y="98066"/>
                  </a:lnTo>
                  <a:lnTo>
                    <a:pt x="1023692" y="97235"/>
                  </a:lnTo>
                  <a:lnTo>
                    <a:pt x="1015878" y="96441"/>
                  </a:lnTo>
                  <a:lnTo>
                    <a:pt x="1008063" y="95864"/>
                  </a:lnTo>
                  <a:lnTo>
                    <a:pt x="1000249" y="95299"/>
                  </a:lnTo>
                  <a:lnTo>
                    <a:pt x="992434" y="94707"/>
                  </a:lnTo>
                  <a:lnTo>
                    <a:pt x="984620" y="94002"/>
                  </a:lnTo>
                  <a:lnTo>
                    <a:pt x="976806" y="93298"/>
                  </a:lnTo>
                  <a:lnTo>
                    <a:pt x="968991" y="92590"/>
                  </a:lnTo>
                  <a:lnTo>
                    <a:pt x="961177" y="91962"/>
                  </a:lnTo>
                  <a:lnTo>
                    <a:pt x="953362" y="91208"/>
                  </a:lnTo>
                  <a:lnTo>
                    <a:pt x="945548" y="90323"/>
                  </a:lnTo>
                  <a:lnTo>
                    <a:pt x="937733" y="89460"/>
                  </a:lnTo>
                  <a:lnTo>
                    <a:pt x="929919" y="88624"/>
                  </a:lnTo>
                  <a:lnTo>
                    <a:pt x="922104" y="88008"/>
                  </a:lnTo>
                  <a:lnTo>
                    <a:pt x="914290" y="87342"/>
                  </a:lnTo>
                  <a:lnTo>
                    <a:pt x="906476" y="86496"/>
                  </a:lnTo>
                  <a:lnTo>
                    <a:pt x="898661" y="86051"/>
                  </a:lnTo>
                  <a:lnTo>
                    <a:pt x="890847" y="85264"/>
                  </a:lnTo>
                  <a:lnTo>
                    <a:pt x="883032" y="84292"/>
                  </a:lnTo>
                  <a:lnTo>
                    <a:pt x="875218" y="83374"/>
                  </a:lnTo>
                  <a:lnTo>
                    <a:pt x="867403" y="82576"/>
                  </a:lnTo>
                  <a:lnTo>
                    <a:pt x="859589" y="81876"/>
                  </a:lnTo>
                  <a:lnTo>
                    <a:pt x="851774" y="81174"/>
                  </a:lnTo>
                  <a:lnTo>
                    <a:pt x="843960" y="80448"/>
                  </a:lnTo>
                  <a:lnTo>
                    <a:pt x="836145" y="79521"/>
                  </a:lnTo>
                  <a:lnTo>
                    <a:pt x="828331" y="79069"/>
                  </a:lnTo>
                  <a:lnTo>
                    <a:pt x="820517" y="78401"/>
                  </a:lnTo>
                  <a:lnTo>
                    <a:pt x="812702" y="77698"/>
                  </a:lnTo>
                  <a:lnTo>
                    <a:pt x="804888" y="76942"/>
                  </a:lnTo>
                  <a:lnTo>
                    <a:pt x="797073" y="76312"/>
                  </a:lnTo>
                  <a:lnTo>
                    <a:pt x="789259" y="75687"/>
                  </a:lnTo>
                  <a:lnTo>
                    <a:pt x="781444" y="75050"/>
                  </a:lnTo>
                  <a:lnTo>
                    <a:pt x="773630" y="74346"/>
                  </a:lnTo>
                  <a:lnTo>
                    <a:pt x="765815" y="73934"/>
                  </a:lnTo>
                  <a:lnTo>
                    <a:pt x="758001" y="73295"/>
                  </a:lnTo>
                  <a:lnTo>
                    <a:pt x="750187" y="72722"/>
                  </a:lnTo>
                  <a:lnTo>
                    <a:pt x="742372" y="72004"/>
                  </a:lnTo>
                  <a:lnTo>
                    <a:pt x="734558" y="71298"/>
                  </a:lnTo>
                  <a:lnTo>
                    <a:pt x="726743" y="70747"/>
                  </a:lnTo>
                  <a:lnTo>
                    <a:pt x="718929" y="70050"/>
                  </a:lnTo>
                  <a:lnTo>
                    <a:pt x="711114" y="69611"/>
                  </a:lnTo>
                  <a:lnTo>
                    <a:pt x="703300" y="69170"/>
                  </a:lnTo>
                  <a:lnTo>
                    <a:pt x="695485" y="68732"/>
                  </a:lnTo>
                  <a:lnTo>
                    <a:pt x="687671" y="68296"/>
                  </a:lnTo>
                  <a:lnTo>
                    <a:pt x="679857" y="67745"/>
                  </a:lnTo>
                  <a:lnTo>
                    <a:pt x="672042" y="67478"/>
                  </a:lnTo>
                  <a:lnTo>
                    <a:pt x="664228" y="66998"/>
                  </a:lnTo>
                  <a:lnTo>
                    <a:pt x="656413" y="66462"/>
                  </a:lnTo>
                  <a:lnTo>
                    <a:pt x="648599" y="65978"/>
                  </a:lnTo>
                  <a:lnTo>
                    <a:pt x="640784" y="65553"/>
                  </a:lnTo>
                  <a:lnTo>
                    <a:pt x="632970" y="65132"/>
                  </a:lnTo>
                  <a:lnTo>
                    <a:pt x="625155" y="64446"/>
                  </a:lnTo>
                  <a:lnTo>
                    <a:pt x="617341" y="63939"/>
                  </a:lnTo>
                  <a:lnTo>
                    <a:pt x="609526" y="63519"/>
                  </a:lnTo>
                  <a:lnTo>
                    <a:pt x="601712" y="63290"/>
                  </a:lnTo>
                  <a:lnTo>
                    <a:pt x="593898" y="62659"/>
                  </a:lnTo>
                  <a:lnTo>
                    <a:pt x="586083" y="62234"/>
                  </a:lnTo>
                  <a:lnTo>
                    <a:pt x="578269" y="61858"/>
                  </a:lnTo>
                  <a:lnTo>
                    <a:pt x="570454" y="61515"/>
                  </a:lnTo>
                  <a:lnTo>
                    <a:pt x="562640" y="61044"/>
                  </a:lnTo>
                  <a:lnTo>
                    <a:pt x="554825" y="60796"/>
                  </a:lnTo>
                  <a:lnTo>
                    <a:pt x="547011" y="60502"/>
                  </a:lnTo>
                  <a:lnTo>
                    <a:pt x="539196" y="60150"/>
                  </a:lnTo>
                  <a:lnTo>
                    <a:pt x="531382" y="59825"/>
                  </a:lnTo>
                  <a:lnTo>
                    <a:pt x="523568" y="59464"/>
                  </a:lnTo>
                  <a:lnTo>
                    <a:pt x="515753" y="59137"/>
                  </a:lnTo>
                  <a:lnTo>
                    <a:pt x="507939" y="58799"/>
                  </a:lnTo>
                  <a:lnTo>
                    <a:pt x="500124" y="58485"/>
                  </a:lnTo>
                  <a:lnTo>
                    <a:pt x="492310" y="58114"/>
                  </a:lnTo>
                  <a:lnTo>
                    <a:pt x="484495" y="57798"/>
                  </a:lnTo>
                  <a:lnTo>
                    <a:pt x="476681" y="57470"/>
                  </a:lnTo>
                  <a:lnTo>
                    <a:pt x="468866" y="57343"/>
                  </a:lnTo>
                  <a:lnTo>
                    <a:pt x="461052" y="57069"/>
                  </a:lnTo>
                  <a:lnTo>
                    <a:pt x="453238" y="56752"/>
                  </a:lnTo>
                  <a:lnTo>
                    <a:pt x="445423" y="56541"/>
                  </a:lnTo>
                  <a:lnTo>
                    <a:pt x="437609" y="56266"/>
                  </a:lnTo>
                  <a:lnTo>
                    <a:pt x="429794" y="56048"/>
                  </a:lnTo>
                  <a:lnTo>
                    <a:pt x="421980" y="55660"/>
                  </a:lnTo>
                  <a:lnTo>
                    <a:pt x="414165" y="55363"/>
                  </a:lnTo>
                  <a:lnTo>
                    <a:pt x="406351" y="55062"/>
                  </a:lnTo>
                  <a:lnTo>
                    <a:pt x="398536" y="54758"/>
                  </a:lnTo>
                  <a:lnTo>
                    <a:pt x="390722" y="54454"/>
                  </a:lnTo>
                  <a:lnTo>
                    <a:pt x="382907" y="54258"/>
                  </a:lnTo>
                  <a:lnTo>
                    <a:pt x="375093" y="54187"/>
                  </a:lnTo>
                  <a:lnTo>
                    <a:pt x="367279" y="53889"/>
                  </a:lnTo>
                  <a:lnTo>
                    <a:pt x="359464" y="53674"/>
                  </a:lnTo>
                  <a:lnTo>
                    <a:pt x="351650" y="53622"/>
                  </a:lnTo>
                  <a:lnTo>
                    <a:pt x="343835" y="53475"/>
                  </a:lnTo>
                  <a:lnTo>
                    <a:pt x="336021" y="53190"/>
                  </a:lnTo>
                  <a:lnTo>
                    <a:pt x="328206" y="52872"/>
                  </a:lnTo>
                  <a:lnTo>
                    <a:pt x="320392" y="52591"/>
                  </a:lnTo>
                  <a:lnTo>
                    <a:pt x="312577" y="52572"/>
                  </a:lnTo>
                  <a:lnTo>
                    <a:pt x="304763" y="52441"/>
                  </a:lnTo>
                  <a:lnTo>
                    <a:pt x="296949" y="52223"/>
                  </a:lnTo>
                  <a:lnTo>
                    <a:pt x="289134" y="52033"/>
                  </a:lnTo>
                  <a:lnTo>
                    <a:pt x="281320" y="51907"/>
                  </a:lnTo>
                  <a:lnTo>
                    <a:pt x="273505" y="51851"/>
                  </a:lnTo>
                  <a:lnTo>
                    <a:pt x="265691" y="51791"/>
                  </a:lnTo>
                  <a:lnTo>
                    <a:pt x="257876" y="51640"/>
                  </a:lnTo>
                  <a:lnTo>
                    <a:pt x="250062" y="51450"/>
                  </a:lnTo>
                  <a:lnTo>
                    <a:pt x="242247" y="51255"/>
                  </a:lnTo>
                  <a:lnTo>
                    <a:pt x="234433" y="51124"/>
                  </a:lnTo>
                  <a:lnTo>
                    <a:pt x="226619" y="50935"/>
                  </a:lnTo>
                  <a:lnTo>
                    <a:pt x="218804" y="50861"/>
                  </a:lnTo>
                  <a:lnTo>
                    <a:pt x="210990" y="50804"/>
                  </a:lnTo>
                  <a:lnTo>
                    <a:pt x="203175" y="50746"/>
                  </a:lnTo>
                  <a:lnTo>
                    <a:pt x="195361" y="50689"/>
                  </a:lnTo>
                  <a:lnTo>
                    <a:pt x="187546" y="50593"/>
                  </a:lnTo>
                  <a:lnTo>
                    <a:pt x="179732" y="50416"/>
                  </a:lnTo>
                  <a:lnTo>
                    <a:pt x="171917" y="50270"/>
                  </a:lnTo>
                  <a:lnTo>
                    <a:pt x="164103" y="50155"/>
                  </a:lnTo>
                  <a:lnTo>
                    <a:pt x="156288" y="49988"/>
                  </a:lnTo>
                  <a:lnTo>
                    <a:pt x="148474" y="49845"/>
                  </a:lnTo>
                  <a:lnTo>
                    <a:pt x="140660" y="49702"/>
                  </a:lnTo>
                  <a:lnTo>
                    <a:pt x="132845" y="49605"/>
                  </a:lnTo>
                  <a:lnTo>
                    <a:pt x="125031" y="49518"/>
                  </a:lnTo>
                  <a:lnTo>
                    <a:pt x="117216" y="49385"/>
                  </a:lnTo>
                  <a:lnTo>
                    <a:pt x="109402" y="49215"/>
                  </a:lnTo>
                  <a:lnTo>
                    <a:pt x="101587" y="49105"/>
                  </a:lnTo>
                  <a:lnTo>
                    <a:pt x="93773" y="49005"/>
                  </a:lnTo>
                  <a:lnTo>
                    <a:pt x="85958" y="48992"/>
                  </a:lnTo>
                  <a:lnTo>
                    <a:pt x="78144" y="48923"/>
                  </a:lnTo>
                  <a:lnTo>
                    <a:pt x="70330" y="48763"/>
                  </a:lnTo>
                  <a:lnTo>
                    <a:pt x="62515" y="48654"/>
                  </a:lnTo>
                  <a:lnTo>
                    <a:pt x="54701" y="48566"/>
                  </a:lnTo>
                  <a:lnTo>
                    <a:pt x="46886" y="48498"/>
                  </a:lnTo>
                  <a:lnTo>
                    <a:pt x="39072" y="48390"/>
                  </a:lnTo>
                  <a:lnTo>
                    <a:pt x="31257" y="48255"/>
                  </a:lnTo>
                  <a:lnTo>
                    <a:pt x="23443" y="48118"/>
                  </a:lnTo>
                  <a:lnTo>
                    <a:pt x="15628" y="47985"/>
                  </a:lnTo>
                  <a:lnTo>
                    <a:pt x="7814" y="47923"/>
                  </a:lnTo>
                  <a:lnTo>
                    <a:pt x="0" y="47763"/>
                  </a:lnTo>
                  <a:close/>
                </a:path>
              </a:pathLst>
            </a:custGeom>
            <a:solidFill>
              <a:srgbClr val="D55E00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5"/>
            <p:cNvSpPr/>
            <p:nvPr/>
          </p:nvSpPr>
          <p:spPr>
            <a:xfrm>
              <a:off x="1223067" y="2742123"/>
              <a:ext cx="2023942" cy="36790"/>
            </a:xfrm>
            <a:custGeom>
              <a:avLst/>
              <a:pathLst>
                <a:path w="2023942" h="36790">
                  <a:moveTo>
                    <a:pt x="0" y="0"/>
                  </a:moveTo>
                  <a:lnTo>
                    <a:pt x="7814" y="427"/>
                  </a:lnTo>
                  <a:lnTo>
                    <a:pt x="15628" y="687"/>
                  </a:lnTo>
                  <a:lnTo>
                    <a:pt x="23443" y="984"/>
                  </a:lnTo>
                  <a:lnTo>
                    <a:pt x="31257" y="1385"/>
                  </a:lnTo>
                  <a:lnTo>
                    <a:pt x="39072" y="1642"/>
                  </a:lnTo>
                  <a:lnTo>
                    <a:pt x="46886" y="1957"/>
                  </a:lnTo>
                  <a:lnTo>
                    <a:pt x="54701" y="2476"/>
                  </a:lnTo>
                  <a:lnTo>
                    <a:pt x="62515" y="2877"/>
                  </a:lnTo>
                  <a:lnTo>
                    <a:pt x="70330" y="3262"/>
                  </a:lnTo>
                  <a:lnTo>
                    <a:pt x="78144" y="3711"/>
                  </a:lnTo>
                  <a:lnTo>
                    <a:pt x="85958" y="4187"/>
                  </a:lnTo>
                  <a:lnTo>
                    <a:pt x="93773" y="4551"/>
                  </a:lnTo>
                  <a:lnTo>
                    <a:pt x="101587" y="4917"/>
                  </a:lnTo>
                  <a:lnTo>
                    <a:pt x="109402" y="5284"/>
                  </a:lnTo>
                  <a:lnTo>
                    <a:pt x="117216" y="5653"/>
                  </a:lnTo>
                  <a:lnTo>
                    <a:pt x="125031" y="5925"/>
                  </a:lnTo>
                  <a:lnTo>
                    <a:pt x="132845" y="6273"/>
                  </a:lnTo>
                  <a:lnTo>
                    <a:pt x="140660" y="6623"/>
                  </a:lnTo>
                  <a:lnTo>
                    <a:pt x="148474" y="6980"/>
                  </a:lnTo>
                  <a:lnTo>
                    <a:pt x="156288" y="7337"/>
                  </a:lnTo>
                  <a:lnTo>
                    <a:pt x="164103" y="7701"/>
                  </a:lnTo>
                  <a:lnTo>
                    <a:pt x="171917" y="8134"/>
                  </a:lnTo>
                  <a:lnTo>
                    <a:pt x="179732" y="8495"/>
                  </a:lnTo>
                  <a:lnTo>
                    <a:pt x="187546" y="8790"/>
                  </a:lnTo>
                  <a:lnTo>
                    <a:pt x="195361" y="9146"/>
                  </a:lnTo>
                  <a:lnTo>
                    <a:pt x="203175" y="9464"/>
                  </a:lnTo>
                  <a:lnTo>
                    <a:pt x="210990" y="9815"/>
                  </a:lnTo>
                  <a:lnTo>
                    <a:pt x="218804" y="10266"/>
                  </a:lnTo>
                  <a:lnTo>
                    <a:pt x="226619" y="10649"/>
                  </a:lnTo>
                  <a:lnTo>
                    <a:pt x="234433" y="11062"/>
                  </a:lnTo>
                  <a:lnTo>
                    <a:pt x="242247" y="11397"/>
                  </a:lnTo>
                  <a:lnTo>
                    <a:pt x="250062" y="11802"/>
                  </a:lnTo>
                  <a:lnTo>
                    <a:pt x="257876" y="12209"/>
                  </a:lnTo>
                  <a:lnTo>
                    <a:pt x="265691" y="12508"/>
                  </a:lnTo>
                  <a:lnTo>
                    <a:pt x="273505" y="12698"/>
                  </a:lnTo>
                  <a:lnTo>
                    <a:pt x="281320" y="12973"/>
                  </a:lnTo>
                  <a:lnTo>
                    <a:pt x="289134" y="13404"/>
                  </a:lnTo>
                  <a:lnTo>
                    <a:pt x="296949" y="13821"/>
                  </a:lnTo>
                  <a:lnTo>
                    <a:pt x="304763" y="14358"/>
                  </a:lnTo>
                  <a:lnTo>
                    <a:pt x="312577" y="14749"/>
                  </a:lnTo>
                  <a:lnTo>
                    <a:pt x="320392" y="15119"/>
                  </a:lnTo>
                  <a:lnTo>
                    <a:pt x="328206" y="15484"/>
                  </a:lnTo>
                  <a:lnTo>
                    <a:pt x="336021" y="15849"/>
                  </a:lnTo>
                  <a:lnTo>
                    <a:pt x="343835" y="16217"/>
                  </a:lnTo>
                  <a:lnTo>
                    <a:pt x="351650" y="16483"/>
                  </a:lnTo>
                  <a:lnTo>
                    <a:pt x="359464" y="16964"/>
                  </a:lnTo>
                  <a:lnTo>
                    <a:pt x="367279" y="17339"/>
                  </a:lnTo>
                  <a:lnTo>
                    <a:pt x="375093" y="17715"/>
                  </a:lnTo>
                  <a:lnTo>
                    <a:pt x="382907" y="18092"/>
                  </a:lnTo>
                  <a:lnTo>
                    <a:pt x="390722" y="18348"/>
                  </a:lnTo>
                  <a:lnTo>
                    <a:pt x="398536" y="18680"/>
                  </a:lnTo>
                  <a:lnTo>
                    <a:pt x="406351" y="18985"/>
                  </a:lnTo>
                  <a:lnTo>
                    <a:pt x="414165" y="19491"/>
                  </a:lnTo>
                  <a:lnTo>
                    <a:pt x="421980" y="19828"/>
                  </a:lnTo>
                  <a:lnTo>
                    <a:pt x="429794" y="20178"/>
                  </a:lnTo>
                  <a:lnTo>
                    <a:pt x="437609" y="20663"/>
                  </a:lnTo>
                  <a:lnTo>
                    <a:pt x="445423" y="21103"/>
                  </a:lnTo>
                  <a:lnTo>
                    <a:pt x="453238" y="21334"/>
                  </a:lnTo>
                  <a:lnTo>
                    <a:pt x="461052" y="21565"/>
                  </a:lnTo>
                  <a:lnTo>
                    <a:pt x="468866" y="21861"/>
                  </a:lnTo>
                  <a:lnTo>
                    <a:pt x="476681" y="22081"/>
                  </a:lnTo>
                  <a:lnTo>
                    <a:pt x="484495" y="22361"/>
                  </a:lnTo>
                  <a:lnTo>
                    <a:pt x="492310" y="22783"/>
                  </a:lnTo>
                  <a:lnTo>
                    <a:pt x="500124" y="23127"/>
                  </a:lnTo>
                  <a:lnTo>
                    <a:pt x="507939" y="23334"/>
                  </a:lnTo>
                  <a:lnTo>
                    <a:pt x="515753" y="23664"/>
                  </a:lnTo>
                  <a:lnTo>
                    <a:pt x="523568" y="23959"/>
                  </a:lnTo>
                  <a:lnTo>
                    <a:pt x="531382" y="24229"/>
                  </a:lnTo>
                  <a:lnTo>
                    <a:pt x="539196" y="24359"/>
                  </a:lnTo>
                  <a:lnTo>
                    <a:pt x="547011" y="24607"/>
                  </a:lnTo>
                  <a:lnTo>
                    <a:pt x="554825" y="24782"/>
                  </a:lnTo>
                  <a:lnTo>
                    <a:pt x="562640" y="25116"/>
                  </a:lnTo>
                  <a:lnTo>
                    <a:pt x="570454" y="25396"/>
                  </a:lnTo>
                  <a:lnTo>
                    <a:pt x="578269" y="25631"/>
                  </a:lnTo>
                  <a:lnTo>
                    <a:pt x="586083" y="25812"/>
                  </a:lnTo>
                  <a:lnTo>
                    <a:pt x="593898" y="25960"/>
                  </a:lnTo>
                  <a:lnTo>
                    <a:pt x="601712" y="26247"/>
                  </a:lnTo>
                  <a:lnTo>
                    <a:pt x="609526" y="26444"/>
                  </a:lnTo>
                  <a:lnTo>
                    <a:pt x="617341" y="26695"/>
                  </a:lnTo>
                  <a:lnTo>
                    <a:pt x="625155" y="27092"/>
                  </a:lnTo>
                  <a:lnTo>
                    <a:pt x="632970" y="27236"/>
                  </a:lnTo>
                  <a:lnTo>
                    <a:pt x="640784" y="27477"/>
                  </a:lnTo>
                  <a:lnTo>
                    <a:pt x="648599" y="27627"/>
                  </a:lnTo>
                  <a:lnTo>
                    <a:pt x="656413" y="27780"/>
                  </a:lnTo>
                  <a:lnTo>
                    <a:pt x="664228" y="27826"/>
                  </a:lnTo>
                  <a:lnTo>
                    <a:pt x="672042" y="27956"/>
                  </a:lnTo>
                  <a:lnTo>
                    <a:pt x="679857" y="28233"/>
                  </a:lnTo>
                  <a:lnTo>
                    <a:pt x="687671" y="28643"/>
                  </a:lnTo>
                  <a:lnTo>
                    <a:pt x="695485" y="28927"/>
                  </a:lnTo>
                  <a:lnTo>
                    <a:pt x="703300" y="29127"/>
                  </a:lnTo>
                  <a:lnTo>
                    <a:pt x="711114" y="29218"/>
                  </a:lnTo>
                  <a:lnTo>
                    <a:pt x="718929" y="29396"/>
                  </a:lnTo>
                  <a:lnTo>
                    <a:pt x="726743" y="29365"/>
                  </a:lnTo>
                  <a:lnTo>
                    <a:pt x="734558" y="29764"/>
                  </a:lnTo>
                  <a:lnTo>
                    <a:pt x="742372" y="29849"/>
                  </a:lnTo>
                  <a:lnTo>
                    <a:pt x="750187" y="29822"/>
                  </a:lnTo>
                  <a:lnTo>
                    <a:pt x="758001" y="29998"/>
                  </a:lnTo>
                  <a:lnTo>
                    <a:pt x="765815" y="30157"/>
                  </a:lnTo>
                  <a:lnTo>
                    <a:pt x="773630" y="30458"/>
                  </a:lnTo>
                  <a:lnTo>
                    <a:pt x="781444" y="30558"/>
                  </a:lnTo>
                  <a:lnTo>
                    <a:pt x="789259" y="30731"/>
                  </a:lnTo>
                  <a:lnTo>
                    <a:pt x="797073" y="30819"/>
                  </a:lnTo>
                  <a:lnTo>
                    <a:pt x="804888" y="30997"/>
                  </a:lnTo>
                  <a:lnTo>
                    <a:pt x="812702" y="31004"/>
                  </a:lnTo>
                  <a:lnTo>
                    <a:pt x="820517" y="31084"/>
                  </a:lnTo>
                  <a:lnTo>
                    <a:pt x="828331" y="31173"/>
                  </a:lnTo>
                  <a:lnTo>
                    <a:pt x="836145" y="31277"/>
                  </a:lnTo>
                  <a:lnTo>
                    <a:pt x="843960" y="31515"/>
                  </a:lnTo>
                  <a:lnTo>
                    <a:pt x="851774" y="31591"/>
                  </a:lnTo>
                  <a:lnTo>
                    <a:pt x="859589" y="31751"/>
                  </a:lnTo>
                  <a:lnTo>
                    <a:pt x="867403" y="31935"/>
                  </a:lnTo>
                  <a:lnTo>
                    <a:pt x="875218" y="32120"/>
                  </a:lnTo>
                  <a:lnTo>
                    <a:pt x="883032" y="32204"/>
                  </a:lnTo>
                  <a:lnTo>
                    <a:pt x="890847" y="32356"/>
                  </a:lnTo>
                  <a:lnTo>
                    <a:pt x="898661" y="32514"/>
                  </a:lnTo>
                  <a:lnTo>
                    <a:pt x="906476" y="32620"/>
                  </a:lnTo>
                  <a:lnTo>
                    <a:pt x="914290" y="32821"/>
                  </a:lnTo>
                  <a:lnTo>
                    <a:pt x="922104" y="32979"/>
                  </a:lnTo>
                  <a:lnTo>
                    <a:pt x="929919" y="33136"/>
                  </a:lnTo>
                  <a:lnTo>
                    <a:pt x="937733" y="33246"/>
                  </a:lnTo>
                  <a:lnTo>
                    <a:pt x="945548" y="33214"/>
                  </a:lnTo>
                  <a:lnTo>
                    <a:pt x="953362" y="33223"/>
                  </a:lnTo>
                  <a:lnTo>
                    <a:pt x="961177" y="33273"/>
                  </a:lnTo>
                  <a:lnTo>
                    <a:pt x="968991" y="33326"/>
                  </a:lnTo>
                  <a:lnTo>
                    <a:pt x="976806" y="33383"/>
                  </a:lnTo>
                  <a:lnTo>
                    <a:pt x="984620" y="33486"/>
                  </a:lnTo>
                  <a:lnTo>
                    <a:pt x="992434" y="33675"/>
                  </a:lnTo>
                  <a:lnTo>
                    <a:pt x="1000249" y="33702"/>
                  </a:lnTo>
                  <a:lnTo>
                    <a:pt x="1008063" y="33709"/>
                  </a:lnTo>
                  <a:lnTo>
                    <a:pt x="1015878" y="33698"/>
                  </a:lnTo>
                  <a:lnTo>
                    <a:pt x="1023692" y="33623"/>
                  </a:lnTo>
                  <a:lnTo>
                    <a:pt x="1031507" y="33665"/>
                  </a:lnTo>
                  <a:lnTo>
                    <a:pt x="1039321" y="33781"/>
                  </a:lnTo>
                  <a:lnTo>
                    <a:pt x="1047136" y="33833"/>
                  </a:lnTo>
                  <a:lnTo>
                    <a:pt x="1054950" y="33886"/>
                  </a:lnTo>
                  <a:lnTo>
                    <a:pt x="1062765" y="33896"/>
                  </a:lnTo>
                  <a:lnTo>
                    <a:pt x="1070579" y="33969"/>
                  </a:lnTo>
                  <a:lnTo>
                    <a:pt x="1078393" y="34040"/>
                  </a:lnTo>
                  <a:lnTo>
                    <a:pt x="1086208" y="34092"/>
                  </a:lnTo>
                  <a:lnTo>
                    <a:pt x="1094022" y="34140"/>
                  </a:lnTo>
                  <a:lnTo>
                    <a:pt x="1101837" y="34190"/>
                  </a:lnTo>
                  <a:lnTo>
                    <a:pt x="1109651" y="34170"/>
                  </a:lnTo>
                  <a:lnTo>
                    <a:pt x="1117466" y="34249"/>
                  </a:lnTo>
                  <a:lnTo>
                    <a:pt x="1125280" y="34453"/>
                  </a:lnTo>
                  <a:lnTo>
                    <a:pt x="1133095" y="34522"/>
                  </a:lnTo>
                  <a:lnTo>
                    <a:pt x="1140909" y="34452"/>
                  </a:lnTo>
                  <a:lnTo>
                    <a:pt x="1148723" y="34474"/>
                  </a:lnTo>
                  <a:lnTo>
                    <a:pt x="1156538" y="34506"/>
                  </a:lnTo>
                  <a:lnTo>
                    <a:pt x="1164352" y="34581"/>
                  </a:lnTo>
                  <a:lnTo>
                    <a:pt x="1172167" y="34659"/>
                  </a:lnTo>
                  <a:lnTo>
                    <a:pt x="1179981" y="34734"/>
                  </a:lnTo>
                  <a:lnTo>
                    <a:pt x="1187796" y="34772"/>
                  </a:lnTo>
                  <a:lnTo>
                    <a:pt x="1195610" y="34811"/>
                  </a:lnTo>
                  <a:lnTo>
                    <a:pt x="1203425" y="34861"/>
                  </a:lnTo>
                  <a:lnTo>
                    <a:pt x="1211239" y="34911"/>
                  </a:lnTo>
                  <a:lnTo>
                    <a:pt x="1219053" y="34961"/>
                  </a:lnTo>
                  <a:lnTo>
                    <a:pt x="1226868" y="35010"/>
                  </a:lnTo>
                  <a:lnTo>
                    <a:pt x="1234682" y="35061"/>
                  </a:lnTo>
                  <a:lnTo>
                    <a:pt x="1242497" y="35116"/>
                  </a:lnTo>
                  <a:lnTo>
                    <a:pt x="1250311" y="35170"/>
                  </a:lnTo>
                  <a:lnTo>
                    <a:pt x="1258126" y="35224"/>
                  </a:lnTo>
                  <a:lnTo>
                    <a:pt x="1265940" y="35286"/>
                  </a:lnTo>
                  <a:lnTo>
                    <a:pt x="1273755" y="35330"/>
                  </a:lnTo>
                  <a:lnTo>
                    <a:pt x="1281569" y="35381"/>
                  </a:lnTo>
                  <a:lnTo>
                    <a:pt x="1289384" y="35504"/>
                  </a:lnTo>
                  <a:lnTo>
                    <a:pt x="1297198" y="35544"/>
                  </a:lnTo>
                  <a:lnTo>
                    <a:pt x="1305012" y="35584"/>
                  </a:lnTo>
                  <a:lnTo>
                    <a:pt x="1312827" y="35624"/>
                  </a:lnTo>
                  <a:lnTo>
                    <a:pt x="1320641" y="35641"/>
                  </a:lnTo>
                  <a:lnTo>
                    <a:pt x="1328456" y="35703"/>
                  </a:lnTo>
                  <a:lnTo>
                    <a:pt x="1336270" y="35743"/>
                  </a:lnTo>
                  <a:lnTo>
                    <a:pt x="1344085" y="35782"/>
                  </a:lnTo>
                  <a:lnTo>
                    <a:pt x="1351899" y="35821"/>
                  </a:lnTo>
                  <a:lnTo>
                    <a:pt x="1359714" y="35860"/>
                  </a:lnTo>
                  <a:lnTo>
                    <a:pt x="1367528" y="35898"/>
                  </a:lnTo>
                  <a:lnTo>
                    <a:pt x="1375342" y="35918"/>
                  </a:lnTo>
                  <a:lnTo>
                    <a:pt x="1383157" y="35938"/>
                  </a:lnTo>
                  <a:lnTo>
                    <a:pt x="1390971" y="35960"/>
                  </a:lnTo>
                  <a:lnTo>
                    <a:pt x="1398786" y="35997"/>
                  </a:lnTo>
                  <a:lnTo>
                    <a:pt x="1406600" y="36049"/>
                  </a:lnTo>
                  <a:lnTo>
                    <a:pt x="1414415" y="36022"/>
                  </a:lnTo>
                  <a:lnTo>
                    <a:pt x="1422229" y="36014"/>
                  </a:lnTo>
                  <a:lnTo>
                    <a:pt x="1430044" y="35996"/>
                  </a:lnTo>
                  <a:lnTo>
                    <a:pt x="1437858" y="35980"/>
                  </a:lnTo>
                  <a:lnTo>
                    <a:pt x="1445672" y="35963"/>
                  </a:lnTo>
                  <a:lnTo>
                    <a:pt x="1453487" y="35950"/>
                  </a:lnTo>
                  <a:lnTo>
                    <a:pt x="1461301" y="35964"/>
                  </a:lnTo>
                  <a:lnTo>
                    <a:pt x="1469116" y="35979"/>
                  </a:lnTo>
                  <a:lnTo>
                    <a:pt x="1476930" y="35962"/>
                  </a:lnTo>
                  <a:lnTo>
                    <a:pt x="1484745" y="35914"/>
                  </a:lnTo>
                  <a:lnTo>
                    <a:pt x="1492559" y="35866"/>
                  </a:lnTo>
                  <a:lnTo>
                    <a:pt x="1500374" y="35843"/>
                  </a:lnTo>
                  <a:lnTo>
                    <a:pt x="1508188" y="35832"/>
                  </a:lnTo>
                  <a:lnTo>
                    <a:pt x="1516003" y="35942"/>
                  </a:lnTo>
                  <a:lnTo>
                    <a:pt x="1523817" y="35981"/>
                  </a:lnTo>
                  <a:lnTo>
                    <a:pt x="1531631" y="35970"/>
                  </a:lnTo>
                  <a:lnTo>
                    <a:pt x="1539446" y="35958"/>
                  </a:lnTo>
                  <a:lnTo>
                    <a:pt x="1547260" y="35947"/>
                  </a:lnTo>
                  <a:lnTo>
                    <a:pt x="1555075" y="35935"/>
                  </a:lnTo>
                  <a:lnTo>
                    <a:pt x="1562889" y="35923"/>
                  </a:lnTo>
                  <a:lnTo>
                    <a:pt x="1570704" y="35912"/>
                  </a:lnTo>
                  <a:lnTo>
                    <a:pt x="1578518" y="35903"/>
                  </a:lnTo>
                  <a:lnTo>
                    <a:pt x="1586333" y="35898"/>
                  </a:lnTo>
                  <a:lnTo>
                    <a:pt x="1594147" y="35984"/>
                  </a:lnTo>
                  <a:lnTo>
                    <a:pt x="1601961" y="36070"/>
                  </a:lnTo>
                  <a:lnTo>
                    <a:pt x="1609776" y="36156"/>
                  </a:lnTo>
                  <a:lnTo>
                    <a:pt x="1617590" y="36242"/>
                  </a:lnTo>
                  <a:lnTo>
                    <a:pt x="1625405" y="36254"/>
                  </a:lnTo>
                  <a:lnTo>
                    <a:pt x="1633219" y="36250"/>
                  </a:lnTo>
                  <a:lnTo>
                    <a:pt x="1641034" y="36245"/>
                  </a:lnTo>
                  <a:lnTo>
                    <a:pt x="1648848" y="36241"/>
                  </a:lnTo>
                  <a:lnTo>
                    <a:pt x="1656663" y="36236"/>
                  </a:lnTo>
                  <a:lnTo>
                    <a:pt x="1664477" y="36232"/>
                  </a:lnTo>
                  <a:lnTo>
                    <a:pt x="1672291" y="36227"/>
                  </a:lnTo>
                  <a:lnTo>
                    <a:pt x="1680106" y="36223"/>
                  </a:lnTo>
                  <a:lnTo>
                    <a:pt x="1687920" y="36207"/>
                  </a:lnTo>
                  <a:lnTo>
                    <a:pt x="1695735" y="36145"/>
                  </a:lnTo>
                  <a:lnTo>
                    <a:pt x="1703549" y="36083"/>
                  </a:lnTo>
                  <a:lnTo>
                    <a:pt x="1711364" y="36021"/>
                  </a:lnTo>
                  <a:lnTo>
                    <a:pt x="1719178" y="35959"/>
                  </a:lnTo>
                  <a:lnTo>
                    <a:pt x="1726993" y="35897"/>
                  </a:lnTo>
                  <a:lnTo>
                    <a:pt x="1734807" y="35835"/>
                  </a:lnTo>
                  <a:lnTo>
                    <a:pt x="1742622" y="35773"/>
                  </a:lnTo>
                  <a:lnTo>
                    <a:pt x="1750436" y="35711"/>
                  </a:lnTo>
                  <a:lnTo>
                    <a:pt x="1758250" y="35658"/>
                  </a:lnTo>
                  <a:lnTo>
                    <a:pt x="1766065" y="35708"/>
                  </a:lnTo>
                  <a:lnTo>
                    <a:pt x="1773879" y="35758"/>
                  </a:lnTo>
                  <a:lnTo>
                    <a:pt x="1781694" y="35808"/>
                  </a:lnTo>
                  <a:lnTo>
                    <a:pt x="1789508" y="35858"/>
                  </a:lnTo>
                  <a:lnTo>
                    <a:pt x="1797323" y="35908"/>
                  </a:lnTo>
                  <a:lnTo>
                    <a:pt x="1805137" y="35959"/>
                  </a:lnTo>
                  <a:lnTo>
                    <a:pt x="1812952" y="36009"/>
                  </a:lnTo>
                  <a:lnTo>
                    <a:pt x="1820766" y="36060"/>
                  </a:lnTo>
                  <a:lnTo>
                    <a:pt x="1828580" y="36112"/>
                  </a:lnTo>
                  <a:lnTo>
                    <a:pt x="1836395" y="36147"/>
                  </a:lnTo>
                  <a:lnTo>
                    <a:pt x="1844209" y="36214"/>
                  </a:lnTo>
                  <a:lnTo>
                    <a:pt x="1852024" y="36264"/>
                  </a:lnTo>
                  <a:lnTo>
                    <a:pt x="1859838" y="36314"/>
                  </a:lnTo>
                  <a:lnTo>
                    <a:pt x="1867653" y="36364"/>
                  </a:lnTo>
                  <a:lnTo>
                    <a:pt x="1875467" y="36413"/>
                  </a:lnTo>
                  <a:lnTo>
                    <a:pt x="1883282" y="36463"/>
                  </a:lnTo>
                  <a:lnTo>
                    <a:pt x="1891096" y="36485"/>
                  </a:lnTo>
                  <a:lnTo>
                    <a:pt x="1898910" y="36429"/>
                  </a:lnTo>
                  <a:lnTo>
                    <a:pt x="1906725" y="36372"/>
                  </a:lnTo>
                  <a:lnTo>
                    <a:pt x="1914539" y="36316"/>
                  </a:lnTo>
                  <a:lnTo>
                    <a:pt x="1922354" y="36260"/>
                  </a:lnTo>
                  <a:lnTo>
                    <a:pt x="1930168" y="36272"/>
                  </a:lnTo>
                  <a:lnTo>
                    <a:pt x="1937983" y="36301"/>
                  </a:lnTo>
                  <a:lnTo>
                    <a:pt x="1945797" y="36330"/>
                  </a:lnTo>
                  <a:lnTo>
                    <a:pt x="1953612" y="36374"/>
                  </a:lnTo>
                  <a:lnTo>
                    <a:pt x="1961426" y="36420"/>
                  </a:lnTo>
                  <a:lnTo>
                    <a:pt x="1969241" y="36466"/>
                  </a:lnTo>
                  <a:lnTo>
                    <a:pt x="1977055" y="36512"/>
                  </a:lnTo>
                  <a:lnTo>
                    <a:pt x="1984869" y="36558"/>
                  </a:lnTo>
                  <a:lnTo>
                    <a:pt x="1992684" y="36604"/>
                  </a:lnTo>
                  <a:lnTo>
                    <a:pt x="2000498" y="36650"/>
                  </a:lnTo>
                  <a:lnTo>
                    <a:pt x="2008313" y="36697"/>
                  </a:lnTo>
                  <a:lnTo>
                    <a:pt x="2016127" y="36743"/>
                  </a:lnTo>
                  <a:lnTo>
                    <a:pt x="2023942" y="367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6"/>
            <p:cNvSpPr/>
            <p:nvPr/>
          </p:nvSpPr>
          <p:spPr>
            <a:xfrm>
              <a:off x="1223067" y="2789886"/>
              <a:ext cx="2023942" cy="164008"/>
            </a:xfrm>
            <a:custGeom>
              <a:avLst/>
              <a:pathLst>
                <a:path w="2023942" h="164008">
                  <a:moveTo>
                    <a:pt x="2023942" y="164008"/>
                  </a:moveTo>
                  <a:lnTo>
                    <a:pt x="2016127" y="163110"/>
                  </a:lnTo>
                  <a:lnTo>
                    <a:pt x="2008313" y="162069"/>
                  </a:lnTo>
                  <a:lnTo>
                    <a:pt x="2000498" y="161020"/>
                  </a:lnTo>
                  <a:lnTo>
                    <a:pt x="1992684" y="159971"/>
                  </a:lnTo>
                  <a:lnTo>
                    <a:pt x="1984869" y="158917"/>
                  </a:lnTo>
                  <a:lnTo>
                    <a:pt x="1977055" y="157860"/>
                  </a:lnTo>
                  <a:lnTo>
                    <a:pt x="1969241" y="156839"/>
                  </a:lnTo>
                  <a:lnTo>
                    <a:pt x="1961426" y="155889"/>
                  </a:lnTo>
                  <a:lnTo>
                    <a:pt x="1953612" y="154937"/>
                  </a:lnTo>
                  <a:lnTo>
                    <a:pt x="1945797" y="153984"/>
                  </a:lnTo>
                  <a:lnTo>
                    <a:pt x="1937983" y="153030"/>
                  </a:lnTo>
                  <a:lnTo>
                    <a:pt x="1930168" y="151982"/>
                  </a:lnTo>
                  <a:lnTo>
                    <a:pt x="1922354" y="150920"/>
                  </a:lnTo>
                  <a:lnTo>
                    <a:pt x="1914539" y="149857"/>
                  </a:lnTo>
                  <a:lnTo>
                    <a:pt x="1906725" y="148874"/>
                  </a:lnTo>
                  <a:lnTo>
                    <a:pt x="1898910" y="148039"/>
                  </a:lnTo>
                  <a:lnTo>
                    <a:pt x="1891096" y="147202"/>
                  </a:lnTo>
                  <a:lnTo>
                    <a:pt x="1883282" y="146338"/>
                  </a:lnTo>
                  <a:lnTo>
                    <a:pt x="1875467" y="145378"/>
                  </a:lnTo>
                  <a:lnTo>
                    <a:pt x="1867653" y="144327"/>
                  </a:lnTo>
                  <a:lnTo>
                    <a:pt x="1859838" y="143278"/>
                  </a:lnTo>
                  <a:lnTo>
                    <a:pt x="1852024" y="142446"/>
                  </a:lnTo>
                  <a:lnTo>
                    <a:pt x="1844209" y="141530"/>
                  </a:lnTo>
                  <a:lnTo>
                    <a:pt x="1836395" y="140569"/>
                  </a:lnTo>
                  <a:lnTo>
                    <a:pt x="1828580" y="139607"/>
                  </a:lnTo>
                  <a:lnTo>
                    <a:pt x="1820766" y="138645"/>
                  </a:lnTo>
                  <a:lnTo>
                    <a:pt x="1812952" y="137681"/>
                  </a:lnTo>
                  <a:lnTo>
                    <a:pt x="1805137" y="136713"/>
                  </a:lnTo>
                  <a:lnTo>
                    <a:pt x="1797323" y="135743"/>
                  </a:lnTo>
                  <a:lnTo>
                    <a:pt x="1789508" y="134774"/>
                  </a:lnTo>
                  <a:lnTo>
                    <a:pt x="1781694" y="133804"/>
                  </a:lnTo>
                  <a:lnTo>
                    <a:pt x="1773879" y="132833"/>
                  </a:lnTo>
                  <a:lnTo>
                    <a:pt x="1766065" y="131863"/>
                  </a:lnTo>
                  <a:lnTo>
                    <a:pt x="1758250" y="130892"/>
                  </a:lnTo>
                  <a:lnTo>
                    <a:pt x="1750436" y="129905"/>
                  </a:lnTo>
                  <a:lnTo>
                    <a:pt x="1742622" y="128949"/>
                  </a:lnTo>
                  <a:lnTo>
                    <a:pt x="1734807" y="128031"/>
                  </a:lnTo>
                  <a:lnTo>
                    <a:pt x="1726993" y="127115"/>
                  </a:lnTo>
                  <a:lnTo>
                    <a:pt x="1719178" y="126199"/>
                  </a:lnTo>
                  <a:lnTo>
                    <a:pt x="1711364" y="125284"/>
                  </a:lnTo>
                  <a:lnTo>
                    <a:pt x="1703549" y="124368"/>
                  </a:lnTo>
                  <a:lnTo>
                    <a:pt x="1695735" y="123452"/>
                  </a:lnTo>
                  <a:lnTo>
                    <a:pt x="1687920" y="122532"/>
                  </a:lnTo>
                  <a:lnTo>
                    <a:pt x="1680106" y="121612"/>
                  </a:lnTo>
                  <a:lnTo>
                    <a:pt x="1672291" y="120729"/>
                  </a:lnTo>
                  <a:lnTo>
                    <a:pt x="1664477" y="119875"/>
                  </a:lnTo>
                  <a:lnTo>
                    <a:pt x="1656663" y="119020"/>
                  </a:lnTo>
                  <a:lnTo>
                    <a:pt x="1648848" y="118132"/>
                  </a:lnTo>
                  <a:lnTo>
                    <a:pt x="1641034" y="117132"/>
                  </a:lnTo>
                  <a:lnTo>
                    <a:pt x="1633219" y="116132"/>
                  </a:lnTo>
                  <a:lnTo>
                    <a:pt x="1625405" y="115200"/>
                  </a:lnTo>
                  <a:lnTo>
                    <a:pt x="1617590" y="114289"/>
                  </a:lnTo>
                  <a:lnTo>
                    <a:pt x="1609776" y="113378"/>
                  </a:lnTo>
                  <a:lnTo>
                    <a:pt x="1601961" y="112468"/>
                  </a:lnTo>
                  <a:lnTo>
                    <a:pt x="1594147" y="111558"/>
                  </a:lnTo>
                  <a:lnTo>
                    <a:pt x="1586333" y="110650"/>
                  </a:lnTo>
                  <a:lnTo>
                    <a:pt x="1578518" y="109742"/>
                  </a:lnTo>
                  <a:lnTo>
                    <a:pt x="1570704" y="108835"/>
                  </a:lnTo>
                  <a:lnTo>
                    <a:pt x="1562889" y="107930"/>
                  </a:lnTo>
                  <a:lnTo>
                    <a:pt x="1555075" y="107025"/>
                  </a:lnTo>
                  <a:lnTo>
                    <a:pt x="1547260" y="106121"/>
                  </a:lnTo>
                  <a:lnTo>
                    <a:pt x="1539446" y="105215"/>
                  </a:lnTo>
                  <a:lnTo>
                    <a:pt x="1531631" y="104306"/>
                  </a:lnTo>
                  <a:lnTo>
                    <a:pt x="1523817" y="103398"/>
                  </a:lnTo>
                  <a:lnTo>
                    <a:pt x="1516003" y="102491"/>
                  </a:lnTo>
                  <a:lnTo>
                    <a:pt x="1508188" y="101406"/>
                  </a:lnTo>
                  <a:lnTo>
                    <a:pt x="1500374" y="100267"/>
                  </a:lnTo>
                  <a:lnTo>
                    <a:pt x="1492559" y="99129"/>
                  </a:lnTo>
                  <a:lnTo>
                    <a:pt x="1484745" y="98245"/>
                  </a:lnTo>
                  <a:lnTo>
                    <a:pt x="1476930" y="97427"/>
                  </a:lnTo>
                  <a:lnTo>
                    <a:pt x="1469116" y="96648"/>
                  </a:lnTo>
                  <a:lnTo>
                    <a:pt x="1461301" y="95869"/>
                  </a:lnTo>
                  <a:lnTo>
                    <a:pt x="1453487" y="95089"/>
                  </a:lnTo>
                  <a:lnTo>
                    <a:pt x="1445672" y="94309"/>
                  </a:lnTo>
                  <a:lnTo>
                    <a:pt x="1437858" y="93529"/>
                  </a:lnTo>
                  <a:lnTo>
                    <a:pt x="1430044" y="92675"/>
                  </a:lnTo>
                  <a:lnTo>
                    <a:pt x="1422229" y="91794"/>
                  </a:lnTo>
                  <a:lnTo>
                    <a:pt x="1414415" y="90911"/>
                  </a:lnTo>
                  <a:lnTo>
                    <a:pt x="1406600" y="89907"/>
                  </a:lnTo>
                  <a:lnTo>
                    <a:pt x="1398786" y="88758"/>
                  </a:lnTo>
                  <a:lnTo>
                    <a:pt x="1390971" y="87820"/>
                  </a:lnTo>
                  <a:lnTo>
                    <a:pt x="1383157" y="86956"/>
                  </a:lnTo>
                  <a:lnTo>
                    <a:pt x="1375342" y="86093"/>
                  </a:lnTo>
                  <a:lnTo>
                    <a:pt x="1367528" y="85230"/>
                  </a:lnTo>
                  <a:lnTo>
                    <a:pt x="1359714" y="84368"/>
                  </a:lnTo>
                  <a:lnTo>
                    <a:pt x="1351899" y="83508"/>
                  </a:lnTo>
                  <a:lnTo>
                    <a:pt x="1344085" y="82648"/>
                  </a:lnTo>
                  <a:lnTo>
                    <a:pt x="1336270" y="81789"/>
                  </a:lnTo>
                  <a:lnTo>
                    <a:pt x="1328456" y="80928"/>
                  </a:lnTo>
                  <a:lnTo>
                    <a:pt x="1320641" y="80112"/>
                  </a:lnTo>
                  <a:lnTo>
                    <a:pt x="1312827" y="79219"/>
                  </a:lnTo>
                  <a:lnTo>
                    <a:pt x="1305012" y="78365"/>
                  </a:lnTo>
                  <a:lnTo>
                    <a:pt x="1297198" y="77511"/>
                  </a:lnTo>
                  <a:lnTo>
                    <a:pt x="1289384" y="76659"/>
                  </a:lnTo>
                  <a:lnTo>
                    <a:pt x="1281569" y="75808"/>
                  </a:lnTo>
                  <a:lnTo>
                    <a:pt x="1273755" y="74958"/>
                  </a:lnTo>
                  <a:lnTo>
                    <a:pt x="1265940" y="74110"/>
                  </a:lnTo>
                  <a:lnTo>
                    <a:pt x="1258126" y="73258"/>
                  </a:lnTo>
                  <a:lnTo>
                    <a:pt x="1250311" y="72409"/>
                  </a:lnTo>
                  <a:lnTo>
                    <a:pt x="1242497" y="71571"/>
                  </a:lnTo>
                  <a:lnTo>
                    <a:pt x="1234682" y="70726"/>
                  </a:lnTo>
                  <a:lnTo>
                    <a:pt x="1226868" y="69878"/>
                  </a:lnTo>
                  <a:lnTo>
                    <a:pt x="1219053" y="69041"/>
                  </a:lnTo>
                  <a:lnTo>
                    <a:pt x="1211239" y="68207"/>
                  </a:lnTo>
                  <a:lnTo>
                    <a:pt x="1203425" y="67396"/>
                  </a:lnTo>
                  <a:lnTo>
                    <a:pt x="1195610" y="66782"/>
                  </a:lnTo>
                  <a:lnTo>
                    <a:pt x="1187796" y="66169"/>
                  </a:lnTo>
                  <a:lnTo>
                    <a:pt x="1179981" y="65301"/>
                  </a:lnTo>
                  <a:lnTo>
                    <a:pt x="1172167" y="64391"/>
                  </a:lnTo>
                  <a:lnTo>
                    <a:pt x="1164352" y="63482"/>
                  </a:lnTo>
                  <a:lnTo>
                    <a:pt x="1156538" y="62576"/>
                  </a:lnTo>
                  <a:lnTo>
                    <a:pt x="1148723" y="61672"/>
                  </a:lnTo>
                  <a:lnTo>
                    <a:pt x="1140909" y="60859"/>
                  </a:lnTo>
                  <a:lnTo>
                    <a:pt x="1133095" y="60201"/>
                  </a:lnTo>
                  <a:lnTo>
                    <a:pt x="1125280" y="59543"/>
                  </a:lnTo>
                  <a:lnTo>
                    <a:pt x="1117466" y="58885"/>
                  </a:lnTo>
                  <a:lnTo>
                    <a:pt x="1109651" y="58093"/>
                  </a:lnTo>
                  <a:lnTo>
                    <a:pt x="1101837" y="57297"/>
                  </a:lnTo>
                  <a:lnTo>
                    <a:pt x="1094022" y="56506"/>
                  </a:lnTo>
                  <a:lnTo>
                    <a:pt x="1086208" y="55679"/>
                  </a:lnTo>
                  <a:lnTo>
                    <a:pt x="1078393" y="54866"/>
                  </a:lnTo>
                  <a:lnTo>
                    <a:pt x="1070579" y="54095"/>
                  </a:lnTo>
                  <a:lnTo>
                    <a:pt x="1062765" y="53374"/>
                  </a:lnTo>
                  <a:lnTo>
                    <a:pt x="1054950" y="52523"/>
                  </a:lnTo>
                  <a:lnTo>
                    <a:pt x="1047136" y="51818"/>
                  </a:lnTo>
                  <a:lnTo>
                    <a:pt x="1039321" y="51136"/>
                  </a:lnTo>
                  <a:lnTo>
                    <a:pt x="1031507" y="50303"/>
                  </a:lnTo>
                  <a:lnTo>
                    <a:pt x="1023692" y="49472"/>
                  </a:lnTo>
                  <a:lnTo>
                    <a:pt x="1015878" y="48678"/>
                  </a:lnTo>
                  <a:lnTo>
                    <a:pt x="1008063" y="48101"/>
                  </a:lnTo>
                  <a:lnTo>
                    <a:pt x="1000249" y="47536"/>
                  </a:lnTo>
                  <a:lnTo>
                    <a:pt x="992434" y="46944"/>
                  </a:lnTo>
                  <a:lnTo>
                    <a:pt x="984620" y="46239"/>
                  </a:lnTo>
                  <a:lnTo>
                    <a:pt x="976806" y="45535"/>
                  </a:lnTo>
                  <a:lnTo>
                    <a:pt x="968991" y="44827"/>
                  </a:lnTo>
                  <a:lnTo>
                    <a:pt x="961177" y="44199"/>
                  </a:lnTo>
                  <a:lnTo>
                    <a:pt x="953362" y="43445"/>
                  </a:lnTo>
                  <a:lnTo>
                    <a:pt x="945548" y="42560"/>
                  </a:lnTo>
                  <a:lnTo>
                    <a:pt x="937733" y="41697"/>
                  </a:lnTo>
                  <a:lnTo>
                    <a:pt x="929919" y="40861"/>
                  </a:lnTo>
                  <a:lnTo>
                    <a:pt x="922104" y="40245"/>
                  </a:lnTo>
                  <a:lnTo>
                    <a:pt x="914290" y="39579"/>
                  </a:lnTo>
                  <a:lnTo>
                    <a:pt x="906476" y="38733"/>
                  </a:lnTo>
                  <a:lnTo>
                    <a:pt x="898661" y="38288"/>
                  </a:lnTo>
                  <a:lnTo>
                    <a:pt x="890847" y="37500"/>
                  </a:lnTo>
                  <a:lnTo>
                    <a:pt x="883032" y="36529"/>
                  </a:lnTo>
                  <a:lnTo>
                    <a:pt x="875218" y="35611"/>
                  </a:lnTo>
                  <a:lnTo>
                    <a:pt x="867403" y="34813"/>
                  </a:lnTo>
                  <a:lnTo>
                    <a:pt x="859589" y="34113"/>
                  </a:lnTo>
                  <a:lnTo>
                    <a:pt x="851774" y="33411"/>
                  </a:lnTo>
                  <a:lnTo>
                    <a:pt x="843960" y="32685"/>
                  </a:lnTo>
                  <a:lnTo>
                    <a:pt x="836145" y="31758"/>
                  </a:lnTo>
                  <a:lnTo>
                    <a:pt x="828331" y="31306"/>
                  </a:lnTo>
                  <a:lnTo>
                    <a:pt x="820517" y="30638"/>
                  </a:lnTo>
                  <a:lnTo>
                    <a:pt x="812702" y="29935"/>
                  </a:lnTo>
                  <a:lnTo>
                    <a:pt x="804888" y="29179"/>
                  </a:lnTo>
                  <a:lnTo>
                    <a:pt x="797073" y="28549"/>
                  </a:lnTo>
                  <a:lnTo>
                    <a:pt x="789259" y="27924"/>
                  </a:lnTo>
                  <a:lnTo>
                    <a:pt x="781444" y="27287"/>
                  </a:lnTo>
                  <a:lnTo>
                    <a:pt x="773630" y="26583"/>
                  </a:lnTo>
                  <a:lnTo>
                    <a:pt x="765815" y="26171"/>
                  </a:lnTo>
                  <a:lnTo>
                    <a:pt x="758001" y="25532"/>
                  </a:lnTo>
                  <a:lnTo>
                    <a:pt x="750187" y="24959"/>
                  </a:lnTo>
                  <a:lnTo>
                    <a:pt x="742372" y="24241"/>
                  </a:lnTo>
                  <a:lnTo>
                    <a:pt x="734558" y="23535"/>
                  </a:lnTo>
                  <a:lnTo>
                    <a:pt x="726743" y="22984"/>
                  </a:lnTo>
                  <a:lnTo>
                    <a:pt x="718929" y="22287"/>
                  </a:lnTo>
                  <a:lnTo>
                    <a:pt x="711114" y="21848"/>
                  </a:lnTo>
                  <a:lnTo>
                    <a:pt x="703300" y="21407"/>
                  </a:lnTo>
                  <a:lnTo>
                    <a:pt x="695485" y="20969"/>
                  </a:lnTo>
                  <a:lnTo>
                    <a:pt x="687671" y="20533"/>
                  </a:lnTo>
                  <a:lnTo>
                    <a:pt x="679857" y="19982"/>
                  </a:lnTo>
                  <a:lnTo>
                    <a:pt x="672042" y="19715"/>
                  </a:lnTo>
                  <a:lnTo>
                    <a:pt x="664228" y="19235"/>
                  </a:lnTo>
                  <a:lnTo>
                    <a:pt x="656413" y="18699"/>
                  </a:lnTo>
                  <a:lnTo>
                    <a:pt x="648599" y="18215"/>
                  </a:lnTo>
                  <a:lnTo>
                    <a:pt x="640784" y="17790"/>
                  </a:lnTo>
                  <a:lnTo>
                    <a:pt x="632970" y="17369"/>
                  </a:lnTo>
                  <a:lnTo>
                    <a:pt x="625155" y="16683"/>
                  </a:lnTo>
                  <a:lnTo>
                    <a:pt x="617341" y="16176"/>
                  </a:lnTo>
                  <a:lnTo>
                    <a:pt x="609526" y="15756"/>
                  </a:lnTo>
                  <a:lnTo>
                    <a:pt x="601712" y="15527"/>
                  </a:lnTo>
                  <a:lnTo>
                    <a:pt x="593898" y="14896"/>
                  </a:lnTo>
                  <a:lnTo>
                    <a:pt x="586083" y="14471"/>
                  </a:lnTo>
                  <a:lnTo>
                    <a:pt x="578269" y="14095"/>
                  </a:lnTo>
                  <a:lnTo>
                    <a:pt x="570454" y="13752"/>
                  </a:lnTo>
                  <a:lnTo>
                    <a:pt x="562640" y="13281"/>
                  </a:lnTo>
                  <a:lnTo>
                    <a:pt x="554825" y="13033"/>
                  </a:lnTo>
                  <a:lnTo>
                    <a:pt x="547011" y="12739"/>
                  </a:lnTo>
                  <a:lnTo>
                    <a:pt x="539196" y="12387"/>
                  </a:lnTo>
                  <a:lnTo>
                    <a:pt x="531382" y="12062"/>
                  </a:lnTo>
                  <a:lnTo>
                    <a:pt x="523568" y="11701"/>
                  </a:lnTo>
                  <a:lnTo>
                    <a:pt x="515753" y="11374"/>
                  </a:lnTo>
                  <a:lnTo>
                    <a:pt x="507939" y="11036"/>
                  </a:lnTo>
                  <a:lnTo>
                    <a:pt x="500124" y="10722"/>
                  </a:lnTo>
                  <a:lnTo>
                    <a:pt x="492310" y="10351"/>
                  </a:lnTo>
                  <a:lnTo>
                    <a:pt x="484495" y="10035"/>
                  </a:lnTo>
                  <a:lnTo>
                    <a:pt x="476681" y="9707"/>
                  </a:lnTo>
                  <a:lnTo>
                    <a:pt x="468866" y="9580"/>
                  </a:lnTo>
                  <a:lnTo>
                    <a:pt x="461052" y="9306"/>
                  </a:lnTo>
                  <a:lnTo>
                    <a:pt x="453238" y="8989"/>
                  </a:lnTo>
                  <a:lnTo>
                    <a:pt x="445423" y="8778"/>
                  </a:lnTo>
                  <a:lnTo>
                    <a:pt x="437609" y="8503"/>
                  </a:lnTo>
                  <a:lnTo>
                    <a:pt x="429794" y="8285"/>
                  </a:lnTo>
                  <a:lnTo>
                    <a:pt x="421980" y="7897"/>
                  </a:lnTo>
                  <a:lnTo>
                    <a:pt x="414165" y="7600"/>
                  </a:lnTo>
                  <a:lnTo>
                    <a:pt x="406351" y="7299"/>
                  </a:lnTo>
                  <a:lnTo>
                    <a:pt x="398536" y="6995"/>
                  </a:lnTo>
                  <a:lnTo>
                    <a:pt x="390722" y="6691"/>
                  </a:lnTo>
                  <a:lnTo>
                    <a:pt x="382907" y="6495"/>
                  </a:lnTo>
                  <a:lnTo>
                    <a:pt x="375093" y="6424"/>
                  </a:lnTo>
                  <a:lnTo>
                    <a:pt x="367279" y="6126"/>
                  </a:lnTo>
                  <a:lnTo>
                    <a:pt x="359464" y="5911"/>
                  </a:lnTo>
                  <a:lnTo>
                    <a:pt x="351650" y="5859"/>
                  </a:lnTo>
                  <a:lnTo>
                    <a:pt x="343835" y="5712"/>
                  </a:lnTo>
                  <a:lnTo>
                    <a:pt x="336021" y="5427"/>
                  </a:lnTo>
                  <a:lnTo>
                    <a:pt x="328206" y="5109"/>
                  </a:lnTo>
                  <a:lnTo>
                    <a:pt x="320392" y="4828"/>
                  </a:lnTo>
                  <a:lnTo>
                    <a:pt x="312577" y="4809"/>
                  </a:lnTo>
                  <a:lnTo>
                    <a:pt x="304763" y="4678"/>
                  </a:lnTo>
                  <a:lnTo>
                    <a:pt x="296949" y="4460"/>
                  </a:lnTo>
                  <a:lnTo>
                    <a:pt x="289134" y="4270"/>
                  </a:lnTo>
                  <a:lnTo>
                    <a:pt x="281320" y="4144"/>
                  </a:lnTo>
                  <a:lnTo>
                    <a:pt x="273505" y="4088"/>
                  </a:lnTo>
                  <a:lnTo>
                    <a:pt x="265691" y="4028"/>
                  </a:lnTo>
                  <a:lnTo>
                    <a:pt x="257876" y="3877"/>
                  </a:lnTo>
                  <a:lnTo>
                    <a:pt x="250062" y="3687"/>
                  </a:lnTo>
                  <a:lnTo>
                    <a:pt x="242247" y="3492"/>
                  </a:lnTo>
                  <a:lnTo>
                    <a:pt x="234433" y="3361"/>
                  </a:lnTo>
                  <a:lnTo>
                    <a:pt x="226619" y="3172"/>
                  </a:lnTo>
                  <a:lnTo>
                    <a:pt x="218804" y="3098"/>
                  </a:lnTo>
                  <a:lnTo>
                    <a:pt x="210990" y="3041"/>
                  </a:lnTo>
                  <a:lnTo>
                    <a:pt x="203175" y="2983"/>
                  </a:lnTo>
                  <a:lnTo>
                    <a:pt x="195361" y="2926"/>
                  </a:lnTo>
                  <a:lnTo>
                    <a:pt x="187546" y="2830"/>
                  </a:lnTo>
                  <a:lnTo>
                    <a:pt x="179732" y="2653"/>
                  </a:lnTo>
                  <a:lnTo>
                    <a:pt x="171917" y="2507"/>
                  </a:lnTo>
                  <a:lnTo>
                    <a:pt x="164103" y="2391"/>
                  </a:lnTo>
                  <a:lnTo>
                    <a:pt x="156288" y="2225"/>
                  </a:lnTo>
                  <a:lnTo>
                    <a:pt x="148474" y="2082"/>
                  </a:lnTo>
                  <a:lnTo>
                    <a:pt x="140660" y="1939"/>
                  </a:lnTo>
                  <a:lnTo>
                    <a:pt x="132845" y="1842"/>
                  </a:lnTo>
                  <a:lnTo>
                    <a:pt x="125031" y="1755"/>
                  </a:lnTo>
                  <a:lnTo>
                    <a:pt x="117216" y="1622"/>
                  </a:lnTo>
                  <a:lnTo>
                    <a:pt x="109402" y="1452"/>
                  </a:lnTo>
                  <a:lnTo>
                    <a:pt x="101587" y="1342"/>
                  </a:lnTo>
                  <a:lnTo>
                    <a:pt x="93773" y="1242"/>
                  </a:lnTo>
                  <a:lnTo>
                    <a:pt x="85958" y="1229"/>
                  </a:lnTo>
                  <a:lnTo>
                    <a:pt x="78144" y="1160"/>
                  </a:lnTo>
                  <a:lnTo>
                    <a:pt x="70330" y="1000"/>
                  </a:lnTo>
                  <a:lnTo>
                    <a:pt x="62515" y="891"/>
                  </a:lnTo>
                  <a:lnTo>
                    <a:pt x="54701" y="803"/>
                  </a:lnTo>
                  <a:lnTo>
                    <a:pt x="46886" y="735"/>
                  </a:lnTo>
                  <a:lnTo>
                    <a:pt x="39072" y="627"/>
                  </a:lnTo>
                  <a:lnTo>
                    <a:pt x="31257" y="492"/>
                  </a:lnTo>
                  <a:lnTo>
                    <a:pt x="23443" y="355"/>
                  </a:lnTo>
                  <a:lnTo>
                    <a:pt x="15628" y="222"/>
                  </a:lnTo>
                  <a:lnTo>
                    <a:pt x="7814" y="16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1223067" y="2701467"/>
              <a:ext cx="2023942" cy="381361"/>
            </a:xfrm>
            <a:custGeom>
              <a:avLst/>
              <a:pathLst>
                <a:path w="2023942" h="381361">
                  <a:moveTo>
                    <a:pt x="0" y="92848"/>
                  </a:moveTo>
                  <a:lnTo>
                    <a:pt x="7814" y="93656"/>
                  </a:lnTo>
                  <a:lnTo>
                    <a:pt x="15628" y="93331"/>
                  </a:lnTo>
                  <a:lnTo>
                    <a:pt x="23443" y="93588"/>
                  </a:lnTo>
                  <a:lnTo>
                    <a:pt x="31257" y="94706"/>
                  </a:lnTo>
                  <a:lnTo>
                    <a:pt x="39072" y="95011"/>
                  </a:lnTo>
                  <a:lnTo>
                    <a:pt x="46886" y="95057"/>
                  </a:lnTo>
                  <a:lnTo>
                    <a:pt x="54701" y="95102"/>
                  </a:lnTo>
                  <a:lnTo>
                    <a:pt x="62515" y="95423"/>
                  </a:lnTo>
                  <a:lnTo>
                    <a:pt x="70330" y="95198"/>
                  </a:lnTo>
                  <a:lnTo>
                    <a:pt x="78144" y="95236"/>
                  </a:lnTo>
                  <a:lnTo>
                    <a:pt x="85958" y="95279"/>
                  </a:lnTo>
                  <a:lnTo>
                    <a:pt x="93773" y="95324"/>
                  </a:lnTo>
                  <a:lnTo>
                    <a:pt x="101587" y="95374"/>
                  </a:lnTo>
                  <a:lnTo>
                    <a:pt x="109402" y="95290"/>
                  </a:lnTo>
                  <a:lnTo>
                    <a:pt x="117216" y="95093"/>
                  </a:lnTo>
                  <a:lnTo>
                    <a:pt x="125031" y="95186"/>
                  </a:lnTo>
                  <a:lnTo>
                    <a:pt x="132845" y="95169"/>
                  </a:lnTo>
                  <a:lnTo>
                    <a:pt x="140660" y="95586"/>
                  </a:lnTo>
                  <a:lnTo>
                    <a:pt x="148474" y="95078"/>
                  </a:lnTo>
                  <a:lnTo>
                    <a:pt x="156288" y="95140"/>
                  </a:lnTo>
                  <a:lnTo>
                    <a:pt x="164103" y="94690"/>
                  </a:lnTo>
                  <a:lnTo>
                    <a:pt x="171917" y="94657"/>
                  </a:lnTo>
                  <a:lnTo>
                    <a:pt x="179732" y="94080"/>
                  </a:lnTo>
                  <a:lnTo>
                    <a:pt x="187546" y="93635"/>
                  </a:lnTo>
                  <a:lnTo>
                    <a:pt x="195361" y="93316"/>
                  </a:lnTo>
                  <a:lnTo>
                    <a:pt x="203175" y="93013"/>
                  </a:lnTo>
                  <a:lnTo>
                    <a:pt x="210990" y="92776"/>
                  </a:lnTo>
                  <a:lnTo>
                    <a:pt x="218804" y="92497"/>
                  </a:lnTo>
                  <a:lnTo>
                    <a:pt x="226619" y="92088"/>
                  </a:lnTo>
                  <a:lnTo>
                    <a:pt x="234433" y="91719"/>
                  </a:lnTo>
                  <a:lnTo>
                    <a:pt x="242247" y="91754"/>
                  </a:lnTo>
                  <a:lnTo>
                    <a:pt x="250062" y="91435"/>
                  </a:lnTo>
                  <a:lnTo>
                    <a:pt x="257876" y="91360"/>
                  </a:lnTo>
                  <a:lnTo>
                    <a:pt x="265691" y="90984"/>
                  </a:lnTo>
                  <a:lnTo>
                    <a:pt x="273505" y="90469"/>
                  </a:lnTo>
                  <a:lnTo>
                    <a:pt x="281320" y="89814"/>
                  </a:lnTo>
                  <a:lnTo>
                    <a:pt x="289134" y="89188"/>
                  </a:lnTo>
                  <a:lnTo>
                    <a:pt x="296949" y="88225"/>
                  </a:lnTo>
                  <a:lnTo>
                    <a:pt x="304763" y="87489"/>
                  </a:lnTo>
                  <a:lnTo>
                    <a:pt x="312577" y="86614"/>
                  </a:lnTo>
                  <a:lnTo>
                    <a:pt x="320392" y="85816"/>
                  </a:lnTo>
                  <a:lnTo>
                    <a:pt x="328206" y="84971"/>
                  </a:lnTo>
                  <a:lnTo>
                    <a:pt x="336021" y="84501"/>
                  </a:lnTo>
                  <a:lnTo>
                    <a:pt x="343835" y="84004"/>
                  </a:lnTo>
                  <a:lnTo>
                    <a:pt x="351650" y="83073"/>
                  </a:lnTo>
                  <a:lnTo>
                    <a:pt x="359464" y="82311"/>
                  </a:lnTo>
                  <a:lnTo>
                    <a:pt x="367279" y="81760"/>
                  </a:lnTo>
                  <a:lnTo>
                    <a:pt x="375093" y="81013"/>
                  </a:lnTo>
                  <a:lnTo>
                    <a:pt x="382907" y="80108"/>
                  </a:lnTo>
                  <a:lnTo>
                    <a:pt x="390722" y="79509"/>
                  </a:lnTo>
                  <a:lnTo>
                    <a:pt x="398536" y="78673"/>
                  </a:lnTo>
                  <a:lnTo>
                    <a:pt x="406351" y="78179"/>
                  </a:lnTo>
                  <a:lnTo>
                    <a:pt x="414165" y="77490"/>
                  </a:lnTo>
                  <a:lnTo>
                    <a:pt x="421980" y="76380"/>
                  </a:lnTo>
                  <a:lnTo>
                    <a:pt x="429794" y="75716"/>
                  </a:lnTo>
                  <a:lnTo>
                    <a:pt x="437609" y="75099"/>
                  </a:lnTo>
                  <a:lnTo>
                    <a:pt x="445423" y="74488"/>
                  </a:lnTo>
                  <a:lnTo>
                    <a:pt x="453238" y="73883"/>
                  </a:lnTo>
                  <a:lnTo>
                    <a:pt x="461052" y="73282"/>
                  </a:lnTo>
                  <a:lnTo>
                    <a:pt x="468866" y="72497"/>
                  </a:lnTo>
                  <a:lnTo>
                    <a:pt x="476681" y="72011"/>
                  </a:lnTo>
                  <a:lnTo>
                    <a:pt x="484495" y="71085"/>
                  </a:lnTo>
                  <a:lnTo>
                    <a:pt x="492310" y="70465"/>
                  </a:lnTo>
                  <a:lnTo>
                    <a:pt x="500124" y="69899"/>
                  </a:lnTo>
                  <a:lnTo>
                    <a:pt x="507939" y="69312"/>
                  </a:lnTo>
                  <a:lnTo>
                    <a:pt x="515753" y="68734"/>
                  </a:lnTo>
                  <a:lnTo>
                    <a:pt x="523568" y="67826"/>
                  </a:lnTo>
                  <a:lnTo>
                    <a:pt x="531382" y="67259"/>
                  </a:lnTo>
                  <a:lnTo>
                    <a:pt x="539196" y="66759"/>
                  </a:lnTo>
                  <a:lnTo>
                    <a:pt x="547011" y="66265"/>
                  </a:lnTo>
                  <a:lnTo>
                    <a:pt x="554825" y="65777"/>
                  </a:lnTo>
                  <a:lnTo>
                    <a:pt x="562640" y="65295"/>
                  </a:lnTo>
                  <a:lnTo>
                    <a:pt x="570454" y="64689"/>
                  </a:lnTo>
                  <a:lnTo>
                    <a:pt x="578269" y="63972"/>
                  </a:lnTo>
                  <a:lnTo>
                    <a:pt x="586083" y="63169"/>
                  </a:lnTo>
                  <a:lnTo>
                    <a:pt x="593898" y="62210"/>
                  </a:lnTo>
                  <a:lnTo>
                    <a:pt x="601712" y="61267"/>
                  </a:lnTo>
                  <a:lnTo>
                    <a:pt x="609526" y="60359"/>
                  </a:lnTo>
                  <a:lnTo>
                    <a:pt x="617341" y="59464"/>
                  </a:lnTo>
                  <a:lnTo>
                    <a:pt x="625155" y="58752"/>
                  </a:lnTo>
                  <a:lnTo>
                    <a:pt x="632970" y="58187"/>
                  </a:lnTo>
                  <a:lnTo>
                    <a:pt x="640784" y="57701"/>
                  </a:lnTo>
                  <a:lnTo>
                    <a:pt x="648599" y="57083"/>
                  </a:lnTo>
                  <a:lnTo>
                    <a:pt x="656413" y="56542"/>
                  </a:lnTo>
                  <a:lnTo>
                    <a:pt x="664228" y="56019"/>
                  </a:lnTo>
                  <a:lnTo>
                    <a:pt x="672042" y="55601"/>
                  </a:lnTo>
                  <a:lnTo>
                    <a:pt x="679857" y="55106"/>
                  </a:lnTo>
                  <a:lnTo>
                    <a:pt x="687671" y="54401"/>
                  </a:lnTo>
                  <a:lnTo>
                    <a:pt x="695485" y="53540"/>
                  </a:lnTo>
                  <a:lnTo>
                    <a:pt x="703300" y="52688"/>
                  </a:lnTo>
                  <a:lnTo>
                    <a:pt x="711114" y="51894"/>
                  </a:lnTo>
                  <a:lnTo>
                    <a:pt x="718929" y="51112"/>
                  </a:lnTo>
                  <a:lnTo>
                    <a:pt x="726743" y="50342"/>
                  </a:lnTo>
                  <a:lnTo>
                    <a:pt x="734558" y="49840"/>
                  </a:lnTo>
                  <a:lnTo>
                    <a:pt x="742372" y="49403"/>
                  </a:lnTo>
                  <a:lnTo>
                    <a:pt x="750187" y="48868"/>
                  </a:lnTo>
                  <a:lnTo>
                    <a:pt x="758001" y="48040"/>
                  </a:lnTo>
                  <a:lnTo>
                    <a:pt x="765815" y="47086"/>
                  </a:lnTo>
                  <a:lnTo>
                    <a:pt x="773630" y="46203"/>
                  </a:lnTo>
                  <a:lnTo>
                    <a:pt x="781444" y="45333"/>
                  </a:lnTo>
                  <a:lnTo>
                    <a:pt x="789259" y="44488"/>
                  </a:lnTo>
                  <a:lnTo>
                    <a:pt x="797073" y="43790"/>
                  </a:lnTo>
                  <a:lnTo>
                    <a:pt x="804888" y="43109"/>
                  </a:lnTo>
                  <a:lnTo>
                    <a:pt x="812702" y="42647"/>
                  </a:lnTo>
                  <a:lnTo>
                    <a:pt x="820517" y="42288"/>
                  </a:lnTo>
                  <a:lnTo>
                    <a:pt x="828331" y="41932"/>
                  </a:lnTo>
                  <a:lnTo>
                    <a:pt x="836145" y="41581"/>
                  </a:lnTo>
                  <a:lnTo>
                    <a:pt x="843960" y="41233"/>
                  </a:lnTo>
                  <a:lnTo>
                    <a:pt x="851774" y="40890"/>
                  </a:lnTo>
                  <a:lnTo>
                    <a:pt x="859589" y="40550"/>
                  </a:lnTo>
                  <a:lnTo>
                    <a:pt x="867403" y="40214"/>
                  </a:lnTo>
                  <a:lnTo>
                    <a:pt x="875218" y="39770"/>
                  </a:lnTo>
                  <a:lnTo>
                    <a:pt x="883032" y="39200"/>
                  </a:lnTo>
                  <a:lnTo>
                    <a:pt x="890847" y="38416"/>
                  </a:lnTo>
                  <a:lnTo>
                    <a:pt x="898661" y="37619"/>
                  </a:lnTo>
                  <a:lnTo>
                    <a:pt x="906476" y="36832"/>
                  </a:lnTo>
                  <a:lnTo>
                    <a:pt x="914290" y="36112"/>
                  </a:lnTo>
                  <a:lnTo>
                    <a:pt x="922104" y="35756"/>
                  </a:lnTo>
                  <a:lnTo>
                    <a:pt x="929919" y="35408"/>
                  </a:lnTo>
                  <a:lnTo>
                    <a:pt x="937733" y="35063"/>
                  </a:lnTo>
                  <a:lnTo>
                    <a:pt x="945548" y="34686"/>
                  </a:lnTo>
                  <a:lnTo>
                    <a:pt x="953362" y="34043"/>
                  </a:lnTo>
                  <a:lnTo>
                    <a:pt x="961177" y="33409"/>
                  </a:lnTo>
                  <a:lnTo>
                    <a:pt x="968991" y="32784"/>
                  </a:lnTo>
                  <a:lnTo>
                    <a:pt x="976806" y="32264"/>
                  </a:lnTo>
                  <a:lnTo>
                    <a:pt x="984620" y="31818"/>
                  </a:lnTo>
                  <a:lnTo>
                    <a:pt x="992434" y="31383"/>
                  </a:lnTo>
                  <a:lnTo>
                    <a:pt x="1000249" y="30952"/>
                  </a:lnTo>
                  <a:lnTo>
                    <a:pt x="1008063" y="30522"/>
                  </a:lnTo>
                  <a:lnTo>
                    <a:pt x="1015878" y="30094"/>
                  </a:lnTo>
                  <a:lnTo>
                    <a:pt x="1023692" y="29670"/>
                  </a:lnTo>
                  <a:lnTo>
                    <a:pt x="1031507" y="29251"/>
                  </a:lnTo>
                  <a:lnTo>
                    <a:pt x="1039321" y="28835"/>
                  </a:lnTo>
                  <a:lnTo>
                    <a:pt x="1047136" y="28427"/>
                  </a:lnTo>
                  <a:lnTo>
                    <a:pt x="1054950" y="28024"/>
                  </a:lnTo>
                  <a:lnTo>
                    <a:pt x="1062765" y="27580"/>
                  </a:lnTo>
                  <a:lnTo>
                    <a:pt x="1070579" y="27223"/>
                  </a:lnTo>
                  <a:lnTo>
                    <a:pt x="1078393" y="26770"/>
                  </a:lnTo>
                  <a:lnTo>
                    <a:pt x="1086208" y="26373"/>
                  </a:lnTo>
                  <a:lnTo>
                    <a:pt x="1094022" y="26045"/>
                  </a:lnTo>
                  <a:lnTo>
                    <a:pt x="1101837" y="25662"/>
                  </a:lnTo>
                  <a:lnTo>
                    <a:pt x="1109651" y="25285"/>
                  </a:lnTo>
                  <a:lnTo>
                    <a:pt x="1117466" y="24912"/>
                  </a:lnTo>
                  <a:lnTo>
                    <a:pt x="1125280" y="24632"/>
                  </a:lnTo>
                  <a:lnTo>
                    <a:pt x="1133095" y="24282"/>
                  </a:lnTo>
                  <a:lnTo>
                    <a:pt x="1140909" y="23908"/>
                  </a:lnTo>
                  <a:lnTo>
                    <a:pt x="1148723" y="23541"/>
                  </a:lnTo>
                  <a:lnTo>
                    <a:pt x="1156538" y="23306"/>
                  </a:lnTo>
                  <a:lnTo>
                    <a:pt x="1164352" y="22904"/>
                  </a:lnTo>
                  <a:lnTo>
                    <a:pt x="1172167" y="22465"/>
                  </a:lnTo>
                  <a:lnTo>
                    <a:pt x="1179981" y="22114"/>
                  </a:lnTo>
                  <a:lnTo>
                    <a:pt x="1187796" y="21782"/>
                  </a:lnTo>
                  <a:lnTo>
                    <a:pt x="1195610" y="21568"/>
                  </a:lnTo>
                  <a:lnTo>
                    <a:pt x="1203425" y="21357"/>
                  </a:lnTo>
                  <a:lnTo>
                    <a:pt x="1211239" y="21149"/>
                  </a:lnTo>
                  <a:lnTo>
                    <a:pt x="1219053" y="20944"/>
                  </a:lnTo>
                  <a:lnTo>
                    <a:pt x="1226868" y="20741"/>
                  </a:lnTo>
                  <a:lnTo>
                    <a:pt x="1234682" y="20540"/>
                  </a:lnTo>
                  <a:lnTo>
                    <a:pt x="1242497" y="20343"/>
                  </a:lnTo>
                  <a:lnTo>
                    <a:pt x="1250311" y="20148"/>
                  </a:lnTo>
                  <a:lnTo>
                    <a:pt x="1258126" y="19961"/>
                  </a:lnTo>
                  <a:lnTo>
                    <a:pt x="1265940" y="19776"/>
                  </a:lnTo>
                  <a:lnTo>
                    <a:pt x="1273755" y="19567"/>
                  </a:lnTo>
                  <a:lnTo>
                    <a:pt x="1281569" y="19225"/>
                  </a:lnTo>
                  <a:lnTo>
                    <a:pt x="1289384" y="18886"/>
                  </a:lnTo>
                  <a:lnTo>
                    <a:pt x="1297198" y="18659"/>
                  </a:lnTo>
                  <a:lnTo>
                    <a:pt x="1305012" y="18571"/>
                  </a:lnTo>
                  <a:lnTo>
                    <a:pt x="1312827" y="18242"/>
                  </a:lnTo>
                  <a:lnTo>
                    <a:pt x="1320641" y="17841"/>
                  </a:lnTo>
                  <a:lnTo>
                    <a:pt x="1328456" y="17456"/>
                  </a:lnTo>
                  <a:lnTo>
                    <a:pt x="1336270" y="17297"/>
                  </a:lnTo>
                  <a:lnTo>
                    <a:pt x="1344085" y="17142"/>
                  </a:lnTo>
                  <a:lnTo>
                    <a:pt x="1351899" y="16931"/>
                  </a:lnTo>
                  <a:lnTo>
                    <a:pt x="1359714" y="16594"/>
                  </a:lnTo>
                  <a:lnTo>
                    <a:pt x="1367528" y="16261"/>
                  </a:lnTo>
                  <a:lnTo>
                    <a:pt x="1375342" y="15933"/>
                  </a:lnTo>
                  <a:lnTo>
                    <a:pt x="1383157" y="15609"/>
                  </a:lnTo>
                  <a:lnTo>
                    <a:pt x="1390971" y="15290"/>
                  </a:lnTo>
                  <a:lnTo>
                    <a:pt x="1398786" y="14974"/>
                  </a:lnTo>
                  <a:lnTo>
                    <a:pt x="1406600" y="14663"/>
                  </a:lnTo>
                  <a:lnTo>
                    <a:pt x="1414415" y="14358"/>
                  </a:lnTo>
                  <a:lnTo>
                    <a:pt x="1422229" y="14060"/>
                  </a:lnTo>
                  <a:lnTo>
                    <a:pt x="1430044" y="13766"/>
                  </a:lnTo>
                  <a:lnTo>
                    <a:pt x="1437858" y="13681"/>
                  </a:lnTo>
                  <a:lnTo>
                    <a:pt x="1445672" y="13601"/>
                  </a:lnTo>
                  <a:lnTo>
                    <a:pt x="1453487" y="13377"/>
                  </a:lnTo>
                  <a:lnTo>
                    <a:pt x="1461301" y="12922"/>
                  </a:lnTo>
                  <a:lnTo>
                    <a:pt x="1469116" y="12470"/>
                  </a:lnTo>
                  <a:lnTo>
                    <a:pt x="1476930" y="12051"/>
                  </a:lnTo>
                  <a:lnTo>
                    <a:pt x="1484745" y="11776"/>
                  </a:lnTo>
                  <a:lnTo>
                    <a:pt x="1492559" y="11510"/>
                  </a:lnTo>
                  <a:lnTo>
                    <a:pt x="1500374" y="11394"/>
                  </a:lnTo>
                  <a:lnTo>
                    <a:pt x="1508188" y="11295"/>
                  </a:lnTo>
                  <a:lnTo>
                    <a:pt x="1516003" y="11197"/>
                  </a:lnTo>
                  <a:lnTo>
                    <a:pt x="1523817" y="10950"/>
                  </a:lnTo>
                  <a:lnTo>
                    <a:pt x="1531631" y="10734"/>
                  </a:lnTo>
                  <a:lnTo>
                    <a:pt x="1539446" y="10586"/>
                  </a:lnTo>
                  <a:lnTo>
                    <a:pt x="1547260" y="10442"/>
                  </a:lnTo>
                  <a:lnTo>
                    <a:pt x="1555075" y="10302"/>
                  </a:lnTo>
                  <a:lnTo>
                    <a:pt x="1562889" y="10164"/>
                  </a:lnTo>
                  <a:lnTo>
                    <a:pt x="1570704" y="10027"/>
                  </a:lnTo>
                  <a:lnTo>
                    <a:pt x="1578518" y="9783"/>
                  </a:lnTo>
                  <a:lnTo>
                    <a:pt x="1586333" y="9543"/>
                  </a:lnTo>
                  <a:lnTo>
                    <a:pt x="1594147" y="9284"/>
                  </a:lnTo>
                  <a:lnTo>
                    <a:pt x="1601961" y="9060"/>
                  </a:lnTo>
                  <a:lnTo>
                    <a:pt x="1609776" y="8837"/>
                  </a:lnTo>
                  <a:lnTo>
                    <a:pt x="1617590" y="8633"/>
                  </a:lnTo>
                  <a:lnTo>
                    <a:pt x="1625405" y="8476"/>
                  </a:lnTo>
                  <a:lnTo>
                    <a:pt x="1633219" y="8258"/>
                  </a:lnTo>
                  <a:lnTo>
                    <a:pt x="1641034" y="8005"/>
                  </a:lnTo>
                  <a:lnTo>
                    <a:pt x="1648848" y="7846"/>
                  </a:lnTo>
                  <a:lnTo>
                    <a:pt x="1656663" y="7507"/>
                  </a:lnTo>
                  <a:lnTo>
                    <a:pt x="1664477" y="7265"/>
                  </a:lnTo>
                  <a:lnTo>
                    <a:pt x="1672291" y="7019"/>
                  </a:lnTo>
                  <a:lnTo>
                    <a:pt x="1680106" y="6866"/>
                  </a:lnTo>
                  <a:lnTo>
                    <a:pt x="1687920" y="6661"/>
                  </a:lnTo>
                  <a:lnTo>
                    <a:pt x="1695735" y="6458"/>
                  </a:lnTo>
                  <a:lnTo>
                    <a:pt x="1703549" y="6257"/>
                  </a:lnTo>
                  <a:lnTo>
                    <a:pt x="1711364" y="6060"/>
                  </a:lnTo>
                  <a:lnTo>
                    <a:pt x="1719178" y="5865"/>
                  </a:lnTo>
                  <a:lnTo>
                    <a:pt x="1726993" y="5672"/>
                  </a:lnTo>
                  <a:lnTo>
                    <a:pt x="1734807" y="5482"/>
                  </a:lnTo>
                  <a:lnTo>
                    <a:pt x="1742622" y="5297"/>
                  </a:lnTo>
                  <a:lnTo>
                    <a:pt x="1750436" y="5113"/>
                  </a:lnTo>
                  <a:lnTo>
                    <a:pt x="1758250" y="4904"/>
                  </a:lnTo>
                  <a:lnTo>
                    <a:pt x="1766065" y="4737"/>
                  </a:lnTo>
                  <a:lnTo>
                    <a:pt x="1773879" y="4629"/>
                  </a:lnTo>
                  <a:lnTo>
                    <a:pt x="1781694" y="4522"/>
                  </a:lnTo>
                  <a:lnTo>
                    <a:pt x="1789508" y="4417"/>
                  </a:lnTo>
                  <a:lnTo>
                    <a:pt x="1797323" y="4223"/>
                  </a:lnTo>
                  <a:lnTo>
                    <a:pt x="1805137" y="3965"/>
                  </a:lnTo>
                  <a:lnTo>
                    <a:pt x="1812952" y="3761"/>
                  </a:lnTo>
                  <a:lnTo>
                    <a:pt x="1820766" y="3703"/>
                  </a:lnTo>
                  <a:lnTo>
                    <a:pt x="1828580" y="3647"/>
                  </a:lnTo>
                  <a:lnTo>
                    <a:pt x="1836395" y="3591"/>
                  </a:lnTo>
                  <a:lnTo>
                    <a:pt x="1844209" y="3523"/>
                  </a:lnTo>
                  <a:lnTo>
                    <a:pt x="1852024" y="3245"/>
                  </a:lnTo>
                  <a:lnTo>
                    <a:pt x="1859838" y="3187"/>
                  </a:lnTo>
                  <a:lnTo>
                    <a:pt x="1867653" y="3111"/>
                  </a:lnTo>
                  <a:lnTo>
                    <a:pt x="1875467" y="2800"/>
                  </a:lnTo>
                  <a:lnTo>
                    <a:pt x="1883282" y="2494"/>
                  </a:lnTo>
                  <a:lnTo>
                    <a:pt x="1891096" y="2312"/>
                  </a:lnTo>
                  <a:lnTo>
                    <a:pt x="1898910" y="2254"/>
                  </a:lnTo>
                  <a:lnTo>
                    <a:pt x="1906725" y="2196"/>
                  </a:lnTo>
                  <a:lnTo>
                    <a:pt x="1914539" y="2140"/>
                  </a:lnTo>
                  <a:lnTo>
                    <a:pt x="1922354" y="2084"/>
                  </a:lnTo>
                  <a:lnTo>
                    <a:pt x="1930168" y="2029"/>
                  </a:lnTo>
                  <a:lnTo>
                    <a:pt x="1937983" y="1883"/>
                  </a:lnTo>
                  <a:lnTo>
                    <a:pt x="1945797" y="1712"/>
                  </a:lnTo>
                  <a:lnTo>
                    <a:pt x="1953612" y="1544"/>
                  </a:lnTo>
                  <a:lnTo>
                    <a:pt x="1961426" y="1376"/>
                  </a:lnTo>
                  <a:lnTo>
                    <a:pt x="1969241" y="1211"/>
                  </a:lnTo>
                  <a:lnTo>
                    <a:pt x="1977055" y="1046"/>
                  </a:lnTo>
                  <a:lnTo>
                    <a:pt x="1984869" y="883"/>
                  </a:lnTo>
                  <a:lnTo>
                    <a:pt x="1992684" y="722"/>
                  </a:lnTo>
                  <a:lnTo>
                    <a:pt x="2000498" y="562"/>
                  </a:lnTo>
                  <a:lnTo>
                    <a:pt x="2008313" y="403"/>
                  </a:lnTo>
                  <a:lnTo>
                    <a:pt x="2016127" y="198"/>
                  </a:lnTo>
                  <a:lnTo>
                    <a:pt x="2023942" y="0"/>
                  </a:lnTo>
                  <a:lnTo>
                    <a:pt x="2023942" y="381361"/>
                  </a:lnTo>
                  <a:lnTo>
                    <a:pt x="2016127" y="380997"/>
                  </a:lnTo>
                  <a:lnTo>
                    <a:pt x="2008313" y="380627"/>
                  </a:lnTo>
                  <a:lnTo>
                    <a:pt x="2000498" y="380253"/>
                  </a:lnTo>
                  <a:lnTo>
                    <a:pt x="1992684" y="379873"/>
                  </a:lnTo>
                  <a:lnTo>
                    <a:pt x="1984869" y="379489"/>
                  </a:lnTo>
                  <a:lnTo>
                    <a:pt x="1977055" y="379099"/>
                  </a:lnTo>
                  <a:lnTo>
                    <a:pt x="1969241" y="378705"/>
                  </a:lnTo>
                  <a:lnTo>
                    <a:pt x="1961426" y="378305"/>
                  </a:lnTo>
                  <a:lnTo>
                    <a:pt x="1953612" y="377896"/>
                  </a:lnTo>
                  <a:lnTo>
                    <a:pt x="1945797" y="377483"/>
                  </a:lnTo>
                  <a:lnTo>
                    <a:pt x="1937983" y="377294"/>
                  </a:lnTo>
                  <a:lnTo>
                    <a:pt x="1930168" y="377145"/>
                  </a:lnTo>
                  <a:lnTo>
                    <a:pt x="1922354" y="376994"/>
                  </a:lnTo>
                  <a:lnTo>
                    <a:pt x="1914539" y="376658"/>
                  </a:lnTo>
                  <a:lnTo>
                    <a:pt x="1906725" y="376086"/>
                  </a:lnTo>
                  <a:lnTo>
                    <a:pt x="1898910" y="375509"/>
                  </a:lnTo>
                  <a:lnTo>
                    <a:pt x="1891096" y="374925"/>
                  </a:lnTo>
                  <a:lnTo>
                    <a:pt x="1883282" y="374335"/>
                  </a:lnTo>
                  <a:lnTo>
                    <a:pt x="1875467" y="373740"/>
                  </a:lnTo>
                  <a:lnTo>
                    <a:pt x="1867653" y="373138"/>
                  </a:lnTo>
                  <a:lnTo>
                    <a:pt x="1859838" y="372564"/>
                  </a:lnTo>
                  <a:lnTo>
                    <a:pt x="1852024" y="372089"/>
                  </a:lnTo>
                  <a:lnTo>
                    <a:pt x="1844209" y="371644"/>
                  </a:lnTo>
                  <a:lnTo>
                    <a:pt x="1836395" y="371226"/>
                  </a:lnTo>
                  <a:lnTo>
                    <a:pt x="1828580" y="370747"/>
                  </a:lnTo>
                  <a:lnTo>
                    <a:pt x="1820766" y="370297"/>
                  </a:lnTo>
                  <a:lnTo>
                    <a:pt x="1812952" y="369841"/>
                  </a:lnTo>
                  <a:lnTo>
                    <a:pt x="1805137" y="369372"/>
                  </a:lnTo>
                  <a:lnTo>
                    <a:pt x="1797323" y="368898"/>
                  </a:lnTo>
                  <a:lnTo>
                    <a:pt x="1789508" y="368418"/>
                  </a:lnTo>
                  <a:lnTo>
                    <a:pt x="1781694" y="367932"/>
                  </a:lnTo>
                  <a:lnTo>
                    <a:pt x="1773879" y="367440"/>
                  </a:lnTo>
                  <a:lnTo>
                    <a:pt x="1766065" y="366942"/>
                  </a:lnTo>
                  <a:lnTo>
                    <a:pt x="1758250" y="366438"/>
                  </a:lnTo>
                  <a:lnTo>
                    <a:pt x="1750436" y="365927"/>
                  </a:lnTo>
                  <a:lnTo>
                    <a:pt x="1742622" y="365439"/>
                  </a:lnTo>
                  <a:lnTo>
                    <a:pt x="1734807" y="365132"/>
                  </a:lnTo>
                  <a:lnTo>
                    <a:pt x="1726993" y="364664"/>
                  </a:lnTo>
                  <a:lnTo>
                    <a:pt x="1719178" y="364281"/>
                  </a:lnTo>
                  <a:lnTo>
                    <a:pt x="1711364" y="363893"/>
                  </a:lnTo>
                  <a:lnTo>
                    <a:pt x="1703549" y="363500"/>
                  </a:lnTo>
                  <a:lnTo>
                    <a:pt x="1695735" y="363095"/>
                  </a:lnTo>
                  <a:lnTo>
                    <a:pt x="1687920" y="362649"/>
                  </a:lnTo>
                  <a:lnTo>
                    <a:pt x="1680106" y="362267"/>
                  </a:lnTo>
                  <a:lnTo>
                    <a:pt x="1672291" y="361858"/>
                  </a:lnTo>
                  <a:lnTo>
                    <a:pt x="1664477" y="361345"/>
                  </a:lnTo>
                  <a:lnTo>
                    <a:pt x="1656663" y="360591"/>
                  </a:lnTo>
                  <a:lnTo>
                    <a:pt x="1648848" y="359826"/>
                  </a:lnTo>
                  <a:lnTo>
                    <a:pt x="1641034" y="359051"/>
                  </a:lnTo>
                  <a:lnTo>
                    <a:pt x="1633219" y="358442"/>
                  </a:lnTo>
                  <a:lnTo>
                    <a:pt x="1625405" y="357906"/>
                  </a:lnTo>
                  <a:lnTo>
                    <a:pt x="1617590" y="357168"/>
                  </a:lnTo>
                  <a:lnTo>
                    <a:pt x="1609776" y="356469"/>
                  </a:lnTo>
                  <a:lnTo>
                    <a:pt x="1601961" y="355993"/>
                  </a:lnTo>
                  <a:lnTo>
                    <a:pt x="1594147" y="355511"/>
                  </a:lnTo>
                  <a:lnTo>
                    <a:pt x="1586333" y="355020"/>
                  </a:lnTo>
                  <a:lnTo>
                    <a:pt x="1578518" y="354517"/>
                  </a:lnTo>
                  <a:lnTo>
                    <a:pt x="1570704" y="354009"/>
                  </a:lnTo>
                  <a:lnTo>
                    <a:pt x="1562889" y="353495"/>
                  </a:lnTo>
                  <a:lnTo>
                    <a:pt x="1555075" y="352976"/>
                  </a:lnTo>
                  <a:lnTo>
                    <a:pt x="1547260" y="352250"/>
                  </a:lnTo>
                  <a:lnTo>
                    <a:pt x="1539446" y="351416"/>
                  </a:lnTo>
                  <a:lnTo>
                    <a:pt x="1531631" y="350575"/>
                  </a:lnTo>
                  <a:lnTo>
                    <a:pt x="1523817" y="349726"/>
                  </a:lnTo>
                  <a:lnTo>
                    <a:pt x="1516003" y="348810"/>
                  </a:lnTo>
                  <a:lnTo>
                    <a:pt x="1508188" y="347885"/>
                  </a:lnTo>
                  <a:lnTo>
                    <a:pt x="1500374" y="346954"/>
                  </a:lnTo>
                  <a:lnTo>
                    <a:pt x="1492559" y="346015"/>
                  </a:lnTo>
                  <a:lnTo>
                    <a:pt x="1484745" y="345378"/>
                  </a:lnTo>
                  <a:lnTo>
                    <a:pt x="1476930" y="344495"/>
                  </a:lnTo>
                  <a:lnTo>
                    <a:pt x="1469116" y="343600"/>
                  </a:lnTo>
                  <a:lnTo>
                    <a:pt x="1461301" y="342689"/>
                  </a:lnTo>
                  <a:lnTo>
                    <a:pt x="1453487" y="341850"/>
                  </a:lnTo>
                  <a:lnTo>
                    <a:pt x="1445672" y="341127"/>
                  </a:lnTo>
                  <a:lnTo>
                    <a:pt x="1437858" y="340396"/>
                  </a:lnTo>
                  <a:lnTo>
                    <a:pt x="1430044" y="339466"/>
                  </a:lnTo>
                  <a:lnTo>
                    <a:pt x="1422229" y="338448"/>
                  </a:lnTo>
                  <a:lnTo>
                    <a:pt x="1414415" y="337509"/>
                  </a:lnTo>
                  <a:lnTo>
                    <a:pt x="1406600" y="336644"/>
                  </a:lnTo>
                  <a:lnTo>
                    <a:pt x="1398786" y="335783"/>
                  </a:lnTo>
                  <a:lnTo>
                    <a:pt x="1390971" y="334970"/>
                  </a:lnTo>
                  <a:lnTo>
                    <a:pt x="1383157" y="334152"/>
                  </a:lnTo>
                  <a:lnTo>
                    <a:pt x="1375342" y="333328"/>
                  </a:lnTo>
                  <a:lnTo>
                    <a:pt x="1367528" y="332494"/>
                  </a:lnTo>
                  <a:lnTo>
                    <a:pt x="1359714" y="331654"/>
                  </a:lnTo>
                  <a:lnTo>
                    <a:pt x="1351899" y="330807"/>
                  </a:lnTo>
                  <a:lnTo>
                    <a:pt x="1344085" y="329954"/>
                  </a:lnTo>
                  <a:lnTo>
                    <a:pt x="1336270" y="329139"/>
                  </a:lnTo>
                  <a:lnTo>
                    <a:pt x="1328456" y="328361"/>
                  </a:lnTo>
                  <a:lnTo>
                    <a:pt x="1320641" y="327650"/>
                  </a:lnTo>
                  <a:lnTo>
                    <a:pt x="1312827" y="326794"/>
                  </a:lnTo>
                  <a:lnTo>
                    <a:pt x="1305012" y="326009"/>
                  </a:lnTo>
                  <a:lnTo>
                    <a:pt x="1297198" y="325217"/>
                  </a:lnTo>
                  <a:lnTo>
                    <a:pt x="1289384" y="324419"/>
                  </a:lnTo>
                  <a:lnTo>
                    <a:pt x="1281569" y="323614"/>
                  </a:lnTo>
                  <a:lnTo>
                    <a:pt x="1273755" y="322803"/>
                  </a:lnTo>
                  <a:lnTo>
                    <a:pt x="1265940" y="321984"/>
                  </a:lnTo>
                  <a:lnTo>
                    <a:pt x="1258126" y="321156"/>
                  </a:lnTo>
                  <a:lnTo>
                    <a:pt x="1250311" y="320321"/>
                  </a:lnTo>
                  <a:lnTo>
                    <a:pt x="1242497" y="319480"/>
                  </a:lnTo>
                  <a:lnTo>
                    <a:pt x="1234682" y="318632"/>
                  </a:lnTo>
                  <a:lnTo>
                    <a:pt x="1226868" y="317777"/>
                  </a:lnTo>
                  <a:lnTo>
                    <a:pt x="1219053" y="316916"/>
                  </a:lnTo>
                  <a:lnTo>
                    <a:pt x="1211239" y="316048"/>
                  </a:lnTo>
                  <a:lnTo>
                    <a:pt x="1203425" y="315163"/>
                  </a:lnTo>
                  <a:lnTo>
                    <a:pt x="1195610" y="314203"/>
                  </a:lnTo>
                  <a:lnTo>
                    <a:pt x="1187796" y="313236"/>
                  </a:lnTo>
                  <a:lnTo>
                    <a:pt x="1179981" y="312258"/>
                  </a:lnTo>
                  <a:lnTo>
                    <a:pt x="1172167" y="311258"/>
                  </a:lnTo>
                  <a:lnTo>
                    <a:pt x="1164352" y="310116"/>
                  </a:lnTo>
                  <a:lnTo>
                    <a:pt x="1156538" y="309236"/>
                  </a:lnTo>
                  <a:lnTo>
                    <a:pt x="1148723" y="308272"/>
                  </a:lnTo>
                  <a:lnTo>
                    <a:pt x="1140909" y="307261"/>
                  </a:lnTo>
                  <a:lnTo>
                    <a:pt x="1133095" y="306397"/>
                  </a:lnTo>
                  <a:lnTo>
                    <a:pt x="1125280" y="305614"/>
                  </a:lnTo>
                  <a:lnTo>
                    <a:pt x="1117466" y="304442"/>
                  </a:lnTo>
                  <a:lnTo>
                    <a:pt x="1109651" y="303128"/>
                  </a:lnTo>
                  <a:lnTo>
                    <a:pt x="1101837" y="302070"/>
                  </a:lnTo>
                  <a:lnTo>
                    <a:pt x="1094022" y="301002"/>
                  </a:lnTo>
                  <a:lnTo>
                    <a:pt x="1086208" y="299927"/>
                  </a:lnTo>
                  <a:lnTo>
                    <a:pt x="1078393" y="298843"/>
                  </a:lnTo>
                  <a:lnTo>
                    <a:pt x="1070579" y="297753"/>
                  </a:lnTo>
                  <a:lnTo>
                    <a:pt x="1062765" y="296510"/>
                  </a:lnTo>
                  <a:lnTo>
                    <a:pt x="1054950" y="295228"/>
                  </a:lnTo>
                  <a:lnTo>
                    <a:pt x="1047136" y="293938"/>
                  </a:lnTo>
                  <a:lnTo>
                    <a:pt x="1039321" y="292639"/>
                  </a:lnTo>
                  <a:lnTo>
                    <a:pt x="1031507" y="291461"/>
                  </a:lnTo>
                  <a:lnTo>
                    <a:pt x="1023692" y="290438"/>
                  </a:lnTo>
                  <a:lnTo>
                    <a:pt x="1015878" y="289416"/>
                  </a:lnTo>
                  <a:lnTo>
                    <a:pt x="1008063" y="288358"/>
                  </a:lnTo>
                  <a:lnTo>
                    <a:pt x="1000249" y="287125"/>
                  </a:lnTo>
                  <a:lnTo>
                    <a:pt x="992434" y="285887"/>
                  </a:lnTo>
                  <a:lnTo>
                    <a:pt x="984620" y="284645"/>
                  </a:lnTo>
                  <a:lnTo>
                    <a:pt x="976806" y="283481"/>
                  </a:lnTo>
                  <a:lnTo>
                    <a:pt x="968991" y="282442"/>
                  </a:lnTo>
                  <a:lnTo>
                    <a:pt x="961177" y="281479"/>
                  </a:lnTo>
                  <a:lnTo>
                    <a:pt x="953362" y="280513"/>
                  </a:lnTo>
                  <a:lnTo>
                    <a:pt x="945548" y="279366"/>
                  </a:lnTo>
                  <a:lnTo>
                    <a:pt x="937733" y="278271"/>
                  </a:lnTo>
                  <a:lnTo>
                    <a:pt x="929919" y="277223"/>
                  </a:lnTo>
                  <a:lnTo>
                    <a:pt x="922104" y="276171"/>
                  </a:lnTo>
                  <a:lnTo>
                    <a:pt x="914290" y="275115"/>
                  </a:lnTo>
                  <a:lnTo>
                    <a:pt x="906476" y="274056"/>
                  </a:lnTo>
                  <a:lnTo>
                    <a:pt x="898661" y="272991"/>
                  </a:lnTo>
                  <a:lnTo>
                    <a:pt x="890847" y="271917"/>
                  </a:lnTo>
                  <a:lnTo>
                    <a:pt x="883032" y="270923"/>
                  </a:lnTo>
                  <a:lnTo>
                    <a:pt x="875218" y="269939"/>
                  </a:lnTo>
                  <a:lnTo>
                    <a:pt x="867403" y="268701"/>
                  </a:lnTo>
                  <a:lnTo>
                    <a:pt x="859589" y="267621"/>
                  </a:lnTo>
                  <a:lnTo>
                    <a:pt x="851774" y="266537"/>
                  </a:lnTo>
                  <a:lnTo>
                    <a:pt x="843960" y="265447"/>
                  </a:lnTo>
                  <a:lnTo>
                    <a:pt x="836145" y="264351"/>
                  </a:lnTo>
                  <a:lnTo>
                    <a:pt x="828331" y="263228"/>
                  </a:lnTo>
                  <a:lnTo>
                    <a:pt x="820517" y="261896"/>
                  </a:lnTo>
                  <a:lnTo>
                    <a:pt x="812702" y="260558"/>
                  </a:lnTo>
                  <a:lnTo>
                    <a:pt x="804888" y="259282"/>
                  </a:lnTo>
                  <a:lnTo>
                    <a:pt x="797073" y="257849"/>
                  </a:lnTo>
                  <a:lnTo>
                    <a:pt x="789259" y="256519"/>
                  </a:lnTo>
                  <a:lnTo>
                    <a:pt x="781444" y="255137"/>
                  </a:lnTo>
                  <a:lnTo>
                    <a:pt x="773630" y="254203"/>
                  </a:lnTo>
                  <a:lnTo>
                    <a:pt x="765815" y="253165"/>
                  </a:lnTo>
                  <a:lnTo>
                    <a:pt x="758001" y="251048"/>
                  </a:lnTo>
                  <a:lnTo>
                    <a:pt x="750187" y="249675"/>
                  </a:lnTo>
                  <a:lnTo>
                    <a:pt x="742372" y="248299"/>
                  </a:lnTo>
                  <a:lnTo>
                    <a:pt x="734558" y="246918"/>
                  </a:lnTo>
                  <a:lnTo>
                    <a:pt x="726743" y="245526"/>
                  </a:lnTo>
                  <a:lnTo>
                    <a:pt x="718929" y="244125"/>
                  </a:lnTo>
                  <a:lnTo>
                    <a:pt x="711114" y="242717"/>
                  </a:lnTo>
                  <a:lnTo>
                    <a:pt x="703300" y="242013"/>
                  </a:lnTo>
                  <a:lnTo>
                    <a:pt x="695485" y="240157"/>
                  </a:lnTo>
                  <a:lnTo>
                    <a:pt x="687671" y="239241"/>
                  </a:lnTo>
                  <a:lnTo>
                    <a:pt x="679857" y="238501"/>
                  </a:lnTo>
                  <a:lnTo>
                    <a:pt x="672042" y="237009"/>
                  </a:lnTo>
                  <a:lnTo>
                    <a:pt x="664228" y="235508"/>
                  </a:lnTo>
                  <a:lnTo>
                    <a:pt x="656413" y="233987"/>
                  </a:lnTo>
                  <a:lnTo>
                    <a:pt x="648599" y="232682"/>
                  </a:lnTo>
                  <a:lnTo>
                    <a:pt x="640784" y="231553"/>
                  </a:lnTo>
                  <a:lnTo>
                    <a:pt x="632970" y="230422"/>
                  </a:lnTo>
                  <a:lnTo>
                    <a:pt x="625155" y="229286"/>
                  </a:lnTo>
                  <a:lnTo>
                    <a:pt x="617341" y="227920"/>
                  </a:lnTo>
                  <a:lnTo>
                    <a:pt x="609526" y="226303"/>
                  </a:lnTo>
                  <a:lnTo>
                    <a:pt x="601712" y="225206"/>
                  </a:lnTo>
                  <a:lnTo>
                    <a:pt x="593898" y="223999"/>
                  </a:lnTo>
                  <a:lnTo>
                    <a:pt x="586083" y="222240"/>
                  </a:lnTo>
                  <a:lnTo>
                    <a:pt x="578269" y="221027"/>
                  </a:lnTo>
                  <a:lnTo>
                    <a:pt x="570454" y="219866"/>
                  </a:lnTo>
                  <a:lnTo>
                    <a:pt x="562640" y="219028"/>
                  </a:lnTo>
                  <a:lnTo>
                    <a:pt x="554825" y="218036"/>
                  </a:lnTo>
                  <a:lnTo>
                    <a:pt x="547011" y="217028"/>
                  </a:lnTo>
                  <a:lnTo>
                    <a:pt x="539196" y="215977"/>
                  </a:lnTo>
                  <a:lnTo>
                    <a:pt x="531382" y="214633"/>
                  </a:lnTo>
                  <a:lnTo>
                    <a:pt x="523568" y="213291"/>
                  </a:lnTo>
                  <a:lnTo>
                    <a:pt x="515753" y="211940"/>
                  </a:lnTo>
                  <a:lnTo>
                    <a:pt x="507939" y="210922"/>
                  </a:lnTo>
                  <a:lnTo>
                    <a:pt x="500124" y="209419"/>
                  </a:lnTo>
                  <a:lnTo>
                    <a:pt x="492310" y="208411"/>
                  </a:lnTo>
                  <a:lnTo>
                    <a:pt x="484495" y="207403"/>
                  </a:lnTo>
                  <a:lnTo>
                    <a:pt x="476681" y="206395"/>
                  </a:lnTo>
                  <a:lnTo>
                    <a:pt x="468866" y="205378"/>
                  </a:lnTo>
                  <a:lnTo>
                    <a:pt x="461052" y="204266"/>
                  </a:lnTo>
                  <a:lnTo>
                    <a:pt x="453238" y="203064"/>
                  </a:lnTo>
                  <a:lnTo>
                    <a:pt x="445423" y="201088"/>
                  </a:lnTo>
                  <a:lnTo>
                    <a:pt x="437609" y="200877"/>
                  </a:lnTo>
                  <a:lnTo>
                    <a:pt x="429794" y="200132"/>
                  </a:lnTo>
                  <a:lnTo>
                    <a:pt x="421980" y="198690"/>
                  </a:lnTo>
                  <a:lnTo>
                    <a:pt x="414165" y="197282"/>
                  </a:lnTo>
                  <a:lnTo>
                    <a:pt x="406351" y="196527"/>
                  </a:lnTo>
                  <a:lnTo>
                    <a:pt x="398536" y="194963"/>
                  </a:lnTo>
                  <a:lnTo>
                    <a:pt x="390722" y="194323"/>
                  </a:lnTo>
                  <a:lnTo>
                    <a:pt x="382907" y="193287"/>
                  </a:lnTo>
                  <a:lnTo>
                    <a:pt x="375093" y="192167"/>
                  </a:lnTo>
                  <a:lnTo>
                    <a:pt x="367279" y="191487"/>
                  </a:lnTo>
                  <a:lnTo>
                    <a:pt x="359464" y="190686"/>
                  </a:lnTo>
                  <a:lnTo>
                    <a:pt x="351650" y="189881"/>
                  </a:lnTo>
                  <a:lnTo>
                    <a:pt x="343835" y="188500"/>
                  </a:lnTo>
                  <a:lnTo>
                    <a:pt x="336021" y="187345"/>
                  </a:lnTo>
                  <a:lnTo>
                    <a:pt x="328206" y="186909"/>
                  </a:lnTo>
                  <a:lnTo>
                    <a:pt x="320392" y="185941"/>
                  </a:lnTo>
                  <a:lnTo>
                    <a:pt x="312577" y="185436"/>
                  </a:lnTo>
                  <a:lnTo>
                    <a:pt x="304763" y="184456"/>
                  </a:lnTo>
                  <a:lnTo>
                    <a:pt x="296949" y="183649"/>
                  </a:lnTo>
                  <a:lnTo>
                    <a:pt x="289134" y="182995"/>
                  </a:lnTo>
                  <a:lnTo>
                    <a:pt x="281320" y="182273"/>
                  </a:lnTo>
                  <a:lnTo>
                    <a:pt x="273505" y="181670"/>
                  </a:lnTo>
                  <a:lnTo>
                    <a:pt x="265691" y="181055"/>
                  </a:lnTo>
                  <a:lnTo>
                    <a:pt x="257876" y="180394"/>
                  </a:lnTo>
                  <a:lnTo>
                    <a:pt x="250062" y="179874"/>
                  </a:lnTo>
                  <a:lnTo>
                    <a:pt x="242247" y="179490"/>
                  </a:lnTo>
                  <a:lnTo>
                    <a:pt x="234433" y="179612"/>
                  </a:lnTo>
                  <a:lnTo>
                    <a:pt x="226619" y="179120"/>
                  </a:lnTo>
                  <a:lnTo>
                    <a:pt x="218804" y="179341"/>
                  </a:lnTo>
                  <a:lnTo>
                    <a:pt x="210990" y="179228"/>
                  </a:lnTo>
                  <a:lnTo>
                    <a:pt x="203175" y="178829"/>
                  </a:lnTo>
                  <a:lnTo>
                    <a:pt x="195361" y="178435"/>
                  </a:lnTo>
                  <a:lnTo>
                    <a:pt x="187546" y="178033"/>
                  </a:lnTo>
                  <a:lnTo>
                    <a:pt x="179732" y="178238"/>
                  </a:lnTo>
                  <a:lnTo>
                    <a:pt x="171917" y="177485"/>
                  </a:lnTo>
                  <a:lnTo>
                    <a:pt x="164103" y="177799"/>
                  </a:lnTo>
                  <a:lnTo>
                    <a:pt x="156288" y="178426"/>
                  </a:lnTo>
                  <a:lnTo>
                    <a:pt x="148474" y="178127"/>
                  </a:lnTo>
                  <a:lnTo>
                    <a:pt x="140660" y="178463"/>
                  </a:lnTo>
                  <a:lnTo>
                    <a:pt x="132845" y="178452"/>
                  </a:lnTo>
                  <a:lnTo>
                    <a:pt x="125031" y="178408"/>
                  </a:lnTo>
                  <a:lnTo>
                    <a:pt x="117216" y="178130"/>
                  </a:lnTo>
                  <a:lnTo>
                    <a:pt x="109402" y="177858"/>
                  </a:lnTo>
                  <a:lnTo>
                    <a:pt x="101587" y="178914"/>
                  </a:lnTo>
                  <a:lnTo>
                    <a:pt x="93773" y="179813"/>
                  </a:lnTo>
                  <a:lnTo>
                    <a:pt x="85958" y="179964"/>
                  </a:lnTo>
                  <a:lnTo>
                    <a:pt x="78144" y="180986"/>
                  </a:lnTo>
                  <a:lnTo>
                    <a:pt x="70330" y="181848"/>
                  </a:lnTo>
                  <a:lnTo>
                    <a:pt x="62515" y="181684"/>
                  </a:lnTo>
                  <a:lnTo>
                    <a:pt x="54701" y="182090"/>
                  </a:lnTo>
                  <a:lnTo>
                    <a:pt x="46886" y="182681"/>
                  </a:lnTo>
                  <a:lnTo>
                    <a:pt x="39072" y="183319"/>
                  </a:lnTo>
                  <a:lnTo>
                    <a:pt x="31257" y="183686"/>
                  </a:lnTo>
                  <a:lnTo>
                    <a:pt x="23443" y="184517"/>
                  </a:lnTo>
                  <a:lnTo>
                    <a:pt x="15628" y="185458"/>
                  </a:lnTo>
                  <a:lnTo>
                    <a:pt x="7814" y="186254"/>
                  </a:lnTo>
                  <a:lnTo>
                    <a:pt x="0" y="187007"/>
                  </a:lnTo>
                  <a:close/>
                </a:path>
              </a:pathLst>
            </a:custGeom>
            <a:solidFill>
              <a:srgbClr val="FFC0CB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8"/>
            <p:cNvSpPr/>
            <p:nvPr/>
          </p:nvSpPr>
          <p:spPr>
            <a:xfrm>
              <a:off x="1223067" y="2701467"/>
              <a:ext cx="2023942" cy="95586"/>
            </a:xfrm>
            <a:custGeom>
              <a:avLst/>
              <a:pathLst>
                <a:path w="2023942" h="95586">
                  <a:moveTo>
                    <a:pt x="0" y="92848"/>
                  </a:moveTo>
                  <a:lnTo>
                    <a:pt x="7814" y="93656"/>
                  </a:lnTo>
                  <a:lnTo>
                    <a:pt x="15628" y="93331"/>
                  </a:lnTo>
                  <a:lnTo>
                    <a:pt x="23443" y="93588"/>
                  </a:lnTo>
                  <a:lnTo>
                    <a:pt x="31257" y="94706"/>
                  </a:lnTo>
                  <a:lnTo>
                    <a:pt x="39072" y="95011"/>
                  </a:lnTo>
                  <a:lnTo>
                    <a:pt x="46886" y="95057"/>
                  </a:lnTo>
                  <a:lnTo>
                    <a:pt x="54701" y="95102"/>
                  </a:lnTo>
                  <a:lnTo>
                    <a:pt x="62515" y="95423"/>
                  </a:lnTo>
                  <a:lnTo>
                    <a:pt x="70330" y="95198"/>
                  </a:lnTo>
                  <a:lnTo>
                    <a:pt x="78144" y="95236"/>
                  </a:lnTo>
                  <a:lnTo>
                    <a:pt x="85958" y="95279"/>
                  </a:lnTo>
                  <a:lnTo>
                    <a:pt x="93773" y="95324"/>
                  </a:lnTo>
                  <a:lnTo>
                    <a:pt x="101587" y="95374"/>
                  </a:lnTo>
                  <a:lnTo>
                    <a:pt x="109402" y="95290"/>
                  </a:lnTo>
                  <a:lnTo>
                    <a:pt x="117216" y="95093"/>
                  </a:lnTo>
                  <a:lnTo>
                    <a:pt x="125031" y="95186"/>
                  </a:lnTo>
                  <a:lnTo>
                    <a:pt x="132845" y="95169"/>
                  </a:lnTo>
                  <a:lnTo>
                    <a:pt x="140660" y="95586"/>
                  </a:lnTo>
                  <a:lnTo>
                    <a:pt x="148474" y="95078"/>
                  </a:lnTo>
                  <a:lnTo>
                    <a:pt x="156288" y="95140"/>
                  </a:lnTo>
                  <a:lnTo>
                    <a:pt x="164103" y="94690"/>
                  </a:lnTo>
                  <a:lnTo>
                    <a:pt x="171917" y="94657"/>
                  </a:lnTo>
                  <a:lnTo>
                    <a:pt x="179732" y="94080"/>
                  </a:lnTo>
                  <a:lnTo>
                    <a:pt x="187546" y="93635"/>
                  </a:lnTo>
                  <a:lnTo>
                    <a:pt x="195361" y="93316"/>
                  </a:lnTo>
                  <a:lnTo>
                    <a:pt x="203175" y="93013"/>
                  </a:lnTo>
                  <a:lnTo>
                    <a:pt x="210990" y="92776"/>
                  </a:lnTo>
                  <a:lnTo>
                    <a:pt x="218804" y="92497"/>
                  </a:lnTo>
                  <a:lnTo>
                    <a:pt x="226619" y="92088"/>
                  </a:lnTo>
                  <a:lnTo>
                    <a:pt x="234433" y="91719"/>
                  </a:lnTo>
                  <a:lnTo>
                    <a:pt x="242247" y="91754"/>
                  </a:lnTo>
                  <a:lnTo>
                    <a:pt x="250062" y="91435"/>
                  </a:lnTo>
                  <a:lnTo>
                    <a:pt x="257876" y="91360"/>
                  </a:lnTo>
                  <a:lnTo>
                    <a:pt x="265691" y="90984"/>
                  </a:lnTo>
                  <a:lnTo>
                    <a:pt x="273505" y="90469"/>
                  </a:lnTo>
                  <a:lnTo>
                    <a:pt x="281320" y="89814"/>
                  </a:lnTo>
                  <a:lnTo>
                    <a:pt x="289134" y="89188"/>
                  </a:lnTo>
                  <a:lnTo>
                    <a:pt x="296949" y="88225"/>
                  </a:lnTo>
                  <a:lnTo>
                    <a:pt x="304763" y="87489"/>
                  </a:lnTo>
                  <a:lnTo>
                    <a:pt x="312577" y="86614"/>
                  </a:lnTo>
                  <a:lnTo>
                    <a:pt x="320392" y="85816"/>
                  </a:lnTo>
                  <a:lnTo>
                    <a:pt x="328206" y="84971"/>
                  </a:lnTo>
                  <a:lnTo>
                    <a:pt x="336021" y="84501"/>
                  </a:lnTo>
                  <a:lnTo>
                    <a:pt x="343835" y="84004"/>
                  </a:lnTo>
                  <a:lnTo>
                    <a:pt x="351650" y="83073"/>
                  </a:lnTo>
                  <a:lnTo>
                    <a:pt x="359464" y="82311"/>
                  </a:lnTo>
                  <a:lnTo>
                    <a:pt x="367279" y="81760"/>
                  </a:lnTo>
                  <a:lnTo>
                    <a:pt x="375093" y="81013"/>
                  </a:lnTo>
                  <a:lnTo>
                    <a:pt x="382907" y="80108"/>
                  </a:lnTo>
                  <a:lnTo>
                    <a:pt x="390722" y="79509"/>
                  </a:lnTo>
                  <a:lnTo>
                    <a:pt x="398536" y="78673"/>
                  </a:lnTo>
                  <a:lnTo>
                    <a:pt x="406351" y="78179"/>
                  </a:lnTo>
                  <a:lnTo>
                    <a:pt x="414165" y="77490"/>
                  </a:lnTo>
                  <a:lnTo>
                    <a:pt x="421980" y="76380"/>
                  </a:lnTo>
                  <a:lnTo>
                    <a:pt x="429794" y="75716"/>
                  </a:lnTo>
                  <a:lnTo>
                    <a:pt x="437609" y="75099"/>
                  </a:lnTo>
                  <a:lnTo>
                    <a:pt x="445423" y="74488"/>
                  </a:lnTo>
                  <a:lnTo>
                    <a:pt x="453238" y="73883"/>
                  </a:lnTo>
                  <a:lnTo>
                    <a:pt x="461052" y="73282"/>
                  </a:lnTo>
                  <a:lnTo>
                    <a:pt x="468866" y="72497"/>
                  </a:lnTo>
                  <a:lnTo>
                    <a:pt x="476681" y="72011"/>
                  </a:lnTo>
                  <a:lnTo>
                    <a:pt x="484495" y="71085"/>
                  </a:lnTo>
                  <a:lnTo>
                    <a:pt x="492310" y="70465"/>
                  </a:lnTo>
                  <a:lnTo>
                    <a:pt x="500124" y="69899"/>
                  </a:lnTo>
                  <a:lnTo>
                    <a:pt x="507939" y="69312"/>
                  </a:lnTo>
                  <a:lnTo>
                    <a:pt x="515753" y="68734"/>
                  </a:lnTo>
                  <a:lnTo>
                    <a:pt x="523568" y="67826"/>
                  </a:lnTo>
                  <a:lnTo>
                    <a:pt x="531382" y="67259"/>
                  </a:lnTo>
                  <a:lnTo>
                    <a:pt x="539196" y="66759"/>
                  </a:lnTo>
                  <a:lnTo>
                    <a:pt x="547011" y="66265"/>
                  </a:lnTo>
                  <a:lnTo>
                    <a:pt x="554825" y="65777"/>
                  </a:lnTo>
                  <a:lnTo>
                    <a:pt x="562640" y="65295"/>
                  </a:lnTo>
                  <a:lnTo>
                    <a:pt x="570454" y="64689"/>
                  </a:lnTo>
                  <a:lnTo>
                    <a:pt x="578269" y="63972"/>
                  </a:lnTo>
                  <a:lnTo>
                    <a:pt x="586083" y="63169"/>
                  </a:lnTo>
                  <a:lnTo>
                    <a:pt x="593898" y="62210"/>
                  </a:lnTo>
                  <a:lnTo>
                    <a:pt x="601712" y="61267"/>
                  </a:lnTo>
                  <a:lnTo>
                    <a:pt x="609526" y="60359"/>
                  </a:lnTo>
                  <a:lnTo>
                    <a:pt x="617341" y="59464"/>
                  </a:lnTo>
                  <a:lnTo>
                    <a:pt x="625155" y="58752"/>
                  </a:lnTo>
                  <a:lnTo>
                    <a:pt x="632970" y="58187"/>
                  </a:lnTo>
                  <a:lnTo>
                    <a:pt x="640784" y="57701"/>
                  </a:lnTo>
                  <a:lnTo>
                    <a:pt x="648599" y="57083"/>
                  </a:lnTo>
                  <a:lnTo>
                    <a:pt x="656413" y="56542"/>
                  </a:lnTo>
                  <a:lnTo>
                    <a:pt x="664228" y="56019"/>
                  </a:lnTo>
                  <a:lnTo>
                    <a:pt x="672042" y="55601"/>
                  </a:lnTo>
                  <a:lnTo>
                    <a:pt x="679857" y="55106"/>
                  </a:lnTo>
                  <a:lnTo>
                    <a:pt x="687671" y="54401"/>
                  </a:lnTo>
                  <a:lnTo>
                    <a:pt x="695485" y="53540"/>
                  </a:lnTo>
                  <a:lnTo>
                    <a:pt x="703300" y="52688"/>
                  </a:lnTo>
                  <a:lnTo>
                    <a:pt x="711114" y="51894"/>
                  </a:lnTo>
                  <a:lnTo>
                    <a:pt x="718929" y="51112"/>
                  </a:lnTo>
                  <a:lnTo>
                    <a:pt x="726743" y="50342"/>
                  </a:lnTo>
                  <a:lnTo>
                    <a:pt x="734558" y="49840"/>
                  </a:lnTo>
                  <a:lnTo>
                    <a:pt x="742372" y="49403"/>
                  </a:lnTo>
                  <a:lnTo>
                    <a:pt x="750187" y="48868"/>
                  </a:lnTo>
                  <a:lnTo>
                    <a:pt x="758001" y="48040"/>
                  </a:lnTo>
                  <a:lnTo>
                    <a:pt x="765815" y="47086"/>
                  </a:lnTo>
                  <a:lnTo>
                    <a:pt x="773630" y="46203"/>
                  </a:lnTo>
                  <a:lnTo>
                    <a:pt x="781444" y="45333"/>
                  </a:lnTo>
                  <a:lnTo>
                    <a:pt x="789259" y="44488"/>
                  </a:lnTo>
                  <a:lnTo>
                    <a:pt x="797073" y="43790"/>
                  </a:lnTo>
                  <a:lnTo>
                    <a:pt x="804888" y="43109"/>
                  </a:lnTo>
                  <a:lnTo>
                    <a:pt x="812702" y="42647"/>
                  </a:lnTo>
                  <a:lnTo>
                    <a:pt x="820517" y="42288"/>
                  </a:lnTo>
                  <a:lnTo>
                    <a:pt x="828331" y="41932"/>
                  </a:lnTo>
                  <a:lnTo>
                    <a:pt x="836145" y="41581"/>
                  </a:lnTo>
                  <a:lnTo>
                    <a:pt x="843960" y="41233"/>
                  </a:lnTo>
                  <a:lnTo>
                    <a:pt x="851774" y="40890"/>
                  </a:lnTo>
                  <a:lnTo>
                    <a:pt x="859589" y="40550"/>
                  </a:lnTo>
                  <a:lnTo>
                    <a:pt x="867403" y="40214"/>
                  </a:lnTo>
                  <a:lnTo>
                    <a:pt x="875218" y="39770"/>
                  </a:lnTo>
                  <a:lnTo>
                    <a:pt x="883032" y="39200"/>
                  </a:lnTo>
                  <a:lnTo>
                    <a:pt x="890847" y="38416"/>
                  </a:lnTo>
                  <a:lnTo>
                    <a:pt x="898661" y="37619"/>
                  </a:lnTo>
                  <a:lnTo>
                    <a:pt x="906476" y="36832"/>
                  </a:lnTo>
                  <a:lnTo>
                    <a:pt x="914290" y="36112"/>
                  </a:lnTo>
                  <a:lnTo>
                    <a:pt x="922104" y="35756"/>
                  </a:lnTo>
                  <a:lnTo>
                    <a:pt x="929919" y="35408"/>
                  </a:lnTo>
                  <a:lnTo>
                    <a:pt x="937733" y="35063"/>
                  </a:lnTo>
                  <a:lnTo>
                    <a:pt x="945548" y="34686"/>
                  </a:lnTo>
                  <a:lnTo>
                    <a:pt x="953362" y="34043"/>
                  </a:lnTo>
                  <a:lnTo>
                    <a:pt x="961177" y="33409"/>
                  </a:lnTo>
                  <a:lnTo>
                    <a:pt x="968991" y="32784"/>
                  </a:lnTo>
                  <a:lnTo>
                    <a:pt x="976806" y="32264"/>
                  </a:lnTo>
                  <a:lnTo>
                    <a:pt x="984620" y="31818"/>
                  </a:lnTo>
                  <a:lnTo>
                    <a:pt x="992434" y="31383"/>
                  </a:lnTo>
                  <a:lnTo>
                    <a:pt x="1000249" y="30952"/>
                  </a:lnTo>
                  <a:lnTo>
                    <a:pt x="1008063" y="30522"/>
                  </a:lnTo>
                  <a:lnTo>
                    <a:pt x="1015878" y="30094"/>
                  </a:lnTo>
                  <a:lnTo>
                    <a:pt x="1023692" y="29670"/>
                  </a:lnTo>
                  <a:lnTo>
                    <a:pt x="1031507" y="29251"/>
                  </a:lnTo>
                  <a:lnTo>
                    <a:pt x="1039321" y="28835"/>
                  </a:lnTo>
                  <a:lnTo>
                    <a:pt x="1047136" y="28427"/>
                  </a:lnTo>
                  <a:lnTo>
                    <a:pt x="1054950" y="28024"/>
                  </a:lnTo>
                  <a:lnTo>
                    <a:pt x="1062765" y="27580"/>
                  </a:lnTo>
                  <a:lnTo>
                    <a:pt x="1070579" y="27223"/>
                  </a:lnTo>
                  <a:lnTo>
                    <a:pt x="1078393" y="26770"/>
                  </a:lnTo>
                  <a:lnTo>
                    <a:pt x="1086208" y="26373"/>
                  </a:lnTo>
                  <a:lnTo>
                    <a:pt x="1094022" y="26045"/>
                  </a:lnTo>
                  <a:lnTo>
                    <a:pt x="1101837" y="25662"/>
                  </a:lnTo>
                  <a:lnTo>
                    <a:pt x="1109651" y="25285"/>
                  </a:lnTo>
                  <a:lnTo>
                    <a:pt x="1117466" y="24912"/>
                  </a:lnTo>
                  <a:lnTo>
                    <a:pt x="1125280" y="24632"/>
                  </a:lnTo>
                  <a:lnTo>
                    <a:pt x="1133095" y="24282"/>
                  </a:lnTo>
                  <a:lnTo>
                    <a:pt x="1140909" y="23908"/>
                  </a:lnTo>
                  <a:lnTo>
                    <a:pt x="1148723" y="23541"/>
                  </a:lnTo>
                  <a:lnTo>
                    <a:pt x="1156538" y="23306"/>
                  </a:lnTo>
                  <a:lnTo>
                    <a:pt x="1164352" y="22904"/>
                  </a:lnTo>
                  <a:lnTo>
                    <a:pt x="1172167" y="22465"/>
                  </a:lnTo>
                  <a:lnTo>
                    <a:pt x="1179981" y="22114"/>
                  </a:lnTo>
                  <a:lnTo>
                    <a:pt x="1187796" y="21782"/>
                  </a:lnTo>
                  <a:lnTo>
                    <a:pt x="1195610" y="21568"/>
                  </a:lnTo>
                  <a:lnTo>
                    <a:pt x="1203425" y="21357"/>
                  </a:lnTo>
                  <a:lnTo>
                    <a:pt x="1211239" y="21149"/>
                  </a:lnTo>
                  <a:lnTo>
                    <a:pt x="1219053" y="20944"/>
                  </a:lnTo>
                  <a:lnTo>
                    <a:pt x="1226868" y="20741"/>
                  </a:lnTo>
                  <a:lnTo>
                    <a:pt x="1234682" y="20540"/>
                  </a:lnTo>
                  <a:lnTo>
                    <a:pt x="1242497" y="20343"/>
                  </a:lnTo>
                  <a:lnTo>
                    <a:pt x="1250311" y="20148"/>
                  </a:lnTo>
                  <a:lnTo>
                    <a:pt x="1258126" y="19961"/>
                  </a:lnTo>
                  <a:lnTo>
                    <a:pt x="1265940" y="19776"/>
                  </a:lnTo>
                  <a:lnTo>
                    <a:pt x="1273755" y="19567"/>
                  </a:lnTo>
                  <a:lnTo>
                    <a:pt x="1281569" y="19225"/>
                  </a:lnTo>
                  <a:lnTo>
                    <a:pt x="1289384" y="18886"/>
                  </a:lnTo>
                  <a:lnTo>
                    <a:pt x="1297198" y="18659"/>
                  </a:lnTo>
                  <a:lnTo>
                    <a:pt x="1305012" y="18571"/>
                  </a:lnTo>
                  <a:lnTo>
                    <a:pt x="1312827" y="18242"/>
                  </a:lnTo>
                  <a:lnTo>
                    <a:pt x="1320641" y="17841"/>
                  </a:lnTo>
                  <a:lnTo>
                    <a:pt x="1328456" y="17456"/>
                  </a:lnTo>
                  <a:lnTo>
                    <a:pt x="1336270" y="17297"/>
                  </a:lnTo>
                  <a:lnTo>
                    <a:pt x="1344085" y="17142"/>
                  </a:lnTo>
                  <a:lnTo>
                    <a:pt x="1351899" y="16931"/>
                  </a:lnTo>
                  <a:lnTo>
                    <a:pt x="1359714" y="16594"/>
                  </a:lnTo>
                  <a:lnTo>
                    <a:pt x="1367528" y="16261"/>
                  </a:lnTo>
                  <a:lnTo>
                    <a:pt x="1375342" y="15933"/>
                  </a:lnTo>
                  <a:lnTo>
                    <a:pt x="1383157" y="15609"/>
                  </a:lnTo>
                  <a:lnTo>
                    <a:pt x="1390971" y="15290"/>
                  </a:lnTo>
                  <a:lnTo>
                    <a:pt x="1398786" y="14974"/>
                  </a:lnTo>
                  <a:lnTo>
                    <a:pt x="1406600" y="14663"/>
                  </a:lnTo>
                  <a:lnTo>
                    <a:pt x="1414415" y="14358"/>
                  </a:lnTo>
                  <a:lnTo>
                    <a:pt x="1422229" y="14060"/>
                  </a:lnTo>
                  <a:lnTo>
                    <a:pt x="1430044" y="13766"/>
                  </a:lnTo>
                  <a:lnTo>
                    <a:pt x="1437858" y="13681"/>
                  </a:lnTo>
                  <a:lnTo>
                    <a:pt x="1445672" y="13601"/>
                  </a:lnTo>
                  <a:lnTo>
                    <a:pt x="1453487" y="13377"/>
                  </a:lnTo>
                  <a:lnTo>
                    <a:pt x="1461301" y="12922"/>
                  </a:lnTo>
                  <a:lnTo>
                    <a:pt x="1469116" y="12470"/>
                  </a:lnTo>
                  <a:lnTo>
                    <a:pt x="1476930" y="12051"/>
                  </a:lnTo>
                  <a:lnTo>
                    <a:pt x="1484745" y="11776"/>
                  </a:lnTo>
                  <a:lnTo>
                    <a:pt x="1492559" y="11510"/>
                  </a:lnTo>
                  <a:lnTo>
                    <a:pt x="1500374" y="11394"/>
                  </a:lnTo>
                  <a:lnTo>
                    <a:pt x="1508188" y="11295"/>
                  </a:lnTo>
                  <a:lnTo>
                    <a:pt x="1516003" y="11197"/>
                  </a:lnTo>
                  <a:lnTo>
                    <a:pt x="1523817" y="10950"/>
                  </a:lnTo>
                  <a:lnTo>
                    <a:pt x="1531631" y="10734"/>
                  </a:lnTo>
                  <a:lnTo>
                    <a:pt x="1539446" y="10586"/>
                  </a:lnTo>
                  <a:lnTo>
                    <a:pt x="1547260" y="10442"/>
                  </a:lnTo>
                  <a:lnTo>
                    <a:pt x="1555075" y="10302"/>
                  </a:lnTo>
                  <a:lnTo>
                    <a:pt x="1562889" y="10164"/>
                  </a:lnTo>
                  <a:lnTo>
                    <a:pt x="1570704" y="10027"/>
                  </a:lnTo>
                  <a:lnTo>
                    <a:pt x="1578518" y="9783"/>
                  </a:lnTo>
                  <a:lnTo>
                    <a:pt x="1586333" y="9543"/>
                  </a:lnTo>
                  <a:lnTo>
                    <a:pt x="1594147" y="9284"/>
                  </a:lnTo>
                  <a:lnTo>
                    <a:pt x="1601961" y="9060"/>
                  </a:lnTo>
                  <a:lnTo>
                    <a:pt x="1609776" y="8837"/>
                  </a:lnTo>
                  <a:lnTo>
                    <a:pt x="1617590" y="8633"/>
                  </a:lnTo>
                  <a:lnTo>
                    <a:pt x="1625405" y="8476"/>
                  </a:lnTo>
                  <a:lnTo>
                    <a:pt x="1633219" y="8258"/>
                  </a:lnTo>
                  <a:lnTo>
                    <a:pt x="1641034" y="8005"/>
                  </a:lnTo>
                  <a:lnTo>
                    <a:pt x="1648848" y="7846"/>
                  </a:lnTo>
                  <a:lnTo>
                    <a:pt x="1656663" y="7507"/>
                  </a:lnTo>
                  <a:lnTo>
                    <a:pt x="1664477" y="7265"/>
                  </a:lnTo>
                  <a:lnTo>
                    <a:pt x="1672291" y="7019"/>
                  </a:lnTo>
                  <a:lnTo>
                    <a:pt x="1680106" y="6866"/>
                  </a:lnTo>
                  <a:lnTo>
                    <a:pt x="1687920" y="6661"/>
                  </a:lnTo>
                  <a:lnTo>
                    <a:pt x="1695735" y="6458"/>
                  </a:lnTo>
                  <a:lnTo>
                    <a:pt x="1703549" y="6257"/>
                  </a:lnTo>
                  <a:lnTo>
                    <a:pt x="1711364" y="6060"/>
                  </a:lnTo>
                  <a:lnTo>
                    <a:pt x="1719178" y="5865"/>
                  </a:lnTo>
                  <a:lnTo>
                    <a:pt x="1726993" y="5672"/>
                  </a:lnTo>
                  <a:lnTo>
                    <a:pt x="1734807" y="5482"/>
                  </a:lnTo>
                  <a:lnTo>
                    <a:pt x="1742622" y="5297"/>
                  </a:lnTo>
                  <a:lnTo>
                    <a:pt x="1750436" y="5113"/>
                  </a:lnTo>
                  <a:lnTo>
                    <a:pt x="1758250" y="4904"/>
                  </a:lnTo>
                  <a:lnTo>
                    <a:pt x="1766065" y="4737"/>
                  </a:lnTo>
                  <a:lnTo>
                    <a:pt x="1773879" y="4629"/>
                  </a:lnTo>
                  <a:lnTo>
                    <a:pt x="1781694" y="4522"/>
                  </a:lnTo>
                  <a:lnTo>
                    <a:pt x="1789508" y="4417"/>
                  </a:lnTo>
                  <a:lnTo>
                    <a:pt x="1797323" y="4223"/>
                  </a:lnTo>
                  <a:lnTo>
                    <a:pt x="1805137" y="3965"/>
                  </a:lnTo>
                  <a:lnTo>
                    <a:pt x="1812952" y="3761"/>
                  </a:lnTo>
                  <a:lnTo>
                    <a:pt x="1820766" y="3703"/>
                  </a:lnTo>
                  <a:lnTo>
                    <a:pt x="1828580" y="3647"/>
                  </a:lnTo>
                  <a:lnTo>
                    <a:pt x="1836395" y="3591"/>
                  </a:lnTo>
                  <a:lnTo>
                    <a:pt x="1844209" y="3523"/>
                  </a:lnTo>
                  <a:lnTo>
                    <a:pt x="1852024" y="3245"/>
                  </a:lnTo>
                  <a:lnTo>
                    <a:pt x="1859838" y="3187"/>
                  </a:lnTo>
                  <a:lnTo>
                    <a:pt x="1867653" y="3111"/>
                  </a:lnTo>
                  <a:lnTo>
                    <a:pt x="1875467" y="2800"/>
                  </a:lnTo>
                  <a:lnTo>
                    <a:pt x="1883282" y="2494"/>
                  </a:lnTo>
                  <a:lnTo>
                    <a:pt x="1891096" y="2312"/>
                  </a:lnTo>
                  <a:lnTo>
                    <a:pt x="1898910" y="2254"/>
                  </a:lnTo>
                  <a:lnTo>
                    <a:pt x="1906725" y="2196"/>
                  </a:lnTo>
                  <a:lnTo>
                    <a:pt x="1914539" y="2140"/>
                  </a:lnTo>
                  <a:lnTo>
                    <a:pt x="1922354" y="2084"/>
                  </a:lnTo>
                  <a:lnTo>
                    <a:pt x="1930168" y="2029"/>
                  </a:lnTo>
                  <a:lnTo>
                    <a:pt x="1937983" y="1883"/>
                  </a:lnTo>
                  <a:lnTo>
                    <a:pt x="1945797" y="1712"/>
                  </a:lnTo>
                  <a:lnTo>
                    <a:pt x="1953612" y="1544"/>
                  </a:lnTo>
                  <a:lnTo>
                    <a:pt x="1961426" y="1376"/>
                  </a:lnTo>
                  <a:lnTo>
                    <a:pt x="1969241" y="1211"/>
                  </a:lnTo>
                  <a:lnTo>
                    <a:pt x="1977055" y="1046"/>
                  </a:lnTo>
                  <a:lnTo>
                    <a:pt x="1984869" y="883"/>
                  </a:lnTo>
                  <a:lnTo>
                    <a:pt x="1992684" y="722"/>
                  </a:lnTo>
                  <a:lnTo>
                    <a:pt x="2000498" y="562"/>
                  </a:lnTo>
                  <a:lnTo>
                    <a:pt x="2008313" y="403"/>
                  </a:lnTo>
                  <a:lnTo>
                    <a:pt x="2016127" y="198"/>
                  </a:lnTo>
                  <a:lnTo>
                    <a:pt x="202394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29"/>
            <p:cNvSpPr/>
            <p:nvPr/>
          </p:nvSpPr>
          <p:spPr>
            <a:xfrm>
              <a:off x="1223067" y="2878953"/>
              <a:ext cx="2023942" cy="203876"/>
            </a:xfrm>
            <a:custGeom>
              <a:avLst/>
              <a:pathLst>
                <a:path w="2023942" h="203876">
                  <a:moveTo>
                    <a:pt x="2023942" y="203876"/>
                  </a:moveTo>
                  <a:lnTo>
                    <a:pt x="2016127" y="203511"/>
                  </a:lnTo>
                  <a:lnTo>
                    <a:pt x="2008313" y="203142"/>
                  </a:lnTo>
                  <a:lnTo>
                    <a:pt x="2000498" y="202767"/>
                  </a:lnTo>
                  <a:lnTo>
                    <a:pt x="1992684" y="202388"/>
                  </a:lnTo>
                  <a:lnTo>
                    <a:pt x="1984869" y="202004"/>
                  </a:lnTo>
                  <a:lnTo>
                    <a:pt x="1977055" y="201614"/>
                  </a:lnTo>
                  <a:lnTo>
                    <a:pt x="1969241" y="201219"/>
                  </a:lnTo>
                  <a:lnTo>
                    <a:pt x="1961426" y="200819"/>
                  </a:lnTo>
                  <a:lnTo>
                    <a:pt x="1953612" y="200411"/>
                  </a:lnTo>
                  <a:lnTo>
                    <a:pt x="1945797" y="199997"/>
                  </a:lnTo>
                  <a:lnTo>
                    <a:pt x="1937983" y="199809"/>
                  </a:lnTo>
                  <a:lnTo>
                    <a:pt x="1930168" y="199660"/>
                  </a:lnTo>
                  <a:lnTo>
                    <a:pt x="1922354" y="199509"/>
                  </a:lnTo>
                  <a:lnTo>
                    <a:pt x="1914539" y="199172"/>
                  </a:lnTo>
                  <a:lnTo>
                    <a:pt x="1906725" y="198601"/>
                  </a:lnTo>
                  <a:lnTo>
                    <a:pt x="1898910" y="198023"/>
                  </a:lnTo>
                  <a:lnTo>
                    <a:pt x="1891096" y="197440"/>
                  </a:lnTo>
                  <a:lnTo>
                    <a:pt x="1883282" y="196850"/>
                  </a:lnTo>
                  <a:lnTo>
                    <a:pt x="1875467" y="196254"/>
                  </a:lnTo>
                  <a:lnTo>
                    <a:pt x="1867653" y="195652"/>
                  </a:lnTo>
                  <a:lnTo>
                    <a:pt x="1859838" y="195079"/>
                  </a:lnTo>
                  <a:lnTo>
                    <a:pt x="1852024" y="194604"/>
                  </a:lnTo>
                  <a:lnTo>
                    <a:pt x="1844209" y="194158"/>
                  </a:lnTo>
                  <a:lnTo>
                    <a:pt x="1836395" y="193741"/>
                  </a:lnTo>
                  <a:lnTo>
                    <a:pt x="1828580" y="193262"/>
                  </a:lnTo>
                  <a:lnTo>
                    <a:pt x="1820766" y="192812"/>
                  </a:lnTo>
                  <a:lnTo>
                    <a:pt x="1812952" y="192355"/>
                  </a:lnTo>
                  <a:lnTo>
                    <a:pt x="1805137" y="191887"/>
                  </a:lnTo>
                  <a:lnTo>
                    <a:pt x="1797323" y="191413"/>
                  </a:lnTo>
                  <a:lnTo>
                    <a:pt x="1789508" y="190933"/>
                  </a:lnTo>
                  <a:lnTo>
                    <a:pt x="1781694" y="190447"/>
                  </a:lnTo>
                  <a:lnTo>
                    <a:pt x="1773879" y="189955"/>
                  </a:lnTo>
                  <a:lnTo>
                    <a:pt x="1766065" y="189457"/>
                  </a:lnTo>
                  <a:lnTo>
                    <a:pt x="1758250" y="188953"/>
                  </a:lnTo>
                  <a:lnTo>
                    <a:pt x="1750436" y="188442"/>
                  </a:lnTo>
                  <a:lnTo>
                    <a:pt x="1742622" y="187954"/>
                  </a:lnTo>
                  <a:lnTo>
                    <a:pt x="1734807" y="187647"/>
                  </a:lnTo>
                  <a:lnTo>
                    <a:pt x="1726993" y="187178"/>
                  </a:lnTo>
                  <a:lnTo>
                    <a:pt x="1719178" y="186796"/>
                  </a:lnTo>
                  <a:lnTo>
                    <a:pt x="1711364" y="186408"/>
                  </a:lnTo>
                  <a:lnTo>
                    <a:pt x="1703549" y="186015"/>
                  </a:lnTo>
                  <a:lnTo>
                    <a:pt x="1695735" y="185610"/>
                  </a:lnTo>
                  <a:lnTo>
                    <a:pt x="1687920" y="185163"/>
                  </a:lnTo>
                  <a:lnTo>
                    <a:pt x="1680106" y="184781"/>
                  </a:lnTo>
                  <a:lnTo>
                    <a:pt x="1672291" y="184373"/>
                  </a:lnTo>
                  <a:lnTo>
                    <a:pt x="1664477" y="183860"/>
                  </a:lnTo>
                  <a:lnTo>
                    <a:pt x="1656663" y="183105"/>
                  </a:lnTo>
                  <a:lnTo>
                    <a:pt x="1648848" y="182340"/>
                  </a:lnTo>
                  <a:lnTo>
                    <a:pt x="1641034" y="181566"/>
                  </a:lnTo>
                  <a:lnTo>
                    <a:pt x="1633219" y="180956"/>
                  </a:lnTo>
                  <a:lnTo>
                    <a:pt x="1625405" y="180421"/>
                  </a:lnTo>
                  <a:lnTo>
                    <a:pt x="1617590" y="179683"/>
                  </a:lnTo>
                  <a:lnTo>
                    <a:pt x="1609776" y="178984"/>
                  </a:lnTo>
                  <a:lnTo>
                    <a:pt x="1601961" y="178507"/>
                  </a:lnTo>
                  <a:lnTo>
                    <a:pt x="1594147" y="178026"/>
                  </a:lnTo>
                  <a:lnTo>
                    <a:pt x="1586333" y="177535"/>
                  </a:lnTo>
                  <a:lnTo>
                    <a:pt x="1578518" y="177032"/>
                  </a:lnTo>
                  <a:lnTo>
                    <a:pt x="1570704" y="176523"/>
                  </a:lnTo>
                  <a:lnTo>
                    <a:pt x="1562889" y="176010"/>
                  </a:lnTo>
                  <a:lnTo>
                    <a:pt x="1555075" y="175491"/>
                  </a:lnTo>
                  <a:lnTo>
                    <a:pt x="1547260" y="174765"/>
                  </a:lnTo>
                  <a:lnTo>
                    <a:pt x="1539446" y="173931"/>
                  </a:lnTo>
                  <a:lnTo>
                    <a:pt x="1531631" y="173090"/>
                  </a:lnTo>
                  <a:lnTo>
                    <a:pt x="1523817" y="172241"/>
                  </a:lnTo>
                  <a:lnTo>
                    <a:pt x="1516003" y="171325"/>
                  </a:lnTo>
                  <a:lnTo>
                    <a:pt x="1508188" y="170400"/>
                  </a:lnTo>
                  <a:lnTo>
                    <a:pt x="1500374" y="169468"/>
                  </a:lnTo>
                  <a:lnTo>
                    <a:pt x="1492559" y="168529"/>
                  </a:lnTo>
                  <a:lnTo>
                    <a:pt x="1484745" y="167893"/>
                  </a:lnTo>
                  <a:lnTo>
                    <a:pt x="1476930" y="167010"/>
                  </a:lnTo>
                  <a:lnTo>
                    <a:pt x="1469116" y="166114"/>
                  </a:lnTo>
                  <a:lnTo>
                    <a:pt x="1461301" y="165204"/>
                  </a:lnTo>
                  <a:lnTo>
                    <a:pt x="1453487" y="164365"/>
                  </a:lnTo>
                  <a:lnTo>
                    <a:pt x="1445672" y="163641"/>
                  </a:lnTo>
                  <a:lnTo>
                    <a:pt x="1437858" y="162910"/>
                  </a:lnTo>
                  <a:lnTo>
                    <a:pt x="1430044" y="161981"/>
                  </a:lnTo>
                  <a:lnTo>
                    <a:pt x="1422229" y="160963"/>
                  </a:lnTo>
                  <a:lnTo>
                    <a:pt x="1414415" y="160023"/>
                  </a:lnTo>
                  <a:lnTo>
                    <a:pt x="1406600" y="159158"/>
                  </a:lnTo>
                  <a:lnTo>
                    <a:pt x="1398786" y="158297"/>
                  </a:lnTo>
                  <a:lnTo>
                    <a:pt x="1390971" y="157485"/>
                  </a:lnTo>
                  <a:lnTo>
                    <a:pt x="1383157" y="156667"/>
                  </a:lnTo>
                  <a:lnTo>
                    <a:pt x="1375342" y="155842"/>
                  </a:lnTo>
                  <a:lnTo>
                    <a:pt x="1367528" y="155009"/>
                  </a:lnTo>
                  <a:lnTo>
                    <a:pt x="1359714" y="154169"/>
                  </a:lnTo>
                  <a:lnTo>
                    <a:pt x="1351899" y="153322"/>
                  </a:lnTo>
                  <a:lnTo>
                    <a:pt x="1344085" y="152469"/>
                  </a:lnTo>
                  <a:lnTo>
                    <a:pt x="1336270" y="151654"/>
                  </a:lnTo>
                  <a:lnTo>
                    <a:pt x="1328456" y="150876"/>
                  </a:lnTo>
                  <a:lnTo>
                    <a:pt x="1320641" y="150165"/>
                  </a:lnTo>
                  <a:lnTo>
                    <a:pt x="1312827" y="149309"/>
                  </a:lnTo>
                  <a:lnTo>
                    <a:pt x="1305012" y="148524"/>
                  </a:lnTo>
                  <a:lnTo>
                    <a:pt x="1297198" y="147732"/>
                  </a:lnTo>
                  <a:lnTo>
                    <a:pt x="1289384" y="146934"/>
                  </a:lnTo>
                  <a:lnTo>
                    <a:pt x="1281569" y="146129"/>
                  </a:lnTo>
                  <a:lnTo>
                    <a:pt x="1273755" y="145318"/>
                  </a:lnTo>
                  <a:lnTo>
                    <a:pt x="1265940" y="144499"/>
                  </a:lnTo>
                  <a:lnTo>
                    <a:pt x="1258126" y="143671"/>
                  </a:lnTo>
                  <a:lnTo>
                    <a:pt x="1250311" y="142836"/>
                  </a:lnTo>
                  <a:lnTo>
                    <a:pt x="1242497" y="141995"/>
                  </a:lnTo>
                  <a:lnTo>
                    <a:pt x="1234682" y="141146"/>
                  </a:lnTo>
                  <a:lnTo>
                    <a:pt x="1226868" y="140292"/>
                  </a:lnTo>
                  <a:lnTo>
                    <a:pt x="1219053" y="139430"/>
                  </a:lnTo>
                  <a:lnTo>
                    <a:pt x="1211239" y="138562"/>
                  </a:lnTo>
                  <a:lnTo>
                    <a:pt x="1203425" y="137678"/>
                  </a:lnTo>
                  <a:lnTo>
                    <a:pt x="1195610" y="136718"/>
                  </a:lnTo>
                  <a:lnTo>
                    <a:pt x="1187796" y="135751"/>
                  </a:lnTo>
                  <a:lnTo>
                    <a:pt x="1179981" y="134773"/>
                  </a:lnTo>
                  <a:lnTo>
                    <a:pt x="1172167" y="133773"/>
                  </a:lnTo>
                  <a:lnTo>
                    <a:pt x="1164352" y="132630"/>
                  </a:lnTo>
                  <a:lnTo>
                    <a:pt x="1156538" y="131750"/>
                  </a:lnTo>
                  <a:lnTo>
                    <a:pt x="1148723" y="130786"/>
                  </a:lnTo>
                  <a:lnTo>
                    <a:pt x="1140909" y="129776"/>
                  </a:lnTo>
                  <a:lnTo>
                    <a:pt x="1133095" y="128912"/>
                  </a:lnTo>
                  <a:lnTo>
                    <a:pt x="1125280" y="128129"/>
                  </a:lnTo>
                  <a:lnTo>
                    <a:pt x="1117466" y="126957"/>
                  </a:lnTo>
                  <a:lnTo>
                    <a:pt x="1109651" y="125643"/>
                  </a:lnTo>
                  <a:lnTo>
                    <a:pt x="1101837" y="124584"/>
                  </a:lnTo>
                  <a:lnTo>
                    <a:pt x="1094022" y="123517"/>
                  </a:lnTo>
                  <a:lnTo>
                    <a:pt x="1086208" y="122441"/>
                  </a:lnTo>
                  <a:lnTo>
                    <a:pt x="1078393" y="121358"/>
                  </a:lnTo>
                  <a:lnTo>
                    <a:pt x="1070579" y="120267"/>
                  </a:lnTo>
                  <a:lnTo>
                    <a:pt x="1062765" y="119025"/>
                  </a:lnTo>
                  <a:lnTo>
                    <a:pt x="1054950" y="117743"/>
                  </a:lnTo>
                  <a:lnTo>
                    <a:pt x="1047136" y="116453"/>
                  </a:lnTo>
                  <a:lnTo>
                    <a:pt x="1039321" y="115153"/>
                  </a:lnTo>
                  <a:lnTo>
                    <a:pt x="1031507" y="113975"/>
                  </a:lnTo>
                  <a:lnTo>
                    <a:pt x="1023692" y="112952"/>
                  </a:lnTo>
                  <a:lnTo>
                    <a:pt x="1015878" y="111931"/>
                  </a:lnTo>
                  <a:lnTo>
                    <a:pt x="1008063" y="110873"/>
                  </a:lnTo>
                  <a:lnTo>
                    <a:pt x="1000249" y="109640"/>
                  </a:lnTo>
                  <a:lnTo>
                    <a:pt x="992434" y="108402"/>
                  </a:lnTo>
                  <a:lnTo>
                    <a:pt x="984620" y="107160"/>
                  </a:lnTo>
                  <a:lnTo>
                    <a:pt x="976806" y="105996"/>
                  </a:lnTo>
                  <a:lnTo>
                    <a:pt x="968991" y="104957"/>
                  </a:lnTo>
                  <a:lnTo>
                    <a:pt x="961177" y="103994"/>
                  </a:lnTo>
                  <a:lnTo>
                    <a:pt x="953362" y="103027"/>
                  </a:lnTo>
                  <a:lnTo>
                    <a:pt x="945548" y="101881"/>
                  </a:lnTo>
                  <a:lnTo>
                    <a:pt x="937733" y="100786"/>
                  </a:lnTo>
                  <a:lnTo>
                    <a:pt x="929919" y="99737"/>
                  </a:lnTo>
                  <a:lnTo>
                    <a:pt x="922104" y="98685"/>
                  </a:lnTo>
                  <a:lnTo>
                    <a:pt x="914290" y="97630"/>
                  </a:lnTo>
                  <a:lnTo>
                    <a:pt x="906476" y="96571"/>
                  </a:lnTo>
                  <a:lnTo>
                    <a:pt x="898661" y="95506"/>
                  </a:lnTo>
                  <a:lnTo>
                    <a:pt x="890847" y="94432"/>
                  </a:lnTo>
                  <a:lnTo>
                    <a:pt x="883032" y="93437"/>
                  </a:lnTo>
                  <a:lnTo>
                    <a:pt x="875218" y="92454"/>
                  </a:lnTo>
                  <a:lnTo>
                    <a:pt x="867403" y="91216"/>
                  </a:lnTo>
                  <a:lnTo>
                    <a:pt x="859589" y="90136"/>
                  </a:lnTo>
                  <a:lnTo>
                    <a:pt x="851774" y="89052"/>
                  </a:lnTo>
                  <a:lnTo>
                    <a:pt x="843960" y="87961"/>
                  </a:lnTo>
                  <a:lnTo>
                    <a:pt x="836145" y="86866"/>
                  </a:lnTo>
                  <a:lnTo>
                    <a:pt x="828331" y="85743"/>
                  </a:lnTo>
                  <a:lnTo>
                    <a:pt x="820517" y="84410"/>
                  </a:lnTo>
                  <a:lnTo>
                    <a:pt x="812702" y="83073"/>
                  </a:lnTo>
                  <a:lnTo>
                    <a:pt x="804888" y="81797"/>
                  </a:lnTo>
                  <a:lnTo>
                    <a:pt x="797073" y="80364"/>
                  </a:lnTo>
                  <a:lnTo>
                    <a:pt x="789259" y="79034"/>
                  </a:lnTo>
                  <a:lnTo>
                    <a:pt x="781444" y="77652"/>
                  </a:lnTo>
                  <a:lnTo>
                    <a:pt x="773630" y="76717"/>
                  </a:lnTo>
                  <a:lnTo>
                    <a:pt x="765815" y="75679"/>
                  </a:lnTo>
                  <a:lnTo>
                    <a:pt x="758001" y="73563"/>
                  </a:lnTo>
                  <a:lnTo>
                    <a:pt x="750187" y="72190"/>
                  </a:lnTo>
                  <a:lnTo>
                    <a:pt x="742372" y="70813"/>
                  </a:lnTo>
                  <a:lnTo>
                    <a:pt x="734558" y="69433"/>
                  </a:lnTo>
                  <a:lnTo>
                    <a:pt x="726743" y="68041"/>
                  </a:lnTo>
                  <a:lnTo>
                    <a:pt x="718929" y="66640"/>
                  </a:lnTo>
                  <a:lnTo>
                    <a:pt x="711114" y="65232"/>
                  </a:lnTo>
                  <a:lnTo>
                    <a:pt x="703300" y="64528"/>
                  </a:lnTo>
                  <a:lnTo>
                    <a:pt x="695485" y="62671"/>
                  </a:lnTo>
                  <a:lnTo>
                    <a:pt x="687671" y="61756"/>
                  </a:lnTo>
                  <a:lnTo>
                    <a:pt x="679857" y="61016"/>
                  </a:lnTo>
                  <a:lnTo>
                    <a:pt x="672042" y="59524"/>
                  </a:lnTo>
                  <a:lnTo>
                    <a:pt x="664228" y="58023"/>
                  </a:lnTo>
                  <a:lnTo>
                    <a:pt x="656413" y="56502"/>
                  </a:lnTo>
                  <a:lnTo>
                    <a:pt x="648599" y="55196"/>
                  </a:lnTo>
                  <a:lnTo>
                    <a:pt x="640784" y="54068"/>
                  </a:lnTo>
                  <a:lnTo>
                    <a:pt x="632970" y="52937"/>
                  </a:lnTo>
                  <a:lnTo>
                    <a:pt x="625155" y="51801"/>
                  </a:lnTo>
                  <a:lnTo>
                    <a:pt x="617341" y="50435"/>
                  </a:lnTo>
                  <a:lnTo>
                    <a:pt x="609526" y="48818"/>
                  </a:lnTo>
                  <a:lnTo>
                    <a:pt x="601712" y="47721"/>
                  </a:lnTo>
                  <a:lnTo>
                    <a:pt x="593898" y="46514"/>
                  </a:lnTo>
                  <a:lnTo>
                    <a:pt x="586083" y="44755"/>
                  </a:lnTo>
                  <a:lnTo>
                    <a:pt x="578269" y="43541"/>
                  </a:lnTo>
                  <a:lnTo>
                    <a:pt x="570454" y="42380"/>
                  </a:lnTo>
                  <a:lnTo>
                    <a:pt x="562640" y="41543"/>
                  </a:lnTo>
                  <a:lnTo>
                    <a:pt x="554825" y="40550"/>
                  </a:lnTo>
                  <a:lnTo>
                    <a:pt x="547011" y="39542"/>
                  </a:lnTo>
                  <a:lnTo>
                    <a:pt x="539196" y="38492"/>
                  </a:lnTo>
                  <a:lnTo>
                    <a:pt x="531382" y="37148"/>
                  </a:lnTo>
                  <a:lnTo>
                    <a:pt x="523568" y="35806"/>
                  </a:lnTo>
                  <a:lnTo>
                    <a:pt x="515753" y="34455"/>
                  </a:lnTo>
                  <a:lnTo>
                    <a:pt x="507939" y="33437"/>
                  </a:lnTo>
                  <a:lnTo>
                    <a:pt x="500124" y="31933"/>
                  </a:lnTo>
                  <a:lnTo>
                    <a:pt x="492310" y="30926"/>
                  </a:lnTo>
                  <a:lnTo>
                    <a:pt x="484495" y="29918"/>
                  </a:lnTo>
                  <a:lnTo>
                    <a:pt x="476681" y="28910"/>
                  </a:lnTo>
                  <a:lnTo>
                    <a:pt x="468866" y="27892"/>
                  </a:lnTo>
                  <a:lnTo>
                    <a:pt x="461052" y="26781"/>
                  </a:lnTo>
                  <a:lnTo>
                    <a:pt x="453238" y="25579"/>
                  </a:lnTo>
                  <a:lnTo>
                    <a:pt x="445423" y="23603"/>
                  </a:lnTo>
                  <a:lnTo>
                    <a:pt x="437609" y="23392"/>
                  </a:lnTo>
                  <a:lnTo>
                    <a:pt x="429794" y="22646"/>
                  </a:lnTo>
                  <a:lnTo>
                    <a:pt x="421980" y="21204"/>
                  </a:lnTo>
                  <a:lnTo>
                    <a:pt x="414165" y="19797"/>
                  </a:lnTo>
                  <a:lnTo>
                    <a:pt x="406351" y="19042"/>
                  </a:lnTo>
                  <a:lnTo>
                    <a:pt x="398536" y="17478"/>
                  </a:lnTo>
                  <a:lnTo>
                    <a:pt x="390722" y="16837"/>
                  </a:lnTo>
                  <a:lnTo>
                    <a:pt x="382907" y="15802"/>
                  </a:lnTo>
                  <a:lnTo>
                    <a:pt x="375093" y="14682"/>
                  </a:lnTo>
                  <a:lnTo>
                    <a:pt x="367279" y="14002"/>
                  </a:lnTo>
                  <a:lnTo>
                    <a:pt x="359464" y="13201"/>
                  </a:lnTo>
                  <a:lnTo>
                    <a:pt x="351650" y="12395"/>
                  </a:lnTo>
                  <a:lnTo>
                    <a:pt x="343835" y="11014"/>
                  </a:lnTo>
                  <a:lnTo>
                    <a:pt x="336021" y="9859"/>
                  </a:lnTo>
                  <a:lnTo>
                    <a:pt x="328206" y="9423"/>
                  </a:lnTo>
                  <a:lnTo>
                    <a:pt x="320392" y="8456"/>
                  </a:lnTo>
                  <a:lnTo>
                    <a:pt x="312577" y="7951"/>
                  </a:lnTo>
                  <a:lnTo>
                    <a:pt x="304763" y="6971"/>
                  </a:lnTo>
                  <a:lnTo>
                    <a:pt x="296949" y="6163"/>
                  </a:lnTo>
                  <a:lnTo>
                    <a:pt x="289134" y="5509"/>
                  </a:lnTo>
                  <a:lnTo>
                    <a:pt x="281320" y="4788"/>
                  </a:lnTo>
                  <a:lnTo>
                    <a:pt x="273505" y="4184"/>
                  </a:lnTo>
                  <a:lnTo>
                    <a:pt x="265691" y="3570"/>
                  </a:lnTo>
                  <a:lnTo>
                    <a:pt x="257876" y="2908"/>
                  </a:lnTo>
                  <a:lnTo>
                    <a:pt x="250062" y="2388"/>
                  </a:lnTo>
                  <a:lnTo>
                    <a:pt x="242247" y="2005"/>
                  </a:lnTo>
                  <a:lnTo>
                    <a:pt x="234433" y="2126"/>
                  </a:lnTo>
                  <a:lnTo>
                    <a:pt x="226619" y="1635"/>
                  </a:lnTo>
                  <a:lnTo>
                    <a:pt x="218804" y="1856"/>
                  </a:lnTo>
                  <a:lnTo>
                    <a:pt x="210990" y="1742"/>
                  </a:lnTo>
                  <a:lnTo>
                    <a:pt x="203175" y="1344"/>
                  </a:lnTo>
                  <a:lnTo>
                    <a:pt x="195361" y="950"/>
                  </a:lnTo>
                  <a:lnTo>
                    <a:pt x="187546" y="548"/>
                  </a:lnTo>
                  <a:lnTo>
                    <a:pt x="179732" y="753"/>
                  </a:lnTo>
                  <a:lnTo>
                    <a:pt x="171917" y="0"/>
                  </a:lnTo>
                  <a:lnTo>
                    <a:pt x="164103" y="314"/>
                  </a:lnTo>
                  <a:lnTo>
                    <a:pt x="156288" y="941"/>
                  </a:lnTo>
                  <a:lnTo>
                    <a:pt x="148474" y="642"/>
                  </a:lnTo>
                  <a:lnTo>
                    <a:pt x="140660" y="977"/>
                  </a:lnTo>
                  <a:lnTo>
                    <a:pt x="132845" y="967"/>
                  </a:lnTo>
                  <a:lnTo>
                    <a:pt x="125031" y="922"/>
                  </a:lnTo>
                  <a:lnTo>
                    <a:pt x="117216" y="645"/>
                  </a:lnTo>
                  <a:lnTo>
                    <a:pt x="109402" y="373"/>
                  </a:lnTo>
                  <a:lnTo>
                    <a:pt x="101587" y="1429"/>
                  </a:lnTo>
                  <a:lnTo>
                    <a:pt x="93773" y="2328"/>
                  </a:lnTo>
                  <a:lnTo>
                    <a:pt x="85958" y="2478"/>
                  </a:lnTo>
                  <a:lnTo>
                    <a:pt x="78144" y="3501"/>
                  </a:lnTo>
                  <a:lnTo>
                    <a:pt x="70330" y="4362"/>
                  </a:lnTo>
                  <a:lnTo>
                    <a:pt x="62515" y="4199"/>
                  </a:lnTo>
                  <a:lnTo>
                    <a:pt x="54701" y="4605"/>
                  </a:lnTo>
                  <a:lnTo>
                    <a:pt x="46886" y="5195"/>
                  </a:lnTo>
                  <a:lnTo>
                    <a:pt x="39072" y="5834"/>
                  </a:lnTo>
                  <a:lnTo>
                    <a:pt x="31257" y="6200"/>
                  </a:lnTo>
                  <a:lnTo>
                    <a:pt x="23443" y="7032"/>
                  </a:lnTo>
                  <a:lnTo>
                    <a:pt x="15628" y="7973"/>
                  </a:lnTo>
                  <a:lnTo>
                    <a:pt x="7814" y="8769"/>
                  </a:lnTo>
                  <a:lnTo>
                    <a:pt x="0" y="95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0"/>
            <p:cNvSpPr/>
            <p:nvPr/>
          </p:nvSpPr>
          <p:spPr>
            <a:xfrm>
              <a:off x="1223067" y="2781716"/>
              <a:ext cx="2023942" cy="91924"/>
            </a:xfrm>
            <a:custGeom>
              <a:avLst/>
              <a:pathLst>
                <a:path w="2023942" h="91924">
                  <a:moveTo>
                    <a:pt x="0" y="0"/>
                  </a:moveTo>
                  <a:lnTo>
                    <a:pt x="7814" y="259"/>
                  </a:lnTo>
                  <a:lnTo>
                    <a:pt x="15628" y="520"/>
                  </a:lnTo>
                  <a:lnTo>
                    <a:pt x="23443" y="781"/>
                  </a:lnTo>
                  <a:lnTo>
                    <a:pt x="31257" y="1045"/>
                  </a:lnTo>
                  <a:lnTo>
                    <a:pt x="39072" y="1315"/>
                  </a:lnTo>
                  <a:lnTo>
                    <a:pt x="46886" y="1585"/>
                  </a:lnTo>
                  <a:lnTo>
                    <a:pt x="54701" y="1857"/>
                  </a:lnTo>
                  <a:lnTo>
                    <a:pt x="62515" y="2129"/>
                  </a:lnTo>
                  <a:lnTo>
                    <a:pt x="70330" y="2401"/>
                  </a:lnTo>
                  <a:lnTo>
                    <a:pt x="78144" y="2673"/>
                  </a:lnTo>
                  <a:lnTo>
                    <a:pt x="85958" y="2942"/>
                  </a:lnTo>
                  <a:lnTo>
                    <a:pt x="93773" y="3211"/>
                  </a:lnTo>
                  <a:lnTo>
                    <a:pt x="101587" y="3479"/>
                  </a:lnTo>
                  <a:lnTo>
                    <a:pt x="109402" y="3748"/>
                  </a:lnTo>
                  <a:lnTo>
                    <a:pt x="117216" y="4020"/>
                  </a:lnTo>
                  <a:lnTo>
                    <a:pt x="125031" y="4294"/>
                  </a:lnTo>
                  <a:lnTo>
                    <a:pt x="132845" y="4569"/>
                  </a:lnTo>
                  <a:lnTo>
                    <a:pt x="140660" y="4845"/>
                  </a:lnTo>
                  <a:lnTo>
                    <a:pt x="148474" y="5121"/>
                  </a:lnTo>
                  <a:lnTo>
                    <a:pt x="156288" y="5394"/>
                  </a:lnTo>
                  <a:lnTo>
                    <a:pt x="164103" y="5667"/>
                  </a:lnTo>
                  <a:lnTo>
                    <a:pt x="171917" y="5943"/>
                  </a:lnTo>
                  <a:lnTo>
                    <a:pt x="179732" y="6219"/>
                  </a:lnTo>
                  <a:lnTo>
                    <a:pt x="187546" y="6494"/>
                  </a:lnTo>
                  <a:lnTo>
                    <a:pt x="195361" y="6770"/>
                  </a:lnTo>
                  <a:lnTo>
                    <a:pt x="203175" y="7046"/>
                  </a:lnTo>
                  <a:lnTo>
                    <a:pt x="210990" y="7329"/>
                  </a:lnTo>
                  <a:lnTo>
                    <a:pt x="218804" y="7610"/>
                  </a:lnTo>
                  <a:lnTo>
                    <a:pt x="226619" y="7891"/>
                  </a:lnTo>
                  <a:lnTo>
                    <a:pt x="234433" y="8175"/>
                  </a:lnTo>
                  <a:lnTo>
                    <a:pt x="242247" y="8461"/>
                  </a:lnTo>
                  <a:lnTo>
                    <a:pt x="250062" y="8747"/>
                  </a:lnTo>
                  <a:lnTo>
                    <a:pt x="257876" y="9034"/>
                  </a:lnTo>
                  <a:lnTo>
                    <a:pt x="265691" y="9321"/>
                  </a:lnTo>
                  <a:lnTo>
                    <a:pt x="273505" y="9608"/>
                  </a:lnTo>
                  <a:lnTo>
                    <a:pt x="281320" y="9895"/>
                  </a:lnTo>
                  <a:lnTo>
                    <a:pt x="289134" y="10183"/>
                  </a:lnTo>
                  <a:lnTo>
                    <a:pt x="296949" y="10471"/>
                  </a:lnTo>
                  <a:lnTo>
                    <a:pt x="304763" y="10761"/>
                  </a:lnTo>
                  <a:lnTo>
                    <a:pt x="312577" y="11053"/>
                  </a:lnTo>
                  <a:lnTo>
                    <a:pt x="320392" y="11346"/>
                  </a:lnTo>
                  <a:lnTo>
                    <a:pt x="328206" y="11639"/>
                  </a:lnTo>
                  <a:lnTo>
                    <a:pt x="336021" y="11933"/>
                  </a:lnTo>
                  <a:lnTo>
                    <a:pt x="343835" y="12228"/>
                  </a:lnTo>
                  <a:lnTo>
                    <a:pt x="351650" y="12524"/>
                  </a:lnTo>
                  <a:lnTo>
                    <a:pt x="359464" y="12820"/>
                  </a:lnTo>
                  <a:lnTo>
                    <a:pt x="367279" y="13118"/>
                  </a:lnTo>
                  <a:lnTo>
                    <a:pt x="375093" y="13416"/>
                  </a:lnTo>
                  <a:lnTo>
                    <a:pt x="382907" y="13714"/>
                  </a:lnTo>
                  <a:lnTo>
                    <a:pt x="390722" y="14014"/>
                  </a:lnTo>
                  <a:lnTo>
                    <a:pt x="398536" y="14314"/>
                  </a:lnTo>
                  <a:lnTo>
                    <a:pt x="406351" y="14615"/>
                  </a:lnTo>
                  <a:lnTo>
                    <a:pt x="414165" y="14917"/>
                  </a:lnTo>
                  <a:lnTo>
                    <a:pt x="421980" y="15219"/>
                  </a:lnTo>
                  <a:lnTo>
                    <a:pt x="429794" y="15522"/>
                  </a:lnTo>
                  <a:lnTo>
                    <a:pt x="437609" y="15826"/>
                  </a:lnTo>
                  <a:lnTo>
                    <a:pt x="445423" y="16130"/>
                  </a:lnTo>
                  <a:lnTo>
                    <a:pt x="453238" y="16436"/>
                  </a:lnTo>
                  <a:lnTo>
                    <a:pt x="461052" y="16742"/>
                  </a:lnTo>
                  <a:lnTo>
                    <a:pt x="468866" y="17049"/>
                  </a:lnTo>
                  <a:lnTo>
                    <a:pt x="476681" y="17358"/>
                  </a:lnTo>
                  <a:lnTo>
                    <a:pt x="484495" y="17667"/>
                  </a:lnTo>
                  <a:lnTo>
                    <a:pt x="492310" y="17976"/>
                  </a:lnTo>
                  <a:lnTo>
                    <a:pt x="500124" y="18286"/>
                  </a:lnTo>
                  <a:lnTo>
                    <a:pt x="507939" y="18598"/>
                  </a:lnTo>
                  <a:lnTo>
                    <a:pt x="515753" y="18910"/>
                  </a:lnTo>
                  <a:lnTo>
                    <a:pt x="523568" y="19222"/>
                  </a:lnTo>
                  <a:lnTo>
                    <a:pt x="531382" y="19535"/>
                  </a:lnTo>
                  <a:lnTo>
                    <a:pt x="539196" y="19847"/>
                  </a:lnTo>
                  <a:lnTo>
                    <a:pt x="547011" y="20161"/>
                  </a:lnTo>
                  <a:lnTo>
                    <a:pt x="554825" y="20474"/>
                  </a:lnTo>
                  <a:lnTo>
                    <a:pt x="562640" y="20788"/>
                  </a:lnTo>
                  <a:lnTo>
                    <a:pt x="570454" y="21104"/>
                  </a:lnTo>
                  <a:lnTo>
                    <a:pt x="578269" y="21421"/>
                  </a:lnTo>
                  <a:lnTo>
                    <a:pt x="586083" y="21739"/>
                  </a:lnTo>
                  <a:lnTo>
                    <a:pt x="593898" y="22055"/>
                  </a:lnTo>
                  <a:lnTo>
                    <a:pt x="601712" y="22374"/>
                  </a:lnTo>
                  <a:lnTo>
                    <a:pt x="609526" y="22694"/>
                  </a:lnTo>
                  <a:lnTo>
                    <a:pt x="617341" y="23015"/>
                  </a:lnTo>
                  <a:lnTo>
                    <a:pt x="625155" y="23335"/>
                  </a:lnTo>
                  <a:lnTo>
                    <a:pt x="632970" y="23656"/>
                  </a:lnTo>
                  <a:lnTo>
                    <a:pt x="640784" y="23981"/>
                  </a:lnTo>
                  <a:lnTo>
                    <a:pt x="648599" y="24308"/>
                  </a:lnTo>
                  <a:lnTo>
                    <a:pt x="656413" y="24636"/>
                  </a:lnTo>
                  <a:lnTo>
                    <a:pt x="664228" y="24963"/>
                  </a:lnTo>
                  <a:lnTo>
                    <a:pt x="672042" y="25288"/>
                  </a:lnTo>
                  <a:lnTo>
                    <a:pt x="679857" y="25613"/>
                  </a:lnTo>
                  <a:lnTo>
                    <a:pt x="687671" y="25936"/>
                  </a:lnTo>
                  <a:lnTo>
                    <a:pt x="695485" y="26260"/>
                  </a:lnTo>
                  <a:lnTo>
                    <a:pt x="703300" y="26591"/>
                  </a:lnTo>
                  <a:lnTo>
                    <a:pt x="711114" y="26924"/>
                  </a:lnTo>
                  <a:lnTo>
                    <a:pt x="718929" y="27253"/>
                  </a:lnTo>
                  <a:lnTo>
                    <a:pt x="726743" y="27583"/>
                  </a:lnTo>
                  <a:lnTo>
                    <a:pt x="734558" y="27913"/>
                  </a:lnTo>
                  <a:lnTo>
                    <a:pt x="742372" y="28244"/>
                  </a:lnTo>
                  <a:lnTo>
                    <a:pt x="750187" y="28576"/>
                  </a:lnTo>
                  <a:lnTo>
                    <a:pt x="758001" y="28909"/>
                  </a:lnTo>
                  <a:lnTo>
                    <a:pt x="765815" y="29244"/>
                  </a:lnTo>
                  <a:lnTo>
                    <a:pt x="773630" y="29580"/>
                  </a:lnTo>
                  <a:lnTo>
                    <a:pt x="781444" y="29916"/>
                  </a:lnTo>
                  <a:lnTo>
                    <a:pt x="789259" y="30253"/>
                  </a:lnTo>
                  <a:lnTo>
                    <a:pt x="797073" y="30591"/>
                  </a:lnTo>
                  <a:lnTo>
                    <a:pt x="804888" y="30929"/>
                  </a:lnTo>
                  <a:lnTo>
                    <a:pt x="812702" y="31268"/>
                  </a:lnTo>
                  <a:lnTo>
                    <a:pt x="820517" y="31606"/>
                  </a:lnTo>
                  <a:lnTo>
                    <a:pt x="828331" y="31945"/>
                  </a:lnTo>
                  <a:lnTo>
                    <a:pt x="836145" y="32285"/>
                  </a:lnTo>
                  <a:lnTo>
                    <a:pt x="843960" y="32625"/>
                  </a:lnTo>
                  <a:lnTo>
                    <a:pt x="851774" y="32966"/>
                  </a:lnTo>
                  <a:lnTo>
                    <a:pt x="859589" y="33307"/>
                  </a:lnTo>
                  <a:lnTo>
                    <a:pt x="867403" y="33650"/>
                  </a:lnTo>
                  <a:lnTo>
                    <a:pt x="875218" y="33991"/>
                  </a:lnTo>
                  <a:lnTo>
                    <a:pt x="883032" y="34333"/>
                  </a:lnTo>
                  <a:lnTo>
                    <a:pt x="890847" y="34679"/>
                  </a:lnTo>
                  <a:lnTo>
                    <a:pt x="898661" y="35026"/>
                  </a:lnTo>
                  <a:lnTo>
                    <a:pt x="906476" y="35374"/>
                  </a:lnTo>
                  <a:lnTo>
                    <a:pt x="914290" y="35722"/>
                  </a:lnTo>
                  <a:lnTo>
                    <a:pt x="922104" y="36080"/>
                  </a:lnTo>
                  <a:lnTo>
                    <a:pt x="929919" y="36432"/>
                  </a:lnTo>
                  <a:lnTo>
                    <a:pt x="937733" y="36778"/>
                  </a:lnTo>
                  <a:lnTo>
                    <a:pt x="945548" y="37124"/>
                  </a:lnTo>
                  <a:lnTo>
                    <a:pt x="953362" y="37468"/>
                  </a:lnTo>
                  <a:lnTo>
                    <a:pt x="961177" y="37814"/>
                  </a:lnTo>
                  <a:lnTo>
                    <a:pt x="968991" y="38160"/>
                  </a:lnTo>
                  <a:lnTo>
                    <a:pt x="976806" y="38506"/>
                  </a:lnTo>
                  <a:lnTo>
                    <a:pt x="984620" y="38853"/>
                  </a:lnTo>
                  <a:lnTo>
                    <a:pt x="992434" y="39207"/>
                  </a:lnTo>
                  <a:lnTo>
                    <a:pt x="1000249" y="39562"/>
                  </a:lnTo>
                  <a:lnTo>
                    <a:pt x="1008063" y="39918"/>
                  </a:lnTo>
                  <a:lnTo>
                    <a:pt x="1015878" y="40274"/>
                  </a:lnTo>
                  <a:lnTo>
                    <a:pt x="1023692" y="40631"/>
                  </a:lnTo>
                  <a:lnTo>
                    <a:pt x="1031507" y="40996"/>
                  </a:lnTo>
                  <a:lnTo>
                    <a:pt x="1039321" y="41368"/>
                  </a:lnTo>
                  <a:lnTo>
                    <a:pt x="1047136" y="41734"/>
                  </a:lnTo>
                  <a:lnTo>
                    <a:pt x="1054950" y="42097"/>
                  </a:lnTo>
                  <a:lnTo>
                    <a:pt x="1062765" y="42457"/>
                  </a:lnTo>
                  <a:lnTo>
                    <a:pt x="1070579" y="42823"/>
                  </a:lnTo>
                  <a:lnTo>
                    <a:pt x="1078393" y="43187"/>
                  </a:lnTo>
                  <a:lnTo>
                    <a:pt x="1086208" y="43552"/>
                  </a:lnTo>
                  <a:lnTo>
                    <a:pt x="1094022" y="43918"/>
                  </a:lnTo>
                  <a:lnTo>
                    <a:pt x="1101837" y="44293"/>
                  </a:lnTo>
                  <a:lnTo>
                    <a:pt x="1109651" y="44674"/>
                  </a:lnTo>
                  <a:lnTo>
                    <a:pt x="1117466" y="45053"/>
                  </a:lnTo>
                  <a:lnTo>
                    <a:pt x="1125280" y="45419"/>
                  </a:lnTo>
                  <a:lnTo>
                    <a:pt x="1133095" y="45786"/>
                  </a:lnTo>
                  <a:lnTo>
                    <a:pt x="1140909" y="46154"/>
                  </a:lnTo>
                  <a:lnTo>
                    <a:pt x="1148723" y="46534"/>
                  </a:lnTo>
                  <a:lnTo>
                    <a:pt x="1156538" y="46904"/>
                  </a:lnTo>
                  <a:lnTo>
                    <a:pt x="1164352" y="47267"/>
                  </a:lnTo>
                  <a:lnTo>
                    <a:pt x="1172167" y="47631"/>
                  </a:lnTo>
                  <a:lnTo>
                    <a:pt x="1179981" y="47995"/>
                  </a:lnTo>
                  <a:lnTo>
                    <a:pt x="1187796" y="48360"/>
                  </a:lnTo>
                  <a:lnTo>
                    <a:pt x="1195610" y="48742"/>
                  </a:lnTo>
                  <a:lnTo>
                    <a:pt x="1203425" y="49127"/>
                  </a:lnTo>
                  <a:lnTo>
                    <a:pt x="1211239" y="49512"/>
                  </a:lnTo>
                  <a:lnTo>
                    <a:pt x="1219053" y="49881"/>
                  </a:lnTo>
                  <a:lnTo>
                    <a:pt x="1226868" y="50246"/>
                  </a:lnTo>
                  <a:lnTo>
                    <a:pt x="1234682" y="50617"/>
                  </a:lnTo>
                  <a:lnTo>
                    <a:pt x="1242497" y="50988"/>
                  </a:lnTo>
                  <a:lnTo>
                    <a:pt x="1250311" y="51360"/>
                  </a:lnTo>
                  <a:lnTo>
                    <a:pt x="1258126" y="51732"/>
                  </a:lnTo>
                  <a:lnTo>
                    <a:pt x="1265940" y="52109"/>
                  </a:lnTo>
                  <a:lnTo>
                    <a:pt x="1273755" y="52499"/>
                  </a:lnTo>
                  <a:lnTo>
                    <a:pt x="1281569" y="52902"/>
                  </a:lnTo>
                  <a:lnTo>
                    <a:pt x="1289384" y="53307"/>
                  </a:lnTo>
                  <a:lnTo>
                    <a:pt x="1297198" y="53691"/>
                  </a:lnTo>
                  <a:lnTo>
                    <a:pt x="1305012" y="54080"/>
                  </a:lnTo>
                  <a:lnTo>
                    <a:pt x="1312827" y="54460"/>
                  </a:lnTo>
                  <a:lnTo>
                    <a:pt x="1320641" y="54833"/>
                  </a:lnTo>
                  <a:lnTo>
                    <a:pt x="1328456" y="55206"/>
                  </a:lnTo>
                  <a:lnTo>
                    <a:pt x="1336270" y="55590"/>
                  </a:lnTo>
                  <a:lnTo>
                    <a:pt x="1344085" y="55974"/>
                  </a:lnTo>
                  <a:lnTo>
                    <a:pt x="1351899" y="56359"/>
                  </a:lnTo>
                  <a:lnTo>
                    <a:pt x="1359714" y="56745"/>
                  </a:lnTo>
                  <a:lnTo>
                    <a:pt x="1367528" y="57131"/>
                  </a:lnTo>
                  <a:lnTo>
                    <a:pt x="1375342" y="57523"/>
                  </a:lnTo>
                  <a:lnTo>
                    <a:pt x="1383157" y="57912"/>
                  </a:lnTo>
                  <a:lnTo>
                    <a:pt x="1390971" y="58301"/>
                  </a:lnTo>
                  <a:lnTo>
                    <a:pt x="1398786" y="58703"/>
                  </a:lnTo>
                  <a:lnTo>
                    <a:pt x="1406600" y="59113"/>
                  </a:lnTo>
                  <a:lnTo>
                    <a:pt x="1414415" y="59515"/>
                  </a:lnTo>
                  <a:lnTo>
                    <a:pt x="1422229" y="59916"/>
                  </a:lnTo>
                  <a:lnTo>
                    <a:pt x="1430044" y="60317"/>
                  </a:lnTo>
                  <a:lnTo>
                    <a:pt x="1437858" y="60719"/>
                  </a:lnTo>
                  <a:lnTo>
                    <a:pt x="1445672" y="61122"/>
                  </a:lnTo>
                  <a:lnTo>
                    <a:pt x="1453487" y="61526"/>
                  </a:lnTo>
                  <a:lnTo>
                    <a:pt x="1461301" y="61930"/>
                  </a:lnTo>
                  <a:lnTo>
                    <a:pt x="1469116" y="62333"/>
                  </a:lnTo>
                  <a:lnTo>
                    <a:pt x="1476930" y="62717"/>
                  </a:lnTo>
                  <a:lnTo>
                    <a:pt x="1484745" y="63107"/>
                  </a:lnTo>
                  <a:lnTo>
                    <a:pt x="1492559" y="63511"/>
                  </a:lnTo>
                  <a:lnTo>
                    <a:pt x="1500374" y="63917"/>
                  </a:lnTo>
                  <a:lnTo>
                    <a:pt x="1508188" y="64323"/>
                  </a:lnTo>
                  <a:lnTo>
                    <a:pt x="1516003" y="64730"/>
                  </a:lnTo>
                  <a:lnTo>
                    <a:pt x="1523817" y="65137"/>
                  </a:lnTo>
                  <a:lnTo>
                    <a:pt x="1531631" y="65546"/>
                  </a:lnTo>
                  <a:lnTo>
                    <a:pt x="1539446" y="65950"/>
                  </a:lnTo>
                  <a:lnTo>
                    <a:pt x="1547260" y="66350"/>
                  </a:lnTo>
                  <a:lnTo>
                    <a:pt x="1555075" y="66750"/>
                  </a:lnTo>
                  <a:lnTo>
                    <a:pt x="1562889" y="67151"/>
                  </a:lnTo>
                  <a:lnTo>
                    <a:pt x="1570704" y="67556"/>
                  </a:lnTo>
                  <a:lnTo>
                    <a:pt x="1578518" y="67970"/>
                  </a:lnTo>
                  <a:lnTo>
                    <a:pt x="1586333" y="68384"/>
                  </a:lnTo>
                  <a:lnTo>
                    <a:pt x="1594147" y="68799"/>
                  </a:lnTo>
                  <a:lnTo>
                    <a:pt x="1601961" y="69209"/>
                  </a:lnTo>
                  <a:lnTo>
                    <a:pt x="1609776" y="69606"/>
                  </a:lnTo>
                  <a:lnTo>
                    <a:pt x="1617590" y="70003"/>
                  </a:lnTo>
                  <a:lnTo>
                    <a:pt x="1625405" y="70400"/>
                  </a:lnTo>
                  <a:lnTo>
                    <a:pt x="1633219" y="70797"/>
                  </a:lnTo>
                  <a:lnTo>
                    <a:pt x="1641034" y="71211"/>
                  </a:lnTo>
                  <a:lnTo>
                    <a:pt x="1648848" y="71631"/>
                  </a:lnTo>
                  <a:lnTo>
                    <a:pt x="1656663" y="72045"/>
                  </a:lnTo>
                  <a:lnTo>
                    <a:pt x="1664477" y="72454"/>
                  </a:lnTo>
                  <a:lnTo>
                    <a:pt x="1672291" y="72841"/>
                  </a:lnTo>
                  <a:lnTo>
                    <a:pt x="1680106" y="73218"/>
                  </a:lnTo>
                  <a:lnTo>
                    <a:pt x="1687920" y="73598"/>
                  </a:lnTo>
                  <a:lnTo>
                    <a:pt x="1695735" y="74001"/>
                  </a:lnTo>
                  <a:lnTo>
                    <a:pt x="1703549" y="74423"/>
                  </a:lnTo>
                  <a:lnTo>
                    <a:pt x="1711364" y="74847"/>
                  </a:lnTo>
                  <a:lnTo>
                    <a:pt x="1719178" y="75269"/>
                  </a:lnTo>
                  <a:lnTo>
                    <a:pt x="1726993" y="75682"/>
                  </a:lnTo>
                  <a:lnTo>
                    <a:pt x="1734807" y="76097"/>
                  </a:lnTo>
                  <a:lnTo>
                    <a:pt x="1742622" y="76516"/>
                  </a:lnTo>
                  <a:lnTo>
                    <a:pt x="1750436" y="76940"/>
                  </a:lnTo>
                  <a:lnTo>
                    <a:pt x="1758250" y="77366"/>
                  </a:lnTo>
                  <a:lnTo>
                    <a:pt x="1766065" y="77791"/>
                  </a:lnTo>
                  <a:lnTo>
                    <a:pt x="1773879" y="78217"/>
                  </a:lnTo>
                  <a:lnTo>
                    <a:pt x="1781694" y="78644"/>
                  </a:lnTo>
                  <a:lnTo>
                    <a:pt x="1789508" y="79072"/>
                  </a:lnTo>
                  <a:lnTo>
                    <a:pt x="1797323" y="79500"/>
                  </a:lnTo>
                  <a:lnTo>
                    <a:pt x="1805137" y="79928"/>
                  </a:lnTo>
                  <a:lnTo>
                    <a:pt x="1812952" y="80357"/>
                  </a:lnTo>
                  <a:lnTo>
                    <a:pt x="1820766" y="80787"/>
                  </a:lnTo>
                  <a:lnTo>
                    <a:pt x="1828580" y="81217"/>
                  </a:lnTo>
                  <a:lnTo>
                    <a:pt x="1836395" y="81648"/>
                  </a:lnTo>
                  <a:lnTo>
                    <a:pt x="1844209" y="82079"/>
                  </a:lnTo>
                  <a:lnTo>
                    <a:pt x="1852024" y="82511"/>
                  </a:lnTo>
                  <a:lnTo>
                    <a:pt x="1859838" y="82944"/>
                  </a:lnTo>
                  <a:lnTo>
                    <a:pt x="1867653" y="83377"/>
                  </a:lnTo>
                  <a:lnTo>
                    <a:pt x="1875467" y="83810"/>
                  </a:lnTo>
                  <a:lnTo>
                    <a:pt x="1883282" y="84244"/>
                  </a:lnTo>
                  <a:lnTo>
                    <a:pt x="1891096" y="84679"/>
                  </a:lnTo>
                  <a:lnTo>
                    <a:pt x="1898910" y="85114"/>
                  </a:lnTo>
                  <a:lnTo>
                    <a:pt x="1906725" y="85536"/>
                  </a:lnTo>
                  <a:lnTo>
                    <a:pt x="1914539" y="85950"/>
                  </a:lnTo>
                  <a:lnTo>
                    <a:pt x="1922354" y="86358"/>
                  </a:lnTo>
                  <a:lnTo>
                    <a:pt x="1930168" y="86766"/>
                  </a:lnTo>
                  <a:lnTo>
                    <a:pt x="1937983" y="87174"/>
                  </a:lnTo>
                  <a:lnTo>
                    <a:pt x="1945797" y="87606"/>
                  </a:lnTo>
                  <a:lnTo>
                    <a:pt x="1953612" y="88046"/>
                  </a:lnTo>
                  <a:lnTo>
                    <a:pt x="1961426" y="88466"/>
                  </a:lnTo>
                  <a:lnTo>
                    <a:pt x="1969241" y="88885"/>
                  </a:lnTo>
                  <a:lnTo>
                    <a:pt x="1977055" y="89333"/>
                  </a:lnTo>
                  <a:lnTo>
                    <a:pt x="1984869" y="89782"/>
                  </a:lnTo>
                  <a:lnTo>
                    <a:pt x="1992684" y="90213"/>
                  </a:lnTo>
                  <a:lnTo>
                    <a:pt x="2000498" y="90640"/>
                  </a:lnTo>
                  <a:lnTo>
                    <a:pt x="2008313" y="91068"/>
                  </a:lnTo>
                  <a:lnTo>
                    <a:pt x="2016127" y="91496"/>
                  </a:lnTo>
                  <a:lnTo>
                    <a:pt x="2023942" y="91924"/>
                  </a:lnTo>
                </a:path>
              </a:pathLst>
            </a:custGeom>
            <a:ln w="18970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1"/>
            <p:cNvSpPr/>
            <p:nvPr/>
          </p:nvSpPr>
          <p:spPr>
            <a:xfrm>
              <a:off x="1223067" y="2765083"/>
              <a:ext cx="2023942" cy="50862"/>
            </a:xfrm>
            <a:custGeom>
              <a:avLst/>
              <a:pathLst>
                <a:path w="2023942" h="50862">
                  <a:moveTo>
                    <a:pt x="0" y="0"/>
                  </a:moveTo>
                  <a:lnTo>
                    <a:pt x="7814" y="137"/>
                  </a:lnTo>
                  <a:lnTo>
                    <a:pt x="15628" y="252"/>
                  </a:lnTo>
                  <a:lnTo>
                    <a:pt x="23443" y="374"/>
                  </a:lnTo>
                  <a:lnTo>
                    <a:pt x="31257" y="532"/>
                  </a:lnTo>
                  <a:lnTo>
                    <a:pt x="39072" y="669"/>
                  </a:lnTo>
                  <a:lnTo>
                    <a:pt x="46886" y="793"/>
                  </a:lnTo>
                  <a:lnTo>
                    <a:pt x="54701" y="941"/>
                  </a:lnTo>
                  <a:lnTo>
                    <a:pt x="62515" y="1117"/>
                  </a:lnTo>
                  <a:lnTo>
                    <a:pt x="70330" y="1275"/>
                  </a:lnTo>
                  <a:lnTo>
                    <a:pt x="78144" y="1468"/>
                  </a:lnTo>
                  <a:lnTo>
                    <a:pt x="85958" y="1638"/>
                  </a:lnTo>
                  <a:lnTo>
                    <a:pt x="93773" y="1785"/>
                  </a:lnTo>
                  <a:lnTo>
                    <a:pt x="101587" y="1922"/>
                  </a:lnTo>
                  <a:lnTo>
                    <a:pt x="109402" y="2083"/>
                  </a:lnTo>
                  <a:lnTo>
                    <a:pt x="117216" y="2238"/>
                  </a:lnTo>
                  <a:lnTo>
                    <a:pt x="125031" y="2437"/>
                  </a:lnTo>
                  <a:lnTo>
                    <a:pt x="132845" y="2597"/>
                  </a:lnTo>
                  <a:lnTo>
                    <a:pt x="140660" y="2735"/>
                  </a:lnTo>
                  <a:lnTo>
                    <a:pt x="148474" y="2904"/>
                  </a:lnTo>
                  <a:lnTo>
                    <a:pt x="156288" y="3039"/>
                  </a:lnTo>
                  <a:lnTo>
                    <a:pt x="164103" y="3086"/>
                  </a:lnTo>
                  <a:lnTo>
                    <a:pt x="171917" y="3259"/>
                  </a:lnTo>
                  <a:lnTo>
                    <a:pt x="179732" y="3442"/>
                  </a:lnTo>
                  <a:lnTo>
                    <a:pt x="187546" y="3673"/>
                  </a:lnTo>
                  <a:lnTo>
                    <a:pt x="195361" y="3824"/>
                  </a:lnTo>
                  <a:lnTo>
                    <a:pt x="203175" y="4010"/>
                  </a:lnTo>
                  <a:lnTo>
                    <a:pt x="210990" y="4129"/>
                  </a:lnTo>
                  <a:lnTo>
                    <a:pt x="218804" y="4304"/>
                  </a:lnTo>
                  <a:lnTo>
                    <a:pt x="226619" y="4516"/>
                  </a:lnTo>
                  <a:lnTo>
                    <a:pt x="234433" y="4714"/>
                  </a:lnTo>
                  <a:lnTo>
                    <a:pt x="242247" y="4895"/>
                  </a:lnTo>
                  <a:lnTo>
                    <a:pt x="250062" y="5116"/>
                  </a:lnTo>
                  <a:lnTo>
                    <a:pt x="257876" y="5250"/>
                  </a:lnTo>
                  <a:lnTo>
                    <a:pt x="265691" y="5388"/>
                  </a:lnTo>
                  <a:lnTo>
                    <a:pt x="273505" y="5547"/>
                  </a:lnTo>
                  <a:lnTo>
                    <a:pt x="281320" y="5711"/>
                  </a:lnTo>
                  <a:lnTo>
                    <a:pt x="289134" y="5833"/>
                  </a:lnTo>
                  <a:lnTo>
                    <a:pt x="296949" y="5966"/>
                  </a:lnTo>
                  <a:lnTo>
                    <a:pt x="304763" y="6086"/>
                  </a:lnTo>
                  <a:lnTo>
                    <a:pt x="312577" y="6239"/>
                  </a:lnTo>
                  <a:lnTo>
                    <a:pt x="320392" y="6440"/>
                  </a:lnTo>
                  <a:lnTo>
                    <a:pt x="328206" y="6655"/>
                  </a:lnTo>
                  <a:lnTo>
                    <a:pt x="336021" y="6808"/>
                  </a:lnTo>
                  <a:lnTo>
                    <a:pt x="343835" y="6955"/>
                  </a:lnTo>
                  <a:lnTo>
                    <a:pt x="351650" y="7132"/>
                  </a:lnTo>
                  <a:lnTo>
                    <a:pt x="359464" y="7253"/>
                  </a:lnTo>
                  <a:lnTo>
                    <a:pt x="367279" y="7411"/>
                  </a:lnTo>
                  <a:lnTo>
                    <a:pt x="375093" y="7549"/>
                  </a:lnTo>
                  <a:lnTo>
                    <a:pt x="382907" y="7684"/>
                  </a:lnTo>
                  <a:lnTo>
                    <a:pt x="390722" y="7936"/>
                  </a:lnTo>
                  <a:lnTo>
                    <a:pt x="398536" y="8067"/>
                  </a:lnTo>
                  <a:lnTo>
                    <a:pt x="406351" y="8218"/>
                  </a:lnTo>
                  <a:lnTo>
                    <a:pt x="414165" y="8416"/>
                  </a:lnTo>
                  <a:lnTo>
                    <a:pt x="421980" y="8654"/>
                  </a:lnTo>
                  <a:lnTo>
                    <a:pt x="429794" y="8842"/>
                  </a:lnTo>
                  <a:lnTo>
                    <a:pt x="437609" y="9059"/>
                  </a:lnTo>
                  <a:lnTo>
                    <a:pt x="445423" y="9274"/>
                  </a:lnTo>
                  <a:lnTo>
                    <a:pt x="453238" y="9427"/>
                  </a:lnTo>
                  <a:lnTo>
                    <a:pt x="461052" y="9570"/>
                  </a:lnTo>
                  <a:lnTo>
                    <a:pt x="468866" y="9726"/>
                  </a:lnTo>
                  <a:lnTo>
                    <a:pt x="476681" y="9961"/>
                  </a:lnTo>
                  <a:lnTo>
                    <a:pt x="484495" y="10145"/>
                  </a:lnTo>
                  <a:lnTo>
                    <a:pt x="492310" y="10230"/>
                  </a:lnTo>
                  <a:lnTo>
                    <a:pt x="500124" y="10412"/>
                  </a:lnTo>
                  <a:lnTo>
                    <a:pt x="507939" y="10556"/>
                  </a:lnTo>
                  <a:lnTo>
                    <a:pt x="515753" y="10717"/>
                  </a:lnTo>
                  <a:lnTo>
                    <a:pt x="523568" y="10837"/>
                  </a:lnTo>
                  <a:lnTo>
                    <a:pt x="531382" y="11027"/>
                  </a:lnTo>
                  <a:lnTo>
                    <a:pt x="539196" y="11180"/>
                  </a:lnTo>
                  <a:lnTo>
                    <a:pt x="547011" y="11351"/>
                  </a:lnTo>
                  <a:lnTo>
                    <a:pt x="554825" y="11537"/>
                  </a:lnTo>
                  <a:lnTo>
                    <a:pt x="562640" y="11703"/>
                  </a:lnTo>
                  <a:lnTo>
                    <a:pt x="570454" y="11875"/>
                  </a:lnTo>
                  <a:lnTo>
                    <a:pt x="578269" y="12040"/>
                  </a:lnTo>
                  <a:lnTo>
                    <a:pt x="586083" y="12232"/>
                  </a:lnTo>
                  <a:lnTo>
                    <a:pt x="593898" y="12445"/>
                  </a:lnTo>
                  <a:lnTo>
                    <a:pt x="601712" y="12564"/>
                  </a:lnTo>
                  <a:lnTo>
                    <a:pt x="609526" y="12733"/>
                  </a:lnTo>
                  <a:lnTo>
                    <a:pt x="617341" y="12909"/>
                  </a:lnTo>
                  <a:lnTo>
                    <a:pt x="625155" y="13098"/>
                  </a:lnTo>
                  <a:lnTo>
                    <a:pt x="632970" y="13239"/>
                  </a:lnTo>
                  <a:lnTo>
                    <a:pt x="640784" y="13389"/>
                  </a:lnTo>
                  <a:lnTo>
                    <a:pt x="648599" y="13564"/>
                  </a:lnTo>
                  <a:lnTo>
                    <a:pt x="656413" y="13810"/>
                  </a:lnTo>
                  <a:lnTo>
                    <a:pt x="664228" y="13996"/>
                  </a:lnTo>
                  <a:lnTo>
                    <a:pt x="672042" y="14172"/>
                  </a:lnTo>
                  <a:lnTo>
                    <a:pt x="679857" y="14356"/>
                  </a:lnTo>
                  <a:lnTo>
                    <a:pt x="687671" y="14580"/>
                  </a:lnTo>
                  <a:lnTo>
                    <a:pt x="695485" y="14781"/>
                  </a:lnTo>
                  <a:lnTo>
                    <a:pt x="703300" y="14943"/>
                  </a:lnTo>
                  <a:lnTo>
                    <a:pt x="711114" y="15085"/>
                  </a:lnTo>
                  <a:lnTo>
                    <a:pt x="718929" y="15273"/>
                  </a:lnTo>
                  <a:lnTo>
                    <a:pt x="726743" y="15431"/>
                  </a:lnTo>
                  <a:lnTo>
                    <a:pt x="734558" y="15579"/>
                  </a:lnTo>
                  <a:lnTo>
                    <a:pt x="742372" y="15735"/>
                  </a:lnTo>
                  <a:lnTo>
                    <a:pt x="750187" y="15870"/>
                  </a:lnTo>
                  <a:lnTo>
                    <a:pt x="758001" y="16074"/>
                  </a:lnTo>
                  <a:lnTo>
                    <a:pt x="765815" y="16292"/>
                  </a:lnTo>
                  <a:lnTo>
                    <a:pt x="773630" y="16511"/>
                  </a:lnTo>
                  <a:lnTo>
                    <a:pt x="781444" y="16743"/>
                  </a:lnTo>
                  <a:lnTo>
                    <a:pt x="789259" y="16962"/>
                  </a:lnTo>
                  <a:lnTo>
                    <a:pt x="797073" y="17170"/>
                  </a:lnTo>
                  <a:lnTo>
                    <a:pt x="804888" y="17310"/>
                  </a:lnTo>
                  <a:lnTo>
                    <a:pt x="812702" y="17480"/>
                  </a:lnTo>
                  <a:lnTo>
                    <a:pt x="820517" y="17613"/>
                  </a:lnTo>
                  <a:lnTo>
                    <a:pt x="828331" y="17795"/>
                  </a:lnTo>
                  <a:lnTo>
                    <a:pt x="836145" y="17993"/>
                  </a:lnTo>
                  <a:lnTo>
                    <a:pt x="843960" y="18189"/>
                  </a:lnTo>
                  <a:lnTo>
                    <a:pt x="851774" y="18358"/>
                  </a:lnTo>
                  <a:lnTo>
                    <a:pt x="859589" y="18595"/>
                  </a:lnTo>
                  <a:lnTo>
                    <a:pt x="867403" y="18768"/>
                  </a:lnTo>
                  <a:lnTo>
                    <a:pt x="875218" y="18883"/>
                  </a:lnTo>
                  <a:lnTo>
                    <a:pt x="883032" y="19027"/>
                  </a:lnTo>
                  <a:lnTo>
                    <a:pt x="890847" y="19254"/>
                  </a:lnTo>
                  <a:lnTo>
                    <a:pt x="898661" y="19447"/>
                  </a:lnTo>
                  <a:lnTo>
                    <a:pt x="906476" y="19639"/>
                  </a:lnTo>
                  <a:lnTo>
                    <a:pt x="914290" y="19869"/>
                  </a:lnTo>
                  <a:lnTo>
                    <a:pt x="922104" y="20089"/>
                  </a:lnTo>
                  <a:lnTo>
                    <a:pt x="929919" y="20297"/>
                  </a:lnTo>
                  <a:lnTo>
                    <a:pt x="937733" y="20503"/>
                  </a:lnTo>
                  <a:lnTo>
                    <a:pt x="945548" y="20757"/>
                  </a:lnTo>
                  <a:lnTo>
                    <a:pt x="953362" y="21025"/>
                  </a:lnTo>
                  <a:lnTo>
                    <a:pt x="961177" y="21176"/>
                  </a:lnTo>
                  <a:lnTo>
                    <a:pt x="968991" y="21352"/>
                  </a:lnTo>
                  <a:lnTo>
                    <a:pt x="976806" y="21637"/>
                  </a:lnTo>
                  <a:lnTo>
                    <a:pt x="984620" y="21828"/>
                  </a:lnTo>
                  <a:lnTo>
                    <a:pt x="992434" y="22059"/>
                  </a:lnTo>
                  <a:lnTo>
                    <a:pt x="1000249" y="22246"/>
                  </a:lnTo>
                  <a:lnTo>
                    <a:pt x="1008063" y="22433"/>
                  </a:lnTo>
                  <a:lnTo>
                    <a:pt x="1015878" y="22621"/>
                  </a:lnTo>
                  <a:lnTo>
                    <a:pt x="1023692" y="22815"/>
                  </a:lnTo>
                  <a:lnTo>
                    <a:pt x="1031507" y="22984"/>
                  </a:lnTo>
                  <a:lnTo>
                    <a:pt x="1039321" y="23169"/>
                  </a:lnTo>
                  <a:lnTo>
                    <a:pt x="1047136" y="23366"/>
                  </a:lnTo>
                  <a:lnTo>
                    <a:pt x="1054950" y="23563"/>
                  </a:lnTo>
                  <a:lnTo>
                    <a:pt x="1062765" y="23679"/>
                  </a:lnTo>
                  <a:lnTo>
                    <a:pt x="1070579" y="23929"/>
                  </a:lnTo>
                  <a:lnTo>
                    <a:pt x="1078393" y="24171"/>
                  </a:lnTo>
                  <a:lnTo>
                    <a:pt x="1086208" y="24365"/>
                  </a:lnTo>
                  <a:lnTo>
                    <a:pt x="1094022" y="24545"/>
                  </a:lnTo>
                  <a:lnTo>
                    <a:pt x="1101837" y="24745"/>
                  </a:lnTo>
                  <a:lnTo>
                    <a:pt x="1109651" y="24980"/>
                  </a:lnTo>
                  <a:lnTo>
                    <a:pt x="1117466" y="25206"/>
                  </a:lnTo>
                  <a:lnTo>
                    <a:pt x="1125280" y="25464"/>
                  </a:lnTo>
                  <a:lnTo>
                    <a:pt x="1133095" y="25703"/>
                  </a:lnTo>
                  <a:lnTo>
                    <a:pt x="1140909" y="25956"/>
                  </a:lnTo>
                  <a:lnTo>
                    <a:pt x="1148723" y="26074"/>
                  </a:lnTo>
                  <a:lnTo>
                    <a:pt x="1156538" y="26217"/>
                  </a:lnTo>
                  <a:lnTo>
                    <a:pt x="1164352" y="26413"/>
                  </a:lnTo>
                  <a:lnTo>
                    <a:pt x="1172167" y="26672"/>
                  </a:lnTo>
                  <a:lnTo>
                    <a:pt x="1179981" y="26847"/>
                  </a:lnTo>
                  <a:lnTo>
                    <a:pt x="1187796" y="27062"/>
                  </a:lnTo>
                  <a:lnTo>
                    <a:pt x="1195610" y="27296"/>
                  </a:lnTo>
                  <a:lnTo>
                    <a:pt x="1203425" y="27477"/>
                  </a:lnTo>
                  <a:lnTo>
                    <a:pt x="1211239" y="27709"/>
                  </a:lnTo>
                  <a:lnTo>
                    <a:pt x="1219053" y="27944"/>
                  </a:lnTo>
                  <a:lnTo>
                    <a:pt x="1226868" y="28154"/>
                  </a:lnTo>
                  <a:lnTo>
                    <a:pt x="1234682" y="28335"/>
                  </a:lnTo>
                  <a:lnTo>
                    <a:pt x="1242497" y="28518"/>
                  </a:lnTo>
                  <a:lnTo>
                    <a:pt x="1250311" y="28727"/>
                  </a:lnTo>
                  <a:lnTo>
                    <a:pt x="1258126" y="28945"/>
                  </a:lnTo>
                  <a:lnTo>
                    <a:pt x="1265940" y="29144"/>
                  </a:lnTo>
                  <a:lnTo>
                    <a:pt x="1273755" y="29379"/>
                  </a:lnTo>
                  <a:lnTo>
                    <a:pt x="1281569" y="29530"/>
                  </a:lnTo>
                  <a:lnTo>
                    <a:pt x="1289384" y="29755"/>
                  </a:lnTo>
                  <a:lnTo>
                    <a:pt x="1297198" y="30022"/>
                  </a:lnTo>
                  <a:lnTo>
                    <a:pt x="1305012" y="30197"/>
                  </a:lnTo>
                  <a:lnTo>
                    <a:pt x="1312827" y="30373"/>
                  </a:lnTo>
                  <a:lnTo>
                    <a:pt x="1320641" y="30602"/>
                  </a:lnTo>
                  <a:lnTo>
                    <a:pt x="1328456" y="30823"/>
                  </a:lnTo>
                  <a:lnTo>
                    <a:pt x="1336270" y="31010"/>
                  </a:lnTo>
                  <a:lnTo>
                    <a:pt x="1344085" y="31160"/>
                  </a:lnTo>
                  <a:lnTo>
                    <a:pt x="1351899" y="31416"/>
                  </a:lnTo>
                  <a:lnTo>
                    <a:pt x="1359714" y="31601"/>
                  </a:lnTo>
                  <a:lnTo>
                    <a:pt x="1367528" y="31816"/>
                  </a:lnTo>
                  <a:lnTo>
                    <a:pt x="1375342" y="31977"/>
                  </a:lnTo>
                  <a:lnTo>
                    <a:pt x="1383157" y="32130"/>
                  </a:lnTo>
                  <a:lnTo>
                    <a:pt x="1390971" y="32332"/>
                  </a:lnTo>
                  <a:lnTo>
                    <a:pt x="1398786" y="32548"/>
                  </a:lnTo>
                  <a:lnTo>
                    <a:pt x="1406600" y="32764"/>
                  </a:lnTo>
                  <a:lnTo>
                    <a:pt x="1414415" y="33013"/>
                  </a:lnTo>
                  <a:lnTo>
                    <a:pt x="1422229" y="33219"/>
                  </a:lnTo>
                  <a:lnTo>
                    <a:pt x="1430044" y="33415"/>
                  </a:lnTo>
                  <a:lnTo>
                    <a:pt x="1437858" y="33634"/>
                  </a:lnTo>
                  <a:lnTo>
                    <a:pt x="1445672" y="33848"/>
                  </a:lnTo>
                  <a:lnTo>
                    <a:pt x="1453487" y="34066"/>
                  </a:lnTo>
                  <a:lnTo>
                    <a:pt x="1461301" y="34293"/>
                  </a:lnTo>
                  <a:lnTo>
                    <a:pt x="1469116" y="34522"/>
                  </a:lnTo>
                  <a:lnTo>
                    <a:pt x="1476930" y="34714"/>
                  </a:lnTo>
                  <a:lnTo>
                    <a:pt x="1484745" y="34957"/>
                  </a:lnTo>
                  <a:lnTo>
                    <a:pt x="1492559" y="35195"/>
                  </a:lnTo>
                  <a:lnTo>
                    <a:pt x="1500374" y="35442"/>
                  </a:lnTo>
                  <a:lnTo>
                    <a:pt x="1508188" y="35602"/>
                  </a:lnTo>
                  <a:lnTo>
                    <a:pt x="1516003" y="35840"/>
                  </a:lnTo>
                  <a:lnTo>
                    <a:pt x="1523817" y="36089"/>
                  </a:lnTo>
                  <a:lnTo>
                    <a:pt x="1531631" y="36270"/>
                  </a:lnTo>
                  <a:lnTo>
                    <a:pt x="1539446" y="36461"/>
                  </a:lnTo>
                  <a:lnTo>
                    <a:pt x="1547260" y="36691"/>
                  </a:lnTo>
                  <a:lnTo>
                    <a:pt x="1555075" y="36819"/>
                  </a:lnTo>
                  <a:lnTo>
                    <a:pt x="1562889" y="37002"/>
                  </a:lnTo>
                  <a:lnTo>
                    <a:pt x="1570704" y="37213"/>
                  </a:lnTo>
                  <a:lnTo>
                    <a:pt x="1578518" y="37432"/>
                  </a:lnTo>
                  <a:lnTo>
                    <a:pt x="1586333" y="37664"/>
                  </a:lnTo>
                  <a:lnTo>
                    <a:pt x="1594147" y="37878"/>
                  </a:lnTo>
                  <a:lnTo>
                    <a:pt x="1601961" y="38118"/>
                  </a:lnTo>
                  <a:lnTo>
                    <a:pt x="1609776" y="38409"/>
                  </a:lnTo>
                  <a:lnTo>
                    <a:pt x="1617590" y="38678"/>
                  </a:lnTo>
                  <a:lnTo>
                    <a:pt x="1625405" y="38905"/>
                  </a:lnTo>
                  <a:lnTo>
                    <a:pt x="1633219" y="39081"/>
                  </a:lnTo>
                  <a:lnTo>
                    <a:pt x="1641034" y="39243"/>
                  </a:lnTo>
                  <a:lnTo>
                    <a:pt x="1648848" y="39461"/>
                  </a:lnTo>
                  <a:lnTo>
                    <a:pt x="1656663" y="39684"/>
                  </a:lnTo>
                  <a:lnTo>
                    <a:pt x="1664477" y="39926"/>
                  </a:lnTo>
                  <a:lnTo>
                    <a:pt x="1672291" y="40184"/>
                  </a:lnTo>
                  <a:lnTo>
                    <a:pt x="1680106" y="40440"/>
                  </a:lnTo>
                  <a:lnTo>
                    <a:pt x="1687920" y="40683"/>
                  </a:lnTo>
                  <a:lnTo>
                    <a:pt x="1695735" y="40952"/>
                  </a:lnTo>
                  <a:lnTo>
                    <a:pt x="1703549" y="41221"/>
                  </a:lnTo>
                  <a:lnTo>
                    <a:pt x="1711364" y="41481"/>
                  </a:lnTo>
                  <a:lnTo>
                    <a:pt x="1719178" y="41736"/>
                  </a:lnTo>
                  <a:lnTo>
                    <a:pt x="1726993" y="42007"/>
                  </a:lnTo>
                  <a:lnTo>
                    <a:pt x="1734807" y="42238"/>
                  </a:lnTo>
                  <a:lnTo>
                    <a:pt x="1742622" y="42475"/>
                  </a:lnTo>
                  <a:lnTo>
                    <a:pt x="1750436" y="42708"/>
                  </a:lnTo>
                  <a:lnTo>
                    <a:pt x="1758250" y="43018"/>
                  </a:lnTo>
                  <a:lnTo>
                    <a:pt x="1766065" y="43306"/>
                  </a:lnTo>
                  <a:lnTo>
                    <a:pt x="1773879" y="43542"/>
                  </a:lnTo>
                  <a:lnTo>
                    <a:pt x="1781694" y="43750"/>
                  </a:lnTo>
                  <a:lnTo>
                    <a:pt x="1789508" y="43936"/>
                  </a:lnTo>
                  <a:lnTo>
                    <a:pt x="1797323" y="44122"/>
                  </a:lnTo>
                  <a:lnTo>
                    <a:pt x="1805137" y="44309"/>
                  </a:lnTo>
                  <a:lnTo>
                    <a:pt x="1812952" y="44499"/>
                  </a:lnTo>
                  <a:lnTo>
                    <a:pt x="1820766" y="44750"/>
                  </a:lnTo>
                  <a:lnTo>
                    <a:pt x="1828580" y="44988"/>
                  </a:lnTo>
                  <a:lnTo>
                    <a:pt x="1836395" y="45195"/>
                  </a:lnTo>
                  <a:lnTo>
                    <a:pt x="1844209" y="45403"/>
                  </a:lnTo>
                  <a:lnTo>
                    <a:pt x="1852024" y="45610"/>
                  </a:lnTo>
                  <a:lnTo>
                    <a:pt x="1859838" y="45818"/>
                  </a:lnTo>
                  <a:lnTo>
                    <a:pt x="1867653" y="46059"/>
                  </a:lnTo>
                  <a:lnTo>
                    <a:pt x="1875467" y="46323"/>
                  </a:lnTo>
                  <a:lnTo>
                    <a:pt x="1883282" y="46527"/>
                  </a:lnTo>
                  <a:lnTo>
                    <a:pt x="1891096" y="46700"/>
                  </a:lnTo>
                  <a:lnTo>
                    <a:pt x="1898910" y="46938"/>
                  </a:lnTo>
                  <a:lnTo>
                    <a:pt x="1906725" y="47158"/>
                  </a:lnTo>
                  <a:lnTo>
                    <a:pt x="1914539" y="47374"/>
                  </a:lnTo>
                  <a:lnTo>
                    <a:pt x="1922354" y="47623"/>
                  </a:lnTo>
                  <a:lnTo>
                    <a:pt x="1930168" y="47915"/>
                  </a:lnTo>
                  <a:lnTo>
                    <a:pt x="1937983" y="48204"/>
                  </a:lnTo>
                  <a:lnTo>
                    <a:pt x="1945797" y="48400"/>
                  </a:lnTo>
                  <a:lnTo>
                    <a:pt x="1953612" y="48609"/>
                  </a:lnTo>
                  <a:lnTo>
                    <a:pt x="1961426" y="48860"/>
                  </a:lnTo>
                  <a:lnTo>
                    <a:pt x="1969241" y="49125"/>
                  </a:lnTo>
                  <a:lnTo>
                    <a:pt x="1977055" y="49351"/>
                  </a:lnTo>
                  <a:lnTo>
                    <a:pt x="1984869" y="49595"/>
                  </a:lnTo>
                  <a:lnTo>
                    <a:pt x="1992684" y="49847"/>
                  </a:lnTo>
                  <a:lnTo>
                    <a:pt x="2000498" y="50122"/>
                  </a:lnTo>
                  <a:lnTo>
                    <a:pt x="2008313" y="50391"/>
                  </a:lnTo>
                  <a:lnTo>
                    <a:pt x="2016127" y="50627"/>
                  </a:lnTo>
                  <a:lnTo>
                    <a:pt x="2023942" y="50862"/>
                  </a:lnTo>
                </a:path>
              </a:pathLst>
            </a:custGeom>
            <a:ln w="1897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2"/>
            <p:cNvSpPr/>
            <p:nvPr/>
          </p:nvSpPr>
          <p:spPr>
            <a:xfrm>
              <a:off x="1223067" y="2759042"/>
              <a:ext cx="2023942" cy="128338"/>
            </a:xfrm>
            <a:custGeom>
              <a:avLst/>
              <a:pathLst>
                <a:path w="2023942" h="128338">
                  <a:moveTo>
                    <a:pt x="0" y="0"/>
                  </a:moveTo>
                  <a:lnTo>
                    <a:pt x="7814" y="308"/>
                  </a:lnTo>
                  <a:lnTo>
                    <a:pt x="15628" y="581"/>
                  </a:lnTo>
                  <a:lnTo>
                    <a:pt x="23443" y="809"/>
                  </a:lnTo>
                  <a:lnTo>
                    <a:pt x="31257" y="1089"/>
                  </a:lnTo>
                  <a:lnTo>
                    <a:pt x="39072" y="1362"/>
                  </a:lnTo>
                  <a:lnTo>
                    <a:pt x="46886" y="1649"/>
                  </a:lnTo>
                  <a:lnTo>
                    <a:pt x="54701" y="1944"/>
                  </a:lnTo>
                  <a:lnTo>
                    <a:pt x="62515" y="2247"/>
                  </a:lnTo>
                  <a:lnTo>
                    <a:pt x="70330" y="2541"/>
                  </a:lnTo>
                  <a:lnTo>
                    <a:pt x="78144" y="2841"/>
                  </a:lnTo>
                  <a:lnTo>
                    <a:pt x="85958" y="3164"/>
                  </a:lnTo>
                  <a:lnTo>
                    <a:pt x="93773" y="3489"/>
                  </a:lnTo>
                  <a:lnTo>
                    <a:pt x="101587" y="3832"/>
                  </a:lnTo>
                  <a:lnTo>
                    <a:pt x="109402" y="4196"/>
                  </a:lnTo>
                  <a:lnTo>
                    <a:pt x="117216" y="4541"/>
                  </a:lnTo>
                  <a:lnTo>
                    <a:pt x="125031" y="4882"/>
                  </a:lnTo>
                  <a:lnTo>
                    <a:pt x="132845" y="5211"/>
                  </a:lnTo>
                  <a:lnTo>
                    <a:pt x="140660" y="5547"/>
                  </a:lnTo>
                  <a:lnTo>
                    <a:pt x="148474" y="5872"/>
                  </a:lnTo>
                  <a:lnTo>
                    <a:pt x="156288" y="6183"/>
                  </a:lnTo>
                  <a:lnTo>
                    <a:pt x="164103" y="6522"/>
                  </a:lnTo>
                  <a:lnTo>
                    <a:pt x="171917" y="6842"/>
                  </a:lnTo>
                  <a:lnTo>
                    <a:pt x="179732" y="7150"/>
                  </a:lnTo>
                  <a:lnTo>
                    <a:pt x="187546" y="7464"/>
                  </a:lnTo>
                  <a:lnTo>
                    <a:pt x="195361" y="7830"/>
                  </a:lnTo>
                  <a:lnTo>
                    <a:pt x="203175" y="8136"/>
                  </a:lnTo>
                  <a:lnTo>
                    <a:pt x="210990" y="8473"/>
                  </a:lnTo>
                  <a:lnTo>
                    <a:pt x="218804" y="8803"/>
                  </a:lnTo>
                  <a:lnTo>
                    <a:pt x="226619" y="9110"/>
                  </a:lnTo>
                  <a:lnTo>
                    <a:pt x="234433" y="9365"/>
                  </a:lnTo>
                  <a:lnTo>
                    <a:pt x="242247" y="9662"/>
                  </a:lnTo>
                  <a:lnTo>
                    <a:pt x="250062" y="9967"/>
                  </a:lnTo>
                  <a:lnTo>
                    <a:pt x="257876" y="10317"/>
                  </a:lnTo>
                  <a:lnTo>
                    <a:pt x="265691" y="10663"/>
                  </a:lnTo>
                  <a:lnTo>
                    <a:pt x="273505" y="11023"/>
                  </a:lnTo>
                  <a:lnTo>
                    <a:pt x="281320" y="11357"/>
                  </a:lnTo>
                  <a:lnTo>
                    <a:pt x="289134" y="11691"/>
                  </a:lnTo>
                  <a:lnTo>
                    <a:pt x="296949" y="12057"/>
                  </a:lnTo>
                  <a:lnTo>
                    <a:pt x="304763" y="12319"/>
                  </a:lnTo>
                  <a:lnTo>
                    <a:pt x="312577" y="12639"/>
                  </a:lnTo>
                  <a:lnTo>
                    <a:pt x="320392" y="13025"/>
                  </a:lnTo>
                  <a:lnTo>
                    <a:pt x="328206" y="13401"/>
                  </a:lnTo>
                  <a:lnTo>
                    <a:pt x="336021" y="13766"/>
                  </a:lnTo>
                  <a:lnTo>
                    <a:pt x="343835" y="14147"/>
                  </a:lnTo>
                  <a:lnTo>
                    <a:pt x="351650" y="14497"/>
                  </a:lnTo>
                  <a:lnTo>
                    <a:pt x="359464" y="14905"/>
                  </a:lnTo>
                  <a:lnTo>
                    <a:pt x="367279" y="15254"/>
                  </a:lnTo>
                  <a:lnTo>
                    <a:pt x="375093" y="15585"/>
                  </a:lnTo>
                  <a:lnTo>
                    <a:pt x="382907" y="15977"/>
                  </a:lnTo>
                  <a:lnTo>
                    <a:pt x="390722" y="16303"/>
                  </a:lnTo>
                  <a:lnTo>
                    <a:pt x="398536" y="16716"/>
                  </a:lnTo>
                  <a:lnTo>
                    <a:pt x="406351" y="17129"/>
                  </a:lnTo>
                  <a:lnTo>
                    <a:pt x="414165" y="17504"/>
                  </a:lnTo>
                  <a:lnTo>
                    <a:pt x="421980" y="17861"/>
                  </a:lnTo>
                  <a:lnTo>
                    <a:pt x="429794" y="18202"/>
                  </a:lnTo>
                  <a:lnTo>
                    <a:pt x="437609" y="18617"/>
                  </a:lnTo>
                  <a:lnTo>
                    <a:pt x="445423" y="18999"/>
                  </a:lnTo>
                  <a:lnTo>
                    <a:pt x="453238" y="19380"/>
                  </a:lnTo>
                  <a:lnTo>
                    <a:pt x="461052" y="19755"/>
                  </a:lnTo>
                  <a:lnTo>
                    <a:pt x="468866" y="20105"/>
                  </a:lnTo>
                  <a:lnTo>
                    <a:pt x="476681" y="20478"/>
                  </a:lnTo>
                  <a:lnTo>
                    <a:pt x="484495" y="20893"/>
                  </a:lnTo>
                  <a:lnTo>
                    <a:pt x="492310" y="21332"/>
                  </a:lnTo>
                  <a:lnTo>
                    <a:pt x="500124" y="21745"/>
                  </a:lnTo>
                  <a:lnTo>
                    <a:pt x="507939" y="22038"/>
                  </a:lnTo>
                  <a:lnTo>
                    <a:pt x="515753" y="22427"/>
                  </a:lnTo>
                  <a:lnTo>
                    <a:pt x="523568" y="22837"/>
                  </a:lnTo>
                  <a:lnTo>
                    <a:pt x="531382" y="23285"/>
                  </a:lnTo>
                  <a:lnTo>
                    <a:pt x="539196" y="23686"/>
                  </a:lnTo>
                  <a:lnTo>
                    <a:pt x="547011" y="24066"/>
                  </a:lnTo>
                  <a:lnTo>
                    <a:pt x="554825" y="24465"/>
                  </a:lnTo>
                  <a:lnTo>
                    <a:pt x="562640" y="24910"/>
                  </a:lnTo>
                  <a:lnTo>
                    <a:pt x="570454" y="25340"/>
                  </a:lnTo>
                  <a:lnTo>
                    <a:pt x="578269" y="25795"/>
                  </a:lnTo>
                  <a:lnTo>
                    <a:pt x="586083" y="26218"/>
                  </a:lnTo>
                  <a:lnTo>
                    <a:pt x="593898" y="26634"/>
                  </a:lnTo>
                  <a:lnTo>
                    <a:pt x="601712" y="27054"/>
                  </a:lnTo>
                  <a:lnTo>
                    <a:pt x="609526" y="27512"/>
                  </a:lnTo>
                  <a:lnTo>
                    <a:pt x="617341" y="27948"/>
                  </a:lnTo>
                  <a:lnTo>
                    <a:pt x="625155" y="28348"/>
                  </a:lnTo>
                  <a:lnTo>
                    <a:pt x="632970" y="28784"/>
                  </a:lnTo>
                  <a:lnTo>
                    <a:pt x="640784" y="29188"/>
                  </a:lnTo>
                  <a:lnTo>
                    <a:pt x="648599" y="29645"/>
                  </a:lnTo>
                  <a:lnTo>
                    <a:pt x="656413" y="30097"/>
                  </a:lnTo>
                  <a:lnTo>
                    <a:pt x="664228" y="30511"/>
                  </a:lnTo>
                  <a:lnTo>
                    <a:pt x="672042" y="31007"/>
                  </a:lnTo>
                  <a:lnTo>
                    <a:pt x="679857" y="31375"/>
                  </a:lnTo>
                  <a:lnTo>
                    <a:pt x="687671" y="31784"/>
                  </a:lnTo>
                  <a:lnTo>
                    <a:pt x="695485" y="32187"/>
                  </a:lnTo>
                  <a:lnTo>
                    <a:pt x="703300" y="32573"/>
                  </a:lnTo>
                  <a:lnTo>
                    <a:pt x="711114" y="32955"/>
                  </a:lnTo>
                  <a:lnTo>
                    <a:pt x="718929" y="33422"/>
                  </a:lnTo>
                  <a:lnTo>
                    <a:pt x="726743" y="33896"/>
                  </a:lnTo>
                  <a:lnTo>
                    <a:pt x="734558" y="34296"/>
                  </a:lnTo>
                  <a:lnTo>
                    <a:pt x="742372" y="34822"/>
                  </a:lnTo>
                  <a:lnTo>
                    <a:pt x="750187" y="35280"/>
                  </a:lnTo>
                  <a:lnTo>
                    <a:pt x="758001" y="35720"/>
                  </a:lnTo>
                  <a:lnTo>
                    <a:pt x="765815" y="36169"/>
                  </a:lnTo>
                  <a:lnTo>
                    <a:pt x="773630" y="36587"/>
                  </a:lnTo>
                  <a:lnTo>
                    <a:pt x="781444" y="37060"/>
                  </a:lnTo>
                  <a:lnTo>
                    <a:pt x="789259" y="37534"/>
                  </a:lnTo>
                  <a:lnTo>
                    <a:pt x="797073" y="37999"/>
                  </a:lnTo>
                  <a:lnTo>
                    <a:pt x="804888" y="38415"/>
                  </a:lnTo>
                  <a:lnTo>
                    <a:pt x="812702" y="38939"/>
                  </a:lnTo>
                  <a:lnTo>
                    <a:pt x="820517" y="39378"/>
                  </a:lnTo>
                  <a:lnTo>
                    <a:pt x="828331" y="39761"/>
                  </a:lnTo>
                  <a:lnTo>
                    <a:pt x="836145" y="40249"/>
                  </a:lnTo>
                  <a:lnTo>
                    <a:pt x="843960" y="40661"/>
                  </a:lnTo>
                  <a:lnTo>
                    <a:pt x="851774" y="41231"/>
                  </a:lnTo>
                  <a:lnTo>
                    <a:pt x="859589" y="41753"/>
                  </a:lnTo>
                  <a:lnTo>
                    <a:pt x="867403" y="42164"/>
                  </a:lnTo>
                  <a:lnTo>
                    <a:pt x="875218" y="42619"/>
                  </a:lnTo>
                  <a:lnTo>
                    <a:pt x="883032" y="43145"/>
                  </a:lnTo>
                  <a:lnTo>
                    <a:pt x="890847" y="43632"/>
                  </a:lnTo>
                  <a:lnTo>
                    <a:pt x="898661" y="44251"/>
                  </a:lnTo>
                  <a:lnTo>
                    <a:pt x="906476" y="44690"/>
                  </a:lnTo>
                  <a:lnTo>
                    <a:pt x="914290" y="45165"/>
                  </a:lnTo>
                  <a:lnTo>
                    <a:pt x="922104" y="45650"/>
                  </a:lnTo>
                  <a:lnTo>
                    <a:pt x="929919" y="46122"/>
                  </a:lnTo>
                  <a:lnTo>
                    <a:pt x="937733" y="46618"/>
                  </a:lnTo>
                  <a:lnTo>
                    <a:pt x="945548" y="47135"/>
                  </a:lnTo>
                  <a:lnTo>
                    <a:pt x="953362" y="47623"/>
                  </a:lnTo>
                  <a:lnTo>
                    <a:pt x="961177" y="48132"/>
                  </a:lnTo>
                  <a:lnTo>
                    <a:pt x="968991" y="48594"/>
                  </a:lnTo>
                  <a:lnTo>
                    <a:pt x="976806" y="49135"/>
                  </a:lnTo>
                  <a:lnTo>
                    <a:pt x="984620" y="49601"/>
                  </a:lnTo>
                  <a:lnTo>
                    <a:pt x="992434" y="50061"/>
                  </a:lnTo>
                  <a:lnTo>
                    <a:pt x="1000249" y="50514"/>
                  </a:lnTo>
                  <a:lnTo>
                    <a:pt x="1008063" y="51037"/>
                  </a:lnTo>
                  <a:lnTo>
                    <a:pt x="1015878" y="51530"/>
                  </a:lnTo>
                  <a:lnTo>
                    <a:pt x="1023692" y="52046"/>
                  </a:lnTo>
                  <a:lnTo>
                    <a:pt x="1031507" y="52494"/>
                  </a:lnTo>
                  <a:lnTo>
                    <a:pt x="1039321" y="52998"/>
                  </a:lnTo>
                  <a:lnTo>
                    <a:pt x="1047136" y="53499"/>
                  </a:lnTo>
                  <a:lnTo>
                    <a:pt x="1054950" y="53991"/>
                  </a:lnTo>
                  <a:lnTo>
                    <a:pt x="1062765" y="54458"/>
                  </a:lnTo>
                  <a:lnTo>
                    <a:pt x="1070579" y="55033"/>
                  </a:lnTo>
                  <a:lnTo>
                    <a:pt x="1078393" y="55490"/>
                  </a:lnTo>
                  <a:lnTo>
                    <a:pt x="1086208" y="55962"/>
                  </a:lnTo>
                  <a:lnTo>
                    <a:pt x="1094022" y="56459"/>
                  </a:lnTo>
                  <a:lnTo>
                    <a:pt x="1101837" y="56941"/>
                  </a:lnTo>
                  <a:lnTo>
                    <a:pt x="1109651" y="57533"/>
                  </a:lnTo>
                  <a:lnTo>
                    <a:pt x="1117466" y="58020"/>
                  </a:lnTo>
                  <a:lnTo>
                    <a:pt x="1125280" y="58567"/>
                  </a:lnTo>
                  <a:lnTo>
                    <a:pt x="1133095" y="59121"/>
                  </a:lnTo>
                  <a:lnTo>
                    <a:pt x="1140909" y="59705"/>
                  </a:lnTo>
                  <a:lnTo>
                    <a:pt x="1148723" y="60252"/>
                  </a:lnTo>
                  <a:lnTo>
                    <a:pt x="1156538" y="60826"/>
                  </a:lnTo>
                  <a:lnTo>
                    <a:pt x="1164352" y="61445"/>
                  </a:lnTo>
                  <a:lnTo>
                    <a:pt x="1172167" y="62022"/>
                  </a:lnTo>
                  <a:lnTo>
                    <a:pt x="1179981" y="62536"/>
                  </a:lnTo>
                  <a:lnTo>
                    <a:pt x="1187796" y="63097"/>
                  </a:lnTo>
                  <a:lnTo>
                    <a:pt x="1195610" y="63633"/>
                  </a:lnTo>
                  <a:lnTo>
                    <a:pt x="1203425" y="64232"/>
                  </a:lnTo>
                  <a:lnTo>
                    <a:pt x="1211239" y="64781"/>
                  </a:lnTo>
                  <a:lnTo>
                    <a:pt x="1219053" y="65266"/>
                  </a:lnTo>
                  <a:lnTo>
                    <a:pt x="1226868" y="65864"/>
                  </a:lnTo>
                  <a:lnTo>
                    <a:pt x="1234682" y="66426"/>
                  </a:lnTo>
                  <a:lnTo>
                    <a:pt x="1242497" y="67007"/>
                  </a:lnTo>
                  <a:lnTo>
                    <a:pt x="1250311" y="67553"/>
                  </a:lnTo>
                  <a:lnTo>
                    <a:pt x="1258126" y="68106"/>
                  </a:lnTo>
                  <a:lnTo>
                    <a:pt x="1265940" y="68608"/>
                  </a:lnTo>
                  <a:lnTo>
                    <a:pt x="1273755" y="69227"/>
                  </a:lnTo>
                  <a:lnTo>
                    <a:pt x="1281569" y="69743"/>
                  </a:lnTo>
                  <a:lnTo>
                    <a:pt x="1289384" y="70327"/>
                  </a:lnTo>
                  <a:lnTo>
                    <a:pt x="1297198" y="70896"/>
                  </a:lnTo>
                  <a:lnTo>
                    <a:pt x="1305012" y="71415"/>
                  </a:lnTo>
                  <a:lnTo>
                    <a:pt x="1312827" y="71934"/>
                  </a:lnTo>
                  <a:lnTo>
                    <a:pt x="1320641" y="72485"/>
                  </a:lnTo>
                  <a:lnTo>
                    <a:pt x="1328456" y="73001"/>
                  </a:lnTo>
                  <a:lnTo>
                    <a:pt x="1336270" y="73470"/>
                  </a:lnTo>
                  <a:lnTo>
                    <a:pt x="1344085" y="74057"/>
                  </a:lnTo>
                  <a:lnTo>
                    <a:pt x="1351899" y="74594"/>
                  </a:lnTo>
                  <a:lnTo>
                    <a:pt x="1359714" y="75103"/>
                  </a:lnTo>
                  <a:lnTo>
                    <a:pt x="1367528" y="75713"/>
                  </a:lnTo>
                  <a:lnTo>
                    <a:pt x="1375342" y="76321"/>
                  </a:lnTo>
                  <a:lnTo>
                    <a:pt x="1383157" y="76988"/>
                  </a:lnTo>
                  <a:lnTo>
                    <a:pt x="1390971" y="77532"/>
                  </a:lnTo>
                  <a:lnTo>
                    <a:pt x="1398786" y="78152"/>
                  </a:lnTo>
                  <a:lnTo>
                    <a:pt x="1406600" y="78736"/>
                  </a:lnTo>
                  <a:lnTo>
                    <a:pt x="1414415" y="79307"/>
                  </a:lnTo>
                  <a:lnTo>
                    <a:pt x="1422229" y="79881"/>
                  </a:lnTo>
                  <a:lnTo>
                    <a:pt x="1430044" y="80501"/>
                  </a:lnTo>
                  <a:lnTo>
                    <a:pt x="1437858" y="81110"/>
                  </a:lnTo>
                  <a:lnTo>
                    <a:pt x="1445672" y="81703"/>
                  </a:lnTo>
                  <a:lnTo>
                    <a:pt x="1453487" y="82261"/>
                  </a:lnTo>
                  <a:lnTo>
                    <a:pt x="1461301" y="82856"/>
                  </a:lnTo>
                  <a:lnTo>
                    <a:pt x="1469116" y="83477"/>
                  </a:lnTo>
                  <a:lnTo>
                    <a:pt x="1476930" y="84105"/>
                  </a:lnTo>
                  <a:lnTo>
                    <a:pt x="1484745" y="84685"/>
                  </a:lnTo>
                  <a:lnTo>
                    <a:pt x="1492559" y="85294"/>
                  </a:lnTo>
                  <a:lnTo>
                    <a:pt x="1500374" y="85967"/>
                  </a:lnTo>
                  <a:lnTo>
                    <a:pt x="1508188" y="86603"/>
                  </a:lnTo>
                  <a:lnTo>
                    <a:pt x="1516003" y="87230"/>
                  </a:lnTo>
                  <a:lnTo>
                    <a:pt x="1523817" y="87838"/>
                  </a:lnTo>
                  <a:lnTo>
                    <a:pt x="1531631" y="88501"/>
                  </a:lnTo>
                  <a:lnTo>
                    <a:pt x="1539446" y="89100"/>
                  </a:lnTo>
                  <a:lnTo>
                    <a:pt x="1547260" y="89713"/>
                  </a:lnTo>
                  <a:lnTo>
                    <a:pt x="1555075" y="90364"/>
                  </a:lnTo>
                  <a:lnTo>
                    <a:pt x="1562889" y="91047"/>
                  </a:lnTo>
                  <a:lnTo>
                    <a:pt x="1570704" y="91689"/>
                  </a:lnTo>
                  <a:lnTo>
                    <a:pt x="1578518" y="92342"/>
                  </a:lnTo>
                  <a:lnTo>
                    <a:pt x="1586333" y="92964"/>
                  </a:lnTo>
                  <a:lnTo>
                    <a:pt x="1594147" y="93590"/>
                  </a:lnTo>
                  <a:lnTo>
                    <a:pt x="1601961" y="94135"/>
                  </a:lnTo>
                  <a:lnTo>
                    <a:pt x="1609776" y="94678"/>
                  </a:lnTo>
                  <a:lnTo>
                    <a:pt x="1617590" y="95262"/>
                  </a:lnTo>
                  <a:lnTo>
                    <a:pt x="1625405" y="95753"/>
                  </a:lnTo>
                  <a:lnTo>
                    <a:pt x="1633219" y="96362"/>
                  </a:lnTo>
                  <a:lnTo>
                    <a:pt x="1641034" y="96948"/>
                  </a:lnTo>
                  <a:lnTo>
                    <a:pt x="1648848" y="97582"/>
                  </a:lnTo>
                  <a:lnTo>
                    <a:pt x="1656663" y="98246"/>
                  </a:lnTo>
                  <a:lnTo>
                    <a:pt x="1664477" y="98831"/>
                  </a:lnTo>
                  <a:lnTo>
                    <a:pt x="1672291" y="99461"/>
                  </a:lnTo>
                  <a:lnTo>
                    <a:pt x="1680106" y="100124"/>
                  </a:lnTo>
                  <a:lnTo>
                    <a:pt x="1687920" y="100759"/>
                  </a:lnTo>
                  <a:lnTo>
                    <a:pt x="1695735" y="101389"/>
                  </a:lnTo>
                  <a:lnTo>
                    <a:pt x="1703549" y="102052"/>
                  </a:lnTo>
                  <a:lnTo>
                    <a:pt x="1711364" y="102706"/>
                  </a:lnTo>
                  <a:lnTo>
                    <a:pt x="1719178" y="103390"/>
                  </a:lnTo>
                  <a:lnTo>
                    <a:pt x="1726993" y="104008"/>
                  </a:lnTo>
                  <a:lnTo>
                    <a:pt x="1734807" y="104718"/>
                  </a:lnTo>
                  <a:lnTo>
                    <a:pt x="1742622" y="105370"/>
                  </a:lnTo>
                  <a:lnTo>
                    <a:pt x="1750436" y="105969"/>
                  </a:lnTo>
                  <a:lnTo>
                    <a:pt x="1758250" y="106540"/>
                  </a:lnTo>
                  <a:lnTo>
                    <a:pt x="1766065" y="107125"/>
                  </a:lnTo>
                  <a:lnTo>
                    <a:pt x="1773879" y="107739"/>
                  </a:lnTo>
                  <a:lnTo>
                    <a:pt x="1781694" y="108379"/>
                  </a:lnTo>
                  <a:lnTo>
                    <a:pt x="1789508" y="109005"/>
                  </a:lnTo>
                  <a:lnTo>
                    <a:pt x="1797323" y="109632"/>
                  </a:lnTo>
                  <a:lnTo>
                    <a:pt x="1805137" y="110280"/>
                  </a:lnTo>
                  <a:lnTo>
                    <a:pt x="1812952" y="110904"/>
                  </a:lnTo>
                  <a:lnTo>
                    <a:pt x="1820766" y="111542"/>
                  </a:lnTo>
                  <a:lnTo>
                    <a:pt x="1828580" y="112164"/>
                  </a:lnTo>
                  <a:lnTo>
                    <a:pt x="1836395" y="112748"/>
                  </a:lnTo>
                  <a:lnTo>
                    <a:pt x="1844209" y="113404"/>
                  </a:lnTo>
                  <a:lnTo>
                    <a:pt x="1852024" y="114058"/>
                  </a:lnTo>
                  <a:lnTo>
                    <a:pt x="1859838" y="114682"/>
                  </a:lnTo>
                  <a:lnTo>
                    <a:pt x="1867653" y="115296"/>
                  </a:lnTo>
                  <a:lnTo>
                    <a:pt x="1875467" y="115915"/>
                  </a:lnTo>
                  <a:lnTo>
                    <a:pt x="1883282" y="116542"/>
                  </a:lnTo>
                  <a:lnTo>
                    <a:pt x="1891096" y="117157"/>
                  </a:lnTo>
                  <a:lnTo>
                    <a:pt x="1898910" y="117838"/>
                  </a:lnTo>
                  <a:lnTo>
                    <a:pt x="1906725" y="118479"/>
                  </a:lnTo>
                  <a:lnTo>
                    <a:pt x="1914539" y="119087"/>
                  </a:lnTo>
                  <a:lnTo>
                    <a:pt x="1922354" y="119696"/>
                  </a:lnTo>
                  <a:lnTo>
                    <a:pt x="1930168" y="120407"/>
                  </a:lnTo>
                  <a:lnTo>
                    <a:pt x="1937983" y="121141"/>
                  </a:lnTo>
                  <a:lnTo>
                    <a:pt x="1945797" y="121803"/>
                  </a:lnTo>
                  <a:lnTo>
                    <a:pt x="1953612" y="122454"/>
                  </a:lnTo>
                  <a:lnTo>
                    <a:pt x="1961426" y="123071"/>
                  </a:lnTo>
                  <a:lnTo>
                    <a:pt x="1969241" y="123752"/>
                  </a:lnTo>
                  <a:lnTo>
                    <a:pt x="1977055" y="124443"/>
                  </a:lnTo>
                  <a:lnTo>
                    <a:pt x="1984869" y="125137"/>
                  </a:lnTo>
                  <a:lnTo>
                    <a:pt x="1992684" y="125825"/>
                  </a:lnTo>
                  <a:lnTo>
                    <a:pt x="2000498" y="126450"/>
                  </a:lnTo>
                  <a:lnTo>
                    <a:pt x="2008313" y="127068"/>
                  </a:lnTo>
                  <a:lnTo>
                    <a:pt x="2016127" y="127701"/>
                  </a:lnTo>
                  <a:lnTo>
                    <a:pt x="2023942" y="128338"/>
                  </a:lnTo>
                </a:path>
              </a:pathLst>
            </a:custGeom>
            <a:ln w="18970" cap="flat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3"/>
            <p:cNvSpPr/>
            <p:nvPr/>
          </p:nvSpPr>
          <p:spPr>
            <a:xfrm>
              <a:off x="1223067" y="2766625"/>
              <a:ext cx="2023942" cy="86980"/>
            </a:xfrm>
            <a:custGeom>
              <a:avLst/>
              <a:pathLst>
                <a:path w="2023942" h="86980">
                  <a:moveTo>
                    <a:pt x="0" y="0"/>
                  </a:moveTo>
                  <a:lnTo>
                    <a:pt x="7814" y="261"/>
                  </a:lnTo>
                  <a:lnTo>
                    <a:pt x="15628" y="474"/>
                  </a:lnTo>
                  <a:lnTo>
                    <a:pt x="23443" y="699"/>
                  </a:lnTo>
                  <a:lnTo>
                    <a:pt x="31257" y="939"/>
                  </a:lnTo>
                  <a:lnTo>
                    <a:pt x="39072" y="1152"/>
                  </a:lnTo>
                  <a:lnTo>
                    <a:pt x="46886" y="1434"/>
                  </a:lnTo>
                  <a:lnTo>
                    <a:pt x="54701" y="1693"/>
                  </a:lnTo>
                  <a:lnTo>
                    <a:pt x="62515" y="1937"/>
                  </a:lnTo>
                  <a:lnTo>
                    <a:pt x="70330" y="2145"/>
                  </a:lnTo>
                  <a:lnTo>
                    <a:pt x="78144" y="2380"/>
                  </a:lnTo>
                  <a:lnTo>
                    <a:pt x="85958" y="2597"/>
                  </a:lnTo>
                  <a:lnTo>
                    <a:pt x="93773" y="2820"/>
                  </a:lnTo>
                  <a:lnTo>
                    <a:pt x="101587" y="3068"/>
                  </a:lnTo>
                  <a:lnTo>
                    <a:pt x="109402" y="3357"/>
                  </a:lnTo>
                  <a:lnTo>
                    <a:pt x="117216" y="3611"/>
                  </a:lnTo>
                  <a:lnTo>
                    <a:pt x="125031" y="3912"/>
                  </a:lnTo>
                  <a:lnTo>
                    <a:pt x="132845" y="4194"/>
                  </a:lnTo>
                  <a:lnTo>
                    <a:pt x="140660" y="4460"/>
                  </a:lnTo>
                  <a:lnTo>
                    <a:pt x="148474" y="4767"/>
                  </a:lnTo>
                  <a:lnTo>
                    <a:pt x="156288" y="5039"/>
                  </a:lnTo>
                  <a:lnTo>
                    <a:pt x="164103" y="5280"/>
                  </a:lnTo>
                  <a:lnTo>
                    <a:pt x="171917" y="5488"/>
                  </a:lnTo>
                  <a:lnTo>
                    <a:pt x="179732" y="5789"/>
                  </a:lnTo>
                  <a:lnTo>
                    <a:pt x="187546" y="6102"/>
                  </a:lnTo>
                  <a:lnTo>
                    <a:pt x="195361" y="6373"/>
                  </a:lnTo>
                  <a:lnTo>
                    <a:pt x="203175" y="6539"/>
                  </a:lnTo>
                  <a:lnTo>
                    <a:pt x="210990" y="6757"/>
                  </a:lnTo>
                  <a:lnTo>
                    <a:pt x="218804" y="7005"/>
                  </a:lnTo>
                  <a:lnTo>
                    <a:pt x="226619" y="7295"/>
                  </a:lnTo>
                  <a:lnTo>
                    <a:pt x="234433" y="7568"/>
                  </a:lnTo>
                  <a:lnTo>
                    <a:pt x="242247" y="7832"/>
                  </a:lnTo>
                  <a:lnTo>
                    <a:pt x="250062" y="8086"/>
                  </a:lnTo>
                  <a:lnTo>
                    <a:pt x="257876" y="8307"/>
                  </a:lnTo>
                  <a:lnTo>
                    <a:pt x="265691" y="8576"/>
                  </a:lnTo>
                  <a:lnTo>
                    <a:pt x="273505" y="8793"/>
                  </a:lnTo>
                  <a:lnTo>
                    <a:pt x="281320" y="9060"/>
                  </a:lnTo>
                  <a:lnTo>
                    <a:pt x="289134" y="9329"/>
                  </a:lnTo>
                  <a:lnTo>
                    <a:pt x="296949" y="9573"/>
                  </a:lnTo>
                  <a:lnTo>
                    <a:pt x="304763" y="9778"/>
                  </a:lnTo>
                  <a:lnTo>
                    <a:pt x="312577" y="10010"/>
                  </a:lnTo>
                  <a:lnTo>
                    <a:pt x="320392" y="10275"/>
                  </a:lnTo>
                  <a:lnTo>
                    <a:pt x="328206" y="10546"/>
                  </a:lnTo>
                  <a:lnTo>
                    <a:pt x="336021" y="10785"/>
                  </a:lnTo>
                  <a:lnTo>
                    <a:pt x="343835" y="11082"/>
                  </a:lnTo>
                  <a:lnTo>
                    <a:pt x="351650" y="11388"/>
                  </a:lnTo>
                  <a:lnTo>
                    <a:pt x="359464" y="11701"/>
                  </a:lnTo>
                  <a:lnTo>
                    <a:pt x="367279" y="12002"/>
                  </a:lnTo>
                  <a:lnTo>
                    <a:pt x="375093" y="12260"/>
                  </a:lnTo>
                  <a:lnTo>
                    <a:pt x="382907" y="12562"/>
                  </a:lnTo>
                  <a:lnTo>
                    <a:pt x="390722" y="12800"/>
                  </a:lnTo>
                  <a:lnTo>
                    <a:pt x="398536" y="13055"/>
                  </a:lnTo>
                  <a:lnTo>
                    <a:pt x="406351" y="13282"/>
                  </a:lnTo>
                  <a:lnTo>
                    <a:pt x="414165" y="13586"/>
                  </a:lnTo>
                  <a:lnTo>
                    <a:pt x="421980" y="13834"/>
                  </a:lnTo>
                  <a:lnTo>
                    <a:pt x="429794" y="14060"/>
                  </a:lnTo>
                  <a:lnTo>
                    <a:pt x="437609" y="14379"/>
                  </a:lnTo>
                  <a:lnTo>
                    <a:pt x="445423" y="14634"/>
                  </a:lnTo>
                  <a:lnTo>
                    <a:pt x="453238" y="14988"/>
                  </a:lnTo>
                  <a:lnTo>
                    <a:pt x="461052" y="15241"/>
                  </a:lnTo>
                  <a:lnTo>
                    <a:pt x="468866" y="15499"/>
                  </a:lnTo>
                  <a:lnTo>
                    <a:pt x="476681" y="15791"/>
                  </a:lnTo>
                  <a:lnTo>
                    <a:pt x="484495" y="16033"/>
                  </a:lnTo>
                  <a:lnTo>
                    <a:pt x="492310" y="16248"/>
                  </a:lnTo>
                  <a:lnTo>
                    <a:pt x="500124" y="16581"/>
                  </a:lnTo>
                  <a:lnTo>
                    <a:pt x="507939" y="16838"/>
                  </a:lnTo>
                  <a:lnTo>
                    <a:pt x="515753" y="17103"/>
                  </a:lnTo>
                  <a:lnTo>
                    <a:pt x="523568" y="17391"/>
                  </a:lnTo>
                  <a:lnTo>
                    <a:pt x="531382" y="17661"/>
                  </a:lnTo>
                  <a:lnTo>
                    <a:pt x="539196" y="17965"/>
                  </a:lnTo>
                  <a:lnTo>
                    <a:pt x="547011" y="18198"/>
                  </a:lnTo>
                  <a:lnTo>
                    <a:pt x="554825" y="18522"/>
                  </a:lnTo>
                  <a:lnTo>
                    <a:pt x="562640" y="18842"/>
                  </a:lnTo>
                  <a:lnTo>
                    <a:pt x="570454" y="19184"/>
                  </a:lnTo>
                  <a:lnTo>
                    <a:pt x="578269" y="19482"/>
                  </a:lnTo>
                  <a:lnTo>
                    <a:pt x="586083" y="19765"/>
                  </a:lnTo>
                  <a:lnTo>
                    <a:pt x="593898" y="20098"/>
                  </a:lnTo>
                  <a:lnTo>
                    <a:pt x="601712" y="20411"/>
                  </a:lnTo>
                  <a:lnTo>
                    <a:pt x="609526" y="20637"/>
                  </a:lnTo>
                  <a:lnTo>
                    <a:pt x="617341" y="20953"/>
                  </a:lnTo>
                  <a:lnTo>
                    <a:pt x="625155" y="21272"/>
                  </a:lnTo>
                  <a:lnTo>
                    <a:pt x="632970" y="21615"/>
                  </a:lnTo>
                  <a:lnTo>
                    <a:pt x="640784" y="21904"/>
                  </a:lnTo>
                  <a:lnTo>
                    <a:pt x="648599" y="22193"/>
                  </a:lnTo>
                  <a:lnTo>
                    <a:pt x="656413" y="22448"/>
                  </a:lnTo>
                  <a:lnTo>
                    <a:pt x="664228" y="22685"/>
                  </a:lnTo>
                  <a:lnTo>
                    <a:pt x="672042" y="22972"/>
                  </a:lnTo>
                  <a:lnTo>
                    <a:pt x="679857" y="23271"/>
                  </a:lnTo>
                  <a:lnTo>
                    <a:pt x="687671" y="23601"/>
                  </a:lnTo>
                  <a:lnTo>
                    <a:pt x="695485" y="23903"/>
                  </a:lnTo>
                  <a:lnTo>
                    <a:pt x="703300" y="24193"/>
                  </a:lnTo>
                  <a:lnTo>
                    <a:pt x="711114" y="24528"/>
                  </a:lnTo>
                  <a:lnTo>
                    <a:pt x="718929" y="24830"/>
                  </a:lnTo>
                  <a:lnTo>
                    <a:pt x="726743" y="25188"/>
                  </a:lnTo>
                  <a:lnTo>
                    <a:pt x="734558" y="25541"/>
                  </a:lnTo>
                  <a:lnTo>
                    <a:pt x="742372" y="25875"/>
                  </a:lnTo>
                  <a:lnTo>
                    <a:pt x="750187" y="26261"/>
                  </a:lnTo>
                  <a:lnTo>
                    <a:pt x="758001" y="26627"/>
                  </a:lnTo>
                  <a:lnTo>
                    <a:pt x="765815" y="26910"/>
                  </a:lnTo>
                  <a:lnTo>
                    <a:pt x="773630" y="27265"/>
                  </a:lnTo>
                  <a:lnTo>
                    <a:pt x="781444" y="27607"/>
                  </a:lnTo>
                  <a:lnTo>
                    <a:pt x="789259" y="27932"/>
                  </a:lnTo>
                  <a:lnTo>
                    <a:pt x="797073" y="28213"/>
                  </a:lnTo>
                  <a:lnTo>
                    <a:pt x="804888" y="28518"/>
                  </a:lnTo>
                  <a:lnTo>
                    <a:pt x="812702" y="28823"/>
                  </a:lnTo>
                  <a:lnTo>
                    <a:pt x="820517" y="29141"/>
                  </a:lnTo>
                  <a:lnTo>
                    <a:pt x="828331" y="29484"/>
                  </a:lnTo>
                  <a:lnTo>
                    <a:pt x="836145" y="29799"/>
                  </a:lnTo>
                  <a:lnTo>
                    <a:pt x="843960" y="30157"/>
                  </a:lnTo>
                  <a:lnTo>
                    <a:pt x="851774" y="30459"/>
                  </a:lnTo>
                  <a:lnTo>
                    <a:pt x="859589" y="30761"/>
                  </a:lnTo>
                  <a:lnTo>
                    <a:pt x="867403" y="31012"/>
                  </a:lnTo>
                  <a:lnTo>
                    <a:pt x="875218" y="31322"/>
                  </a:lnTo>
                  <a:lnTo>
                    <a:pt x="883032" y="31618"/>
                  </a:lnTo>
                  <a:lnTo>
                    <a:pt x="890847" y="31877"/>
                  </a:lnTo>
                  <a:lnTo>
                    <a:pt x="898661" y="32149"/>
                  </a:lnTo>
                  <a:lnTo>
                    <a:pt x="906476" y="32492"/>
                  </a:lnTo>
                  <a:lnTo>
                    <a:pt x="914290" y="32806"/>
                  </a:lnTo>
                  <a:lnTo>
                    <a:pt x="922104" y="33112"/>
                  </a:lnTo>
                  <a:lnTo>
                    <a:pt x="929919" y="33395"/>
                  </a:lnTo>
                  <a:lnTo>
                    <a:pt x="937733" y="33753"/>
                  </a:lnTo>
                  <a:lnTo>
                    <a:pt x="945548" y="34075"/>
                  </a:lnTo>
                  <a:lnTo>
                    <a:pt x="953362" y="34433"/>
                  </a:lnTo>
                  <a:lnTo>
                    <a:pt x="961177" y="34780"/>
                  </a:lnTo>
                  <a:lnTo>
                    <a:pt x="968991" y="35042"/>
                  </a:lnTo>
                  <a:lnTo>
                    <a:pt x="976806" y="35309"/>
                  </a:lnTo>
                  <a:lnTo>
                    <a:pt x="984620" y="35619"/>
                  </a:lnTo>
                  <a:lnTo>
                    <a:pt x="992434" y="35936"/>
                  </a:lnTo>
                  <a:lnTo>
                    <a:pt x="1000249" y="36270"/>
                  </a:lnTo>
                  <a:lnTo>
                    <a:pt x="1008063" y="36554"/>
                  </a:lnTo>
                  <a:lnTo>
                    <a:pt x="1015878" y="36827"/>
                  </a:lnTo>
                  <a:lnTo>
                    <a:pt x="1023692" y="37155"/>
                  </a:lnTo>
                  <a:lnTo>
                    <a:pt x="1031507" y="37507"/>
                  </a:lnTo>
                  <a:lnTo>
                    <a:pt x="1039321" y="37910"/>
                  </a:lnTo>
                  <a:lnTo>
                    <a:pt x="1047136" y="38232"/>
                  </a:lnTo>
                  <a:lnTo>
                    <a:pt x="1054950" y="38594"/>
                  </a:lnTo>
                  <a:lnTo>
                    <a:pt x="1062765" y="38993"/>
                  </a:lnTo>
                  <a:lnTo>
                    <a:pt x="1070579" y="39369"/>
                  </a:lnTo>
                  <a:lnTo>
                    <a:pt x="1078393" y="39731"/>
                  </a:lnTo>
                  <a:lnTo>
                    <a:pt x="1086208" y="40130"/>
                  </a:lnTo>
                  <a:lnTo>
                    <a:pt x="1094022" y="40446"/>
                  </a:lnTo>
                  <a:lnTo>
                    <a:pt x="1101837" y="40756"/>
                  </a:lnTo>
                  <a:lnTo>
                    <a:pt x="1109651" y="41006"/>
                  </a:lnTo>
                  <a:lnTo>
                    <a:pt x="1117466" y="41411"/>
                  </a:lnTo>
                  <a:lnTo>
                    <a:pt x="1125280" y="41754"/>
                  </a:lnTo>
                  <a:lnTo>
                    <a:pt x="1133095" y="42148"/>
                  </a:lnTo>
                  <a:lnTo>
                    <a:pt x="1140909" y="42583"/>
                  </a:lnTo>
                  <a:lnTo>
                    <a:pt x="1148723" y="42929"/>
                  </a:lnTo>
                  <a:lnTo>
                    <a:pt x="1156538" y="43250"/>
                  </a:lnTo>
                  <a:lnTo>
                    <a:pt x="1164352" y="43609"/>
                  </a:lnTo>
                  <a:lnTo>
                    <a:pt x="1172167" y="44003"/>
                  </a:lnTo>
                  <a:lnTo>
                    <a:pt x="1179981" y="44397"/>
                  </a:lnTo>
                  <a:lnTo>
                    <a:pt x="1187796" y="44710"/>
                  </a:lnTo>
                  <a:lnTo>
                    <a:pt x="1195610" y="45091"/>
                  </a:lnTo>
                  <a:lnTo>
                    <a:pt x="1203425" y="45482"/>
                  </a:lnTo>
                  <a:lnTo>
                    <a:pt x="1211239" y="45799"/>
                  </a:lnTo>
                  <a:lnTo>
                    <a:pt x="1219053" y="46242"/>
                  </a:lnTo>
                  <a:lnTo>
                    <a:pt x="1226868" y="46555"/>
                  </a:lnTo>
                  <a:lnTo>
                    <a:pt x="1234682" y="46901"/>
                  </a:lnTo>
                  <a:lnTo>
                    <a:pt x="1242497" y="47303"/>
                  </a:lnTo>
                  <a:lnTo>
                    <a:pt x="1250311" y="47681"/>
                  </a:lnTo>
                  <a:lnTo>
                    <a:pt x="1258126" y="48113"/>
                  </a:lnTo>
                  <a:lnTo>
                    <a:pt x="1265940" y="48534"/>
                  </a:lnTo>
                  <a:lnTo>
                    <a:pt x="1273755" y="48874"/>
                  </a:lnTo>
                  <a:lnTo>
                    <a:pt x="1281569" y="49204"/>
                  </a:lnTo>
                  <a:lnTo>
                    <a:pt x="1289384" y="49537"/>
                  </a:lnTo>
                  <a:lnTo>
                    <a:pt x="1297198" y="49881"/>
                  </a:lnTo>
                  <a:lnTo>
                    <a:pt x="1305012" y="50218"/>
                  </a:lnTo>
                  <a:lnTo>
                    <a:pt x="1312827" y="50594"/>
                  </a:lnTo>
                  <a:lnTo>
                    <a:pt x="1320641" y="50959"/>
                  </a:lnTo>
                  <a:lnTo>
                    <a:pt x="1328456" y="51275"/>
                  </a:lnTo>
                  <a:lnTo>
                    <a:pt x="1336270" y="51583"/>
                  </a:lnTo>
                  <a:lnTo>
                    <a:pt x="1344085" y="51869"/>
                  </a:lnTo>
                  <a:lnTo>
                    <a:pt x="1351899" y="52221"/>
                  </a:lnTo>
                  <a:lnTo>
                    <a:pt x="1359714" y="52587"/>
                  </a:lnTo>
                  <a:lnTo>
                    <a:pt x="1367528" y="52879"/>
                  </a:lnTo>
                  <a:lnTo>
                    <a:pt x="1375342" y="53286"/>
                  </a:lnTo>
                  <a:lnTo>
                    <a:pt x="1383157" y="53645"/>
                  </a:lnTo>
                  <a:lnTo>
                    <a:pt x="1390971" y="54043"/>
                  </a:lnTo>
                  <a:lnTo>
                    <a:pt x="1398786" y="54442"/>
                  </a:lnTo>
                  <a:lnTo>
                    <a:pt x="1406600" y="54823"/>
                  </a:lnTo>
                  <a:lnTo>
                    <a:pt x="1414415" y="55132"/>
                  </a:lnTo>
                  <a:lnTo>
                    <a:pt x="1422229" y="55565"/>
                  </a:lnTo>
                  <a:lnTo>
                    <a:pt x="1430044" y="55989"/>
                  </a:lnTo>
                  <a:lnTo>
                    <a:pt x="1437858" y="56353"/>
                  </a:lnTo>
                  <a:lnTo>
                    <a:pt x="1445672" y="56747"/>
                  </a:lnTo>
                  <a:lnTo>
                    <a:pt x="1453487" y="57125"/>
                  </a:lnTo>
                  <a:lnTo>
                    <a:pt x="1461301" y="57539"/>
                  </a:lnTo>
                  <a:lnTo>
                    <a:pt x="1469116" y="57988"/>
                  </a:lnTo>
                  <a:lnTo>
                    <a:pt x="1476930" y="58389"/>
                  </a:lnTo>
                  <a:lnTo>
                    <a:pt x="1484745" y="58758"/>
                  </a:lnTo>
                  <a:lnTo>
                    <a:pt x="1492559" y="59190"/>
                  </a:lnTo>
                  <a:lnTo>
                    <a:pt x="1500374" y="59588"/>
                  </a:lnTo>
                  <a:lnTo>
                    <a:pt x="1508188" y="59945"/>
                  </a:lnTo>
                  <a:lnTo>
                    <a:pt x="1516003" y="60280"/>
                  </a:lnTo>
                  <a:lnTo>
                    <a:pt x="1523817" y="60674"/>
                  </a:lnTo>
                  <a:lnTo>
                    <a:pt x="1531631" y="61064"/>
                  </a:lnTo>
                  <a:lnTo>
                    <a:pt x="1539446" y="61431"/>
                  </a:lnTo>
                  <a:lnTo>
                    <a:pt x="1547260" y="61792"/>
                  </a:lnTo>
                  <a:lnTo>
                    <a:pt x="1555075" y="62182"/>
                  </a:lnTo>
                  <a:lnTo>
                    <a:pt x="1562889" y="62581"/>
                  </a:lnTo>
                  <a:lnTo>
                    <a:pt x="1570704" y="62968"/>
                  </a:lnTo>
                  <a:lnTo>
                    <a:pt x="1578518" y="63372"/>
                  </a:lnTo>
                  <a:lnTo>
                    <a:pt x="1586333" y="63805"/>
                  </a:lnTo>
                  <a:lnTo>
                    <a:pt x="1594147" y="64132"/>
                  </a:lnTo>
                  <a:lnTo>
                    <a:pt x="1601961" y="64503"/>
                  </a:lnTo>
                  <a:lnTo>
                    <a:pt x="1609776" y="64946"/>
                  </a:lnTo>
                  <a:lnTo>
                    <a:pt x="1617590" y="65378"/>
                  </a:lnTo>
                  <a:lnTo>
                    <a:pt x="1625405" y="65806"/>
                  </a:lnTo>
                  <a:lnTo>
                    <a:pt x="1633219" y="66232"/>
                  </a:lnTo>
                  <a:lnTo>
                    <a:pt x="1641034" y="66619"/>
                  </a:lnTo>
                  <a:lnTo>
                    <a:pt x="1648848" y="67065"/>
                  </a:lnTo>
                  <a:lnTo>
                    <a:pt x="1656663" y="67456"/>
                  </a:lnTo>
                  <a:lnTo>
                    <a:pt x="1664477" y="67922"/>
                  </a:lnTo>
                  <a:lnTo>
                    <a:pt x="1672291" y="68295"/>
                  </a:lnTo>
                  <a:lnTo>
                    <a:pt x="1680106" y="68683"/>
                  </a:lnTo>
                  <a:lnTo>
                    <a:pt x="1687920" y="69087"/>
                  </a:lnTo>
                  <a:lnTo>
                    <a:pt x="1695735" y="69472"/>
                  </a:lnTo>
                  <a:lnTo>
                    <a:pt x="1703549" y="69942"/>
                  </a:lnTo>
                  <a:lnTo>
                    <a:pt x="1711364" y="70369"/>
                  </a:lnTo>
                  <a:lnTo>
                    <a:pt x="1719178" y="70722"/>
                  </a:lnTo>
                  <a:lnTo>
                    <a:pt x="1726993" y="71050"/>
                  </a:lnTo>
                  <a:lnTo>
                    <a:pt x="1734807" y="71385"/>
                  </a:lnTo>
                  <a:lnTo>
                    <a:pt x="1742622" y="71765"/>
                  </a:lnTo>
                  <a:lnTo>
                    <a:pt x="1750436" y="72216"/>
                  </a:lnTo>
                  <a:lnTo>
                    <a:pt x="1758250" y="72654"/>
                  </a:lnTo>
                  <a:lnTo>
                    <a:pt x="1766065" y="73059"/>
                  </a:lnTo>
                  <a:lnTo>
                    <a:pt x="1773879" y="73469"/>
                  </a:lnTo>
                  <a:lnTo>
                    <a:pt x="1781694" y="73927"/>
                  </a:lnTo>
                  <a:lnTo>
                    <a:pt x="1789508" y="74352"/>
                  </a:lnTo>
                  <a:lnTo>
                    <a:pt x="1797323" y="74818"/>
                  </a:lnTo>
                  <a:lnTo>
                    <a:pt x="1805137" y="75204"/>
                  </a:lnTo>
                  <a:lnTo>
                    <a:pt x="1812952" y="75634"/>
                  </a:lnTo>
                  <a:lnTo>
                    <a:pt x="1820766" y="76032"/>
                  </a:lnTo>
                  <a:lnTo>
                    <a:pt x="1828580" y="76471"/>
                  </a:lnTo>
                  <a:lnTo>
                    <a:pt x="1836395" y="76887"/>
                  </a:lnTo>
                  <a:lnTo>
                    <a:pt x="1844209" y="77264"/>
                  </a:lnTo>
                  <a:lnTo>
                    <a:pt x="1852024" y="77745"/>
                  </a:lnTo>
                  <a:lnTo>
                    <a:pt x="1859838" y="78149"/>
                  </a:lnTo>
                  <a:lnTo>
                    <a:pt x="1867653" y="78613"/>
                  </a:lnTo>
                  <a:lnTo>
                    <a:pt x="1875467" y="79069"/>
                  </a:lnTo>
                  <a:lnTo>
                    <a:pt x="1883282" y="79509"/>
                  </a:lnTo>
                  <a:lnTo>
                    <a:pt x="1891096" y="79944"/>
                  </a:lnTo>
                  <a:lnTo>
                    <a:pt x="1898910" y="80373"/>
                  </a:lnTo>
                  <a:lnTo>
                    <a:pt x="1906725" y="80822"/>
                  </a:lnTo>
                  <a:lnTo>
                    <a:pt x="1914539" y="81228"/>
                  </a:lnTo>
                  <a:lnTo>
                    <a:pt x="1922354" y="81626"/>
                  </a:lnTo>
                  <a:lnTo>
                    <a:pt x="1930168" y="82024"/>
                  </a:lnTo>
                  <a:lnTo>
                    <a:pt x="1937983" y="82430"/>
                  </a:lnTo>
                  <a:lnTo>
                    <a:pt x="1945797" y="82808"/>
                  </a:lnTo>
                  <a:lnTo>
                    <a:pt x="1953612" y="83202"/>
                  </a:lnTo>
                  <a:lnTo>
                    <a:pt x="1961426" y="83581"/>
                  </a:lnTo>
                  <a:lnTo>
                    <a:pt x="1969241" y="84007"/>
                  </a:lnTo>
                  <a:lnTo>
                    <a:pt x="1977055" y="84458"/>
                  </a:lnTo>
                  <a:lnTo>
                    <a:pt x="1984869" y="84861"/>
                  </a:lnTo>
                  <a:lnTo>
                    <a:pt x="1992684" y="85254"/>
                  </a:lnTo>
                  <a:lnTo>
                    <a:pt x="2000498" y="85643"/>
                  </a:lnTo>
                  <a:lnTo>
                    <a:pt x="2008313" y="86031"/>
                  </a:lnTo>
                  <a:lnTo>
                    <a:pt x="2016127" y="86524"/>
                  </a:lnTo>
                  <a:lnTo>
                    <a:pt x="2023942" y="86980"/>
                  </a:lnTo>
                </a:path>
              </a:pathLst>
            </a:custGeom>
            <a:ln w="18970" cap="flat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4"/>
            <p:cNvSpPr/>
            <p:nvPr/>
          </p:nvSpPr>
          <p:spPr>
            <a:xfrm>
              <a:off x="1223067" y="2816734"/>
              <a:ext cx="2023942" cy="16635"/>
            </a:xfrm>
            <a:custGeom>
              <a:avLst/>
              <a:pathLst>
                <a:path w="2023942" h="16635">
                  <a:moveTo>
                    <a:pt x="0" y="16609"/>
                  </a:moveTo>
                  <a:lnTo>
                    <a:pt x="7814" y="16635"/>
                  </a:lnTo>
                  <a:lnTo>
                    <a:pt x="15628" y="16544"/>
                  </a:lnTo>
                  <a:lnTo>
                    <a:pt x="23443" y="16396"/>
                  </a:lnTo>
                  <a:lnTo>
                    <a:pt x="31257" y="16132"/>
                  </a:lnTo>
                  <a:lnTo>
                    <a:pt x="39072" y="16253"/>
                  </a:lnTo>
                  <a:lnTo>
                    <a:pt x="46886" y="16168"/>
                  </a:lnTo>
                  <a:lnTo>
                    <a:pt x="54701" y="16232"/>
                  </a:lnTo>
                  <a:lnTo>
                    <a:pt x="62515" y="16225"/>
                  </a:lnTo>
                  <a:lnTo>
                    <a:pt x="70330" y="16081"/>
                  </a:lnTo>
                  <a:lnTo>
                    <a:pt x="78144" y="16230"/>
                  </a:lnTo>
                  <a:lnTo>
                    <a:pt x="85958" y="16027"/>
                  </a:lnTo>
                  <a:lnTo>
                    <a:pt x="93773" y="16181"/>
                  </a:lnTo>
                  <a:lnTo>
                    <a:pt x="101587" y="16218"/>
                  </a:lnTo>
                  <a:lnTo>
                    <a:pt x="109402" y="16158"/>
                  </a:lnTo>
                  <a:lnTo>
                    <a:pt x="117216" y="15841"/>
                  </a:lnTo>
                  <a:lnTo>
                    <a:pt x="125031" y="15792"/>
                  </a:lnTo>
                  <a:lnTo>
                    <a:pt x="132845" y="15937"/>
                  </a:lnTo>
                  <a:lnTo>
                    <a:pt x="140660" y="15978"/>
                  </a:lnTo>
                  <a:lnTo>
                    <a:pt x="148474" y="16026"/>
                  </a:lnTo>
                  <a:lnTo>
                    <a:pt x="156288" y="15764"/>
                  </a:lnTo>
                  <a:lnTo>
                    <a:pt x="164103" y="15757"/>
                  </a:lnTo>
                  <a:lnTo>
                    <a:pt x="171917" y="15469"/>
                  </a:lnTo>
                  <a:lnTo>
                    <a:pt x="179732" y="15386"/>
                  </a:lnTo>
                  <a:lnTo>
                    <a:pt x="187546" y="15240"/>
                  </a:lnTo>
                  <a:lnTo>
                    <a:pt x="195361" y="15340"/>
                  </a:lnTo>
                  <a:lnTo>
                    <a:pt x="203175" y="15224"/>
                  </a:lnTo>
                  <a:lnTo>
                    <a:pt x="210990" y="15141"/>
                  </a:lnTo>
                  <a:lnTo>
                    <a:pt x="218804" y="15031"/>
                  </a:lnTo>
                  <a:lnTo>
                    <a:pt x="226619" y="15027"/>
                  </a:lnTo>
                  <a:lnTo>
                    <a:pt x="234433" y="14994"/>
                  </a:lnTo>
                  <a:lnTo>
                    <a:pt x="242247" y="14933"/>
                  </a:lnTo>
                  <a:lnTo>
                    <a:pt x="250062" y="14901"/>
                  </a:lnTo>
                  <a:lnTo>
                    <a:pt x="257876" y="14782"/>
                  </a:lnTo>
                  <a:lnTo>
                    <a:pt x="265691" y="14752"/>
                  </a:lnTo>
                  <a:lnTo>
                    <a:pt x="273505" y="14790"/>
                  </a:lnTo>
                  <a:lnTo>
                    <a:pt x="281320" y="14576"/>
                  </a:lnTo>
                  <a:lnTo>
                    <a:pt x="289134" y="14369"/>
                  </a:lnTo>
                  <a:lnTo>
                    <a:pt x="296949" y="14430"/>
                  </a:lnTo>
                  <a:lnTo>
                    <a:pt x="304763" y="14496"/>
                  </a:lnTo>
                  <a:lnTo>
                    <a:pt x="312577" y="14383"/>
                  </a:lnTo>
                  <a:lnTo>
                    <a:pt x="320392" y="14190"/>
                  </a:lnTo>
                  <a:lnTo>
                    <a:pt x="328206" y="13933"/>
                  </a:lnTo>
                  <a:lnTo>
                    <a:pt x="336021" y="13953"/>
                  </a:lnTo>
                  <a:lnTo>
                    <a:pt x="343835" y="14030"/>
                  </a:lnTo>
                  <a:lnTo>
                    <a:pt x="351650" y="13995"/>
                  </a:lnTo>
                  <a:lnTo>
                    <a:pt x="359464" y="14144"/>
                  </a:lnTo>
                  <a:lnTo>
                    <a:pt x="367279" y="14301"/>
                  </a:lnTo>
                  <a:lnTo>
                    <a:pt x="375093" y="14353"/>
                  </a:lnTo>
                  <a:lnTo>
                    <a:pt x="382907" y="14399"/>
                  </a:lnTo>
                  <a:lnTo>
                    <a:pt x="390722" y="14381"/>
                  </a:lnTo>
                  <a:lnTo>
                    <a:pt x="398536" y="14150"/>
                  </a:lnTo>
                  <a:lnTo>
                    <a:pt x="406351" y="14105"/>
                  </a:lnTo>
                  <a:lnTo>
                    <a:pt x="414165" y="14011"/>
                  </a:lnTo>
                  <a:lnTo>
                    <a:pt x="421980" y="13986"/>
                  </a:lnTo>
                  <a:lnTo>
                    <a:pt x="429794" y="13997"/>
                  </a:lnTo>
                  <a:lnTo>
                    <a:pt x="437609" y="13939"/>
                  </a:lnTo>
                  <a:lnTo>
                    <a:pt x="445423" y="13985"/>
                  </a:lnTo>
                  <a:lnTo>
                    <a:pt x="453238" y="13878"/>
                  </a:lnTo>
                  <a:lnTo>
                    <a:pt x="461052" y="13919"/>
                  </a:lnTo>
                  <a:lnTo>
                    <a:pt x="468866" y="13850"/>
                  </a:lnTo>
                  <a:lnTo>
                    <a:pt x="476681" y="13529"/>
                  </a:lnTo>
                  <a:lnTo>
                    <a:pt x="484495" y="13377"/>
                  </a:lnTo>
                  <a:lnTo>
                    <a:pt x="492310" y="13436"/>
                  </a:lnTo>
                  <a:lnTo>
                    <a:pt x="500124" y="13204"/>
                  </a:lnTo>
                  <a:lnTo>
                    <a:pt x="507939" y="13093"/>
                  </a:lnTo>
                  <a:lnTo>
                    <a:pt x="515753" y="13129"/>
                  </a:lnTo>
                  <a:lnTo>
                    <a:pt x="523568" y="13206"/>
                  </a:lnTo>
                  <a:lnTo>
                    <a:pt x="531382" y="13154"/>
                  </a:lnTo>
                  <a:lnTo>
                    <a:pt x="539196" y="13135"/>
                  </a:lnTo>
                  <a:lnTo>
                    <a:pt x="547011" y="13051"/>
                  </a:lnTo>
                  <a:lnTo>
                    <a:pt x="554825" y="12907"/>
                  </a:lnTo>
                  <a:lnTo>
                    <a:pt x="562640" y="12739"/>
                  </a:lnTo>
                  <a:lnTo>
                    <a:pt x="570454" y="12667"/>
                  </a:lnTo>
                  <a:lnTo>
                    <a:pt x="578269" y="12483"/>
                  </a:lnTo>
                  <a:lnTo>
                    <a:pt x="586083" y="12206"/>
                  </a:lnTo>
                  <a:lnTo>
                    <a:pt x="593898" y="11970"/>
                  </a:lnTo>
                  <a:lnTo>
                    <a:pt x="601712" y="11803"/>
                  </a:lnTo>
                  <a:lnTo>
                    <a:pt x="609526" y="11758"/>
                  </a:lnTo>
                  <a:lnTo>
                    <a:pt x="617341" y="11690"/>
                  </a:lnTo>
                  <a:lnTo>
                    <a:pt x="625155" y="11635"/>
                  </a:lnTo>
                  <a:lnTo>
                    <a:pt x="632970" y="11386"/>
                  </a:lnTo>
                  <a:lnTo>
                    <a:pt x="640784" y="11326"/>
                  </a:lnTo>
                  <a:lnTo>
                    <a:pt x="648599" y="11284"/>
                  </a:lnTo>
                  <a:lnTo>
                    <a:pt x="656413" y="11282"/>
                  </a:lnTo>
                  <a:lnTo>
                    <a:pt x="664228" y="11152"/>
                  </a:lnTo>
                  <a:lnTo>
                    <a:pt x="672042" y="11144"/>
                  </a:lnTo>
                  <a:lnTo>
                    <a:pt x="679857" y="11314"/>
                  </a:lnTo>
                  <a:lnTo>
                    <a:pt x="687671" y="11368"/>
                  </a:lnTo>
                  <a:lnTo>
                    <a:pt x="695485" y="11377"/>
                  </a:lnTo>
                  <a:lnTo>
                    <a:pt x="703300" y="11394"/>
                  </a:lnTo>
                  <a:lnTo>
                    <a:pt x="711114" y="11382"/>
                  </a:lnTo>
                  <a:lnTo>
                    <a:pt x="718929" y="11287"/>
                  </a:lnTo>
                  <a:lnTo>
                    <a:pt x="726743" y="11222"/>
                  </a:lnTo>
                  <a:lnTo>
                    <a:pt x="734558" y="11139"/>
                  </a:lnTo>
                  <a:lnTo>
                    <a:pt x="742372" y="10895"/>
                  </a:lnTo>
                  <a:lnTo>
                    <a:pt x="750187" y="10940"/>
                  </a:lnTo>
                  <a:lnTo>
                    <a:pt x="758001" y="11118"/>
                  </a:lnTo>
                  <a:lnTo>
                    <a:pt x="765815" y="11229"/>
                  </a:lnTo>
                  <a:lnTo>
                    <a:pt x="773630" y="10943"/>
                  </a:lnTo>
                  <a:lnTo>
                    <a:pt x="781444" y="10936"/>
                  </a:lnTo>
                  <a:lnTo>
                    <a:pt x="789259" y="10605"/>
                  </a:lnTo>
                  <a:lnTo>
                    <a:pt x="797073" y="10530"/>
                  </a:lnTo>
                  <a:lnTo>
                    <a:pt x="804888" y="10611"/>
                  </a:lnTo>
                  <a:lnTo>
                    <a:pt x="812702" y="10647"/>
                  </a:lnTo>
                  <a:lnTo>
                    <a:pt x="820517" y="10690"/>
                  </a:lnTo>
                  <a:lnTo>
                    <a:pt x="828331" y="10621"/>
                  </a:lnTo>
                  <a:lnTo>
                    <a:pt x="836145" y="10655"/>
                  </a:lnTo>
                  <a:lnTo>
                    <a:pt x="843960" y="10690"/>
                  </a:lnTo>
                  <a:lnTo>
                    <a:pt x="851774" y="10619"/>
                  </a:lnTo>
                  <a:lnTo>
                    <a:pt x="859589" y="10643"/>
                  </a:lnTo>
                  <a:lnTo>
                    <a:pt x="867403" y="10754"/>
                  </a:lnTo>
                  <a:lnTo>
                    <a:pt x="875218" y="10710"/>
                  </a:lnTo>
                  <a:lnTo>
                    <a:pt x="883032" y="10682"/>
                  </a:lnTo>
                  <a:lnTo>
                    <a:pt x="890847" y="10512"/>
                  </a:lnTo>
                  <a:lnTo>
                    <a:pt x="898661" y="10540"/>
                  </a:lnTo>
                  <a:lnTo>
                    <a:pt x="906476" y="10376"/>
                  </a:lnTo>
                  <a:lnTo>
                    <a:pt x="914290" y="10272"/>
                  </a:lnTo>
                  <a:lnTo>
                    <a:pt x="922104" y="10122"/>
                  </a:lnTo>
                  <a:lnTo>
                    <a:pt x="929919" y="10141"/>
                  </a:lnTo>
                  <a:lnTo>
                    <a:pt x="937733" y="10101"/>
                  </a:lnTo>
                  <a:lnTo>
                    <a:pt x="945548" y="9933"/>
                  </a:lnTo>
                  <a:lnTo>
                    <a:pt x="953362" y="9788"/>
                  </a:lnTo>
                  <a:lnTo>
                    <a:pt x="961177" y="9716"/>
                  </a:lnTo>
                  <a:lnTo>
                    <a:pt x="968991" y="9751"/>
                  </a:lnTo>
                  <a:lnTo>
                    <a:pt x="976806" y="9758"/>
                  </a:lnTo>
                  <a:lnTo>
                    <a:pt x="984620" y="9559"/>
                  </a:lnTo>
                  <a:lnTo>
                    <a:pt x="992434" y="9326"/>
                  </a:lnTo>
                  <a:lnTo>
                    <a:pt x="1000249" y="9258"/>
                  </a:lnTo>
                  <a:lnTo>
                    <a:pt x="1008063" y="9314"/>
                  </a:lnTo>
                  <a:lnTo>
                    <a:pt x="1015878" y="9392"/>
                  </a:lnTo>
                  <a:lnTo>
                    <a:pt x="1023692" y="9253"/>
                  </a:lnTo>
                  <a:lnTo>
                    <a:pt x="1031507" y="9248"/>
                  </a:lnTo>
                  <a:lnTo>
                    <a:pt x="1039321" y="9122"/>
                  </a:lnTo>
                  <a:lnTo>
                    <a:pt x="1047136" y="8938"/>
                  </a:lnTo>
                  <a:lnTo>
                    <a:pt x="1054950" y="8842"/>
                  </a:lnTo>
                  <a:lnTo>
                    <a:pt x="1062765" y="8718"/>
                  </a:lnTo>
                  <a:lnTo>
                    <a:pt x="1070579" y="8644"/>
                  </a:lnTo>
                  <a:lnTo>
                    <a:pt x="1078393" y="8562"/>
                  </a:lnTo>
                  <a:lnTo>
                    <a:pt x="1086208" y="8505"/>
                  </a:lnTo>
                  <a:lnTo>
                    <a:pt x="1094022" y="8334"/>
                  </a:lnTo>
                  <a:lnTo>
                    <a:pt x="1101837" y="8318"/>
                  </a:lnTo>
                  <a:lnTo>
                    <a:pt x="1109651" y="8401"/>
                  </a:lnTo>
                  <a:lnTo>
                    <a:pt x="1117466" y="8394"/>
                  </a:lnTo>
                  <a:lnTo>
                    <a:pt x="1125280" y="8247"/>
                  </a:lnTo>
                  <a:lnTo>
                    <a:pt x="1133095" y="8245"/>
                  </a:lnTo>
                  <a:lnTo>
                    <a:pt x="1140909" y="8152"/>
                  </a:lnTo>
                  <a:lnTo>
                    <a:pt x="1148723" y="8033"/>
                  </a:lnTo>
                  <a:lnTo>
                    <a:pt x="1156538" y="8044"/>
                  </a:lnTo>
                  <a:lnTo>
                    <a:pt x="1164352" y="7934"/>
                  </a:lnTo>
                  <a:lnTo>
                    <a:pt x="1172167" y="7733"/>
                  </a:lnTo>
                  <a:lnTo>
                    <a:pt x="1179981" y="7666"/>
                  </a:lnTo>
                  <a:lnTo>
                    <a:pt x="1187796" y="7707"/>
                  </a:lnTo>
                  <a:lnTo>
                    <a:pt x="1195610" y="7530"/>
                  </a:lnTo>
                  <a:lnTo>
                    <a:pt x="1203425" y="7537"/>
                  </a:lnTo>
                  <a:lnTo>
                    <a:pt x="1211239" y="7500"/>
                  </a:lnTo>
                  <a:lnTo>
                    <a:pt x="1219053" y="7496"/>
                  </a:lnTo>
                  <a:lnTo>
                    <a:pt x="1226868" y="7446"/>
                  </a:lnTo>
                  <a:lnTo>
                    <a:pt x="1234682" y="7397"/>
                  </a:lnTo>
                  <a:lnTo>
                    <a:pt x="1242497" y="7348"/>
                  </a:lnTo>
                  <a:lnTo>
                    <a:pt x="1250311" y="7219"/>
                  </a:lnTo>
                  <a:lnTo>
                    <a:pt x="1258126" y="7062"/>
                  </a:lnTo>
                  <a:lnTo>
                    <a:pt x="1265940" y="6993"/>
                  </a:lnTo>
                  <a:lnTo>
                    <a:pt x="1273755" y="6845"/>
                  </a:lnTo>
                  <a:lnTo>
                    <a:pt x="1281569" y="6657"/>
                  </a:lnTo>
                  <a:lnTo>
                    <a:pt x="1289384" y="6550"/>
                  </a:lnTo>
                  <a:lnTo>
                    <a:pt x="1297198" y="6547"/>
                  </a:lnTo>
                  <a:lnTo>
                    <a:pt x="1305012" y="6553"/>
                  </a:lnTo>
                  <a:lnTo>
                    <a:pt x="1312827" y="6469"/>
                  </a:lnTo>
                  <a:lnTo>
                    <a:pt x="1320641" y="6393"/>
                  </a:lnTo>
                  <a:lnTo>
                    <a:pt x="1328456" y="6350"/>
                  </a:lnTo>
                  <a:lnTo>
                    <a:pt x="1336270" y="6317"/>
                  </a:lnTo>
                  <a:lnTo>
                    <a:pt x="1344085" y="6224"/>
                  </a:lnTo>
                  <a:lnTo>
                    <a:pt x="1351899" y="6120"/>
                  </a:lnTo>
                  <a:lnTo>
                    <a:pt x="1359714" y="6000"/>
                  </a:lnTo>
                  <a:lnTo>
                    <a:pt x="1367528" y="5863"/>
                  </a:lnTo>
                  <a:lnTo>
                    <a:pt x="1375342" y="5811"/>
                  </a:lnTo>
                  <a:lnTo>
                    <a:pt x="1383157" y="5656"/>
                  </a:lnTo>
                  <a:lnTo>
                    <a:pt x="1390971" y="5533"/>
                  </a:lnTo>
                  <a:lnTo>
                    <a:pt x="1398786" y="5406"/>
                  </a:lnTo>
                  <a:lnTo>
                    <a:pt x="1406600" y="5378"/>
                  </a:lnTo>
                  <a:lnTo>
                    <a:pt x="1414415" y="5244"/>
                  </a:lnTo>
                  <a:lnTo>
                    <a:pt x="1422229" y="5146"/>
                  </a:lnTo>
                  <a:lnTo>
                    <a:pt x="1430044" y="5131"/>
                  </a:lnTo>
                  <a:lnTo>
                    <a:pt x="1437858" y="5068"/>
                  </a:lnTo>
                  <a:lnTo>
                    <a:pt x="1445672" y="5028"/>
                  </a:lnTo>
                  <a:lnTo>
                    <a:pt x="1453487" y="4989"/>
                  </a:lnTo>
                  <a:lnTo>
                    <a:pt x="1461301" y="4932"/>
                  </a:lnTo>
                  <a:lnTo>
                    <a:pt x="1469116" y="4798"/>
                  </a:lnTo>
                  <a:lnTo>
                    <a:pt x="1476930" y="4787"/>
                  </a:lnTo>
                  <a:lnTo>
                    <a:pt x="1484745" y="4755"/>
                  </a:lnTo>
                  <a:lnTo>
                    <a:pt x="1492559" y="4657"/>
                  </a:lnTo>
                  <a:lnTo>
                    <a:pt x="1500374" y="4472"/>
                  </a:lnTo>
                  <a:lnTo>
                    <a:pt x="1508188" y="4354"/>
                  </a:lnTo>
                  <a:lnTo>
                    <a:pt x="1516003" y="4304"/>
                  </a:lnTo>
                  <a:lnTo>
                    <a:pt x="1523817" y="4335"/>
                  </a:lnTo>
                  <a:lnTo>
                    <a:pt x="1531631" y="4288"/>
                  </a:lnTo>
                  <a:lnTo>
                    <a:pt x="1539446" y="4220"/>
                  </a:lnTo>
                  <a:lnTo>
                    <a:pt x="1547260" y="4113"/>
                  </a:lnTo>
                  <a:lnTo>
                    <a:pt x="1555075" y="4016"/>
                  </a:lnTo>
                  <a:lnTo>
                    <a:pt x="1562889" y="3952"/>
                  </a:lnTo>
                  <a:lnTo>
                    <a:pt x="1570704" y="3824"/>
                  </a:lnTo>
                  <a:lnTo>
                    <a:pt x="1578518" y="3731"/>
                  </a:lnTo>
                  <a:lnTo>
                    <a:pt x="1586333" y="3661"/>
                  </a:lnTo>
                  <a:lnTo>
                    <a:pt x="1594147" y="3500"/>
                  </a:lnTo>
                  <a:lnTo>
                    <a:pt x="1601961" y="3449"/>
                  </a:lnTo>
                  <a:lnTo>
                    <a:pt x="1609776" y="3409"/>
                  </a:lnTo>
                  <a:lnTo>
                    <a:pt x="1617590" y="3369"/>
                  </a:lnTo>
                  <a:lnTo>
                    <a:pt x="1625405" y="3314"/>
                  </a:lnTo>
                  <a:lnTo>
                    <a:pt x="1633219" y="3245"/>
                  </a:lnTo>
                  <a:lnTo>
                    <a:pt x="1641034" y="3176"/>
                  </a:lnTo>
                  <a:lnTo>
                    <a:pt x="1648848" y="3139"/>
                  </a:lnTo>
                  <a:lnTo>
                    <a:pt x="1656663" y="3158"/>
                  </a:lnTo>
                  <a:lnTo>
                    <a:pt x="1664477" y="3178"/>
                  </a:lnTo>
                  <a:lnTo>
                    <a:pt x="1672291" y="3197"/>
                  </a:lnTo>
                  <a:lnTo>
                    <a:pt x="1680106" y="3217"/>
                  </a:lnTo>
                  <a:lnTo>
                    <a:pt x="1687920" y="3236"/>
                  </a:lnTo>
                  <a:lnTo>
                    <a:pt x="1695735" y="3249"/>
                  </a:lnTo>
                  <a:lnTo>
                    <a:pt x="1703549" y="3151"/>
                  </a:lnTo>
                  <a:lnTo>
                    <a:pt x="1711364" y="3047"/>
                  </a:lnTo>
                  <a:lnTo>
                    <a:pt x="1719178" y="2902"/>
                  </a:lnTo>
                  <a:lnTo>
                    <a:pt x="1726993" y="2691"/>
                  </a:lnTo>
                  <a:lnTo>
                    <a:pt x="1734807" y="2443"/>
                  </a:lnTo>
                  <a:lnTo>
                    <a:pt x="1742622" y="2274"/>
                  </a:lnTo>
                  <a:lnTo>
                    <a:pt x="1750436" y="2223"/>
                  </a:lnTo>
                  <a:lnTo>
                    <a:pt x="1758250" y="2111"/>
                  </a:lnTo>
                  <a:lnTo>
                    <a:pt x="1766065" y="2086"/>
                  </a:lnTo>
                  <a:lnTo>
                    <a:pt x="1773879" y="2061"/>
                  </a:lnTo>
                  <a:lnTo>
                    <a:pt x="1781694" y="2036"/>
                  </a:lnTo>
                  <a:lnTo>
                    <a:pt x="1789508" y="1988"/>
                  </a:lnTo>
                  <a:lnTo>
                    <a:pt x="1797323" y="1913"/>
                  </a:lnTo>
                  <a:lnTo>
                    <a:pt x="1805137" y="1843"/>
                  </a:lnTo>
                  <a:lnTo>
                    <a:pt x="1812952" y="1774"/>
                  </a:lnTo>
                  <a:lnTo>
                    <a:pt x="1820766" y="1704"/>
                  </a:lnTo>
                  <a:lnTo>
                    <a:pt x="1828580" y="1635"/>
                  </a:lnTo>
                  <a:lnTo>
                    <a:pt x="1836395" y="1566"/>
                  </a:lnTo>
                  <a:lnTo>
                    <a:pt x="1844209" y="1497"/>
                  </a:lnTo>
                  <a:lnTo>
                    <a:pt x="1852024" y="1486"/>
                  </a:lnTo>
                  <a:lnTo>
                    <a:pt x="1859838" y="1449"/>
                  </a:lnTo>
                  <a:lnTo>
                    <a:pt x="1867653" y="1415"/>
                  </a:lnTo>
                  <a:lnTo>
                    <a:pt x="1875467" y="1456"/>
                  </a:lnTo>
                  <a:lnTo>
                    <a:pt x="1883282" y="1421"/>
                  </a:lnTo>
                  <a:lnTo>
                    <a:pt x="1891096" y="1347"/>
                  </a:lnTo>
                  <a:lnTo>
                    <a:pt x="1898910" y="1301"/>
                  </a:lnTo>
                  <a:lnTo>
                    <a:pt x="1906725" y="1180"/>
                  </a:lnTo>
                  <a:lnTo>
                    <a:pt x="1914539" y="1103"/>
                  </a:lnTo>
                  <a:lnTo>
                    <a:pt x="1922354" y="1079"/>
                  </a:lnTo>
                  <a:lnTo>
                    <a:pt x="1930168" y="1055"/>
                  </a:lnTo>
                  <a:lnTo>
                    <a:pt x="1937983" y="1073"/>
                  </a:lnTo>
                  <a:lnTo>
                    <a:pt x="1945797" y="1102"/>
                  </a:lnTo>
                  <a:lnTo>
                    <a:pt x="1953612" y="1003"/>
                  </a:lnTo>
                  <a:lnTo>
                    <a:pt x="1961426" y="882"/>
                  </a:lnTo>
                  <a:lnTo>
                    <a:pt x="1969241" y="727"/>
                  </a:lnTo>
                  <a:lnTo>
                    <a:pt x="1977055" y="541"/>
                  </a:lnTo>
                  <a:lnTo>
                    <a:pt x="1984869" y="433"/>
                  </a:lnTo>
                  <a:lnTo>
                    <a:pt x="1992684" y="321"/>
                  </a:lnTo>
                  <a:lnTo>
                    <a:pt x="2000498" y="99"/>
                  </a:lnTo>
                  <a:lnTo>
                    <a:pt x="2008313" y="0"/>
                  </a:lnTo>
                  <a:lnTo>
                    <a:pt x="2016127" y="25"/>
                  </a:lnTo>
                  <a:lnTo>
                    <a:pt x="2023942" y="51"/>
                  </a:lnTo>
                </a:path>
              </a:pathLst>
            </a:custGeom>
            <a:ln w="18970" cap="flat">
              <a:solidFill>
                <a:srgbClr val="FFC0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rc35"/>
            <p:cNvSpPr/>
            <p:nvPr/>
          </p:nvSpPr>
          <p:spPr>
            <a:xfrm>
              <a:off x="1121870" y="2396548"/>
              <a:ext cx="2226336" cy="742778"/>
            </a:xfrm>
            <a:prstGeom prst="rect">
              <a:avLst/>
            </a:prstGeom>
            <a:ln w="1084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rc36"/>
            <p:cNvSpPr/>
            <p:nvPr/>
          </p:nvSpPr>
          <p:spPr>
            <a:xfrm>
              <a:off x="1121870" y="3322206"/>
              <a:ext cx="2226336" cy="74277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7"/>
            <p:cNvSpPr/>
            <p:nvPr/>
          </p:nvSpPr>
          <p:spPr>
            <a:xfrm>
              <a:off x="1121870" y="3924668"/>
              <a:ext cx="2226336" cy="0"/>
            </a:xfrm>
            <a:custGeom>
              <a:avLst/>
              <a:pathLst>
                <a:path w="2226336" h="0">
                  <a:moveTo>
                    <a:pt x="0" y="0"/>
                  </a:moveTo>
                  <a:lnTo>
                    <a:pt x="2226336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8"/>
            <p:cNvSpPr/>
            <p:nvPr/>
          </p:nvSpPr>
          <p:spPr>
            <a:xfrm>
              <a:off x="1121870" y="3723060"/>
              <a:ext cx="2226336" cy="0"/>
            </a:xfrm>
            <a:custGeom>
              <a:avLst/>
              <a:pathLst>
                <a:path w="2226336" h="0">
                  <a:moveTo>
                    <a:pt x="0" y="0"/>
                  </a:moveTo>
                  <a:lnTo>
                    <a:pt x="2226336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39"/>
            <p:cNvSpPr/>
            <p:nvPr/>
          </p:nvSpPr>
          <p:spPr>
            <a:xfrm>
              <a:off x="1121870" y="3521452"/>
              <a:ext cx="2226336" cy="0"/>
            </a:xfrm>
            <a:custGeom>
              <a:avLst/>
              <a:pathLst>
                <a:path w="2226336" h="0">
                  <a:moveTo>
                    <a:pt x="0" y="0"/>
                  </a:moveTo>
                  <a:lnTo>
                    <a:pt x="2226336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0"/>
            <p:cNvSpPr/>
            <p:nvPr/>
          </p:nvSpPr>
          <p:spPr>
            <a:xfrm>
              <a:off x="1140099" y="3322206"/>
              <a:ext cx="0" cy="742778"/>
            </a:xfrm>
            <a:custGeom>
              <a:avLst/>
              <a:pathLst>
                <a:path w="0" h="742778">
                  <a:moveTo>
                    <a:pt x="0" y="742778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1"/>
            <p:cNvSpPr/>
            <p:nvPr/>
          </p:nvSpPr>
          <p:spPr>
            <a:xfrm>
              <a:off x="1657062" y="3322206"/>
              <a:ext cx="0" cy="742778"/>
            </a:xfrm>
            <a:custGeom>
              <a:avLst/>
              <a:pathLst>
                <a:path w="0" h="742778">
                  <a:moveTo>
                    <a:pt x="0" y="742778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2"/>
            <p:cNvSpPr/>
            <p:nvPr/>
          </p:nvSpPr>
          <p:spPr>
            <a:xfrm>
              <a:off x="2174025" y="3322206"/>
              <a:ext cx="0" cy="742778"/>
            </a:xfrm>
            <a:custGeom>
              <a:avLst/>
              <a:pathLst>
                <a:path w="0" h="742778">
                  <a:moveTo>
                    <a:pt x="0" y="742778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3"/>
            <p:cNvSpPr/>
            <p:nvPr/>
          </p:nvSpPr>
          <p:spPr>
            <a:xfrm>
              <a:off x="2690988" y="3322206"/>
              <a:ext cx="0" cy="742778"/>
            </a:xfrm>
            <a:custGeom>
              <a:avLst/>
              <a:pathLst>
                <a:path w="0" h="742778">
                  <a:moveTo>
                    <a:pt x="0" y="742778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4"/>
            <p:cNvSpPr/>
            <p:nvPr/>
          </p:nvSpPr>
          <p:spPr>
            <a:xfrm>
              <a:off x="3207952" y="3322206"/>
              <a:ext cx="0" cy="742778"/>
            </a:xfrm>
            <a:custGeom>
              <a:avLst/>
              <a:pathLst>
                <a:path w="0" h="742778">
                  <a:moveTo>
                    <a:pt x="0" y="742778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5"/>
            <p:cNvSpPr/>
            <p:nvPr/>
          </p:nvSpPr>
          <p:spPr>
            <a:xfrm>
              <a:off x="1121870" y="3723060"/>
              <a:ext cx="2226336" cy="0"/>
            </a:xfrm>
            <a:custGeom>
              <a:avLst/>
              <a:pathLst>
                <a:path w="2226336" h="0">
                  <a:moveTo>
                    <a:pt x="0" y="0"/>
                  </a:moveTo>
                  <a:lnTo>
                    <a:pt x="2226336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1223067" y="3580904"/>
              <a:ext cx="2023942" cy="199641"/>
            </a:xfrm>
            <a:custGeom>
              <a:avLst/>
              <a:pathLst>
                <a:path w="2023942" h="199641">
                  <a:moveTo>
                    <a:pt x="0" y="124649"/>
                  </a:moveTo>
                  <a:lnTo>
                    <a:pt x="7814" y="124968"/>
                  </a:lnTo>
                  <a:lnTo>
                    <a:pt x="15628" y="125286"/>
                  </a:lnTo>
                  <a:lnTo>
                    <a:pt x="23443" y="125605"/>
                  </a:lnTo>
                  <a:lnTo>
                    <a:pt x="31257" y="125923"/>
                  </a:lnTo>
                  <a:lnTo>
                    <a:pt x="39072" y="126243"/>
                  </a:lnTo>
                  <a:lnTo>
                    <a:pt x="46886" y="126565"/>
                  </a:lnTo>
                  <a:lnTo>
                    <a:pt x="54701" y="126886"/>
                  </a:lnTo>
                  <a:lnTo>
                    <a:pt x="62515" y="127207"/>
                  </a:lnTo>
                  <a:lnTo>
                    <a:pt x="70330" y="127528"/>
                  </a:lnTo>
                  <a:lnTo>
                    <a:pt x="78144" y="127849"/>
                  </a:lnTo>
                  <a:lnTo>
                    <a:pt x="85958" y="128169"/>
                  </a:lnTo>
                  <a:lnTo>
                    <a:pt x="93773" y="128489"/>
                  </a:lnTo>
                  <a:lnTo>
                    <a:pt x="101587" y="128809"/>
                  </a:lnTo>
                  <a:lnTo>
                    <a:pt x="109402" y="129129"/>
                  </a:lnTo>
                  <a:lnTo>
                    <a:pt x="117216" y="129448"/>
                  </a:lnTo>
                  <a:lnTo>
                    <a:pt x="125031" y="129767"/>
                  </a:lnTo>
                  <a:lnTo>
                    <a:pt x="132845" y="130086"/>
                  </a:lnTo>
                  <a:lnTo>
                    <a:pt x="140660" y="130405"/>
                  </a:lnTo>
                  <a:lnTo>
                    <a:pt x="148474" y="130719"/>
                  </a:lnTo>
                  <a:lnTo>
                    <a:pt x="156288" y="131034"/>
                  </a:lnTo>
                  <a:lnTo>
                    <a:pt x="164103" y="131348"/>
                  </a:lnTo>
                  <a:lnTo>
                    <a:pt x="171917" y="131662"/>
                  </a:lnTo>
                  <a:lnTo>
                    <a:pt x="179732" y="131976"/>
                  </a:lnTo>
                  <a:lnTo>
                    <a:pt x="187546" y="132290"/>
                  </a:lnTo>
                  <a:lnTo>
                    <a:pt x="195361" y="132605"/>
                  </a:lnTo>
                  <a:lnTo>
                    <a:pt x="203175" y="132918"/>
                  </a:lnTo>
                  <a:lnTo>
                    <a:pt x="210990" y="133232"/>
                  </a:lnTo>
                  <a:lnTo>
                    <a:pt x="218804" y="133546"/>
                  </a:lnTo>
                  <a:lnTo>
                    <a:pt x="226619" y="133860"/>
                  </a:lnTo>
                  <a:lnTo>
                    <a:pt x="234433" y="134174"/>
                  </a:lnTo>
                  <a:lnTo>
                    <a:pt x="242247" y="134487"/>
                  </a:lnTo>
                  <a:lnTo>
                    <a:pt x="250062" y="134801"/>
                  </a:lnTo>
                  <a:lnTo>
                    <a:pt x="257876" y="135114"/>
                  </a:lnTo>
                  <a:lnTo>
                    <a:pt x="265691" y="135428"/>
                  </a:lnTo>
                  <a:lnTo>
                    <a:pt x="273505" y="135741"/>
                  </a:lnTo>
                  <a:lnTo>
                    <a:pt x="281320" y="136054"/>
                  </a:lnTo>
                  <a:lnTo>
                    <a:pt x="289134" y="136368"/>
                  </a:lnTo>
                  <a:lnTo>
                    <a:pt x="296949" y="136681"/>
                  </a:lnTo>
                  <a:lnTo>
                    <a:pt x="304763" y="136994"/>
                  </a:lnTo>
                  <a:lnTo>
                    <a:pt x="312577" y="137306"/>
                  </a:lnTo>
                  <a:lnTo>
                    <a:pt x="320392" y="137619"/>
                  </a:lnTo>
                  <a:lnTo>
                    <a:pt x="328206" y="137932"/>
                  </a:lnTo>
                  <a:lnTo>
                    <a:pt x="336021" y="138245"/>
                  </a:lnTo>
                  <a:lnTo>
                    <a:pt x="343835" y="138557"/>
                  </a:lnTo>
                  <a:lnTo>
                    <a:pt x="351650" y="138870"/>
                  </a:lnTo>
                  <a:lnTo>
                    <a:pt x="359464" y="139182"/>
                  </a:lnTo>
                  <a:lnTo>
                    <a:pt x="367279" y="139494"/>
                  </a:lnTo>
                  <a:lnTo>
                    <a:pt x="375093" y="139806"/>
                  </a:lnTo>
                  <a:lnTo>
                    <a:pt x="382907" y="140118"/>
                  </a:lnTo>
                  <a:lnTo>
                    <a:pt x="390722" y="140430"/>
                  </a:lnTo>
                  <a:lnTo>
                    <a:pt x="398536" y="140742"/>
                  </a:lnTo>
                  <a:lnTo>
                    <a:pt x="406351" y="141054"/>
                  </a:lnTo>
                  <a:lnTo>
                    <a:pt x="414165" y="141366"/>
                  </a:lnTo>
                  <a:lnTo>
                    <a:pt x="421980" y="141677"/>
                  </a:lnTo>
                  <a:lnTo>
                    <a:pt x="429794" y="141988"/>
                  </a:lnTo>
                  <a:lnTo>
                    <a:pt x="437609" y="141843"/>
                  </a:lnTo>
                  <a:lnTo>
                    <a:pt x="445423" y="141165"/>
                  </a:lnTo>
                  <a:lnTo>
                    <a:pt x="453238" y="140486"/>
                  </a:lnTo>
                  <a:lnTo>
                    <a:pt x="461052" y="139804"/>
                  </a:lnTo>
                  <a:lnTo>
                    <a:pt x="468866" y="139122"/>
                  </a:lnTo>
                  <a:lnTo>
                    <a:pt x="476681" y="138437"/>
                  </a:lnTo>
                  <a:lnTo>
                    <a:pt x="484495" y="137752"/>
                  </a:lnTo>
                  <a:lnTo>
                    <a:pt x="492310" y="137064"/>
                  </a:lnTo>
                  <a:lnTo>
                    <a:pt x="500124" y="136372"/>
                  </a:lnTo>
                  <a:lnTo>
                    <a:pt x="507939" y="135675"/>
                  </a:lnTo>
                  <a:lnTo>
                    <a:pt x="515753" y="134975"/>
                  </a:lnTo>
                  <a:lnTo>
                    <a:pt x="523568" y="134273"/>
                  </a:lnTo>
                  <a:lnTo>
                    <a:pt x="531382" y="133568"/>
                  </a:lnTo>
                  <a:lnTo>
                    <a:pt x="539196" y="132860"/>
                  </a:lnTo>
                  <a:lnTo>
                    <a:pt x="547011" y="132162"/>
                  </a:lnTo>
                  <a:lnTo>
                    <a:pt x="554825" y="131469"/>
                  </a:lnTo>
                  <a:lnTo>
                    <a:pt x="562640" y="130776"/>
                  </a:lnTo>
                  <a:lnTo>
                    <a:pt x="570454" y="130082"/>
                  </a:lnTo>
                  <a:lnTo>
                    <a:pt x="578269" y="129368"/>
                  </a:lnTo>
                  <a:lnTo>
                    <a:pt x="586083" y="128640"/>
                  </a:lnTo>
                  <a:lnTo>
                    <a:pt x="593898" y="127909"/>
                  </a:lnTo>
                  <a:lnTo>
                    <a:pt x="601712" y="127175"/>
                  </a:lnTo>
                  <a:lnTo>
                    <a:pt x="609526" y="126461"/>
                  </a:lnTo>
                  <a:lnTo>
                    <a:pt x="617341" y="125760"/>
                  </a:lnTo>
                  <a:lnTo>
                    <a:pt x="625155" y="125058"/>
                  </a:lnTo>
                  <a:lnTo>
                    <a:pt x="632970" y="124356"/>
                  </a:lnTo>
                  <a:lnTo>
                    <a:pt x="640784" y="123654"/>
                  </a:lnTo>
                  <a:lnTo>
                    <a:pt x="648599" y="122952"/>
                  </a:lnTo>
                  <a:lnTo>
                    <a:pt x="656413" y="122250"/>
                  </a:lnTo>
                  <a:lnTo>
                    <a:pt x="664228" y="121548"/>
                  </a:lnTo>
                  <a:lnTo>
                    <a:pt x="672042" y="120847"/>
                  </a:lnTo>
                  <a:lnTo>
                    <a:pt x="679857" y="120143"/>
                  </a:lnTo>
                  <a:lnTo>
                    <a:pt x="687671" y="119424"/>
                  </a:lnTo>
                  <a:lnTo>
                    <a:pt x="695485" y="118700"/>
                  </a:lnTo>
                  <a:lnTo>
                    <a:pt x="703300" y="117976"/>
                  </a:lnTo>
                  <a:lnTo>
                    <a:pt x="711114" y="117250"/>
                  </a:lnTo>
                  <a:lnTo>
                    <a:pt x="718929" y="116524"/>
                  </a:lnTo>
                  <a:lnTo>
                    <a:pt x="726743" y="115797"/>
                  </a:lnTo>
                  <a:lnTo>
                    <a:pt x="734558" y="115069"/>
                  </a:lnTo>
                  <a:lnTo>
                    <a:pt x="742372" y="114339"/>
                  </a:lnTo>
                  <a:lnTo>
                    <a:pt x="750187" y="113609"/>
                  </a:lnTo>
                  <a:lnTo>
                    <a:pt x="758001" y="112879"/>
                  </a:lnTo>
                  <a:lnTo>
                    <a:pt x="765815" y="112147"/>
                  </a:lnTo>
                  <a:lnTo>
                    <a:pt x="773630" y="111415"/>
                  </a:lnTo>
                  <a:lnTo>
                    <a:pt x="781444" y="110681"/>
                  </a:lnTo>
                  <a:lnTo>
                    <a:pt x="789259" y="109947"/>
                  </a:lnTo>
                  <a:lnTo>
                    <a:pt x="797073" y="109212"/>
                  </a:lnTo>
                  <a:lnTo>
                    <a:pt x="804888" y="108476"/>
                  </a:lnTo>
                  <a:lnTo>
                    <a:pt x="812702" y="107739"/>
                  </a:lnTo>
                  <a:lnTo>
                    <a:pt x="820517" y="107003"/>
                  </a:lnTo>
                  <a:lnTo>
                    <a:pt x="828331" y="106285"/>
                  </a:lnTo>
                  <a:lnTo>
                    <a:pt x="836145" y="105567"/>
                  </a:lnTo>
                  <a:lnTo>
                    <a:pt x="843960" y="104831"/>
                  </a:lnTo>
                  <a:lnTo>
                    <a:pt x="851774" y="104080"/>
                  </a:lnTo>
                  <a:lnTo>
                    <a:pt x="859589" y="103328"/>
                  </a:lnTo>
                  <a:lnTo>
                    <a:pt x="867403" y="102576"/>
                  </a:lnTo>
                  <a:lnTo>
                    <a:pt x="875218" y="101848"/>
                  </a:lnTo>
                  <a:lnTo>
                    <a:pt x="883032" y="101122"/>
                  </a:lnTo>
                  <a:lnTo>
                    <a:pt x="890847" y="100396"/>
                  </a:lnTo>
                  <a:lnTo>
                    <a:pt x="898661" y="99670"/>
                  </a:lnTo>
                  <a:lnTo>
                    <a:pt x="906476" y="98945"/>
                  </a:lnTo>
                  <a:lnTo>
                    <a:pt x="914290" y="98219"/>
                  </a:lnTo>
                  <a:lnTo>
                    <a:pt x="922104" y="97493"/>
                  </a:lnTo>
                  <a:lnTo>
                    <a:pt x="929919" y="96767"/>
                  </a:lnTo>
                  <a:lnTo>
                    <a:pt x="937733" y="96041"/>
                  </a:lnTo>
                  <a:lnTo>
                    <a:pt x="945548" y="95316"/>
                  </a:lnTo>
                  <a:lnTo>
                    <a:pt x="953362" y="94572"/>
                  </a:lnTo>
                  <a:lnTo>
                    <a:pt x="961177" y="93816"/>
                  </a:lnTo>
                  <a:lnTo>
                    <a:pt x="968991" y="93058"/>
                  </a:lnTo>
                  <a:lnTo>
                    <a:pt x="976806" y="92300"/>
                  </a:lnTo>
                  <a:lnTo>
                    <a:pt x="984620" y="91541"/>
                  </a:lnTo>
                  <a:lnTo>
                    <a:pt x="992434" y="90781"/>
                  </a:lnTo>
                  <a:lnTo>
                    <a:pt x="1000249" y="90021"/>
                  </a:lnTo>
                  <a:lnTo>
                    <a:pt x="1008063" y="89260"/>
                  </a:lnTo>
                  <a:lnTo>
                    <a:pt x="1015878" y="88498"/>
                  </a:lnTo>
                  <a:lnTo>
                    <a:pt x="1023692" y="87736"/>
                  </a:lnTo>
                  <a:lnTo>
                    <a:pt x="1031507" y="86974"/>
                  </a:lnTo>
                  <a:lnTo>
                    <a:pt x="1039321" y="86212"/>
                  </a:lnTo>
                  <a:lnTo>
                    <a:pt x="1047136" y="85449"/>
                  </a:lnTo>
                  <a:lnTo>
                    <a:pt x="1054950" y="84732"/>
                  </a:lnTo>
                  <a:lnTo>
                    <a:pt x="1062765" y="84020"/>
                  </a:lnTo>
                  <a:lnTo>
                    <a:pt x="1070579" y="83177"/>
                  </a:lnTo>
                  <a:lnTo>
                    <a:pt x="1078393" y="82385"/>
                  </a:lnTo>
                  <a:lnTo>
                    <a:pt x="1086208" y="81618"/>
                  </a:lnTo>
                  <a:lnTo>
                    <a:pt x="1094022" y="80851"/>
                  </a:lnTo>
                  <a:lnTo>
                    <a:pt x="1101837" y="80085"/>
                  </a:lnTo>
                  <a:lnTo>
                    <a:pt x="1109651" y="79345"/>
                  </a:lnTo>
                  <a:lnTo>
                    <a:pt x="1117466" y="78618"/>
                  </a:lnTo>
                  <a:lnTo>
                    <a:pt x="1125280" y="77892"/>
                  </a:lnTo>
                  <a:lnTo>
                    <a:pt x="1133095" y="77166"/>
                  </a:lnTo>
                  <a:lnTo>
                    <a:pt x="1140909" y="76441"/>
                  </a:lnTo>
                  <a:lnTo>
                    <a:pt x="1148723" y="75717"/>
                  </a:lnTo>
                  <a:lnTo>
                    <a:pt x="1156538" y="74993"/>
                  </a:lnTo>
                  <a:lnTo>
                    <a:pt x="1164352" y="74270"/>
                  </a:lnTo>
                  <a:lnTo>
                    <a:pt x="1172167" y="73548"/>
                  </a:lnTo>
                  <a:lnTo>
                    <a:pt x="1179981" y="72827"/>
                  </a:lnTo>
                  <a:lnTo>
                    <a:pt x="1187796" y="72106"/>
                  </a:lnTo>
                  <a:lnTo>
                    <a:pt x="1195610" y="71386"/>
                  </a:lnTo>
                  <a:lnTo>
                    <a:pt x="1203425" y="70666"/>
                  </a:lnTo>
                  <a:lnTo>
                    <a:pt x="1211239" y="69948"/>
                  </a:lnTo>
                  <a:lnTo>
                    <a:pt x="1219053" y="69230"/>
                  </a:lnTo>
                  <a:lnTo>
                    <a:pt x="1226868" y="68513"/>
                  </a:lnTo>
                  <a:lnTo>
                    <a:pt x="1234682" y="67796"/>
                  </a:lnTo>
                  <a:lnTo>
                    <a:pt x="1242497" y="67081"/>
                  </a:lnTo>
                  <a:lnTo>
                    <a:pt x="1250311" y="66366"/>
                  </a:lnTo>
                  <a:lnTo>
                    <a:pt x="1258126" y="65653"/>
                  </a:lnTo>
                  <a:lnTo>
                    <a:pt x="1265940" y="64941"/>
                  </a:lnTo>
                  <a:lnTo>
                    <a:pt x="1273755" y="64178"/>
                  </a:lnTo>
                  <a:lnTo>
                    <a:pt x="1281569" y="63374"/>
                  </a:lnTo>
                  <a:lnTo>
                    <a:pt x="1289384" y="62569"/>
                  </a:lnTo>
                  <a:lnTo>
                    <a:pt x="1297198" y="61763"/>
                  </a:lnTo>
                  <a:lnTo>
                    <a:pt x="1305012" y="60957"/>
                  </a:lnTo>
                  <a:lnTo>
                    <a:pt x="1312827" y="60150"/>
                  </a:lnTo>
                  <a:lnTo>
                    <a:pt x="1320641" y="59377"/>
                  </a:lnTo>
                  <a:lnTo>
                    <a:pt x="1328456" y="58688"/>
                  </a:lnTo>
                  <a:lnTo>
                    <a:pt x="1336270" y="58003"/>
                  </a:lnTo>
                  <a:lnTo>
                    <a:pt x="1344085" y="57320"/>
                  </a:lnTo>
                  <a:lnTo>
                    <a:pt x="1351899" y="56639"/>
                  </a:lnTo>
                  <a:lnTo>
                    <a:pt x="1359714" y="55959"/>
                  </a:lnTo>
                  <a:lnTo>
                    <a:pt x="1367528" y="55280"/>
                  </a:lnTo>
                  <a:lnTo>
                    <a:pt x="1375342" y="54603"/>
                  </a:lnTo>
                  <a:lnTo>
                    <a:pt x="1383157" y="53927"/>
                  </a:lnTo>
                  <a:lnTo>
                    <a:pt x="1390971" y="53215"/>
                  </a:lnTo>
                  <a:lnTo>
                    <a:pt x="1398786" y="52440"/>
                  </a:lnTo>
                  <a:lnTo>
                    <a:pt x="1406600" y="51704"/>
                  </a:lnTo>
                  <a:lnTo>
                    <a:pt x="1414415" y="51028"/>
                  </a:lnTo>
                  <a:lnTo>
                    <a:pt x="1422229" y="50354"/>
                  </a:lnTo>
                  <a:lnTo>
                    <a:pt x="1430044" y="49680"/>
                  </a:lnTo>
                  <a:lnTo>
                    <a:pt x="1437858" y="49009"/>
                  </a:lnTo>
                  <a:lnTo>
                    <a:pt x="1445672" y="48339"/>
                  </a:lnTo>
                  <a:lnTo>
                    <a:pt x="1453487" y="47613"/>
                  </a:lnTo>
                  <a:lnTo>
                    <a:pt x="1461301" y="46807"/>
                  </a:lnTo>
                  <a:lnTo>
                    <a:pt x="1469116" y="46001"/>
                  </a:lnTo>
                  <a:lnTo>
                    <a:pt x="1476930" y="45195"/>
                  </a:lnTo>
                  <a:lnTo>
                    <a:pt x="1484745" y="44389"/>
                  </a:lnTo>
                  <a:lnTo>
                    <a:pt x="1492559" y="43582"/>
                  </a:lnTo>
                  <a:lnTo>
                    <a:pt x="1500374" y="42775"/>
                  </a:lnTo>
                  <a:lnTo>
                    <a:pt x="1508188" y="41968"/>
                  </a:lnTo>
                  <a:lnTo>
                    <a:pt x="1516003" y="41161"/>
                  </a:lnTo>
                  <a:lnTo>
                    <a:pt x="1523817" y="40354"/>
                  </a:lnTo>
                  <a:lnTo>
                    <a:pt x="1531631" y="39547"/>
                  </a:lnTo>
                  <a:lnTo>
                    <a:pt x="1539446" y="38742"/>
                  </a:lnTo>
                  <a:lnTo>
                    <a:pt x="1547260" y="37938"/>
                  </a:lnTo>
                  <a:lnTo>
                    <a:pt x="1555075" y="37259"/>
                  </a:lnTo>
                  <a:lnTo>
                    <a:pt x="1562889" y="36613"/>
                  </a:lnTo>
                  <a:lnTo>
                    <a:pt x="1570704" y="35969"/>
                  </a:lnTo>
                  <a:lnTo>
                    <a:pt x="1578518" y="35328"/>
                  </a:lnTo>
                  <a:lnTo>
                    <a:pt x="1586333" y="34692"/>
                  </a:lnTo>
                  <a:lnTo>
                    <a:pt x="1594147" y="34058"/>
                  </a:lnTo>
                  <a:lnTo>
                    <a:pt x="1601961" y="33426"/>
                  </a:lnTo>
                  <a:lnTo>
                    <a:pt x="1609776" y="32796"/>
                  </a:lnTo>
                  <a:lnTo>
                    <a:pt x="1617590" y="32167"/>
                  </a:lnTo>
                  <a:lnTo>
                    <a:pt x="1625405" y="31541"/>
                  </a:lnTo>
                  <a:lnTo>
                    <a:pt x="1633219" y="30917"/>
                  </a:lnTo>
                  <a:lnTo>
                    <a:pt x="1641034" y="30295"/>
                  </a:lnTo>
                  <a:lnTo>
                    <a:pt x="1648848" y="29675"/>
                  </a:lnTo>
                  <a:lnTo>
                    <a:pt x="1656663" y="29057"/>
                  </a:lnTo>
                  <a:lnTo>
                    <a:pt x="1664477" y="28442"/>
                  </a:lnTo>
                  <a:lnTo>
                    <a:pt x="1672291" y="27828"/>
                  </a:lnTo>
                  <a:lnTo>
                    <a:pt x="1680106" y="27216"/>
                  </a:lnTo>
                  <a:lnTo>
                    <a:pt x="1687920" y="26607"/>
                  </a:lnTo>
                  <a:lnTo>
                    <a:pt x="1695735" y="25999"/>
                  </a:lnTo>
                  <a:lnTo>
                    <a:pt x="1703549" y="25394"/>
                  </a:lnTo>
                  <a:lnTo>
                    <a:pt x="1711364" y="24790"/>
                  </a:lnTo>
                  <a:lnTo>
                    <a:pt x="1719178" y="24189"/>
                  </a:lnTo>
                  <a:lnTo>
                    <a:pt x="1726993" y="23590"/>
                  </a:lnTo>
                  <a:lnTo>
                    <a:pt x="1734807" y="22861"/>
                  </a:lnTo>
                  <a:lnTo>
                    <a:pt x="1742622" y="22127"/>
                  </a:lnTo>
                  <a:lnTo>
                    <a:pt x="1750436" y="21394"/>
                  </a:lnTo>
                  <a:lnTo>
                    <a:pt x="1758250" y="20662"/>
                  </a:lnTo>
                  <a:lnTo>
                    <a:pt x="1766065" y="19931"/>
                  </a:lnTo>
                  <a:lnTo>
                    <a:pt x="1773879" y="19200"/>
                  </a:lnTo>
                  <a:lnTo>
                    <a:pt x="1781694" y="18547"/>
                  </a:lnTo>
                  <a:lnTo>
                    <a:pt x="1789508" y="17948"/>
                  </a:lnTo>
                  <a:lnTo>
                    <a:pt x="1797323" y="17355"/>
                  </a:lnTo>
                  <a:lnTo>
                    <a:pt x="1805137" y="16765"/>
                  </a:lnTo>
                  <a:lnTo>
                    <a:pt x="1812952" y="16177"/>
                  </a:lnTo>
                  <a:lnTo>
                    <a:pt x="1820766" y="15591"/>
                  </a:lnTo>
                  <a:lnTo>
                    <a:pt x="1828580" y="15008"/>
                  </a:lnTo>
                  <a:lnTo>
                    <a:pt x="1836395" y="14426"/>
                  </a:lnTo>
                  <a:lnTo>
                    <a:pt x="1844209" y="13865"/>
                  </a:lnTo>
                  <a:lnTo>
                    <a:pt x="1852024" y="13323"/>
                  </a:lnTo>
                  <a:lnTo>
                    <a:pt x="1859838" y="12691"/>
                  </a:lnTo>
                  <a:lnTo>
                    <a:pt x="1867653" y="12115"/>
                  </a:lnTo>
                  <a:lnTo>
                    <a:pt x="1875467" y="11540"/>
                  </a:lnTo>
                  <a:lnTo>
                    <a:pt x="1883282" y="10968"/>
                  </a:lnTo>
                  <a:lnTo>
                    <a:pt x="1891096" y="10398"/>
                  </a:lnTo>
                  <a:lnTo>
                    <a:pt x="1898910" y="9830"/>
                  </a:lnTo>
                  <a:lnTo>
                    <a:pt x="1906725" y="9264"/>
                  </a:lnTo>
                  <a:lnTo>
                    <a:pt x="1914539" y="8701"/>
                  </a:lnTo>
                  <a:lnTo>
                    <a:pt x="1922354" y="8139"/>
                  </a:lnTo>
                  <a:lnTo>
                    <a:pt x="1930168" y="7580"/>
                  </a:lnTo>
                  <a:lnTo>
                    <a:pt x="1937983" y="6995"/>
                  </a:lnTo>
                  <a:lnTo>
                    <a:pt x="1945797" y="6368"/>
                  </a:lnTo>
                  <a:lnTo>
                    <a:pt x="1953612" y="5746"/>
                  </a:lnTo>
                  <a:lnTo>
                    <a:pt x="1961426" y="5125"/>
                  </a:lnTo>
                  <a:lnTo>
                    <a:pt x="1969241" y="4507"/>
                  </a:lnTo>
                  <a:lnTo>
                    <a:pt x="1977055" y="3890"/>
                  </a:lnTo>
                  <a:lnTo>
                    <a:pt x="1984869" y="3274"/>
                  </a:lnTo>
                  <a:lnTo>
                    <a:pt x="1992684" y="2595"/>
                  </a:lnTo>
                  <a:lnTo>
                    <a:pt x="2000498" y="1876"/>
                  </a:lnTo>
                  <a:lnTo>
                    <a:pt x="2008313" y="1159"/>
                  </a:lnTo>
                  <a:lnTo>
                    <a:pt x="2016127" y="517"/>
                  </a:lnTo>
                  <a:lnTo>
                    <a:pt x="2023942" y="0"/>
                  </a:lnTo>
                  <a:lnTo>
                    <a:pt x="2023942" y="199641"/>
                  </a:lnTo>
                  <a:lnTo>
                    <a:pt x="2016127" y="199381"/>
                  </a:lnTo>
                  <a:lnTo>
                    <a:pt x="2008313" y="199122"/>
                  </a:lnTo>
                  <a:lnTo>
                    <a:pt x="2000498" y="198862"/>
                  </a:lnTo>
                  <a:lnTo>
                    <a:pt x="1992684" y="198601"/>
                  </a:lnTo>
                  <a:lnTo>
                    <a:pt x="1984869" y="198341"/>
                  </a:lnTo>
                  <a:lnTo>
                    <a:pt x="1977055" y="198080"/>
                  </a:lnTo>
                  <a:lnTo>
                    <a:pt x="1969241" y="197818"/>
                  </a:lnTo>
                  <a:lnTo>
                    <a:pt x="1961426" y="197557"/>
                  </a:lnTo>
                  <a:lnTo>
                    <a:pt x="1953612" y="197295"/>
                  </a:lnTo>
                  <a:lnTo>
                    <a:pt x="1945797" y="197032"/>
                  </a:lnTo>
                  <a:lnTo>
                    <a:pt x="1937983" y="196769"/>
                  </a:lnTo>
                  <a:lnTo>
                    <a:pt x="1930168" y="196506"/>
                  </a:lnTo>
                  <a:lnTo>
                    <a:pt x="1922354" y="196243"/>
                  </a:lnTo>
                  <a:lnTo>
                    <a:pt x="1914539" y="195981"/>
                  </a:lnTo>
                  <a:lnTo>
                    <a:pt x="1906725" y="195734"/>
                  </a:lnTo>
                  <a:lnTo>
                    <a:pt x="1898910" y="195486"/>
                  </a:lnTo>
                  <a:lnTo>
                    <a:pt x="1891096" y="195238"/>
                  </a:lnTo>
                  <a:lnTo>
                    <a:pt x="1883282" y="194990"/>
                  </a:lnTo>
                  <a:lnTo>
                    <a:pt x="1875467" y="194741"/>
                  </a:lnTo>
                  <a:lnTo>
                    <a:pt x="1867653" y="194491"/>
                  </a:lnTo>
                  <a:lnTo>
                    <a:pt x="1859838" y="194241"/>
                  </a:lnTo>
                  <a:lnTo>
                    <a:pt x="1852024" y="193991"/>
                  </a:lnTo>
                  <a:lnTo>
                    <a:pt x="1844209" y="193741"/>
                  </a:lnTo>
                  <a:lnTo>
                    <a:pt x="1836395" y="193489"/>
                  </a:lnTo>
                  <a:lnTo>
                    <a:pt x="1828580" y="193238"/>
                  </a:lnTo>
                  <a:lnTo>
                    <a:pt x="1820766" y="192986"/>
                  </a:lnTo>
                  <a:lnTo>
                    <a:pt x="1812952" y="192734"/>
                  </a:lnTo>
                  <a:lnTo>
                    <a:pt x="1805137" y="192481"/>
                  </a:lnTo>
                  <a:lnTo>
                    <a:pt x="1797323" y="192228"/>
                  </a:lnTo>
                  <a:lnTo>
                    <a:pt x="1789508" y="191974"/>
                  </a:lnTo>
                  <a:lnTo>
                    <a:pt x="1781694" y="191720"/>
                  </a:lnTo>
                  <a:lnTo>
                    <a:pt x="1773879" y="191465"/>
                  </a:lnTo>
                  <a:lnTo>
                    <a:pt x="1766065" y="191210"/>
                  </a:lnTo>
                  <a:lnTo>
                    <a:pt x="1758250" y="190955"/>
                  </a:lnTo>
                  <a:lnTo>
                    <a:pt x="1750436" y="190691"/>
                  </a:lnTo>
                  <a:lnTo>
                    <a:pt x="1742622" y="190422"/>
                  </a:lnTo>
                  <a:lnTo>
                    <a:pt x="1734807" y="190153"/>
                  </a:lnTo>
                  <a:lnTo>
                    <a:pt x="1726993" y="189883"/>
                  </a:lnTo>
                  <a:lnTo>
                    <a:pt x="1719178" y="189613"/>
                  </a:lnTo>
                  <a:lnTo>
                    <a:pt x="1711364" y="189342"/>
                  </a:lnTo>
                  <a:lnTo>
                    <a:pt x="1703549" y="189072"/>
                  </a:lnTo>
                  <a:lnTo>
                    <a:pt x="1695735" y="188801"/>
                  </a:lnTo>
                  <a:lnTo>
                    <a:pt x="1687920" y="188530"/>
                  </a:lnTo>
                  <a:lnTo>
                    <a:pt x="1680106" y="188258"/>
                  </a:lnTo>
                  <a:lnTo>
                    <a:pt x="1672291" y="187986"/>
                  </a:lnTo>
                  <a:lnTo>
                    <a:pt x="1664477" y="187714"/>
                  </a:lnTo>
                  <a:lnTo>
                    <a:pt x="1656663" y="187442"/>
                  </a:lnTo>
                  <a:lnTo>
                    <a:pt x="1648848" y="187170"/>
                  </a:lnTo>
                  <a:lnTo>
                    <a:pt x="1641034" y="186897"/>
                  </a:lnTo>
                  <a:lnTo>
                    <a:pt x="1633219" y="186624"/>
                  </a:lnTo>
                  <a:lnTo>
                    <a:pt x="1625405" y="186350"/>
                  </a:lnTo>
                  <a:lnTo>
                    <a:pt x="1617590" y="186077"/>
                  </a:lnTo>
                  <a:lnTo>
                    <a:pt x="1609776" y="185803"/>
                  </a:lnTo>
                  <a:lnTo>
                    <a:pt x="1601961" y="185529"/>
                  </a:lnTo>
                  <a:lnTo>
                    <a:pt x="1594147" y="185254"/>
                  </a:lnTo>
                  <a:lnTo>
                    <a:pt x="1586333" y="184980"/>
                  </a:lnTo>
                  <a:lnTo>
                    <a:pt x="1578518" y="184705"/>
                  </a:lnTo>
                  <a:lnTo>
                    <a:pt x="1570704" y="184430"/>
                  </a:lnTo>
                  <a:lnTo>
                    <a:pt x="1562889" y="184154"/>
                  </a:lnTo>
                  <a:lnTo>
                    <a:pt x="1555075" y="183878"/>
                  </a:lnTo>
                  <a:lnTo>
                    <a:pt x="1547260" y="183602"/>
                  </a:lnTo>
                  <a:lnTo>
                    <a:pt x="1539446" y="183326"/>
                  </a:lnTo>
                  <a:lnTo>
                    <a:pt x="1531631" y="183050"/>
                  </a:lnTo>
                  <a:lnTo>
                    <a:pt x="1523817" y="182773"/>
                  </a:lnTo>
                  <a:lnTo>
                    <a:pt x="1516003" y="182496"/>
                  </a:lnTo>
                  <a:lnTo>
                    <a:pt x="1508188" y="182219"/>
                  </a:lnTo>
                  <a:lnTo>
                    <a:pt x="1500374" y="181941"/>
                  </a:lnTo>
                  <a:lnTo>
                    <a:pt x="1492559" y="181664"/>
                  </a:lnTo>
                  <a:lnTo>
                    <a:pt x="1484745" y="181386"/>
                  </a:lnTo>
                  <a:lnTo>
                    <a:pt x="1476930" y="181107"/>
                  </a:lnTo>
                  <a:lnTo>
                    <a:pt x="1469116" y="180829"/>
                  </a:lnTo>
                  <a:lnTo>
                    <a:pt x="1461301" y="180550"/>
                  </a:lnTo>
                  <a:lnTo>
                    <a:pt x="1453487" y="180271"/>
                  </a:lnTo>
                  <a:lnTo>
                    <a:pt x="1445672" y="180004"/>
                  </a:lnTo>
                  <a:lnTo>
                    <a:pt x="1437858" y="179737"/>
                  </a:lnTo>
                  <a:lnTo>
                    <a:pt x="1430044" y="179469"/>
                  </a:lnTo>
                  <a:lnTo>
                    <a:pt x="1422229" y="179201"/>
                  </a:lnTo>
                  <a:lnTo>
                    <a:pt x="1414415" y="178933"/>
                  </a:lnTo>
                  <a:lnTo>
                    <a:pt x="1406600" y="178664"/>
                  </a:lnTo>
                  <a:lnTo>
                    <a:pt x="1398786" y="178395"/>
                  </a:lnTo>
                  <a:lnTo>
                    <a:pt x="1390971" y="178125"/>
                  </a:lnTo>
                  <a:lnTo>
                    <a:pt x="1383157" y="177855"/>
                  </a:lnTo>
                  <a:lnTo>
                    <a:pt x="1375342" y="177585"/>
                  </a:lnTo>
                  <a:lnTo>
                    <a:pt x="1367528" y="177314"/>
                  </a:lnTo>
                  <a:lnTo>
                    <a:pt x="1359714" y="177042"/>
                  </a:lnTo>
                  <a:lnTo>
                    <a:pt x="1351899" y="176771"/>
                  </a:lnTo>
                  <a:lnTo>
                    <a:pt x="1344085" y="176498"/>
                  </a:lnTo>
                  <a:lnTo>
                    <a:pt x="1336270" y="176226"/>
                  </a:lnTo>
                  <a:lnTo>
                    <a:pt x="1328456" y="175952"/>
                  </a:lnTo>
                  <a:lnTo>
                    <a:pt x="1320641" y="175679"/>
                  </a:lnTo>
                  <a:lnTo>
                    <a:pt x="1312827" y="175405"/>
                  </a:lnTo>
                  <a:lnTo>
                    <a:pt x="1305012" y="175131"/>
                  </a:lnTo>
                  <a:lnTo>
                    <a:pt x="1297198" y="174856"/>
                  </a:lnTo>
                  <a:lnTo>
                    <a:pt x="1289384" y="174581"/>
                  </a:lnTo>
                  <a:lnTo>
                    <a:pt x="1281569" y="174305"/>
                  </a:lnTo>
                  <a:lnTo>
                    <a:pt x="1273755" y="174029"/>
                  </a:lnTo>
                  <a:lnTo>
                    <a:pt x="1265940" y="173752"/>
                  </a:lnTo>
                  <a:lnTo>
                    <a:pt x="1258126" y="173476"/>
                  </a:lnTo>
                  <a:lnTo>
                    <a:pt x="1250311" y="173198"/>
                  </a:lnTo>
                  <a:lnTo>
                    <a:pt x="1242497" y="172921"/>
                  </a:lnTo>
                  <a:lnTo>
                    <a:pt x="1234682" y="172643"/>
                  </a:lnTo>
                  <a:lnTo>
                    <a:pt x="1226868" y="172364"/>
                  </a:lnTo>
                  <a:lnTo>
                    <a:pt x="1219053" y="172085"/>
                  </a:lnTo>
                  <a:lnTo>
                    <a:pt x="1211239" y="171806"/>
                  </a:lnTo>
                  <a:lnTo>
                    <a:pt x="1203425" y="171526"/>
                  </a:lnTo>
                  <a:lnTo>
                    <a:pt x="1195610" y="171246"/>
                  </a:lnTo>
                  <a:lnTo>
                    <a:pt x="1187796" y="170966"/>
                  </a:lnTo>
                  <a:lnTo>
                    <a:pt x="1179981" y="170685"/>
                  </a:lnTo>
                  <a:lnTo>
                    <a:pt x="1172167" y="170403"/>
                  </a:lnTo>
                  <a:lnTo>
                    <a:pt x="1164352" y="170122"/>
                  </a:lnTo>
                  <a:lnTo>
                    <a:pt x="1156538" y="169840"/>
                  </a:lnTo>
                  <a:lnTo>
                    <a:pt x="1148723" y="169557"/>
                  </a:lnTo>
                  <a:lnTo>
                    <a:pt x="1140909" y="169274"/>
                  </a:lnTo>
                  <a:lnTo>
                    <a:pt x="1133095" y="168991"/>
                  </a:lnTo>
                  <a:lnTo>
                    <a:pt x="1125280" y="168707"/>
                  </a:lnTo>
                  <a:lnTo>
                    <a:pt x="1117466" y="168423"/>
                  </a:lnTo>
                  <a:lnTo>
                    <a:pt x="1109651" y="168139"/>
                  </a:lnTo>
                  <a:lnTo>
                    <a:pt x="1101837" y="167854"/>
                  </a:lnTo>
                  <a:lnTo>
                    <a:pt x="1094022" y="167568"/>
                  </a:lnTo>
                  <a:lnTo>
                    <a:pt x="1086208" y="167283"/>
                  </a:lnTo>
                  <a:lnTo>
                    <a:pt x="1078393" y="166997"/>
                  </a:lnTo>
                  <a:lnTo>
                    <a:pt x="1070579" y="166710"/>
                  </a:lnTo>
                  <a:lnTo>
                    <a:pt x="1062765" y="166423"/>
                  </a:lnTo>
                  <a:lnTo>
                    <a:pt x="1054950" y="166136"/>
                  </a:lnTo>
                  <a:lnTo>
                    <a:pt x="1047136" y="165849"/>
                  </a:lnTo>
                  <a:lnTo>
                    <a:pt x="1039321" y="165561"/>
                  </a:lnTo>
                  <a:lnTo>
                    <a:pt x="1031507" y="165272"/>
                  </a:lnTo>
                  <a:lnTo>
                    <a:pt x="1023692" y="164983"/>
                  </a:lnTo>
                  <a:lnTo>
                    <a:pt x="1015878" y="164694"/>
                  </a:lnTo>
                  <a:lnTo>
                    <a:pt x="1008063" y="164405"/>
                  </a:lnTo>
                  <a:lnTo>
                    <a:pt x="1000249" y="164115"/>
                  </a:lnTo>
                  <a:lnTo>
                    <a:pt x="992434" y="163825"/>
                  </a:lnTo>
                  <a:lnTo>
                    <a:pt x="984620" y="163534"/>
                  </a:lnTo>
                  <a:lnTo>
                    <a:pt x="976806" y="163243"/>
                  </a:lnTo>
                  <a:lnTo>
                    <a:pt x="968991" y="162951"/>
                  </a:lnTo>
                  <a:lnTo>
                    <a:pt x="961177" y="162660"/>
                  </a:lnTo>
                  <a:lnTo>
                    <a:pt x="953362" y="162367"/>
                  </a:lnTo>
                  <a:lnTo>
                    <a:pt x="945548" y="162075"/>
                  </a:lnTo>
                  <a:lnTo>
                    <a:pt x="937733" y="161782"/>
                  </a:lnTo>
                  <a:lnTo>
                    <a:pt x="929919" y="161485"/>
                  </a:lnTo>
                  <a:lnTo>
                    <a:pt x="922104" y="161187"/>
                  </a:lnTo>
                  <a:lnTo>
                    <a:pt x="914290" y="160890"/>
                  </a:lnTo>
                  <a:lnTo>
                    <a:pt x="906476" y="160592"/>
                  </a:lnTo>
                  <a:lnTo>
                    <a:pt x="898661" y="160294"/>
                  </a:lnTo>
                  <a:lnTo>
                    <a:pt x="890847" y="159996"/>
                  </a:lnTo>
                  <a:lnTo>
                    <a:pt x="883032" y="159697"/>
                  </a:lnTo>
                  <a:lnTo>
                    <a:pt x="875218" y="159399"/>
                  </a:lnTo>
                  <a:lnTo>
                    <a:pt x="867403" y="159100"/>
                  </a:lnTo>
                  <a:lnTo>
                    <a:pt x="859589" y="158800"/>
                  </a:lnTo>
                  <a:lnTo>
                    <a:pt x="851774" y="158501"/>
                  </a:lnTo>
                  <a:lnTo>
                    <a:pt x="843960" y="158201"/>
                  </a:lnTo>
                  <a:lnTo>
                    <a:pt x="836145" y="157901"/>
                  </a:lnTo>
                  <a:lnTo>
                    <a:pt x="828331" y="157601"/>
                  </a:lnTo>
                  <a:lnTo>
                    <a:pt x="820517" y="157300"/>
                  </a:lnTo>
                  <a:lnTo>
                    <a:pt x="812702" y="156999"/>
                  </a:lnTo>
                  <a:lnTo>
                    <a:pt x="804888" y="156698"/>
                  </a:lnTo>
                  <a:lnTo>
                    <a:pt x="797073" y="156397"/>
                  </a:lnTo>
                  <a:lnTo>
                    <a:pt x="789259" y="156096"/>
                  </a:lnTo>
                  <a:lnTo>
                    <a:pt x="781444" y="155794"/>
                  </a:lnTo>
                  <a:lnTo>
                    <a:pt x="773630" y="155492"/>
                  </a:lnTo>
                  <a:lnTo>
                    <a:pt x="765815" y="155190"/>
                  </a:lnTo>
                  <a:lnTo>
                    <a:pt x="758001" y="154887"/>
                  </a:lnTo>
                  <a:lnTo>
                    <a:pt x="750187" y="154585"/>
                  </a:lnTo>
                  <a:lnTo>
                    <a:pt x="742372" y="154282"/>
                  </a:lnTo>
                  <a:lnTo>
                    <a:pt x="734558" y="153978"/>
                  </a:lnTo>
                  <a:lnTo>
                    <a:pt x="726743" y="153675"/>
                  </a:lnTo>
                  <a:lnTo>
                    <a:pt x="718929" y="153371"/>
                  </a:lnTo>
                  <a:lnTo>
                    <a:pt x="711114" y="153067"/>
                  </a:lnTo>
                  <a:lnTo>
                    <a:pt x="703300" y="152763"/>
                  </a:lnTo>
                  <a:lnTo>
                    <a:pt x="695485" y="152459"/>
                  </a:lnTo>
                  <a:lnTo>
                    <a:pt x="687671" y="152154"/>
                  </a:lnTo>
                  <a:lnTo>
                    <a:pt x="679857" y="151849"/>
                  </a:lnTo>
                  <a:lnTo>
                    <a:pt x="672042" y="151544"/>
                  </a:lnTo>
                  <a:lnTo>
                    <a:pt x="664228" y="151239"/>
                  </a:lnTo>
                  <a:lnTo>
                    <a:pt x="656413" y="150934"/>
                  </a:lnTo>
                  <a:lnTo>
                    <a:pt x="648599" y="150628"/>
                  </a:lnTo>
                  <a:lnTo>
                    <a:pt x="640784" y="150322"/>
                  </a:lnTo>
                  <a:lnTo>
                    <a:pt x="632970" y="150016"/>
                  </a:lnTo>
                  <a:lnTo>
                    <a:pt x="625155" y="149710"/>
                  </a:lnTo>
                  <a:lnTo>
                    <a:pt x="617341" y="149403"/>
                  </a:lnTo>
                  <a:lnTo>
                    <a:pt x="609526" y="149097"/>
                  </a:lnTo>
                  <a:lnTo>
                    <a:pt x="601712" y="148790"/>
                  </a:lnTo>
                  <a:lnTo>
                    <a:pt x="593898" y="148483"/>
                  </a:lnTo>
                  <a:lnTo>
                    <a:pt x="586083" y="148175"/>
                  </a:lnTo>
                  <a:lnTo>
                    <a:pt x="578269" y="147868"/>
                  </a:lnTo>
                  <a:lnTo>
                    <a:pt x="570454" y="147560"/>
                  </a:lnTo>
                  <a:lnTo>
                    <a:pt x="562640" y="147252"/>
                  </a:lnTo>
                  <a:lnTo>
                    <a:pt x="554825" y="146944"/>
                  </a:lnTo>
                  <a:lnTo>
                    <a:pt x="547011" y="146636"/>
                  </a:lnTo>
                  <a:lnTo>
                    <a:pt x="539196" y="146327"/>
                  </a:lnTo>
                  <a:lnTo>
                    <a:pt x="531382" y="146018"/>
                  </a:lnTo>
                  <a:lnTo>
                    <a:pt x="523568" y="145710"/>
                  </a:lnTo>
                  <a:lnTo>
                    <a:pt x="515753" y="145400"/>
                  </a:lnTo>
                  <a:lnTo>
                    <a:pt x="507939" y="145091"/>
                  </a:lnTo>
                  <a:lnTo>
                    <a:pt x="500124" y="144782"/>
                  </a:lnTo>
                  <a:lnTo>
                    <a:pt x="492310" y="144472"/>
                  </a:lnTo>
                  <a:lnTo>
                    <a:pt x="484495" y="144162"/>
                  </a:lnTo>
                  <a:lnTo>
                    <a:pt x="476681" y="143852"/>
                  </a:lnTo>
                  <a:lnTo>
                    <a:pt x="468866" y="143542"/>
                  </a:lnTo>
                  <a:lnTo>
                    <a:pt x="461052" y="143232"/>
                  </a:lnTo>
                  <a:lnTo>
                    <a:pt x="453238" y="142921"/>
                  </a:lnTo>
                  <a:lnTo>
                    <a:pt x="445423" y="142610"/>
                  </a:lnTo>
                  <a:lnTo>
                    <a:pt x="437609" y="142299"/>
                  </a:lnTo>
                  <a:lnTo>
                    <a:pt x="429794" y="142519"/>
                  </a:lnTo>
                  <a:lnTo>
                    <a:pt x="421980" y="143193"/>
                  </a:lnTo>
                  <a:lnTo>
                    <a:pt x="414165" y="143866"/>
                  </a:lnTo>
                  <a:lnTo>
                    <a:pt x="406351" y="144537"/>
                  </a:lnTo>
                  <a:lnTo>
                    <a:pt x="398536" y="145207"/>
                  </a:lnTo>
                  <a:lnTo>
                    <a:pt x="390722" y="145874"/>
                  </a:lnTo>
                  <a:lnTo>
                    <a:pt x="382907" y="146540"/>
                  </a:lnTo>
                  <a:lnTo>
                    <a:pt x="375093" y="147202"/>
                  </a:lnTo>
                  <a:lnTo>
                    <a:pt x="367279" y="147861"/>
                  </a:lnTo>
                  <a:lnTo>
                    <a:pt x="359464" y="148517"/>
                  </a:lnTo>
                  <a:lnTo>
                    <a:pt x="351650" y="149171"/>
                  </a:lnTo>
                  <a:lnTo>
                    <a:pt x="343835" y="149822"/>
                  </a:lnTo>
                  <a:lnTo>
                    <a:pt x="336021" y="150470"/>
                  </a:lnTo>
                  <a:lnTo>
                    <a:pt x="328206" y="151122"/>
                  </a:lnTo>
                  <a:lnTo>
                    <a:pt x="320392" y="151776"/>
                  </a:lnTo>
                  <a:lnTo>
                    <a:pt x="312577" y="152428"/>
                  </a:lnTo>
                  <a:lnTo>
                    <a:pt x="304763" y="153079"/>
                  </a:lnTo>
                  <a:lnTo>
                    <a:pt x="296949" y="153728"/>
                  </a:lnTo>
                  <a:lnTo>
                    <a:pt x="289134" y="154376"/>
                  </a:lnTo>
                  <a:lnTo>
                    <a:pt x="281320" y="155023"/>
                  </a:lnTo>
                  <a:lnTo>
                    <a:pt x="273505" y="155668"/>
                  </a:lnTo>
                  <a:lnTo>
                    <a:pt x="265691" y="156312"/>
                  </a:lnTo>
                  <a:lnTo>
                    <a:pt x="257876" y="156953"/>
                  </a:lnTo>
                  <a:lnTo>
                    <a:pt x="250062" y="157587"/>
                  </a:lnTo>
                  <a:lnTo>
                    <a:pt x="242247" y="158221"/>
                  </a:lnTo>
                  <a:lnTo>
                    <a:pt x="234433" y="158853"/>
                  </a:lnTo>
                  <a:lnTo>
                    <a:pt x="226619" y="159485"/>
                  </a:lnTo>
                  <a:lnTo>
                    <a:pt x="218804" y="160121"/>
                  </a:lnTo>
                  <a:lnTo>
                    <a:pt x="210990" y="160755"/>
                  </a:lnTo>
                  <a:lnTo>
                    <a:pt x="203175" y="161388"/>
                  </a:lnTo>
                  <a:lnTo>
                    <a:pt x="195361" y="162020"/>
                  </a:lnTo>
                  <a:lnTo>
                    <a:pt x="187546" y="162650"/>
                  </a:lnTo>
                  <a:lnTo>
                    <a:pt x="179732" y="163278"/>
                  </a:lnTo>
                  <a:lnTo>
                    <a:pt x="171917" y="163906"/>
                  </a:lnTo>
                  <a:lnTo>
                    <a:pt x="164103" y="164531"/>
                  </a:lnTo>
                  <a:lnTo>
                    <a:pt x="156288" y="165156"/>
                  </a:lnTo>
                  <a:lnTo>
                    <a:pt x="148474" y="165778"/>
                  </a:lnTo>
                  <a:lnTo>
                    <a:pt x="140660" y="166400"/>
                  </a:lnTo>
                  <a:lnTo>
                    <a:pt x="132845" y="167020"/>
                  </a:lnTo>
                  <a:lnTo>
                    <a:pt x="125031" y="167638"/>
                  </a:lnTo>
                  <a:lnTo>
                    <a:pt x="117216" y="168255"/>
                  </a:lnTo>
                  <a:lnTo>
                    <a:pt x="109402" y="168870"/>
                  </a:lnTo>
                  <a:lnTo>
                    <a:pt x="101587" y="169484"/>
                  </a:lnTo>
                  <a:lnTo>
                    <a:pt x="93773" y="170091"/>
                  </a:lnTo>
                  <a:lnTo>
                    <a:pt x="85958" y="170687"/>
                  </a:lnTo>
                  <a:lnTo>
                    <a:pt x="78144" y="171281"/>
                  </a:lnTo>
                  <a:lnTo>
                    <a:pt x="70330" y="171882"/>
                  </a:lnTo>
                  <a:lnTo>
                    <a:pt x="62515" y="172496"/>
                  </a:lnTo>
                  <a:lnTo>
                    <a:pt x="54701" y="173108"/>
                  </a:lnTo>
                  <a:lnTo>
                    <a:pt x="46886" y="173719"/>
                  </a:lnTo>
                  <a:lnTo>
                    <a:pt x="39072" y="174329"/>
                  </a:lnTo>
                  <a:lnTo>
                    <a:pt x="31257" y="174937"/>
                  </a:lnTo>
                  <a:lnTo>
                    <a:pt x="23443" y="175537"/>
                  </a:lnTo>
                  <a:lnTo>
                    <a:pt x="15628" y="176133"/>
                  </a:lnTo>
                  <a:lnTo>
                    <a:pt x="7814" y="176728"/>
                  </a:lnTo>
                  <a:lnTo>
                    <a:pt x="0" y="177322"/>
                  </a:lnTo>
                  <a:close/>
                </a:path>
              </a:pathLst>
            </a:custGeom>
            <a:solidFill>
              <a:srgbClr val="009E73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48" name="pl47"/>
            <p:cNvSpPr/>
            <p:nvPr/>
          </p:nvSpPr>
          <p:spPr>
            <a:xfrm>
              <a:off x="1223067" y="3580904"/>
              <a:ext cx="2023942" cy="141988"/>
            </a:xfrm>
            <a:custGeom>
              <a:avLst/>
              <a:pathLst>
                <a:path w="2023942" h="141988">
                  <a:moveTo>
                    <a:pt x="0" y="124649"/>
                  </a:moveTo>
                  <a:lnTo>
                    <a:pt x="7814" y="124968"/>
                  </a:lnTo>
                  <a:lnTo>
                    <a:pt x="15628" y="125286"/>
                  </a:lnTo>
                  <a:lnTo>
                    <a:pt x="23443" y="125605"/>
                  </a:lnTo>
                  <a:lnTo>
                    <a:pt x="31257" y="125923"/>
                  </a:lnTo>
                  <a:lnTo>
                    <a:pt x="39072" y="126243"/>
                  </a:lnTo>
                  <a:lnTo>
                    <a:pt x="46886" y="126565"/>
                  </a:lnTo>
                  <a:lnTo>
                    <a:pt x="54701" y="126886"/>
                  </a:lnTo>
                  <a:lnTo>
                    <a:pt x="62515" y="127207"/>
                  </a:lnTo>
                  <a:lnTo>
                    <a:pt x="70330" y="127528"/>
                  </a:lnTo>
                  <a:lnTo>
                    <a:pt x="78144" y="127849"/>
                  </a:lnTo>
                  <a:lnTo>
                    <a:pt x="85958" y="128169"/>
                  </a:lnTo>
                  <a:lnTo>
                    <a:pt x="93773" y="128489"/>
                  </a:lnTo>
                  <a:lnTo>
                    <a:pt x="101587" y="128809"/>
                  </a:lnTo>
                  <a:lnTo>
                    <a:pt x="109402" y="129129"/>
                  </a:lnTo>
                  <a:lnTo>
                    <a:pt x="117216" y="129448"/>
                  </a:lnTo>
                  <a:lnTo>
                    <a:pt x="125031" y="129767"/>
                  </a:lnTo>
                  <a:lnTo>
                    <a:pt x="132845" y="130086"/>
                  </a:lnTo>
                  <a:lnTo>
                    <a:pt x="140660" y="130405"/>
                  </a:lnTo>
                  <a:lnTo>
                    <a:pt x="148474" y="130719"/>
                  </a:lnTo>
                  <a:lnTo>
                    <a:pt x="156288" y="131034"/>
                  </a:lnTo>
                  <a:lnTo>
                    <a:pt x="164103" y="131348"/>
                  </a:lnTo>
                  <a:lnTo>
                    <a:pt x="171917" y="131662"/>
                  </a:lnTo>
                  <a:lnTo>
                    <a:pt x="179732" y="131976"/>
                  </a:lnTo>
                  <a:lnTo>
                    <a:pt x="187546" y="132290"/>
                  </a:lnTo>
                  <a:lnTo>
                    <a:pt x="195361" y="132605"/>
                  </a:lnTo>
                  <a:lnTo>
                    <a:pt x="203175" y="132918"/>
                  </a:lnTo>
                  <a:lnTo>
                    <a:pt x="210990" y="133232"/>
                  </a:lnTo>
                  <a:lnTo>
                    <a:pt x="218804" y="133546"/>
                  </a:lnTo>
                  <a:lnTo>
                    <a:pt x="226619" y="133860"/>
                  </a:lnTo>
                  <a:lnTo>
                    <a:pt x="234433" y="134174"/>
                  </a:lnTo>
                  <a:lnTo>
                    <a:pt x="242247" y="134487"/>
                  </a:lnTo>
                  <a:lnTo>
                    <a:pt x="250062" y="134801"/>
                  </a:lnTo>
                  <a:lnTo>
                    <a:pt x="257876" y="135114"/>
                  </a:lnTo>
                  <a:lnTo>
                    <a:pt x="265691" y="135428"/>
                  </a:lnTo>
                  <a:lnTo>
                    <a:pt x="273505" y="135741"/>
                  </a:lnTo>
                  <a:lnTo>
                    <a:pt x="281320" y="136054"/>
                  </a:lnTo>
                  <a:lnTo>
                    <a:pt x="289134" y="136368"/>
                  </a:lnTo>
                  <a:lnTo>
                    <a:pt x="296949" y="136681"/>
                  </a:lnTo>
                  <a:lnTo>
                    <a:pt x="304763" y="136994"/>
                  </a:lnTo>
                  <a:lnTo>
                    <a:pt x="312577" y="137306"/>
                  </a:lnTo>
                  <a:lnTo>
                    <a:pt x="320392" y="137619"/>
                  </a:lnTo>
                  <a:lnTo>
                    <a:pt x="328206" y="137932"/>
                  </a:lnTo>
                  <a:lnTo>
                    <a:pt x="336021" y="138245"/>
                  </a:lnTo>
                  <a:lnTo>
                    <a:pt x="343835" y="138557"/>
                  </a:lnTo>
                  <a:lnTo>
                    <a:pt x="351650" y="138870"/>
                  </a:lnTo>
                  <a:lnTo>
                    <a:pt x="359464" y="139182"/>
                  </a:lnTo>
                  <a:lnTo>
                    <a:pt x="367279" y="139494"/>
                  </a:lnTo>
                  <a:lnTo>
                    <a:pt x="375093" y="139806"/>
                  </a:lnTo>
                  <a:lnTo>
                    <a:pt x="382907" y="140118"/>
                  </a:lnTo>
                  <a:lnTo>
                    <a:pt x="390722" y="140430"/>
                  </a:lnTo>
                  <a:lnTo>
                    <a:pt x="398536" y="140742"/>
                  </a:lnTo>
                  <a:lnTo>
                    <a:pt x="406351" y="141054"/>
                  </a:lnTo>
                  <a:lnTo>
                    <a:pt x="414165" y="141366"/>
                  </a:lnTo>
                  <a:lnTo>
                    <a:pt x="421980" y="141677"/>
                  </a:lnTo>
                  <a:lnTo>
                    <a:pt x="429794" y="141988"/>
                  </a:lnTo>
                  <a:lnTo>
                    <a:pt x="437609" y="141843"/>
                  </a:lnTo>
                  <a:lnTo>
                    <a:pt x="445423" y="141165"/>
                  </a:lnTo>
                  <a:lnTo>
                    <a:pt x="453238" y="140486"/>
                  </a:lnTo>
                  <a:lnTo>
                    <a:pt x="461052" y="139804"/>
                  </a:lnTo>
                  <a:lnTo>
                    <a:pt x="468866" y="139122"/>
                  </a:lnTo>
                  <a:lnTo>
                    <a:pt x="476681" y="138437"/>
                  </a:lnTo>
                  <a:lnTo>
                    <a:pt x="484495" y="137752"/>
                  </a:lnTo>
                  <a:lnTo>
                    <a:pt x="492310" y="137064"/>
                  </a:lnTo>
                  <a:lnTo>
                    <a:pt x="500124" y="136372"/>
                  </a:lnTo>
                  <a:lnTo>
                    <a:pt x="507939" y="135675"/>
                  </a:lnTo>
                  <a:lnTo>
                    <a:pt x="515753" y="134975"/>
                  </a:lnTo>
                  <a:lnTo>
                    <a:pt x="523568" y="134273"/>
                  </a:lnTo>
                  <a:lnTo>
                    <a:pt x="531382" y="133568"/>
                  </a:lnTo>
                  <a:lnTo>
                    <a:pt x="539196" y="132860"/>
                  </a:lnTo>
                  <a:lnTo>
                    <a:pt x="547011" y="132162"/>
                  </a:lnTo>
                  <a:lnTo>
                    <a:pt x="554825" y="131469"/>
                  </a:lnTo>
                  <a:lnTo>
                    <a:pt x="562640" y="130776"/>
                  </a:lnTo>
                  <a:lnTo>
                    <a:pt x="570454" y="130082"/>
                  </a:lnTo>
                  <a:lnTo>
                    <a:pt x="578269" y="129368"/>
                  </a:lnTo>
                  <a:lnTo>
                    <a:pt x="586083" y="128640"/>
                  </a:lnTo>
                  <a:lnTo>
                    <a:pt x="593898" y="127909"/>
                  </a:lnTo>
                  <a:lnTo>
                    <a:pt x="601712" y="127175"/>
                  </a:lnTo>
                  <a:lnTo>
                    <a:pt x="609526" y="126461"/>
                  </a:lnTo>
                  <a:lnTo>
                    <a:pt x="617341" y="125760"/>
                  </a:lnTo>
                  <a:lnTo>
                    <a:pt x="625155" y="125058"/>
                  </a:lnTo>
                  <a:lnTo>
                    <a:pt x="632970" y="124356"/>
                  </a:lnTo>
                  <a:lnTo>
                    <a:pt x="640784" y="123654"/>
                  </a:lnTo>
                  <a:lnTo>
                    <a:pt x="648599" y="122952"/>
                  </a:lnTo>
                  <a:lnTo>
                    <a:pt x="656413" y="122250"/>
                  </a:lnTo>
                  <a:lnTo>
                    <a:pt x="664228" y="121548"/>
                  </a:lnTo>
                  <a:lnTo>
                    <a:pt x="672042" y="120847"/>
                  </a:lnTo>
                  <a:lnTo>
                    <a:pt x="679857" y="120143"/>
                  </a:lnTo>
                  <a:lnTo>
                    <a:pt x="687671" y="119424"/>
                  </a:lnTo>
                  <a:lnTo>
                    <a:pt x="695485" y="118700"/>
                  </a:lnTo>
                  <a:lnTo>
                    <a:pt x="703300" y="117976"/>
                  </a:lnTo>
                  <a:lnTo>
                    <a:pt x="711114" y="117250"/>
                  </a:lnTo>
                  <a:lnTo>
                    <a:pt x="718929" y="116524"/>
                  </a:lnTo>
                  <a:lnTo>
                    <a:pt x="726743" y="115797"/>
                  </a:lnTo>
                  <a:lnTo>
                    <a:pt x="734558" y="115069"/>
                  </a:lnTo>
                  <a:lnTo>
                    <a:pt x="742372" y="114339"/>
                  </a:lnTo>
                  <a:lnTo>
                    <a:pt x="750187" y="113609"/>
                  </a:lnTo>
                  <a:lnTo>
                    <a:pt x="758001" y="112879"/>
                  </a:lnTo>
                  <a:lnTo>
                    <a:pt x="765815" y="112147"/>
                  </a:lnTo>
                  <a:lnTo>
                    <a:pt x="773630" y="111415"/>
                  </a:lnTo>
                  <a:lnTo>
                    <a:pt x="781444" y="110681"/>
                  </a:lnTo>
                  <a:lnTo>
                    <a:pt x="789259" y="109947"/>
                  </a:lnTo>
                  <a:lnTo>
                    <a:pt x="797073" y="109212"/>
                  </a:lnTo>
                  <a:lnTo>
                    <a:pt x="804888" y="108476"/>
                  </a:lnTo>
                  <a:lnTo>
                    <a:pt x="812702" y="107739"/>
                  </a:lnTo>
                  <a:lnTo>
                    <a:pt x="820517" y="107003"/>
                  </a:lnTo>
                  <a:lnTo>
                    <a:pt x="828331" y="106285"/>
                  </a:lnTo>
                  <a:lnTo>
                    <a:pt x="836145" y="105567"/>
                  </a:lnTo>
                  <a:lnTo>
                    <a:pt x="843960" y="104831"/>
                  </a:lnTo>
                  <a:lnTo>
                    <a:pt x="851774" y="104080"/>
                  </a:lnTo>
                  <a:lnTo>
                    <a:pt x="859589" y="103328"/>
                  </a:lnTo>
                  <a:lnTo>
                    <a:pt x="867403" y="102576"/>
                  </a:lnTo>
                  <a:lnTo>
                    <a:pt x="875218" y="101848"/>
                  </a:lnTo>
                  <a:lnTo>
                    <a:pt x="883032" y="101122"/>
                  </a:lnTo>
                  <a:lnTo>
                    <a:pt x="890847" y="100396"/>
                  </a:lnTo>
                  <a:lnTo>
                    <a:pt x="898661" y="99670"/>
                  </a:lnTo>
                  <a:lnTo>
                    <a:pt x="906476" y="98945"/>
                  </a:lnTo>
                  <a:lnTo>
                    <a:pt x="914290" y="98219"/>
                  </a:lnTo>
                  <a:lnTo>
                    <a:pt x="922104" y="97493"/>
                  </a:lnTo>
                  <a:lnTo>
                    <a:pt x="929919" y="96767"/>
                  </a:lnTo>
                  <a:lnTo>
                    <a:pt x="937733" y="96041"/>
                  </a:lnTo>
                  <a:lnTo>
                    <a:pt x="945548" y="95316"/>
                  </a:lnTo>
                  <a:lnTo>
                    <a:pt x="953362" y="94572"/>
                  </a:lnTo>
                  <a:lnTo>
                    <a:pt x="961177" y="93816"/>
                  </a:lnTo>
                  <a:lnTo>
                    <a:pt x="968991" y="93058"/>
                  </a:lnTo>
                  <a:lnTo>
                    <a:pt x="976806" y="92300"/>
                  </a:lnTo>
                  <a:lnTo>
                    <a:pt x="984620" y="91541"/>
                  </a:lnTo>
                  <a:lnTo>
                    <a:pt x="992434" y="90781"/>
                  </a:lnTo>
                  <a:lnTo>
                    <a:pt x="1000249" y="90021"/>
                  </a:lnTo>
                  <a:lnTo>
                    <a:pt x="1008063" y="89260"/>
                  </a:lnTo>
                  <a:lnTo>
                    <a:pt x="1015878" y="88498"/>
                  </a:lnTo>
                  <a:lnTo>
                    <a:pt x="1023692" y="87736"/>
                  </a:lnTo>
                  <a:lnTo>
                    <a:pt x="1031507" y="86974"/>
                  </a:lnTo>
                  <a:lnTo>
                    <a:pt x="1039321" y="86212"/>
                  </a:lnTo>
                  <a:lnTo>
                    <a:pt x="1047136" y="85449"/>
                  </a:lnTo>
                  <a:lnTo>
                    <a:pt x="1054950" y="84732"/>
                  </a:lnTo>
                  <a:lnTo>
                    <a:pt x="1062765" y="84020"/>
                  </a:lnTo>
                  <a:lnTo>
                    <a:pt x="1070579" y="83177"/>
                  </a:lnTo>
                  <a:lnTo>
                    <a:pt x="1078393" y="82385"/>
                  </a:lnTo>
                  <a:lnTo>
                    <a:pt x="1086208" y="81618"/>
                  </a:lnTo>
                  <a:lnTo>
                    <a:pt x="1094022" y="80851"/>
                  </a:lnTo>
                  <a:lnTo>
                    <a:pt x="1101837" y="80085"/>
                  </a:lnTo>
                  <a:lnTo>
                    <a:pt x="1109651" y="79345"/>
                  </a:lnTo>
                  <a:lnTo>
                    <a:pt x="1117466" y="78618"/>
                  </a:lnTo>
                  <a:lnTo>
                    <a:pt x="1125280" y="77892"/>
                  </a:lnTo>
                  <a:lnTo>
                    <a:pt x="1133095" y="77166"/>
                  </a:lnTo>
                  <a:lnTo>
                    <a:pt x="1140909" y="76441"/>
                  </a:lnTo>
                  <a:lnTo>
                    <a:pt x="1148723" y="75717"/>
                  </a:lnTo>
                  <a:lnTo>
                    <a:pt x="1156538" y="74993"/>
                  </a:lnTo>
                  <a:lnTo>
                    <a:pt x="1164352" y="74270"/>
                  </a:lnTo>
                  <a:lnTo>
                    <a:pt x="1172167" y="73548"/>
                  </a:lnTo>
                  <a:lnTo>
                    <a:pt x="1179981" y="72827"/>
                  </a:lnTo>
                  <a:lnTo>
                    <a:pt x="1187796" y="72106"/>
                  </a:lnTo>
                  <a:lnTo>
                    <a:pt x="1195610" y="71386"/>
                  </a:lnTo>
                  <a:lnTo>
                    <a:pt x="1203425" y="70666"/>
                  </a:lnTo>
                  <a:lnTo>
                    <a:pt x="1211239" y="69948"/>
                  </a:lnTo>
                  <a:lnTo>
                    <a:pt x="1219053" y="69230"/>
                  </a:lnTo>
                  <a:lnTo>
                    <a:pt x="1226868" y="68513"/>
                  </a:lnTo>
                  <a:lnTo>
                    <a:pt x="1234682" y="67796"/>
                  </a:lnTo>
                  <a:lnTo>
                    <a:pt x="1242497" y="67081"/>
                  </a:lnTo>
                  <a:lnTo>
                    <a:pt x="1250311" y="66366"/>
                  </a:lnTo>
                  <a:lnTo>
                    <a:pt x="1258126" y="65653"/>
                  </a:lnTo>
                  <a:lnTo>
                    <a:pt x="1265940" y="64941"/>
                  </a:lnTo>
                  <a:lnTo>
                    <a:pt x="1273755" y="64178"/>
                  </a:lnTo>
                  <a:lnTo>
                    <a:pt x="1281569" y="63374"/>
                  </a:lnTo>
                  <a:lnTo>
                    <a:pt x="1289384" y="62569"/>
                  </a:lnTo>
                  <a:lnTo>
                    <a:pt x="1297198" y="61763"/>
                  </a:lnTo>
                  <a:lnTo>
                    <a:pt x="1305012" y="60957"/>
                  </a:lnTo>
                  <a:lnTo>
                    <a:pt x="1312827" y="60150"/>
                  </a:lnTo>
                  <a:lnTo>
                    <a:pt x="1320641" y="59377"/>
                  </a:lnTo>
                  <a:lnTo>
                    <a:pt x="1328456" y="58688"/>
                  </a:lnTo>
                  <a:lnTo>
                    <a:pt x="1336270" y="58003"/>
                  </a:lnTo>
                  <a:lnTo>
                    <a:pt x="1344085" y="57320"/>
                  </a:lnTo>
                  <a:lnTo>
                    <a:pt x="1351899" y="56639"/>
                  </a:lnTo>
                  <a:lnTo>
                    <a:pt x="1359714" y="55959"/>
                  </a:lnTo>
                  <a:lnTo>
                    <a:pt x="1367528" y="55280"/>
                  </a:lnTo>
                  <a:lnTo>
                    <a:pt x="1375342" y="54603"/>
                  </a:lnTo>
                  <a:lnTo>
                    <a:pt x="1383157" y="53927"/>
                  </a:lnTo>
                  <a:lnTo>
                    <a:pt x="1390971" y="53215"/>
                  </a:lnTo>
                  <a:lnTo>
                    <a:pt x="1398786" y="52440"/>
                  </a:lnTo>
                  <a:lnTo>
                    <a:pt x="1406600" y="51704"/>
                  </a:lnTo>
                  <a:lnTo>
                    <a:pt x="1414415" y="51028"/>
                  </a:lnTo>
                  <a:lnTo>
                    <a:pt x="1422229" y="50354"/>
                  </a:lnTo>
                  <a:lnTo>
                    <a:pt x="1430044" y="49680"/>
                  </a:lnTo>
                  <a:lnTo>
                    <a:pt x="1437858" y="49009"/>
                  </a:lnTo>
                  <a:lnTo>
                    <a:pt x="1445672" y="48339"/>
                  </a:lnTo>
                  <a:lnTo>
                    <a:pt x="1453487" y="47613"/>
                  </a:lnTo>
                  <a:lnTo>
                    <a:pt x="1461301" y="46807"/>
                  </a:lnTo>
                  <a:lnTo>
                    <a:pt x="1469116" y="46001"/>
                  </a:lnTo>
                  <a:lnTo>
                    <a:pt x="1476930" y="45195"/>
                  </a:lnTo>
                  <a:lnTo>
                    <a:pt x="1484745" y="44389"/>
                  </a:lnTo>
                  <a:lnTo>
                    <a:pt x="1492559" y="43582"/>
                  </a:lnTo>
                  <a:lnTo>
                    <a:pt x="1500374" y="42775"/>
                  </a:lnTo>
                  <a:lnTo>
                    <a:pt x="1508188" y="41968"/>
                  </a:lnTo>
                  <a:lnTo>
                    <a:pt x="1516003" y="41161"/>
                  </a:lnTo>
                  <a:lnTo>
                    <a:pt x="1523817" y="40354"/>
                  </a:lnTo>
                  <a:lnTo>
                    <a:pt x="1531631" y="39547"/>
                  </a:lnTo>
                  <a:lnTo>
                    <a:pt x="1539446" y="38742"/>
                  </a:lnTo>
                  <a:lnTo>
                    <a:pt x="1547260" y="37938"/>
                  </a:lnTo>
                  <a:lnTo>
                    <a:pt x="1555075" y="37259"/>
                  </a:lnTo>
                  <a:lnTo>
                    <a:pt x="1562889" y="36613"/>
                  </a:lnTo>
                  <a:lnTo>
                    <a:pt x="1570704" y="35969"/>
                  </a:lnTo>
                  <a:lnTo>
                    <a:pt x="1578518" y="35328"/>
                  </a:lnTo>
                  <a:lnTo>
                    <a:pt x="1586333" y="34692"/>
                  </a:lnTo>
                  <a:lnTo>
                    <a:pt x="1594147" y="34058"/>
                  </a:lnTo>
                  <a:lnTo>
                    <a:pt x="1601961" y="33426"/>
                  </a:lnTo>
                  <a:lnTo>
                    <a:pt x="1609776" y="32796"/>
                  </a:lnTo>
                  <a:lnTo>
                    <a:pt x="1617590" y="32167"/>
                  </a:lnTo>
                  <a:lnTo>
                    <a:pt x="1625405" y="31541"/>
                  </a:lnTo>
                  <a:lnTo>
                    <a:pt x="1633219" y="30917"/>
                  </a:lnTo>
                  <a:lnTo>
                    <a:pt x="1641034" y="30295"/>
                  </a:lnTo>
                  <a:lnTo>
                    <a:pt x="1648848" y="29675"/>
                  </a:lnTo>
                  <a:lnTo>
                    <a:pt x="1656663" y="29057"/>
                  </a:lnTo>
                  <a:lnTo>
                    <a:pt x="1664477" y="28442"/>
                  </a:lnTo>
                  <a:lnTo>
                    <a:pt x="1672291" y="27828"/>
                  </a:lnTo>
                  <a:lnTo>
                    <a:pt x="1680106" y="27216"/>
                  </a:lnTo>
                  <a:lnTo>
                    <a:pt x="1687920" y="26607"/>
                  </a:lnTo>
                  <a:lnTo>
                    <a:pt x="1695735" y="25999"/>
                  </a:lnTo>
                  <a:lnTo>
                    <a:pt x="1703549" y="25394"/>
                  </a:lnTo>
                  <a:lnTo>
                    <a:pt x="1711364" y="24790"/>
                  </a:lnTo>
                  <a:lnTo>
                    <a:pt x="1719178" y="24189"/>
                  </a:lnTo>
                  <a:lnTo>
                    <a:pt x="1726993" y="23590"/>
                  </a:lnTo>
                  <a:lnTo>
                    <a:pt x="1734807" y="22861"/>
                  </a:lnTo>
                  <a:lnTo>
                    <a:pt x="1742622" y="22127"/>
                  </a:lnTo>
                  <a:lnTo>
                    <a:pt x="1750436" y="21394"/>
                  </a:lnTo>
                  <a:lnTo>
                    <a:pt x="1758250" y="20662"/>
                  </a:lnTo>
                  <a:lnTo>
                    <a:pt x="1766065" y="19931"/>
                  </a:lnTo>
                  <a:lnTo>
                    <a:pt x="1773879" y="19200"/>
                  </a:lnTo>
                  <a:lnTo>
                    <a:pt x="1781694" y="18547"/>
                  </a:lnTo>
                  <a:lnTo>
                    <a:pt x="1789508" y="17948"/>
                  </a:lnTo>
                  <a:lnTo>
                    <a:pt x="1797323" y="17355"/>
                  </a:lnTo>
                  <a:lnTo>
                    <a:pt x="1805137" y="16765"/>
                  </a:lnTo>
                  <a:lnTo>
                    <a:pt x="1812952" y="16177"/>
                  </a:lnTo>
                  <a:lnTo>
                    <a:pt x="1820766" y="15591"/>
                  </a:lnTo>
                  <a:lnTo>
                    <a:pt x="1828580" y="15008"/>
                  </a:lnTo>
                  <a:lnTo>
                    <a:pt x="1836395" y="14426"/>
                  </a:lnTo>
                  <a:lnTo>
                    <a:pt x="1844209" y="13865"/>
                  </a:lnTo>
                  <a:lnTo>
                    <a:pt x="1852024" y="13323"/>
                  </a:lnTo>
                  <a:lnTo>
                    <a:pt x="1859838" y="12691"/>
                  </a:lnTo>
                  <a:lnTo>
                    <a:pt x="1867653" y="12115"/>
                  </a:lnTo>
                  <a:lnTo>
                    <a:pt x="1875467" y="11540"/>
                  </a:lnTo>
                  <a:lnTo>
                    <a:pt x="1883282" y="10968"/>
                  </a:lnTo>
                  <a:lnTo>
                    <a:pt x="1891096" y="10398"/>
                  </a:lnTo>
                  <a:lnTo>
                    <a:pt x="1898910" y="9830"/>
                  </a:lnTo>
                  <a:lnTo>
                    <a:pt x="1906725" y="9264"/>
                  </a:lnTo>
                  <a:lnTo>
                    <a:pt x="1914539" y="8701"/>
                  </a:lnTo>
                  <a:lnTo>
                    <a:pt x="1922354" y="8139"/>
                  </a:lnTo>
                  <a:lnTo>
                    <a:pt x="1930168" y="7580"/>
                  </a:lnTo>
                  <a:lnTo>
                    <a:pt x="1937983" y="6995"/>
                  </a:lnTo>
                  <a:lnTo>
                    <a:pt x="1945797" y="6368"/>
                  </a:lnTo>
                  <a:lnTo>
                    <a:pt x="1953612" y="5746"/>
                  </a:lnTo>
                  <a:lnTo>
                    <a:pt x="1961426" y="5125"/>
                  </a:lnTo>
                  <a:lnTo>
                    <a:pt x="1969241" y="4507"/>
                  </a:lnTo>
                  <a:lnTo>
                    <a:pt x="1977055" y="3890"/>
                  </a:lnTo>
                  <a:lnTo>
                    <a:pt x="1984869" y="3274"/>
                  </a:lnTo>
                  <a:lnTo>
                    <a:pt x="1992684" y="2595"/>
                  </a:lnTo>
                  <a:lnTo>
                    <a:pt x="2000498" y="1876"/>
                  </a:lnTo>
                  <a:lnTo>
                    <a:pt x="2008313" y="1159"/>
                  </a:lnTo>
                  <a:lnTo>
                    <a:pt x="2016127" y="517"/>
                  </a:lnTo>
                  <a:lnTo>
                    <a:pt x="202394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9" name="pl48"/>
            <p:cNvSpPr/>
            <p:nvPr/>
          </p:nvSpPr>
          <p:spPr>
            <a:xfrm>
              <a:off x="1223067" y="3723204"/>
              <a:ext cx="2023942" cy="57341"/>
            </a:xfrm>
            <a:custGeom>
              <a:avLst/>
              <a:pathLst>
                <a:path w="2023942" h="57341">
                  <a:moveTo>
                    <a:pt x="2023942" y="57341"/>
                  </a:moveTo>
                  <a:lnTo>
                    <a:pt x="2016127" y="57081"/>
                  </a:lnTo>
                  <a:lnTo>
                    <a:pt x="2008313" y="56822"/>
                  </a:lnTo>
                  <a:lnTo>
                    <a:pt x="2000498" y="56562"/>
                  </a:lnTo>
                  <a:lnTo>
                    <a:pt x="1992684" y="56301"/>
                  </a:lnTo>
                  <a:lnTo>
                    <a:pt x="1984869" y="56041"/>
                  </a:lnTo>
                  <a:lnTo>
                    <a:pt x="1977055" y="55780"/>
                  </a:lnTo>
                  <a:lnTo>
                    <a:pt x="1969241" y="55519"/>
                  </a:lnTo>
                  <a:lnTo>
                    <a:pt x="1961426" y="55257"/>
                  </a:lnTo>
                  <a:lnTo>
                    <a:pt x="1953612" y="54995"/>
                  </a:lnTo>
                  <a:lnTo>
                    <a:pt x="1945797" y="54732"/>
                  </a:lnTo>
                  <a:lnTo>
                    <a:pt x="1937983" y="54469"/>
                  </a:lnTo>
                  <a:lnTo>
                    <a:pt x="1930168" y="54206"/>
                  </a:lnTo>
                  <a:lnTo>
                    <a:pt x="1922354" y="53943"/>
                  </a:lnTo>
                  <a:lnTo>
                    <a:pt x="1914539" y="53681"/>
                  </a:lnTo>
                  <a:lnTo>
                    <a:pt x="1906725" y="53434"/>
                  </a:lnTo>
                  <a:lnTo>
                    <a:pt x="1898910" y="53186"/>
                  </a:lnTo>
                  <a:lnTo>
                    <a:pt x="1891096" y="52938"/>
                  </a:lnTo>
                  <a:lnTo>
                    <a:pt x="1883282" y="52690"/>
                  </a:lnTo>
                  <a:lnTo>
                    <a:pt x="1875467" y="52441"/>
                  </a:lnTo>
                  <a:lnTo>
                    <a:pt x="1867653" y="52191"/>
                  </a:lnTo>
                  <a:lnTo>
                    <a:pt x="1859838" y="51942"/>
                  </a:lnTo>
                  <a:lnTo>
                    <a:pt x="1852024" y="51691"/>
                  </a:lnTo>
                  <a:lnTo>
                    <a:pt x="1844209" y="51441"/>
                  </a:lnTo>
                  <a:lnTo>
                    <a:pt x="1836395" y="51189"/>
                  </a:lnTo>
                  <a:lnTo>
                    <a:pt x="1828580" y="50938"/>
                  </a:lnTo>
                  <a:lnTo>
                    <a:pt x="1820766" y="50686"/>
                  </a:lnTo>
                  <a:lnTo>
                    <a:pt x="1812952" y="50434"/>
                  </a:lnTo>
                  <a:lnTo>
                    <a:pt x="1805137" y="50181"/>
                  </a:lnTo>
                  <a:lnTo>
                    <a:pt x="1797323" y="49928"/>
                  </a:lnTo>
                  <a:lnTo>
                    <a:pt x="1789508" y="49674"/>
                  </a:lnTo>
                  <a:lnTo>
                    <a:pt x="1781694" y="49420"/>
                  </a:lnTo>
                  <a:lnTo>
                    <a:pt x="1773879" y="49165"/>
                  </a:lnTo>
                  <a:lnTo>
                    <a:pt x="1766065" y="48911"/>
                  </a:lnTo>
                  <a:lnTo>
                    <a:pt x="1758250" y="48655"/>
                  </a:lnTo>
                  <a:lnTo>
                    <a:pt x="1750436" y="48391"/>
                  </a:lnTo>
                  <a:lnTo>
                    <a:pt x="1742622" y="48122"/>
                  </a:lnTo>
                  <a:lnTo>
                    <a:pt x="1734807" y="47853"/>
                  </a:lnTo>
                  <a:lnTo>
                    <a:pt x="1726993" y="47583"/>
                  </a:lnTo>
                  <a:lnTo>
                    <a:pt x="1719178" y="47313"/>
                  </a:lnTo>
                  <a:lnTo>
                    <a:pt x="1711364" y="47042"/>
                  </a:lnTo>
                  <a:lnTo>
                    <a:pt x="1703549" y="46772"/>
                  </a:lnTo>
                  <a:lnTo>
                    <a:pt x="1695735" y="46501"/>
                  </a:lnTo>
                  <a:lnTo>
                    <a:pt x="1687920" y="46230"/>
                  </a:lnTo>
                  <a:lnTo>
                    <a:pt x="1680106" y="45958"/>
                  </a:lnTo>
                  <a:lnTo>
                    <a:pt x="1672291" y="45686"/>
                  </a:lnTo>
                  <a:lnTo>
                    <a:pt x="1664477" y="45414"/>
                  </a:lnTo>
                  <a:lnTo>
                    <a:pt x="1656663" y="45142"/>
                  </a:lnTo>
                  <a:lnTo>
                    <a:pt x="1648848" y="44870"/>
                  </a:lnTo>
                  <a:lnTo>
                    <a:pt x="1641034" y="44597"/>
                  </a:lnTo>
                  <a:lnTo>
                    <a:pt x="1633219" y="44324"/>
                  </a:lnTo>
                  <a:lnTo>
                    <a:pt x="1625405" y="44050"/>
                  </a:lnTo>
                  <a:lnTo>
                    <a:pt x="1617590" y="43777"/>
                  </a:lnTo>
                  <a:lnTo>
                    <a:pt x="1609776" y="43503"/>
                  </a:lnTo>
                  <a:lnTo>
                    <a:pt x="1601961" y="43229"/>
                  </a:lnTo>
                  <a:lnTo>
                    <a:pt x="1594147" y="42954"/>
                  </a:lnTo>
                  <a:lnTo>
                    <a:pt x="1586333" y="42680"/>
                  </a:lnTo>
                  <a:lnTo>
                    <a:pt x="1578518" y="42405"/>
                  </a:lnTo>
                  <a:lnTo>
                    <a:pt x="1570704" y="42130"/>
                  </a:lnTo>
                  <a:lnTo>
                    <a:pt x="1562889" y="41854"/>
                  </a:lnTo>
                  <a:lnTo>
                    <a:pt x="1555075" y="41578"/>
                  </a:lnTo>
                  <a:lnTo>
                    <a:pt x="1547260" y="41303"/>
                  </a:lnTo>
                  <a:lnTo>
                    <a:pt x="1539446" y="41026"/>
                  </a:lnTo>
                  <a:lnTo>
                    <a:pt x="1531631" y="40750"/>
                  </a:lnTo>
                  <a:lnTo>
                    <a:pt x="1523817" y="40473"/>
                  </a:lnTo>
                  <a:lnTo>
                    <a:pt x="1516003" y="40196"/>
                  </a:lnTo>
                  <a:lnTo>
                    <a:pt x="1508188" y="39919"/>
                  </a:lnTo>
                  <a:lnTo>
                    <a:pt x="1500374" y="39641"/>
                  </a:lnTo>
                  <a:lnTo>
                    <a:pt x="1492559" y="39364"/>
                  </a:lnTo>
                  <a:lnTo>
                    <a:pt x="1484745" y="39086"/>
                  </a:lnTo>
                  <a:lnTo>
                    <a:pt x="1476930" y="38807"/>
                  </a:lnTo>
                  <a:lnTo>
                    <a:pt x="1469116" y="38529"/>
                  </a:lnTo>
                  <a:lnTo>
                    <a:pt x="1461301" y="38250"/>
                  </a:lnTo>
                  <a:lnTo>
                    <a:pt x="1453487" y="37971"/>
                  </a:lnTo>
                  <a:lnTo>
                    <a:pt x="1445672" y="37704"/>
                  </a:lnTo>
                  <a:lnTo>
                    <a:pt x="1437858" y="37437"/>
                  </a:lnTo>
                  <a:lnTo>
                    <a:pt x="1430044" y="37169"/>
                  </a:lnTo>
                  <a:lnTo>
                    <a:pt x="1422229" y="36902"/>
                  </a:lnTo>
                  <a:lnTo>
                    <a:pt x="1414415" y="36633"/>
                  </a:lnTo>
                  <a:lnTo>
                    <a:pt x="1406600" y="36364"/>
                  </a:lnTo>
                  <a:lnTo>
                    <a:pt x="1398786" y="36095"/>
                  </a:lnTo>
                  <a:lnTo>
                    <a:pt x="1390971" y="35825"/>
                  </a:lnTo>
                  <a:lnTo>
                    <a:pt x="1383157" y="35555"/>
                  </a:lnTo>
                  <a:lnTo>
                    <a:pt x="1375342" y="35285"/>
                  </a:lnTo>
                  <a:lnTo>
                    <a:pt x="1367528" y="35014"/>
                  </a:lnTo>
                  <a:lnTo>
                    <a:pt x="1359714" y="34742"/>
                  </a:lnTo>
                  <a:lnTo>
                    <a:pt x="1351899" y="34471"/>
                  </a:lnTo>
                  <a:lnTo>
                    <a:pt x="1344085" y="34198"/>
                  </a:lnTo>
                  <a:lnTo>
                    <a:pt x="1336270" y="33926"/>
                  </a:lnTo>
                  <a:lnTo>
                    <a:pt x="1328456" y="33653"/>
                  </a:lnTo>
                  <a:lnTo>
                    <a:pt x="1320641" y="33379"/>
                  </a:lnTo>
                  <a:lnTo>
                    <a:pt x="1312827" y="33105"/>
                  </a:lnTo>
                  <a:lnTo>
                    <a:pt x="1305012" y="32831"/>
                  </a:lnTo>
                  <a:lnTo>
                    <a:pt x="1297198" y="32556"/>
                  </a:lnTo>
                  <a:lnTo>
                    <a:pt x="1289384" y="32281"/>
                  </a:lnTo>
                  <a:lnTo>
                    <a:pt x="1281569" y="32005"/>
                  </a:lnTo>
                  <a:lnTo>
                    <a:pt x="1273755" y="31729"/>
                  </a:lnTo>
                  <a:lnTo>
                    <a:pt x="1265940" y="31452"/>
                  </a:lnTo>
                  <a:lnTo>
                    <a:pt x="1258126" y="31176"/>
                  </a:lnTo>
                  <a:lnTo>
                    <a:pt x="1250311" y="30898"/>
                  </a:lnTo>
                  <a:lnTo>
                    <a:pt x="1242497" y="30621"/>
                  </a:lnTo>
                  <a:lnTo>
                    <a:pt x="1234682" y="30343"/>
                  </a:lnTo>
                  <a:lnTo>
                    <a:pt x="1226868" y="30064"/>
                  </a:lnTo>
                  <a:lnTo>
                    <a:pt x="1219053" y="29785"/>
                  </a:lnTo>
                  <a:lnTo>
                    <a:pt x="1211239" y="29506"/>
                  </a:lnTo>
                  <a:lnTo>
                    <a:pt x="1203425" y="29226"/>
                  </a:lnTo>
                  <a:lnTo>
                    <a:pt x="1195610" y="28946"/>
                  </a:lnTo>
                  <a:lnTo>
                    <a:pt x="1187796" y="28666"/>
                  </a:lnTo>
                  <a:lnTo>
                    <a:pt x="1179981" y="28385"/>
                  </a:lnTo>
                  <a:lnTo>
                    <a:pt x="1172167" y="28103"/>
                  </a:lnTo>
                  <a:lnTo>
                    <a:pt x="1164352" y="27822"/>
                  </a:lnTo>
                  <a:lnTo>
                    <a:pt x="1156538" y="27540"/>
                  </a:lnTo>
                  <a:lnTo>
                    <a:pt x="1148723" y="27257"/>
                  </a:lnTo>
                  <a:lnTo>
                    <a:pt x="1140909" y="26974"/>
                  </a:lnTo>
                  <a:lnTo>
                    <a:pt x="1133095" y="26691"/>
                  </a:lnTo>
                  <a:lnTo>
                    <a:pt x="1125280" y="26407"/>
                  </a:lnTo>
                  <a:lnTo>
                    <a:pt x="1117466" y="26123"/>
                  </a:lnTo>
                  <a:lnTo>
                    <a:pt x="1109651" y="25839"/>
                  </a:lnTo>
                  <a:lnTo>
                    <a:pt x="1101837" y="25554"/>
                  </a:lnTo>
                  <a:lnTo>
                    <a:pt x="1094022" y="25269"/>
                  </a:lnTo>
                  <a:lnTo>
                    <a:pt x="1086208" y="24983"/>
                  </a:lnTo>
                  <a:lnTo>
                    <a:pt x="1078393" y="24697"/>
                  </a:lnTo>
                  <a:lnTo>
                    <a:pt x="1070579" y="24410"/>
                  </a:lnTo>
                  <a:lnTo>
                    <a:pt x="1062765" y="24124"/>
                  </a:lnTo>
                  <a:lnTo>
                    <a:pt x="1054950" y="23836"/>
                  </a:lnTo>
                  <a:lnTo>
                    <a:pt x="1047136" y="23549"/>
                  </a:lnTo>
                  <a:lnTo>
                    <a:pt x="1039321" y="23261"/>
                  </a:lnTo>
                  <a:lnTo>
                    <a:pt x="1031507" y="22972"/>
                  </a:lnTo>
                  <a:lnTo>
                    <a:pt x="1023692" y="22684"/>
                  </a:lnTo>
                  <a:lnTo>
                    <a:pt x="1015878" y="22394"/>
                  </a:lnTo>
                  <a:lnTo>
                    <a:pt x="1008063" y="22105"/>
                  </a:lnTo>
                  <a:lnTo>
                    <a:pt x="1000249" y="21815"/>
                  </a:lnTo>
                  <a:lnTo>
                    <a:pt x="992434" y="21525"/>
                  </a:lnTo>
                  <a:lnTo>
                    <a:pt x="984620" y="21234"/>
                  </a:lnTo>
                  <a:lnTo>
                    <a:pt x="976806" y="20943"/>
                  </a:lnTo>
                  <a:lnTo>
                    <a:pt x="968991" y="20651"/>
                  </a:lnTo>
                  <a:lnTo>
                    <a:pt x="961177" y="20360"/>
                  </a:lnTo>
                  <a:lnTo>
                    <a:pt x="953362" y="20067"/>
                  </a:lnTo>
                  <a:lnTo>
                    <a:pt x="945548" y="19775"/>
                  </a:lnTo>
                  <a:lnTo>
                    <a:pt x="937733" y="19482"/>
                  </a:lnTo>
                  <a:lnTo>
                    <a:pt x="929919" y="19185"/>
                  </a:lnTo>
                  <a:lnTo>
                    <a:pt x="922104" y="18887"/>
                  </a:lnTo>
                  <a:lnTo>
                    <a:pt x="914290" y="18590"/>
                  </a:lnTo>
                  <a:lnTo>
                    <a:pt x="906476" y="18292"/>
                  </a:lnTo>
                  <a:lnTo>
                    <a:pt x="898661" y="17994"/>
                  </a:lnTo>
                  <a:lnTo>
                    <a:pt x="890847" y="17696"/>
                  </a:lnTo>
                  <a:lnTo>
                    <a:pt x="883032" y="17397"/>
                  </a:lnTo>
                  <a:lnTo>
                    <a:pt x="875218" y="17099"/>
                  </a:lnTo>
                  <a:lnTo>
                    <a:pt x="867403" y="16800"/>
                  </a:lnTo>
                  <a:lnTo>
                    <a:pt x="859589" y="16500"/>
                  </a:lnTo>
                  <a:lnTo>
                    <a:pt x="851774" y="16201"/>
                  </a:lnTo>
                  <a:lnTo>
                    <a:pt x="843960" y="15901"/>
                  </a:lnTo>
                  <a:lnTo>
                    <a:pt x="836145" y="15601"/>
                  </a:lnTo>
                  <a:lnTo>
                    <a:pt x="828331" y="15301"/>
                  </a:lnTo>
                  <a:lnTo>
                    <a:pt x="820517" y="15000"/>
                  </a:lnTo>
                  <a:lnTo>
                    <a:pt x="812702" y="14699"/>
                  </a:lnTo>
                  <a:lnTo>
                    <a:pt x="804888" y="14398"/>
                  </a:lnTo>
                  <a:lnTo>
                    <a:pt x="797073" y="14097"/>
                  </a:lnTo>
                  <a:lnTo>
                    <a:pt x="789259" y="13796"/>
                  </a:lnTo>
                  <a:lnTo>
                    <a:pt x="781444" y="13494"/>
                  </a:lnTo>
                  <a:lnTo>
                    <a:pt x="773630" y="13192"/>
                  </a:lnTo>
                  <a:lnTo>
                    <a:pt x="765815" y="12890"/>
                  </a:lnTo>
                  <a:lnTo>
                    <a:pt x="758001" y="12587"/>
                  </a:lnTo>
                  <a:lnTo>
                    <a:pt x="750187" y="12285"/>
                  </a:lnTo>
                  <a:lnTo>
                    <a:pt x="742372" y="11982"/>
                  </a:lnTo>
                  <a:lnTo>
                    <a:pt x="734558" y="11678"/>
                  </a:lnTo>
                  <a:lnTo>
                    <a:pt x="726743" y="11375"/>
                  </a:lnTo>
                  <a:lnTo>
                    <a:pt x="718929" y="11071"/>
                  </a:lnTo>
                  <a:lnTo>
                    <a:pt x="711114" y="10767"/>
                  </a:lnTo>
                  <a:lnTo>
                    <a:pt x="703300" y="10463"/>
                  </a:lnTo>
                  <a:lnTo>
                    <a:pt x="695485" y="10159"/>
                  </a:lnTo>
                  <a:lnTo>
                    <a:pt x="687671" y="9854"/>
                  </a:lnTo>
                  <a:lnTo>
                    <a:pt x="679857" y="9549"/>
                  </a:lnTo>
                  <a:lnTo>
                    <a:pt x="672042" y="9244"/>
                  </a:lnTo>
                  <a:lnTo>
                    <a:pt x="664228" y="8939"/>
                  </a:lnTo>
                  <a:lnTo>
                    <a:pt x="656413" y="8634"/>
                  </a:lnTo>
                  <a:lnTo>
                    <a:pt x="648599" y="8328"/>
                  </a:lnTo>
                  <a:lnTo>
                    <a:pt x="640784" y="8022"/>
                  </a:lnTo>
                  <a:lnTo>
                    <a:pt x="632970" y="7716"/>
                  </a:lnTo>
                  <a:lnTo>
                    <a:pt x="625155" y="7410"/>
                  </a:lnTo>
                  <a:lnTo>
                    <a:pt x="617341" y="7103"/>
                  </a:lnTo>
                  <a:lnTo>
                    <a:pt x="609526" y="6797"/>
                  </a:lnTo>
                  <a:lnTo>
                    <a:pt x="601712" y="6490"/>
                  </a:lnTo>
                  <a:lnTo>
                    <a:pt x="593898" y="6183"/>
                  </a:lnTo>
                  <a:lnTo>
                    <a:pt x="586083" y="5875"/>
                  </a:lnTo>
                  <a:lnTo>
                    <a:pt x="578269" y="5568"/>
                  </a:lnTo>
                  <a:lnTo>
                    <a:pt x="570454" y="5260"/>
                  </a:lnTo>
                  <a:lnTo>
                    <a:pt x="562640" y="4952"/>
                  </a:lnTo>
                  <a:lnTo>
                    <a:pt x="554825" y="4644"/>
                  </a:lnTo>
                  <a:lnTo>
                    <a:pt x="547011" y="4336"/>
                  </a:lnTo>
                  <a:lnTo>
                    <a:pt x="539196" y="4027"/>
                  </a:lnTo>
                  <a:lnTo>
                    <a:pt x="531382" y="3719"/>
                  </a:lnTo>
                  <a:lnTo>
                    <a:pt x="523568" y="3410"/>
                  </a:lnTo>
                  <a:lnTo>
                    <a:pt x="515753" y="3101"/>
                  </a:lnTo>
                  <a:lnTo>
                    <a:pt x="507939" y="2791"/>
                  </a:lnTo>
                  <a:lnTo>
                    <a:pt x="500124" y="2482"/>
                  </a:lnTo>
                  <a:lnTo>
                    <a:pt x="492310" y="2172"/>
                  </a:lnTo>
                  <a:lnTo>
                    <a:pt x="484495" y="1862"/>
                  </a:lnTo>
                  <a:lnTo>
                    <a:pt x="476681" y="1552"/>
                  </a:lnTo>
                  <a:lnTo>
                    <a:pt x="468866" y="1242"/>
                  </a:lnTo>
                  <a:lnTo>
                    <a:pt x="461052" y="932"/>
                  </a:lnTo>
                  <a:lnTo>
                    <a:pt x="453238" y="621"/>
                  </a:lnTo>
                  <a:lnTo>
                    <a:pt x="445423" y="310"/>
                  </a:lnTo>
                  <a:lnTo>
                    <a:pt x="437609" y="0"/>
                  </a:lnTo>
                  <a:lnTo>
                    <a:pt x="429794" y="219"/>
                  </a:lnTo>
                  <a:lnTo>
                    <a:pt x="421980" y="893"/>
                  </a:lnTo>
                  <a:lnTo>
                    <a:pt x="414165" y="1566"/>
                  </a:lnTo>
                  <a:lnTo>
                    <a:pt x="406351" y="2237"/>
                  </a:lnTo>
                  <a:lnTo>
                    <a:pt x="398536" y="2907"/>
                  </a:lnTo>
                  <a:lnTo>
                    <a:pt x="390722" y="3574"/>
                  </a:lnTo>
                  <a:lnTo>
                    <a:pt x="382907" y="4240"/>
                  </a:lnTo>
                  <a:lnTo>
                    <a:pt x="375093" y="4902"/>
                  </a:lnTo>
                  <a:lnTo>
                    <a:pt x="367279" y="5561"/>
                  </a:lnTo>
                  <a:lnTo>
                    <a:pt x="359464" y="6217"/>
                  </a:lnTo>
                  <a:lnTo>
                    <a:pt x="351650" y="6871"/>
                  </a:lnTo>
                  <a:lnTo>
                    <a:pt x="343835" y="7522"/>
                  </a:lnTo>
                  <a:lnTo>
                    <a:pt x="336021" y="8170"/>
                  </a:lnTo>
                  <a:lnTo>
                    <a:pt x="328206" y="8822"/>
                  </a:lnTo>
                  <a:lnTo>
                    <a:pt x="320392" y="9476"/>
                  </a:lnTo>
                  <a:lnTo>
                    <a:pt x="312577" y="10128"/>
                  </a:lnTo>
                  <a:lnTo>
                    <a:pt x="304763" y="10779"/>
                  </a:lnTo>
                  <a:lnTo>
                    <a:pt x="296949" y="11428"/>
                  </a:lnTo>
                  <a:lnTo>
                    <a:pt x="289134" y="12076"/>
                  </a:lnTo>
                  <a:lnTo>
                    <a:pt x="281320" y="12723"/>
                  </a:lnTo>
                  <a:lnTo>
                    <a:pt x="273505" y="13368"/>
                  </a:lnTo>
                  <a:lnTo>
                    <a:pt x="265691" y="14012"/>
                  </a:lnTo>
                  <a:lnTo>
                    <a:pt x="257876" y="14653"/>
                  </a:lnTo>
                  <a:lnTo>
                    <a:pt x="250062" y="15287"/>
                  </a:lnTo>
                  <a:lnTo>
                    <a:pt x="242247" y="15921"/>
                  </a:lnTo>
                  <a:lnTo>
                    <a:pt x="234433" y="16553"/>
                  </a:lnTo>
                  <a:lnTo>
                    <a:pt x="226619" y="17185"/>
                  </a:lnTo>
                  <a:lnTo>
                    <a:pt x="218804" y="17821"/>
                  </a:lnTo>
                  <a:lnTo>
                    <a:pt x="210990" y="18455"/>
                  </a:lnTo>
                  <a:lnTo>
                    <a:pt x="203175" y="19088"/>
                  </a:lnTo>
                  <a:lnTo>
                    <a:pt x="195361" y="19720"/>
                  </a:lnTo>
                  <a:lnTo>
                    <a:pt x="187546" y="20350"/>
                  </a:lnTo>
                  <a:lnTo>
                    <a:pt x="179732" y="20978"/>
                  </a:lnTo>
                  <a:lnTo>
                    <a:pt x="171917" y="21606"/>
                  </a:lnTo>
                  <a:lnTo>
                    <a:pt x="164103" y="22231"/>
                  </a:lnTo>
                  <a:lnTo>
                    <a:pt x="156288" y="22856"/>
                  </a:lnTo>
                  <a:lnTo>
                    <a:pt x="148474" y="23478"/>
                  </a:lnTo>
                  <a:lnTo>
                    <a:pt x="140660" y="24100"/>
                  </a:lnTo>
                  <a:lnTo>
                    <a:pt x="132845" y="24720"/>
                  </a:lnTo>
                  <a:lnTo>
                    <a:pt x="125031" y="25338"/>
                  </a:lnTo>
                  <a:lnTo>
                    <a:pt x="117216" y="25955"/>
                  </a:lnTo>
                  <a:lnTo>
                    <a:pt x="109402" y="26570"/>
                  </a:lnTo>
                  <a:lnTo>
                    <a:pt x="101587" y="27184"/>
                  </a:lnTo>
                  <a:lnTo>
                    <a:pt x="93773" y="27792"/>
                  </a:lnTo>
                  <a:lnTo>
                    <a:pt x="85958" y="28387"/>
                  </a:lnTo>
                  <a:lnTo>
                    <a:pt x="78144" y="28981"/>
                  </a:lnTo>
                  <a:lnTo>
                    <a:pt x="70330" y="29582"/>
                  </a:lnTo>
                  <a:lnTo>
                    <a:pt x="62515" y="30196"/>
                  </a:lnTo>
                  <a:lnTo>
                    <a:pt x="54701" y="30808"/>
                  </a:lnTo>
                  <a:lnTo>
                    <a:pt x="46886" y="31419"/>
                  </a:lnTo>
                  <a:lnTo>
                    <a:pt x="39072" y="32029"/>
                  </a:lnTo>
                  <a:lnTo>
                    <a:pt x="31257" y="32637"/>
                  </a:lnTo>
                  <a:lnTo>
                    <a:pt x="23443" y="33237"/>
                  </a:lnTo>
                  <a:lnTo>
                    <a:pt x="15628" y="33833"/>
                  </a:lnTo>
                  <a:lnTo>
                    <a:pt x="7814" y="34428"/>
                  </a:lnTo>
                  <a:lnTo>
                    <a:pt x="0" y="350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1223067" y="3494213"/>
              <a:ext cx="2023942" cy="280051"/>
            </a:xfrm>
            <a:custGeom>
              <a:avLst/>
              <a:pathLst>
                <a:path w="2023942" h="280051">
                  <a:moveTo>
                    <a:pt x="0" y="207973"/>
                  </a:moveTo>
                  <a:lnTo>
                    <a:pt x="7814" y="207708"/>
                  </a:lnTo>
                  <a:lnTo>
                    <a:pt x="15628" y="207791"/>
                  </a:lnTo>
                  <a:lnTo>
                    <a:pt x="23443" y="207914"/>
                  </a:lnTo>
                  <a:lnTo>
                    <a:pt x="31257" y="207351"/>
                  </a:lnTo>
                  <a:lnTo>
                    <a:pt x="39072" y="207257"/>
                  </a:lnTo>
                  <a:lnTo>
                    <a:pt x="46886" y="206911"/>
                  </a:lnTo>
                  <a:lnTo>
                    <a:pt x="54701" y="206985"/>
                  </a:lnTo>
                  <a:lnTo>
                    <a:pt x="62515" y="206959"/>
                  </a:lnTo>
                  <a:lnTo>
                    <a:pt x="70330" y="206866"/>
                  </a:lnTo>
                  <a:lnTo>
                    <a:pt x="78144" y="206658"/>
                  </a:lnTo>
                  <a:lnTo>
                    <a:pt x="85958" y="206351"/>
                  </a:lnTo>
                  <a:lnTo>
                    <a:pt x="93773" y="206078"/>
                  </a:lnTo>
                  <a:lnTo>
                    <a:pt x="101587" y="205778"/>
                  </a:lnTo>
                  <a:lnTo>
                    <a:pt x="109402" y="205480"/>
                  </a:lnTo>
                  <a:lnTo>
                    <a:pt x="117216" y="205419"/>
                  </a:lnTo>
                  <a:lnTo>
                    <a:pt x="125031" y="205089"/>
                  </a:lnTo>
                  <a:lnTo>
                    <a:pt x="132845" y="205149"/>
                  </a:lnTo>
                  <a:lnTo>
                    <a:pt x="140660" y="205057"/>
                  </a:lnTo>
                  <a:lnTo>
                    <a:pt x="148474" y="204863"/>
                  </a:lnTo>
                  <a:lnTo>
                    <a:pt x="156288" y="204365"/>
                  </a:lnTo>
                  <a:lnTo>
                    <a:pt x="164103" y="204061"/>
                  </a:lnTo>
                  <a:lnTo>
                    <a:pt x="171917" y="203562"/>
                  </a:lnTo>
                  <a:lnTo>
                    <a:pt x="179732" y="203240"/>
                  </a:lnTo>
                  <a:lnTo>
                    <a:pt x="187546" y="203238"/>
                  </a:lnTo>
                  <a:lnTo>
                    <a:pt x="195361" y="203030"/>
                  </a:lnTo>
                  <a:lnTo>
                    <a:pt x="203175" y="202729"/>
                  </a:lnTo>
                  <a:lnTo>
                    <a:pt x="210990" y="202430"/>
                  </a:lnTo>
                  <a:lnTo>
                    <a:pt x="218804" y="202331"/>
                  </a:lnTo>
                  <a:lnTo>
                    <a:pt x="226619" y="201955"/>
                  </a:lnTo>
                  <a:lnTo>
                    <a:pt x="234433" y="201578"/>
                  </a:lnTo>
                  <a:lnTo>
                    <a:pt x="242247" y="201122"/>
                  </a:lnTo>
                  <a:lnTo>
                    <a:pt x="250062" y="200544"/>
                  </a:lnTo>
                  <a:lnTo>
                    <a:pt x="257876" y="199927"/>
                  </a:lnTo>
                  <a:lnTo>
                    <a:pt x="265691" y="199708"/>
                  </a:lnTo>
                  <a:lnTo>
                    <a:pt x="273505" y="199110"/>
                  </a:lnTo>
                  <a:lnTo>
                    <a:pt x="281320" y="198388"/>
                  </a:lnTo>
                  <a:lnTo>
                    <a:pt x="289134" y="197983"/>
                  </a:lnTo>
                  <a:lnTo>
                    <a:pt x="296949" y="197707"/>
                  </a:lnTo>
                  <a:lnTo>
                    <a:pt x="304763" y="197430"/>
                  </a:lnTo>
                  <a:lnTo>
                    <a:pt x="312577" y="196926"/>
                  </a:lnTo>
                  <a:lnTo>
                    <a:pt x="320392" y="196522"/>
                  </a:lnTo>
                  <a:lnTo>
                    <a:pt x="328206" y="196220"/>
                  </a:lnTo>
                  <a:lnTo>
                    <a:pt x="336021" y="195578"/>
                  </a:lnTo>
                  <a:lnTo>
                    <a:pt x="343835" y="194741"/>
                  </a:lnTo>
                  <a:lnTo>
                    <a:pt x="351650" y="194276"/>
                  </a:lnTo>
                  <a:lnTo>
                    <a:pt x="359464" y="193544"/>
                  </a:lnTo>
                  <a:lnTo>
                    <a:pt x="367279" y="192789"/>
                  </a:lnTo>
                  <a:lnTo>
                    <a:pt x="375093" y="192313"/>
                  </a:lnTo>
                  <a:lnTo>
                    <a:pt x="382907" y="191876"/>
                  </a:lnTo>
                  <a:lnTo>
                    <a:pt x="390722" y="191244"/>
                  </a:lnTo>
                  <a:lnTo>
                    <a:pt x="398536" y="190401"/>
                  </a:lnTo>
                  <a:lnTo>
                    <a:pt x="406351" y="189812"/>
                  </a:lnTo>
                  <a:lnTo>
                    <a:pt x="414165" y="189009"/>
                  </a:lnTo>
                  <a:lnTo>
                    <a:pt x="421980" y="187999"/>
                  </a:lnTo>
                  <a:lnTo>
                    <a:pt x="429794" y="187018"/>
                  </a:lnTo>
                  <a:lnTo>
                    <a:pt x="437609" y="186154"/>
                  </a:lnTo>
                  <a:lnTo>
                    <a:pt x="445423" y="185450"/>
                  </a:lnTo>
                  <a:lnTo>
                    <a:pt x="453238" y="184827"/>
                  </a:lnTo>
                  <a:lnTo>
                    <a:pt x="461052" y="183919"/>
                  </a:lnTo>
                  <a:lnTo>
                    <a:pt x="468866" y="183404"/>
                  </a:lnTo>
                  <a:lnTo>
                    <a:pt x="476681" y="182623"/>
                  </a:lnTo>
                  <a:lnTo>
                    <a:pt x="484495" y="181828"/>
                  </a:lnTo>
                  <a:lnTo>
                    <a:pt x="492310" y="180972"/>
                  </a:lnTo>
                  <a:lnTo>
                    <a:pt x="500124" y="180003"/>
                  </a:lnTo>
                  <a:lnTo>
                    <a:pt x="507939" y="178904"/>
                  </a:lnTo>
                  <a:lnTo>
                    <a:pt x="515753" y="177941"/>
                  </a:lnTo>
                  <a:lnTo>
                    <a:pt x="523568" y="177193"/>
                  </a:lnTo>
                  <a:lnTo>
                    <a:pt x="531382" y="175872"/>
                  </a:lnTo>
                  <a:lnTo>
                    <a:pt x="539196" y="174665"/>
                  </a:lnTo>
                  <a:lnTo>
                    <a:pt x="547011" y="173879"/>
                  </a:lnTo>
                  <a:lnTo>
                    <a:pt x="554825" y="172963"/>
                  </a:lnTo>
                  <a:lnTo>
                    <a:pt x="562640" y="172246"/>
                  </a:lnTo>
                  <a:lnTo>
                    <a:pt x="570454" y="171105"/>
                  </a:lnTo>
                  <a:lnTo>
                    <a:pt x="578269" y="170062"/>
                  </a:lnTo>
                  <a:lnTo>
                    <a:pt x="586083" y="168957"/>
                  </a:lnTo>
                  <a:lnTo>
                    <a:pt x="593898" y="168073"/>
                  </a:lnTo>
                  <a:lnTo>
                    <a:pt x="601712" y="167402"/>
                  </a:lnTo>
                  <a:lnTo>
                    <a:pt x="609526" y="166244"/>
                  </a:lnTo>
                  <a:lnTo>
                    <a:pt x="617341" y="165150"/>
                  </a:lnTo>
                  <a:lnTo>
                    <a:pt x="625155" y="164158"/>
                  </a:lnTo>
                  <a:lnTo>
                    <a:pt x="632970" y="163201"/>
                  </a:lnTo>
                  <a:lnTo>
                    <a:pt x="640784" y="162351"/>
                  </a:lnTo>
                  <a:lnTo>
                    <a:pt x="648599" y="161515"/>
                  </a:lnTo>
                  <a:lnTo>
                    <a:pt x="656413" y="160669"/>
                  </a:lnTo>
                  <a:lnTo>
                    <a:pt x="664228" y="159411"/>
                  </a:lnTo>
                  <a:lnTo>
                    <a:pt x="672042" y="158033"/>
                  </a:lnTo>
                  <a:lnTo>
                    <a:pt x="679857" y="157070"/>
                  </a:lnTo>
                  <a:lnTo>
                    <a:pt x="687671" y="156004"/>
                  </a:lnTo>
                  <a:lnTo>
                    <a:pt x="695485" y="154793"/>
                  </a:lnTo>
                  <a:lnTo>
                    <a:pt x="703300" y="153758"/>
                  </a:lnTo>
                  <a:lnTo>
                    <a:pt x="711114" y="152571"/>
                  </a:lnTo>
                  <a:lnTo>
                    <a:pt x="718929" y="151384"/>
                  </a:lnTo>
                  <a:lnTo>
                    <a:pt x="726743" y="150198"/>
                  </a:lnTo>
                  <a:lnTo>
                    <a:pt x="734558" y="149010"/>
                  </a:lnTo>
                  <a:lnTo>
                    <a:pt x="742372" y="147640"/>
                  </a:lnTo>
                  <a:lnTo>
                    <a:pt x="750187" y="146216"/>
                  </a:lnTo>
                  <a:lnTo>
                    <a:pt x="758001" y="145053"/>
                  </a:lnTo>
                  <a:lnTo>
                    <a:pt x="765815" y="144120"/>
                  </a:lnTo>
                  <a:lnTo>
                    <a:pt x="773630" y="143082"/>
                  </a:lnTo>
                  <a:lnTo>
                    <a:pt x="781444" y="141928"/>
                  </a:lnTo>
                  <a:lnTo>
                    <a:pt x="789259" y="140917"/>
                  </a:lnTo>
                  <a:lnTo>
                    <a:pt x="797073" y="140206"/>
                  </a:lnTo>
                  <a:lnTo>
                    <a:pt x="804888" y="139249"/>
                  </a:lnTo>
                  <a:lnTo>
                    <a:pt x="812702" y="138292"/>
                  </a:lnTo>
                  <a:lnTo>
                    <a:pt x="820517" y="137059"/>
                  </a:lnTo>
                  <a:lnTo>
                    <a:pt x="828331" y="135758"/>
                  </a:lnTo>
                  <a:lnTo>
                    <a:pt x="836145" y="134630"/>
                  </a:lnTo>
                  <a:lnTo>
                    <a:pt x="843960" y="133617"/>
                  </a:lnTo>
                  <a:lnTo>
                    <a:pt x="851774" y="132551"/>
                  </a:lnTo>
                  <a:lnTo>
                    <a:pt x="859589" y="131531"/>
                  </a:lnTo>
                  <a:lnTo>
                    <a:pt x="867403" y="130489"/>
                  </a:lnTo>
                  <a:lnTo>
                    <a:pt x="875218" y="129445"/>
                  </a:lnTo>
                  <a:lnTo>
                    <a:pt x="883032" y="128398"/>
                  </a:lnTo>
                  <a:lnTo>
                    <a:pt x="890847" y="127325"/>
                  </a:lnTo>
                  <a:lnTo>
                    <a:pt x="898661" y="126095"/>
                  </a:lnTo>
                  <a:lnTo>
                    <a:pt x="906476" y="124940"/>
                  </a:lnTo>
                  <a:lnTo>
                    <a:pt x="914290" y="123960"/>
                  </a:lnTo>
                  <a:lnTo>
                    <a:pt x="922104" y="122731"/>
                  </a:lnTo>
                  <a:lnTo>
                    <a:pt x="929919" y="121120"/>
                  </a:lnTo>
                  <a:lnTo>
                    <a:pt x="937733" y="120034"/>
                  </a:lnTo>
                  <a:lnTo>
                    <a:pt x="945548" y="119187"/>
                  </a:lnTo>
                  <a:lnTo>
                    <a:pt x="953362" y="118201"/>
                  </a:lnTo>
                  <a:lnTo>
                    <a:pt x="961177" y="116800"/>
                  </a:lnTo>
                  <a:lnTo>
                    <a:pt x="968991" y="115403"/>
                  </a:lnTo>
                  <a:lnTo>
                    <a:pt x="976806" y="114261"/>
                  </a:lnTo>
                  <a:lnTo>
                    <a:pt x="984620" y="113216"/>
                  </a:lnTo>
                  <a:lnTo>
                    <a:pt x="992434" y="112337"/>
                  </a:lnTo>
                  <a:lnTo>
                    <a:pt x="1000249" y="111471"/>
                  </a:lnTo>
                  <a:lnTo>
                    <a:pt x="1008063" y="110610"/>
                  </a:lnTo>
                  <a:lnTo>
                    <a:pt x="1015878" y="109707"/>
                  </a:lnTo>
                  <a:lnTo>
                    <a:pt x="1023692" y="108504"/>
                  </a:lnTo>
                  <a:lnTo>
                    <a:pt x="1031507" y="107299"/>
                  </a:lnTo>
                  <a:lnTo>
                    <a:pt x="1039321" y="106051"/>
                  </a:lnTo>
                  <a:lnTo>
                    <a:pt x="1047136" y="104794"/>
                  </a:lnTo>
                  <a:lnTo>
                    <a:pt x="1054950" y="103706"/>
                  </a:lnTo>
                  <a:lnTo>
                    <a:pt x="1062765" y="102421"/>
                  </a:lnTo>
                  <a:lnTo>
                    <a:pt x="1070579" y="101287"/>
                  </a:lnTo>
                  <a:lnTo>
                    <a:pt x="1078393" y="100240"/>
                  </a:lnTo>
                  <a:lnTo>
                    <a:pt x="1086208" y="99195"/>
                  </a:lnTo>
                  <a:lnTo>
                    <a:pt x="1094022" y="97966"/>
                  </a:lnTo>
                  <a:lnTo>
                    <a:pt x="1101837" y="97039"/>
                  </a:lnTo>
                  <a:lnTo>
                    <a:pt x="1109651" y="96086"/>
                  </a:lnTo>
                  <a:lnTo>
                    <a:pt x="1117466" y="95060"/>
                  </a:lnTo>
                  <a:lnTo>
                    <a:pt x="1125280" y="94039"/>
                  </a:lnTo>
                  <a:lnTo>
                    <a:pt x="1133095" y="93003"/>
                  </a:lnTo>
                  <a:lnTo>
                    <a:pt x="1140909" y="91790"/>
                  </a:lnTo>
                  <a:lnTo>
                    <a:pt x="1148723" y="90584"/>
                  </a:lnTo>
                  <a:lnTo>
                    <a:pt x="1156538" y="89389"/>
                  </a:lnTo>
                  <a:lnTo>
                    <a:pt x="1164352" y="88205"/>
                  </a:lnTo>
                  <a:lnTo>
                    <a:pt x="1172167" y="87378"/>
                  </a:lnTo>
                  <a:lnTo>
                    <a:pt x="1179981" y="86425"/>
                  </a:lnTo>
                  <a:lnTo>
                    <a:pt x="1187796" y="85207"/>
                  </a:lnTo>
                  <a:lnTo>
                    <a:pt x="1195610" y="84125"/>
                  </a:lnTo>
                  <a:lnTo>
                    <a:pt x="1203425" y="82970"/>
                  </a:lnTo>
                  <a:lnTo>
                    <a:pt x="1211239" y="81824"/>
                  </a:lnTo>
                  <a:lnTo>
                    <a:pt x="1219053" y="80688"/>
                  </a:lnTo>
                  <a:lnTo>
                    <a:pt x="1226868" y="79580"/>
                  </a:lnTo>
                  <a:lnTo>
                    <a:pt x="1234682" y="78528"/>
                  </a:lnTo>
                  <a:lnTo>
                    <a:pt x="1242497" y="77476"/>
                  </a:lnTo>
                  <a:lnTo>
                    <a:pt x="1250311" y="76354"/>
                  </a:lnTo>
                  <a:lnTo>
                    <a:pt x="1258126" y="75240"/>
                  </a:lnTo>
                  <a:lnTo>
                    <a:pt x="1265940" y="74198"/>
                  </a:lnTo>
                  <a:lnTo>
                    <a:pt x="1273755" y="73320"/>
                  </a:lnTo>
                  <a:lnTo>
                    <a:pt x="1281569" y="72449"/>
                  </a:lnTo>
                  <a:lnTo>
                    <a:pt x="1289384" y="71496"/>
                  </a:lnTo>
                  <a:lnTo>
                    <a:pt x="1297198" y="70404"/>
                  </a:lnTo>
                  <a:lnTo>
                    <a:pt x="1305012" y="69317"/>
                  </a:lnTo>
                  <a:lnTo>
                    <a:pt x="1312827" y="68238"/>
                  </a:lnTo>
                  <a:lnTo>
                    <a:pt x="1320641" y="67165"/>
                  </a:lnTo>
                  <a:lnTo>
                    <a:pt x="1328456" y="66098"/>
                  </a:lnTo>
                  <a:lnTo>
                    <a:pt x="1336270" y="65037"/>
                  </a:lnTo>
                  <a:lnTo>
                    <a:pt x="1344085" y="63981"/>
                  </a:lnTo>
                  <a:lnTo>
                    <a:pt x="1351899" y="63024"/>
                  </a:lnTo>
                  <a:lnTo>
                    <a:pt x="1359714" y="62094"/>
                  </a:lnTo>
                  <a:lnTo>
                    <a:pt x="1367528" y="61165"/>
                  </a:lnTo>
                  <a:lnTo>
                    <a:pt x="1375342" y="60165"/>
                  </a:lnTo>
                  <a:lnTo>
                    <a:pt x="1383157" y="59176"/>
                  </a:lnTo>
                  <a:lnTo>
                    <a:pt x="1390971" y="58330"/>
                  </a:lnTo>
                  <a:lnTo>
                    <a:pt x="1398786" y="57353"/>
                  </a:lnTo>
                  <a:lnTo>
                    <a:pt x="1406600" y="56429"/>
                  </a:lnTo>
                  <a:lnTo>
                    <a:pt x="1414415" y="55607"/>
                  </a:lnTo>
                  <a:lnTo>
                    <a:pt x="1422229" y="54791"/>
                  </a:lnTo>
                  <a:lnTo>
                    <a:pt x="1430044" y="53982"/>
                  </a:lnTo>
                  <a:lnTo>
                    <a:pt x="1437858" y="53110"/>
                  </a:lnTo>
                  <a:lnTo>
                    <a:pt x="1445672" y="52243"/>
                  </a:lnTo>
                  <a:lnTo>
                    <a:pt x="1453487" y="51442"/>
                  </a:lnTo>
                  <a:lnTo>
                    <a:pt x="1461301" y="50705"/>
                  </a:lnTo>
                  <a:lnTo>
                    <a:pt x="1469116" y="49974"/>
                  </a:lnTo>
                  <a:lnTo>
                    <a:pt x="1476930" y="49096"/>
                  </a:lnTo>
                  <a:lnTo>
                    <a:pt x="1484745" y="48110"/>
                  </a:lnTo>
                  <a:lnTo>
                    <a:pt x="1492559" y="47139"/>
                  </a:lnTo>
                  <a:lnTo>
                    <a:pt x="1500374" y="46287"/>
                  </a:lnTo>
                  <a:lnTo>
                    <a:pt x="1508188" y="45392"/>
                  </a:lnTo>
                  <a:lnTo>
                    <a:pt x="1516003" y="44621"/>
                  </a:lnTo>
                  <a:lnTo>
                    <a:pt x="1523817" y="43830"/>
                  </a:lnTo>
                  <a:lnTo>
                    <a:pt x="1531631" y="43015"/>
                  </a:lnTo>
                  <a:lnTo>
                    <a:pt x="1539446" y="42207"/>
                  </a:lnTo>
                  <a:lnTo>
                    <a:pt x="1547260" y="41415"/>
                  </a:lnTo>
                  <a:lnTo>
                    <a:pt x="1555075" y="40627"/>
                  </a:lnTo>
                  <a:lnTo>
                    <a:pt x="1562889" y="39932"/>
                  </a:lnTo>
                  <a:lnTo>
                    <a:pt x="1570704" y="39412"/>
                  </a:lnTo>
                  <a:lnTo>
                    <a:pt x="1578518" y="38688"/>
                  </a:lnTo>
                  <a:lnTo>
                    <a:pt x="1586333" y="37969"/>
                  </a:lnTo>
                  <a:lnTo>
                    <a:pt x="1594147" y="37226"/>
                  </a:lnTo>
                  <a:lnTo>
                    <a:pt x="1601961" y="36451"/>
                  </a:lnTo>
                  <a:lnTo>
                    <a:pt x="1609776" y="35682"/>
                  </a:lnTo>
                  <a:lnTo>
                    <a:pt x="1617590" y="34919"/>
                  </a:lnTo>
                  <a:lnTo>
                    <a:pt x="1625405" y="34163"/>
                  </a:lnTo>
                  <a:lnTo>
                    <a:pt x="1633219" y="33412"/>
                  </a:lnTo>
                  <a:lnTo>
                    <a:pt x="1641034" y="32668"/>
                  </a:lnTo>
                  <a:lnTo>
                    <a:pt x="1648848" y="31933"/>
                  </a:lnTo>
                  <a:lnTo>
                    <a:pt x="1656663" y="31205"/>
                  </a:lnTo>
                  <a:lnTo>
                    <a:pt x="1664477" y="30433"/>
                  </a:lnTo>
                  <a:lnTo>
                    <a:pt x="1672291" y="29762"/>
                  </a:lnTo>
                  <a:lnTo>
                    <a:pt x="1680106" y="29001"/>
                  </a:lnTo>
                  <a:lnTo>
                    <a:pt x="1687920" y="28165"/>
                  </a:lnTo>
                  <a:lnTo>
                    <a:pt x="1695735" y="27336"/>
                  </a:lnTo>
                  <a:lnTo>
                    <a:pt x="1703549" y="26510"/>
                  </a:lnTo>
                  <a:lnTo>
                    <a:pt x="1711364" y="25691"/>
                  </a:lnTo>
                  <a:lnTo>
                    <a:pt x="1719178" y="24878"/>
                  </a:lnTo>
                  <a:lnTo>
                    <a:pt x="1726993" y="24070"/>
                  </a:lnTo>
                  <a:lnTo>
                    <a:pt x="1734807" y="23268"/>
                  </a:lnTo>
                  <a:lnTo>
                    <a:pt x="1742622" y="22472"/>
                  </a:lnTo>
                  <a:lnTo>
                    <a:pt x="1750436" y="21681"/>
                  </a:lnTo>
                  <a:lnTo>
                    <a:pt x="1758250" y="20896"/>
                  </a:lnTo>
                  <a:lnTo>
                    <a:pt x="1766065" y="20117"/>
                  </a:lnTo>
                  <a:lnTo>
                    <a:pt x="1773879" y="19343"/>
                  </a:lnTo>
                  <a:lnTo>
                    <a:pt x="1781694" y="18575"/>
                  </a:lnTo>
                  <a:lnTo>
                    <a:pt x="1789508" y="17814"/>
                  </a:lnTo>
                  <a:lnTo>
                    <a:pt x="1797323" y="17073"/>
                  </a:lnTo>
                  <a:lnTo>
                    <a:pt x="1805137" y="16464"/>
                  </a:lnTo>
                  <a:lnTo>
                    <a:pt x="1812952" y="15861"/>
                  </a:lnTo>
                  <a:lnTo>
                    <a:pt x="1820766" y="15265"/>
                  </a:lnTo>
                  <a:lnTo>
                    <a:pt x="1828580" y="14675"/>
                  </a:lnTo>
                  <a:lnTo>
                    <a:pt x="1836395" y="14091"/>
                  </a:lnTo>
                  <a:lnTo>
                    <a:pt x="1844209" y="13446"/>
                  </a:lnTo>
                  <a:lnTo>
                    <a:pt x="1852024" y="12599"/>
                  </a:lnTo>
                  <a:lnTo>
                    <a:pt x="1859838" y="11762"/>
                  </a:lnTo>
                  <a:lnTo>
                    <a:pt x="1867653" y="10942"/>
                  </a:lnTo>
                  <a:lnTo>
                    <a:pt x="1875467" y="10468"/>
                  </a:lnTo>
                  <a:lnTo>
                    <a:pt x="1883282" y="10000"/>
                  </a:lnTo>
                  <a:lnTo>
                    <a:pt x="1891096" y="9367"/>
                  </a:lnTo>
                  <a:lnTo>
                    <a:pt x="1898910" y="8546"/>
                  </a:lnTo>
                  <a:lnTo>
                    <a:pt x="1906725" y="7731"/>
                  </a:lnTo>
                  <a:lnTo>
                    <a:pt x="1914539" y="6945"/>
                  </a:lnTo>
                  <a:lnTo>
                    <a:pt x="1922354" y="6424"/>
                  </a:lnTo>
                  <a:lnTo>
                    <a:pt x="1930168" y="5915"/>
                  </a:lnTo>
                  <a:lnTo>
                    <a:pt x="1937983" y="5412"/>
                  </a:lnTo>
                  <a:lnTo>
                    <a:pt x="1945797" y="4780"/>
                  </a:lnTo>
                  <a:lnTo>
                    <a:pt x="1953612" y="4332"/>
                  </a:lnTo>
                  <a:lnTo>
                    <a:pt x="1961426" y="3889"/>
                  </a:lnTo>
                  <a:lnTo>
                    <a:pt x="1969241" y="3450"/>
                  </a:lnTo>
                  <a:lnTo>
                    <a:pt x="1977055" y="2974"/>
                  </a:lnTo>
                  <a:lnTo>
                    <a:pt x="1984869" y="2503"/>
                  </a:lnTo>
                  <a:lnTo>
                    <a:pt x="1992684" y="2037"/>
                  </a:lnTo>
                  <a:lnTo>
                    <a:pt x="2000498" y="1548"/>
                  </a:lnTo>
                  <a:lnTo>
                    <a:pt x="2008313" y="997"/>
                  </a:lnTo>
                  <a:lnTo>
                    <a:pt x="2016127" y="450"/>
                  </a:lnTo>
                  <a:lnTo>
                    <a:pt x="2023942" y="0"/>
                  </a:lnTo>
                  <a:lnTo>
                    <a:pt x="2023942" y="229386"/>
                  </a:lnTo>
                  <a:lnTo>
                    <a:pt x="2016127" y="229247"/>
                  </a:lnTo>
                  <a:lnTo>
                    <a:pt x="2008313" y="229106"/>
                  </a:lnTo>
                  <a:lnTo>
                    <a:pt x="2000498" y="228965"/>
                  </a:lnTo>
                  <a:lnTo>
                    <a:pt x="1992684" y="228824"/>
                  </a:lnTo>
                  <a:lnTo>
                    <a:pt x="1984869" y="228682"/>
                  </a:lnTo>
                  <a:lnTo>
                    <a:pt x="1977055" y="228656"/>
                  </a:lnTo>
                  <a:lnTo>
                    <a:pt x="1969241" y="228680"/>
                  </a:lnTo>
                  <a:lnTo>
                    <a:pt x="1961426" y="228703"/>
                  </a:lnTo>
                  <a:lnTo>
                    <a:pt x="1953612" y="228650"/>
                  </a:lnTo>
                  <a:lnTo>
                    <a:pt x="1945797" y="228528"/>
                  </a:lnTo>
                  <a:lnTo>
                    <a:pt x="1937983" y="228442"/>
                  </a:lnTo>
                  <a:lnTo>
                    <a:pt x="1930168" y="228439"/>
                  </a:lnTo>
                  <a:lnTo>
                    <a:pt x="1922354" y="228437"/>
                  </a:lnTo>
                  <a:lnTo>
                    <a:pt x="1914539" y="228435"/>
                  </a:lnTo>
                  <a:lnTo>
                    <a:pt x="1906725" y="228506"/>
                  </a:lnTo>
                  <a:lnTo>
                    <a:pt x="1898910" y="228595"/>
                  </a:lnTo>
                  <a:lnTo>
                    <a:pt x="1891096" y="228683"/>
                  </a:lnTo>
                  <a:lnTo>
                    <a:pt x="1883282" y="228772"/>
                  </a:lnTo>
                  <a:lnTo>
                    <a:pt x="1875467" y="228861"/>
                  </a:lnTo>
                  <a:lnTo>
                    <a:pt x="1867653" y="228950"/>
                  </a:lnTo>
                  <a:lnTo>
                    <a:pt x="1859838" y="229038"/>
                  </a:lnTo>
                  <a:lnTo>
                    <a:pt x="1852024" y="229088"/>
                  </a:lnTo>
                  <a:lnTo>
                    <a:pt x="1844209" y="229118"/>
                  </a:lnTo>
                  <a:lnTo>
                    <a:pt x="1836395" y="229146"/>
                  </a:lnTo>
                  <a:lnTo>
                    <a:pt x="1828580" y="229136"/>
                  </a:lnTo>
                  <a:lnTo>
                    <a:pt x="1820766" y="229001"/>
                  </a:lnTo>
                  <a:lnTo>
                    <a:pt x="1812952" y="228867"/>
                  </a:lnTo>
                  <a:lnTo>
                    <a:pt x="1805137" y="228732"/>
                  </a:lnTo>
                  <a:lnTo>
                    <a:pt x="1797323" y="228597"/>
                  </a:lnTo>
                  <a:lnTo>
                    <a:pt x="1789508" y="228463"/>
                  </a:lnTo>
                  <a:lnTo>
                    <a:pt x="1781694" y="228395"/>
                  </a:lnTo>
                  <a:lnTo>
                    <a:pt x="1773879" y="228393"/>
                  </a:lnTo>
                  <a:lnTo>
                    <a:pt x="1766065" y="228391"/>
                  </a:lnTo>
                  <a:lnTo>
                    <a:pt x="1758250" y="228388"/>
                  </a:lnTo>
                  <a:lnTo>
                    <a:pt x="1750436" y="228386"/>
                  </a:lnTo>
                  <a:lnTo>
                    <a:pt x="1742622" y="228384"/>
                  </a:lnTo>
                  <a:lnTo>
                    <a:pt x="1734807" y="228381"/>
                  </a:lnTo>
                  <a:lnTo>
                    <a:pt x="1726993" y="228379"/>
                  </a:lnTo>
                  <a:lnTo>
                    <a:pt x="1719178" y="228377"/>
                  </a:lnTo>
                  <a:lnTo>
                    <a:pt x="1711364" y="228374"/>
                  </a:lnTo>
                  <a:lnTo>
                    <a:pt x="1703549" y="228369"/>
                  </a:lnTo>
                  <a:lnTo>
                    <a:pt x="1695735" y="228363"/>
                  </a:lnTo>
                  <a:lnTo>
                    <a:pt x="1687920" y="228358"/>
                  </a:lnTo>
                  <a:lnTo>
                    <a:pt x="1680106" y="228353"/>
                  </a:lnTo>
                  <a:lnTo>
                    <a:pt x="1672291" y="228347"/>
                  </a:lnTo>
                  <a:lnTo>
                    <a:pt x="1664477" y="228342"/>
                  </a:lnTo>
                  <a:lnTo>
                    <a:pt x="1656663" y="228337"/>
                  </a:lnTo>
                  <a:lnTo>
                    <a:pt x="1648848" y="228331"/>
                  </a:lnTo>
                  <a:lnTo>
                    <a:pt x="1641034" y="228326"/>
                  </a:lnTo>
                  <a:lnTo>
                    <a:pt x="1633219" y="228321"/>
                  </a:lnTo>
                  <a:lnTo>
                    <a:pt x="1625405" y="228315"/>
                  </a:lnTo>
                  <a:lnTo>
                    <a:pt x="1617590" y="228310"/>
                  </a:lnTo>
                  <a:lnTo>
                    <a:pt x="1609776" y="228305"/>
                  </a:lnTo>
                  <a:lnTo>
                    <a:pt x="1601961" y="228268"/>
                  </a:lnTo>
                  <a:lnTo>
                    <a:pt x="1594147" y="228178"/>
                  </a:lnTo>
                  <a:lnTo>
                    <a:pt x="1586333" y="228087"/>
                  </a:lnTo>
                  <a:lnTo>
                    <a:pt x="1578518" y="227996"/>
                  </a:lnTo>
                  <a:lnTo>
                    <a:pt x="1570704" y="227905"/>
                  </a:lnTo>
                  <a:lnTo>
                    <a:pt x="1562889" y="227811"/>
                  </a:lnTo>
                  <a:lnTo>
                    <a:pt x="1555075" y="227717"/>
                  </a:lnTo>
                  <a:lnTo>
                    <a:pt x="1547260" y="227623"/>
                  </a:lnTo>
                  <a:lnTo>
                    <a:pt x="1539446" y="227537"/>
                  </a:lnTo>
                  <a:lnTo>
                    <a:pt x="1531631" y="227555"/>
                  </a:lnTo>
                  <a:lnTo>
                    <a:pt x="1523817" y="227431"/>
                  </a:lnTo>
                  <a:lnTo>
                    <a:pt x="1516003" y="227297"/>
                  </a:lnTo>
                  <a:lnTo>
                    <a:pt x="1508188" y="227344"/>
                  </a:lnTo>
                  <a:lnTo>
                    <a:pt x="1500374" y="227391"/>
                  </a:lnTo>
                  <a:lnTo>
                    <a:pt x="1492559" y="227439"/>
                  </a:lnTo>
                  <a:lnTo>
                    <a:pt x="1484745" y="227486"/>
                  </a:lnTo>
                  <a:lnTo>
                    <a:pt x="1476930" y="227533"/>
                  </a:lnTo>
                  <a:lnTo>
                    <a:pt x="1469116" y="227580"/>
                  </a:lnTo>
                  <a:lnTo>
                    <a:pt x="1461301" y="227627"/>
                  </a:lnTo>
                  <a:lnTo>
                    <a:pt x="1453487" y="227674"/>
                  </a:lnTo>
                  <a:lnTo>
                    <a:pt x="1445672" y="227721"/>
                  </a:lnTo>
                  <a:lnTo>
                    <a:pt x="1437858" y="227768"/>
                  </a:lnTo>
                  <a:lnTo>
                    <a:pt x="1430044" y="227815"/>
                  </a:lnTo>
                  <a:lnTo>
                    <a:pt x="1422229" y="227862"/>
                  </a:lnTo>
                  <a:lnTo>
                    <a:pt x="1414415" y="227874"/>
                  </a:lnTo>
                  <a:lnTo>
                    <a:pt x="1406600" y="227800"/>
                  </a:lnTo>
                  <a:lnTo>
                    <a:pt x="1398786" y="227833"/>
                  </a:lnTo>
                  <a:lnTo>
                    <a:pt x="1390971" y="227910"/>
                  </a:lnTo>
                  <a:lnTo>
                    <a:pt x="1383157" y="227980"/>
                  </a:lnTo>
                  <a:lnTo>
                    <a:pt x="1375342" y="228003"/>
                  </a:lnTo>
                  <a:lnTo>
                    <a:pt x="1367528" y="227977"/>
                  </a:lnTo>
                  <a:lnTo>
                    <a:pt x="1359714" y="227847"/>
                  </a:lnTo>
                  <a:lnTo>
                    <a:pt x="1351899" y="227717"/>
                  </a:lnTo>
                  <a:lnTo>
                    <a:pt x="1344085" y="227588"/>
                  </a:lnTo>
                  <a:lnTo>
                    <a:pt x="1336270" y="227664"/>
                  </a:lnTo>
                  <a:lnTo>
                    <a:pt x="1328456" y="227744"/>
                  </a:lnTo>
                  <a:lnTo>
                    <a:pt x="1320641" y="227825"/>
                  </a:lnTo>
                  <a:lnTo>
                    <a:pt x="1312827" y="227905"/>
                  </a:lnTo>
                  <a:lnTo>
                    <a:pt x="1305012" y="227982"/>
                  </a:lnTo>
                  <a:lnTo>
                    <a:pt x="1297198" y="227925"/>
                  </a:lnTo>
                  <a:lnTo>
                    <a:pt x="1289384" y="227781"/>
                  </a:lnTo>
                  <a:lnTo>
                    <a:pt x="1281569" y="227635"/>
                  </a:lnTo>
                  <a:lnTo>
                    <a:pt x="1273755" y="227489"/>
                  </a:lnTo>
                  <a:lnTo>
                    <a:pt x="1265940" y="227429"/>
                  </a:lnTo>
                  <a:lnTo>
                    <a:pt x="1258126" y="227476"/>
                  </a:lnTo>
                  <a:lnTo>
                    <a:pt x="1250311" y="227523"/>
                  </a:lnTo>
                  <a:lnTo>
                    <a:pt x="1242497" y="227570"/>
                  </a:lnTo>
                  <a:lnTo>
                    <a:pt x="1234682" y="227617"/>
                  </a:lnTo>
                  <a:lnTo>
                    <a:pt x="1226868" y="227660"/>
                  </a:lnTo>
                  <a:lnTo>
                    <a:pt x="1219053" y="227718"/>
                  </a:lnTo>
                  <a:lnTo>
                    <a:pt x="1211239" y="227786"/>
                  </a:lnTo>
                  <a:lnTo>
                    <a:pt x="1203425" y="227854"/>
                  </a:lnTo>
                  <a:lnTo>
                    <a:pt x="1195610" y="227923"/>
                  </a:lnTo>
                  <a:lnTo>
                    <a:pt x="1187796" y="227988"/>
                  </a:lnTo>
                  <a:lnTo>
                    <a:pt x="1179981" y="227944"/>
                  </a:lnTo>
                  <a:lnTo>
                    <a:pt x="1172167" y="227993"/>
                  </a:lnTo>
                  <a:lnTo>
                    <a:pt x="1164352" y="228040"/>
                  </a:lnTo>
                  <a:lnTo>
                    <a:pt x="1156538" y="227998"/>
                  </a:lnTo>
                  <a:lnTo>
                    <a:pt x="1148723" y="228075"/>
                  </a:lnTo>
                  <a:lnTo>
                    <a:pt x="1140909" y="228120"/>
                  </a:lnTo>
                  <a:lnTo>
                    <a:pt x="1133095" y="228122"/>
                  </a:lnTo>
                  <a:lnTo>
                    <a:pt x="1125280" y="228116"/>
                  </a:lnTo>
                  <a:lnTo>
                    <a:pt x="1117466" y="228115"/>
                  </a:lnTo>
                  <a:lnTo>
                    <a:pt x="1109651" y="228113"/>
                  </a:lnTo>
                  <a:lnTo>
                    <a:pt x="1101837" y="228110"/>
                  </a:lnTo>
                  <a:lnTo>
                    <a:pt x="1094022" y="228102"/>
                  </a:lnTo>
                  <a:lnTo>
                    <a:pt x="1086208" y="227978"/>
                  </a:lnTo>
                  <a:lnTo>
                    <a:pt x="1078393" y="227788"/>
                  </a:lnTo>
                  <a:lnTo>
                    <a:pt x="1070579" y="227597"/>
                  </a:lnTo>
                  <a:lnTo>
                    <a:pt x="1062765" y="227406"/>
                  </a:lnTo>
                  <a:lnTo>
                    <a:pt x="1054950" y="227215"/>
                  </a:lnTo>
                  <a:lnTo>
                    <a:pt x="1047136" y="227090"/>
                  </a:lnTo>
                  <a:lnTo>
                    <a:pt x="1039321" y="227128"/>
                  </a:lnTo>
                  <a:lnTo>
                    <a:pt x="1031507" y="227313"/>
                  </a:lnTo>
                  <a:lnTo>
                    <a:pt x="1023692" y="227497"/>
                  </a:lnTo>
                  <a:lnTo>
                    <a:pt x="1015878" y="227681"/>
                  </a:lnTo>
                  <a:lnTo>
                    <a:pt x="1008063" y="227865"/>
                  </a:lnTo>
                  <a:lnTo>
                    <a:pt x="1000249" y="228049"/>
                  </a:lnTo>
                  <a:lnTo>
                    <a:pt x="992434" y="228068"/>
                  </a:lnTo>
                  <a:lnTo>
                    <a:pt x="984620" y="228130"/>
                  </a:lnTo>
                  <a:lnTo>
                    <a:pt x="976806" y="228113"/>
                  </a:lnTo>
                  <a:lnTo>
                    <a:pt x="968991" y="228094"/>
                  </a:lnTo>
                  <a:lnTo>
                    <a:pt x="961177" y="228048"/>
                  </a:lnTo>
                  <a:lnTo>
                    <a:pt x="953362" y="228057"/>
                  </a:lnTo>
                  <a:lnTo>
                    <a:pt x="945548" y="228039"/>
                  </a:lnTo>
                  <a:lnTo>
                    <a:pt x="937733" y="228023"/>
                  </a:lnTo>
                  <a:lnTo>
                    <a:pt x="929919" y="228036"/>
                  </a:lnTo>
                  <a:lnTo>
                    <a:pt x="922104" y="228174"/>
                  </a:lnTo>
                  <a:lnTo>
                    <a:pt x="914290" y="228443"/>
                  </a:lnTo>
                  <a:lnTo>
                    <a:pt x="906476" y="228685"/>
                  </a:lnTo>
                  <a:lnTo>
                    <a:pt x="898661" y="228533"/>
                  </a:lnTo>
                  <a:lnTo>
                    <a:pt x="890847" y="228653"/>
                  </a:lnTo>
                  <a:lnTo>
                    <a:pt x="883032" y="228766"/>
                  </a:lnTo>
                  <a:lnTo>
                    <a:pt x="875218" y="228893"/>
                  </a:lnTo>
                  <a:lnTo>
                    <a:pt x="867403" y="229072"/>
                  </a:lnTo>
                  <a:lnTo>
                    <a:pt x="859589" y="229251"/>
                  </a:lnTo>
                  <a:lnTo>
                    <a:pt x="851774" y="229430"/>
                  </a:lnTo>
                  <a:lnTo>
                    <a:pt x="843960" y="229513"/>
                  </a:lnTo>
                  <a:lnTo>
                    <a:pt x="836145" y="229506"/>
                  </a:lnTo>
                  <a:lnTo>
                    <a:pt x="828331" y="229402"/>
                  </a:lnTo>
                  <a:lnTo>
                    <a:pt x="820517" y="229131"/>
                  </a:lnTo>
                  <a:lnTo>
                    <a:pt x="812702" y="229207"/>
                  </a:lnTo>
                  <a:lnTo>
                    <a:pt x="804888" y="229203"/>
                  </a:lnTo>
                  <a:lnTo>
                    <a:pt x="797073" y="229425"/>
                  </a:lnTo>
                  <a:lnTo>
                    <a:pt x="789259" y="229466"/>
                  </a:lnTo>
                  <a:lnTo>
                    <a:pt x="781444" y="229460"/>
                  </a:lnTo>
                  <a:lnTo>
                    <a:pt x="773630" y="229454"/>
                  </a:lnTo>
                  <a:lnTo>
                    <a:pt x="765815" y="229447"/>
                  </a:lnTo>
                  <a:lnTo>
                    <a:pt x="758001" y="229441"/>
                  </a:lnTo>
                  <a:lnTo>
                    <a:pt x="750187" y="229434"/>
                  </a:lnTo>
                  <a:lnTo>
                    <a:pt x="742372" y="229426"/>
                  </a:lnTo>
                  <a:lnTo>
                    <a:pt x="734558" y="229512"/>
                  </a:lnTo>
                  <a:lnTo>
                    <a:pt x="726743" y="229638"/>
                  </a:lnTo>
                  <a:lnTo>
                    <a:pt x="718929" y="229727"/>
                  </a:lnTo>
                  <a:lnTo>
                    <a:pt x="711114" y="229899"/>
                  </a:lnTo>
                  <a:lnTo>
                    <a:pt x="703300" y="229976"/>
                  </a:lnTo>
                  <a:lnTo>
                    <a:pt x="695485" y="230320"/>
                  </a:lnTo>
                  <a:lnTo>
                    <a:pt x="687671" y="230390"/>
                  </a:lnTo>
                  <a:lnTo>
                    <a:pt x="679857" y="230620"/>
                  </a:lnTo>
                  <a:lnTo>
                    <a:pt x="672042" y="230861"/>
                  </a:lnTo>
                  <a:lnTo>
                    <a:pt x="664228" y="231055"/>
                  </a:lnTo>
                  <a:lnTo>
                    <a:pt x="656413" y="231335"/>
                  </a:lnTo>
                  <a:lnTo>
                    <a:pt x="648599" y="231579"/>
                  </a:lnTo>
                  <a:lnTo>
                    <a:pt x="640784" y="231818"/>
                  </a:lnTo>
                  <a:lnTo>
                    <a:pt x="632970" y="232058"/>
                  </a:lnTo>
                  <a:lnTo>
                    <a:pt x="625155" y="232219"/>
                  </a:lnTo>
                  <a:lnTo>
                    <a:pt x="617341" y="232655"/>
                  </a:lnTo>
                  <a:lnTo>
                    <a:pt x="609526" y="232748"/>
                  </a:lnTo>
                  <a:lnTo>
                    <a:pt x="601712" y="232794"/>
                  </a:lnTo>
                  <a:lnTo>
                    <a:pt x="593898" y="233007"/>
                  </a:lnTo>
                  <a:lnTo>
                    <a:pt x="586083" y="233095"/>
                  </a:lnTo>
                  <a:lnTo>
                    <a:pt x="578269" y="233239"/>
                  </a:lnTo>
                  <a:lnTo>
                    <a:pt x="570454" y="233592"/>
                  </a:lnTo>
                  <a:lnTo>
                    <a:pt x="562640" y="233795"/>
                  </a:lnTo>
                  <a:lnTo>
                    <a:pt x="554825" y="234426"/>
                  </a:lnTo>
                  <a:lnTo>
                    <a:pt x="547011" y="234591"/>
                  </a:lnTo>
                  <a:lnTo>
                    <a:pt x="539196" y="234618"/>
                  </a:lnTo>
                  <a:lnTo>
                    <a:pt x="531382" y="234854"/>
                  </a:lnTo>
                  <a:lnTo>
                    <a:pt x="523568" y="235180"/>
                  </a:lnTo>
                  <a:lnTo>
                    <a:pt x="515753" y="235491"/>
                  </a:lnTo>
                  <a:lnTo>
                    <a:pt x="507939" y="235852"/>
                  </a:lnTo>
                  <a:lnTo>
                    <a:pt x="500124" y="236325"/>
                  </a:lnTo>
                  <a:lnTo>
                    <a:pt x="492310" y="236455"/>
                  </a:lnTo>
                  <a:lnTo>
                    <a:pt x="484495" y="236744"/>
                  </a:lnTo>
                  <a:lnTo>
                    <a:pt x="476681" y="237092"/>
                  </a:lnTo>
                  <a:lnTo>
                    <a:pt x="468866" y="237413"/>
                  </a:lnTo>
                  <a:lnTo>
                    <a:pt x="461052" y="237662"/>
                  </a:lnTo>
                  <a:lnTo>
                    <a:pt x="453238" y="237880"/>
                  </a:lnTo>
                  <a:lnTo>
                    <a:pt x="445423" y="238269"/>
                  </a:lnTo>
                  <a:lnTo>
                    <a:pt x="437609" y="238693"/>
                  </a:lnTo>
                  <a:lnTo>
                    <a:pt x="429794" y="239007"/>
                  </a:lnTo>
                  <a:lnTo>
                    <a:pt x="421980" y="239499"/>
                  </a:lnTo>
                  <a:lnTo>
                    <a:pt x="414165" y="239903"/>
                  </a:lnTo>
                  <a:lnTo>
                    <a:pt x="406351" y="240450"/>
                  </a:lnTo>
                  <a:lnTo>
                    <a:pt x="398536" y="241221"/>
                  </a:lnTo>
                  <a:lnTo>
                    <a:pt x="390722" y="241360"/>
                  </a:lnTo>
                  <a:lnTo>
                    <a:pt x="382907" y="241794"/>
                  </a:lnTo>
                  <a:lnTo>
                    <a:pt x="375093" y="242604"/>
                  </a:lnTo>
                  <a:lnTo>
                    <a:pt x="367279" y="243125"/>
                  </a:lnTo>
                  <a:lnTo>
                    <a:pt x="359464" y="243683"/>
                  </a:lnTo>
                  <a:lnTo>
                    <a:pt x="351650" y="244111"/>
                  </a:lnTo>
                  <a:lnTo>
                    <a:pt x="343835" y="244678"/>
                  </a:lnTo>
                  <a:lnTo>
                    <a:pt x="336021" y="245246"/>
                  </a:lnTo>
                  <a:lnTo>
                    <a:pt x="328206" y="245902"/>
                  </a:lnTo>
                  <a:lnTo>
                    <a:pt x="320392" y="246712"/>
                  </a:lnTo>
                  <a:lnTo>
                    <a:pt x="312577" y="247299"/>
                  </a:lnTo>
                  <a:lnTo>
                    <a:pt x="304763" y="248000"/>
                  </a:lnTo>
                  <a:lnTo>
                    <a:pt x="296949" y="248685"/>
                  </a:lnTo>
                  <a:lnTo>
                    <a:pt x="289134" y="249435"/>
                  </a:lnTo>
                  <a:lnTo>
                    <a:pt x="281320" y="250165"/>
                  </a:lnTo>
                  <a:lnTo>
                    <a:pt x="273505" y="250633"/>
                  </a:lnTo>
                  <a:lnTo>
                    <a:pt x="265691" y="251496"/>
                  </a:lnTo>
                  <a:lnTo>
                    <a:pt x="257876" y="251981"/>
                  </a:lnTo>
                  <a:lnTo>
                    <a:pt x="250062" y="252557"/>
                  </a:lnTo>
                  <a:lnTo>
                    <a:pt x="242247" y="253497"/>
                  </a:lnTo>
                  <a:lnTo>
                    <a:pt x="234433" y="254523"/>
                  </a:lnTo>
                  <a:lnTo>
                    <a:pt x="226619" y="254981"/>
                  </a:lnTo>
                  <a:lnTo>
                    <a:pt x="218804" y="255784"/>
                  </a:lnTo>
                  <a:lnTo>
                    <a:pt x="210990" y="256578"/>
                  </a:lnTo>
                  <a:lnTo>
                    <a:pt x="203175" y="257255"/>
                  </a:lnTo>
                  <a:lnTo>
                    <a:pt x="195361" y="258087"/>
                  </a:lnTo>
                  <a:lnTo>
                    <a:pt x="187546" y="258821"/>
                  </a:lnTo>
                  <a:lnTo>
                    <a:pt x="179732" y="259790"/>
                  </a:lnTo>
                  <a:lnTo>
                    <a:pt x="171917" y="260817"/>
                  </a:lnTo>
                  <a:lnTo>
                    <a:pt x="164103" y="261681"/>
                  </a:lnTo>
                  <a:lnTo>
                    <a:pt x="156288" y="262543"/>
                  </a:lnTo>
                  <a:lnTo>
                    <a:pt x="148474" y="263390"/>
                  </a:lnTo>
                  <a:lnTo>
                    <a:pt x="140660" y="264057"/>
                  </a:lnTo>
                  <a:lnTo>
                    <a:pt x="132845" y="264864"/>
                  </a:lnTo>
                  <a:lnTo>
                    <a:pt x="125031" y="265711"/>
                  </a:lnTo>
                  <a:lnTo>
                    <a:pt x="117216" y="266553"/>
                  </a:lnTo>
                  <a:lnTo>
                    <a:pt x="109402" y="267312"/>
                  </a:lnTo>
                  <a:lnTo>
                    <a:pt x="101587" y="267966"/>
                  </a:lnTo>
                  <a:lnTo>
                    <a:pt x="93773" y="268904"/>
                  </a:lnTo>
                  <a:lnTo>
                    <a:pt x="85958" y="269810"/>
                  </a:lnTo>
                  <a:lnTo>
                    <a:pt x="78144" y="270654"/>
                  </a:lnTo>
                  <a:lnTo>
                    <a:pt x="70330" y="271543"/>
                  </a:lnTo>
                  <a:lnTo>
                    <a:pt x="62515" y="272597"/>
                  </a:lnTo>
                  <a:lnTo>
                    <a:pt x="54701" y="273415"/>
                  </a:lnTo>
                  <a:lnTo>
                    <a:pt x="46886" y="274232"/>
                  </a:lnTo>
                  <a:lnTo>
                    <a:pt x="39072" y="275148"/>
                  </a:lnTo>
                  <a:lnTo>
                    <a:pt x="31257" y="276011"/>
                  </a:lnTo>
                  <a:lnTo>
                    <a:pt x="23443" y="277121"/>
                  </a:lnTo>
                  <a:lnTo>
                    <a:pt x="15628" y="278148"/>
                  </a:lnTo>
                  <a:lnTo>
                    <a:pt x="7814" y="279043"/>
                  </a:lnTo>
                  <a:lnTo>
                    <a:pt x="0" y="280051"/>
                  </a:lnTo>
                  <a:close/>
                </a:path>
              </a:pathLst>
            </a:custGeom>
            <a:solidFill>
              <a:srgbClr val="0072B2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0"/>
            <p:cNvSpPr/>
            <p:nvPr/>
          </p:nvSpPr>
          <p:spPr>
            <a:xfrm>
              <a:off x="1223067" y="3494213"/>
              <a:ext cx="2023942" cy="207973"/>
            </a:xfrm>
            <a:custGeom>
              <a:avLst/>
              <a:pathLst>
                <a:path w="2023942" h="207973">
                  <a:moveTo>
                    <a:pt x="0" y="207973"/>
                  </a:moveTo>
                  <a:lnTo>
                    <a:pt x="7814" y="207708"/>
                  </a:lnTo>
                  <a:lnTo>
                    <a:pt x="15628" y="207791"/>
                  </a:lnTo>
                  <a:lnTo>
                    <a:pt x="23443" y="207914"/>
                  </a:lnTo>
                  <a:lnTo>
                    <a:pt x="31257" y="207351"/>
                  </a:lnTo>
                  <a:lnTo>
                    <a:pt x="39072" y="207257"/>
                  </a:lnTo>
                  <a:lnTo>
                    <a:pt x="46886" y="206911"/>
                  </a:lnTo>
                  <a:lnTo>
                    <a:pt x="54701" y="206985"/>
                  </a:lnTo>
                  <a:lnTo>
                    <a:pt x="62515" y="206959"/>
                  </a:lnTo>
                  <a:lnTo>
                    <a:pt x="70330" y="206866"/>
                  </a:lnTo>
                  <a:lnTo>
                    <a:pt x="78144" y="206658"/>
                  </a:lnTo>
                  <a:lnTo>
                    <a:pt x="85958" y="206351"/>
                  </a:lnTo>
                  <a:lnTo>
                    <a:pt x="93773" y="206078"/>
                  </a:lnTo>
                  <a:lnTo>
                    <a:pt x="101587" y="205778"/>
                  </a:lnTo>
                  <a:lnTo>
                    <a:pt x="109402" y="205480"/>
                  </a:lnTo>
                  <a:lnTo>
                    <a:pt x="117216" y="205419"/>
                  </a:lnTo>
                  <a:lnTo>
                    <a:pt x="125031" y="205089"/>
                  </a:lnTo>
                  <a:lnTo>
                    <a:pt x="132845" y="205149"/>
                  </a:lnTo>
                  <a:lnTo>
                    <a:pt x="140660" y="205057"/>
                  </a:lnTo>
                  <a:lnTo>
                    <a:pt x="148474" y="204863"/>
                  </a:lnTo>
                  <a:lnTo>
                    <a:pt x="156288" y="204365"/>
                  </a:lnTo>
                  <a:lnTo>
                    <a:pt x="164103" y="204061"/>
                  </a:lnTo>
                  <a:lnTo>
                    <a:pt x="171917" y="203562"/>
                  </a:lnTo>
                  <a:lnTo>
                    <a:pt x="179732" y="203240"/>
                  </a:lnTo>
                  <a:lnTo>
                    <a:pt x="187546" y="203238"/>
                  </a:lnTo>
                  <a:lnTo>
                    <a:pt x="195361" y="203030"/>
                  </a:lnTo>
                  <a:lnTo>
                    <a:pt x="203175" y="202729"/>
                  </a:lnTo>
                  <a:lnTo>
                    <a:pt x="210990" y="202430"/>
                  </a:lnTo>
                  <a:lnTo>
                    <a:pt x="218804" y="202331"/>
                  </a:lnTo>
                  <a:lnTo>
                    <a:pt x="226619" y="201955"/>
                  </a:lnTo>
                  <a:lnTo>
                    <a:pt x="234433" y="201578"/>
                  </a:lnTo>
                  <a:lnTo>
                    <a:pt x="242247" y="201122"/>
                  </a:lnTo>
                  <a:lnTo>
                    <a:pt x="250062" y="200544"/>
                  </a:lnTo>
                  <a:lnTo>
                    <a:pt x="257876" y="199927"/>
                  </a:lnTo>
                  <a:lnTo>
                    <a:pt x="265691" y="199708"/>
                  </a:lnTo>
                  <a:lnTo>
                    <a:pt x="273505" y="199110"/>
                  </a:lnTo>
                  <a:lnTo>
                    <a:pt x="281320" y="198388"/>
                  </a:lnTo>
                  <a:lnTo>
                    <a:pt x="289134" y="197983"/>
                  </a:lnTo>
                  <a:lnTo>
                    <a:pt x="296949" y="197707"/>
                  </a:lnTo>
                  <a:lnTo>
                    <a:pt x="304763" y="197430"/>
                  </a:lnTo>
                  <a:lnTo>
                    <a:pt x="312577" y="196926"/>
                  </a:lnTo>
                  <a:lnTo>
                    <a:pt x="320392" y="196522"/>
                  </a:lnTo>
                  <a:lnTo>
                    <a:pt x="328206" y="196220"/>
                  </a:lnTo>
                  <a:lnTo>
                    <a:pt x="336021" y="195578"/>
                  </a:lnTo>
                  <a:lnTo>
                    <a:pt x="343835" y="194741"/>
                  </a:lnTo>
                  <a:lnTo>
                    <a:pt x="351650" y="194276"/>
                  </a:lnTo>
                  <a:lnTo>
                    <a:pt x="359464" y="193544"/>
                  </a:lnTo>
                  <a:lnTo>
                    <a:pt x="367279" y="192789"/>
                  </a:lnTo>
                  <a:lnTo>
                    <a:pt x="375093" y="192313"/>
                  </a:lnTo>
                  <a:lnTo>
                    <a:pt x="382907" y="191876"/>
                  </a:lnTo>
                  <a:lnTo>
                    <a:pt x="390722" y="191244"/>
                  </a:lnTo>
                  <a:lnTo>
                    <a:pt x="398536" y="190401"/>
                  </a:lnTo>
                  <a:lnTo>
                    <a:pt x="406351" y="189812"/>
                  </a:lnTo>
                  <a:lnTo>
                    <a:pt x="414165" y="189009"/>
                  </a:lnTo>
                  <a:lnTo>
                    <a:pt x="421980" y="187999"/>
                  </a:lnTo>
                  <a:lnTo>
                    <a:pt x="429794" y="187018"/>
                  </a:lnTo>
                  <a:lnTo>
                    <a:pt x="437609" y="186154"/>
                  </a:lnTo>
                  <a:lnTo>
                    <a:pt x="445423" y="185450"/>
                  </a:lnTo>
                  <a:lnTo>
                    <a:pt x="453238" y="184827"/>
                  </a:lnTo>
                  <a:lnTo>
                    <a:pt x="461052" y="183919"/>
                  </a:lnTo>
                  <a:lnTo>
                    <a:pt x="468866" y="183404"/>
                  </a:lnTo>
                  <a:lnTo>
                    <a:pt x="476681" y="182623"/>
                  </a:lnTo>
                  <a:lnTo>
                    <a:pt x="484495" y="181828"/>
                  </a:lnTo>
                  <a:lnTo>
                    <a:pt x="492310" y="180972"/>
                  </a:lnTo>
                  <a:lnTo>
                    <a:pt x="500124" y="180003"/>
                  </a:lnTo>
                  <a:lnTo>
                    <a:pt x="507939" y="178904"/>
                  </a:lnTo>
                  <a:lnTo>
                    <a:pt x="515753" y="177941"/>
                  </a:lnTo>
                  <a:lnTo>
                    <a:pt x="523568" y="177193"/>
                  </a:lnTo>
                  <a:lnTo>
                    <a:pt x="531382" y="175872"/>
                  </a:lnTo>
                  <a:lnTo>
                    <a:pt x="539196" y="174665"/>
                  </a:lnTo>
                  <a:lnTo>
                    <a:pt x="547011" y="173879"/>
                  </a:lnTo>
                  <a:lnTo>
                    <a:pt x="554825" y="172963"/>
                  </a:lnTo>
                  <a:lnTo>
                    <a:pt x="562640" y="172246"/>
                  </a:lnTo>
                  <a:lnTo>
                    <a:pt x="570454" y="171105"/>
                  </a:lnTo>
                  <a:lnTo>
                    <a:pt x="578269" y="170062"/>
                  </a:lnTo>
                  <a:lnTo>
                    <a:pt x="586083" y="168957"/>
                  </a:lnTo>
                  <a:lnTo>
                    <a:pt x="593898" y="168073"/>
                  </a:lnTo>
                  <a:lnTo>
                    <a:pt x="601712" y="167402"/>
                  </a:lnTo>
                  <a:lnTo>
                    <a:pt x="609526" y="166244"/>
                  </a:lnTo>
                  <a:lnTo>
                    <a:pt x="617341" y="165150"/>
                  </a:lnTo>
                  <a:lnTo>
                    <a:pt x="625155" y="164158"/>
                  </a:lnTo>
                  <a:lnTo>
                    <a:pt x="632970" y="163201"/>
                  </a:lnTo>
                  <a:lnTo>
                    <a:pt x="640784" y="162351"/>
                  </a:lnTo>
                  <a:lnTo>
                    <a:pt x="648599" y="161515"/>
                  </a:lnTo>
                  <a:lnTo>
                    <a:pt x="656413" y="160669"/>
                  </a:lnTo>
                  <a:lnTo>
                    <a:pt x="664228" y="159411"/>
                  </a:lnTo>
                  <a:lnTo>
                    <a:pt x="672042" y="158033"/>
                  </a:lnTo>
                  <a:lnTo>
                    <a:pt x="679857" y="157070"/>
                  </a:lnTo>
                  <a:lnTo>
                    <a:pt x="687671" y="156004"/>
                  </a:lnTo>
                  <a:lnTo>
                    <a:pt x="695485" y="154793"/>
                  </a:lnTo>
                  <a:lnTo>
                    <a:pt x="703300" y="153758"/>
                  </a:lnTo>
                  <a:lnTo>
                    <a:pt x="711114" y="152571"/>
                  </a:lnTo>
                  <a:lnTo>
                    <a:pt x="718929" y="151384"/>
                  </a:lnTo>
                  <a:lnTo>
                    <a:pt x="726743" y="150198"/>
                  </a:lnTo>
                  <a:lnTo>
                    <a:pt x="734558" y="149010"/>
                  </a:lnTo>
                  <a:lnTo>
                    <a:pt x="742372" y="147640"/>
                  </a:lnTo>
                  <a:lnTo>
                    <a:pt x="750187" y="146216"/>
                  </a:lnTo>
                  <a:lnTo>
                    <a:pt x="758001" y="145053"/>
                  </a:lnTo>
                  <a:lnTo>
                    <a:pt x="765815" y="144120"/>
                  </a:lnTo>
                  <a:lnTo>
                    <a:pt x="773630" y="143082"/>
                  </a:lnTo>
                  <a:lnTo>
                    <a:pt x="781444" y="141928"/>
                  </a:lnTo>
                  <a:lnTo>
                    <a:pt x="789259" y="140917"/>
                  </a:lnTo>
                  <a:lnTo>
                    <a:pt x="797073" y="140206"/>
                  </a:lnTo>
                  <a:lnTo>
                    <a:pt x="804888" y="139249"/>
                  </a:lnTo>
                  <a:lnTo>
                    <a:pt x="812702" y="138292"/>
                  </a:lnTo>
                  <a:lnTo>
                    <a:pt x="820517" y="137059"/>
                  </a:lnTo>
                  <a:lnTo>
                    <a:pt x="828331" y="135758"/>
                  </a:lnTo>
                  <a:lnTo>
                    <a:pt x="836145" y="134630"/>
                  </a:lnTo>
                  <a:lnTo>
                    <a:pt x="843960" y="133617"/>
                  </a:lnTo>
                  <a:lnTo>
                    <a:pt x="851774" y="132551"/>
                  </a:lnTo>
                  <a:lnTo>
                    <a:pt x="859589" y="131531"/>
                  </a:lnTo>
                  <a:lnTo>
                    <a:pt x="867403" y="130489"/>
                  </a:lnTo>
                  <a:lnTo>
                    <a:pt x="875218" y="129445"/>
                  </a:lnTo>
                  <a:lnTo>
                    <a:pt x="883032" y="128398"/>
                  </a:lnTo>
                  <a:lnTo>
                    <a:pt x="890847" y="127325"/>
                  </a:lnTo>
                  <a:lnTo>
                    <a:pt x="898661" y="126095"/>
                  </a:lnTo>
                  <a:lnTo>
                    <a:pt x="906476" y="124940"/>
                  </a:lnTo>
                  <a:lnTo>
                    <a:pt x="914290" y="123960"/>
                  </a:lnTo>
                  <a:lnTo>
                    <a:pt x="922104" y="122731"/>
                  </a:lnTo>
                  <a:lnTo>
                    <a:pt x="929919" y="121120"/>
                  </a:lnTo>
                  <a:lnTo>
                    <a:pt x="937733" y="120034"/>
                  </a:lnTo>
                  <a:lnTo>
                    <a:pt x="945548" y="119187"/>
                  </a:lnTo>
                  <a:lnTo>
                    <a:pt x="953362" y="118201"/>
                  </a:lnTo>
                  <a:lnTo>
                    <a:pt x="961177" y="116800"/>
                  </a:lnTo>
                  <a:lnTo>
                    <a:pt x="968991" y="115403"/>
                  </a:lnTo>
                  <a:lnTo>
                    <a:pt x="976806" y="114261"/>
                  </a:lnTo>
                  <a:lnTo>
                    <a:pt x="984620" y="113216"/>
                  </a:lnTo>
                  <a:lnTo>
                    <a:pt x="992434" y="112337"/>
                  </a:lnTo>
                  <a:lnTo>
                    <a:pt x="1000249" y="111471"/>
                  </a:lnTo>
                  <a:lnTo>
                    <a:pt x="1008063" y="110610"/>
                  </a:lnTo>
                  <a:lnTo>
                    <a:pt x="1015878" y="109707"/>
                  </a:lnTo>
                  <a:lnTo>
                    <a:pt x="1023692" y="108504"/>
                  </a:lnTo>
                  <a:lnTo>
                    <a:pt x="1031507" y="107299"/>
                  </a:lnTo>
                  <a:lnTo>
                    <a:pt x="1039321" y="106051"/>
                  </a:lnTo>
                  <a:lnTo>
                    <a:pt x="1047136" y="104794"/>
                  </a:lnTo>
                  <a:lnTo>
                    <a:pt x="1054950" y="103706"/>
                  </a:lnTo>
                  <a:lnTo>
                    <a:pt x="1062765" y="102421"/>
                  </a:lnTo>
                  <a:lnTo>
                    <a:pt x="1070579" y="101287"/>
                  </a:lnTo>
                  <a:lnTo>
                    <a:pt x="1078393" y="100240"/>
                  </a:lnTo>
                  <a:lnTo>
                    <a:pt x="1086208" y="99195"/>
                  </a:lnTo>
                  <a:lnTo>
                    <a:pt x="1094022" y="97966"/>
                  </a:lnTo>
                  <a:lnTo>
                    <a:pt x="1101837" y="97039"/>
                  </a:lnTo>
                  <a:lnTo>
                    <a:pt x="1109651" y="96086"/>
                  </a:lnTo>
                  <a:lnTo>
                    <a:pt x="1117466" y="95060"/>
                  </a:lnTo>
                  <a:lnTo>
                    <a:pt x="1125280" y="94039"/>
                  </a:lnTo>
                  <a:lnTo>
                    <a:pt x="1133095" y="93003"/>
                  </a:lnTo>
                  <a:lnTo>
                    <a:pt x="1140909" y="91790"/>
                  </a:lnTo>
                  <a:lnTo>
                    <a:pt x="1148723" y="90584"/>
                  </a:lnTo>
                  <a:lnTo>
                    <a:pt x="1156538" y="89389"/>
                  </a:lnTo>
                  <a:lnTo>
                    <a:pt x="1164352" y="88205"/>
                  </a:lnTo>
                  <a:lnTo>
                    <a:pt x="1172167" y="87378"/>
                  </a:lnTo>
                  <a:lnTo>
                    <a:pt x="1179981" y="86425"/>
                  </a:lnTo>
                  <a:lnTo>
                    <a:pt x="1187796" y="85207"/>
                  </a:lnTo>
                  <a:lnTo>
                    <a:pt x="1195610" y="84125"/>
                  </a:lnTo>
                  <a:lnTo>
                    <a:pt x="1203425" y="82970"/>
                  </a:lnTo>
                  <a:lnTo>
                    <a:pt x="1211239" y="81824"/>
                  </a:lnTo>
                  <a:lnTo>
                    <a:pt x="1219053" y="80688"/>
                  </a:lnTo>
                  <a:lnTo>
                    <a:pt x="1226868" y="79580"/>
                  </a:lnTo>
                  <a:lnTo>
                    <a:pt x="1234682" y="78528"/>
                  </a:lnTo>
                  <a:lnTo>
                    <a:pt x="1242497" y="77476"/>
                  </a:lnTo>
                  <a:lnTo>
                    <a:pt x="1250311" y="76354"/>
                  </a:lnTo>
                  <a:lnTo>
                    <a:pt x="1258126" y="75240"/>
                  </a:lnTo>
                  <a:lnTo>
                    <a:pt x="1265940" y="74198"/>
                  </a:lnTo>
                  <a:lnTo>
                    <a:pt x="1273755" y="73320"/>
                  </a:lnTo>
                  <a:lnTo>
                    <a:pt x="1281569" y="72449"/>
                  </a:lnTo>
                  <a:lnTo>
                    <a:pt x="1289384" y="71496"/>
                  </a:lnTo>
                  <a:lnTo>
                    <a:pt x="1297198" y="70404"/>
                  </a:lnTo>
                  <a:lnTo>
                    <a:pt x="1305012" y="69317"/>
                  </a:lnTo>
                  <a:lnTo>
                    <a:pt x="1312827" y="68238"/>
                  </a:lnTo>
                  <a:lnTo>
                    <a:pt x="1320641" y="67165"/>
                  </a:lnTo>
                  <a:lnTo>
                    <a:pt x="1328456" y="66098"/>
                  </a:lnTo>
                  <a:lnTo>
                    <a:pt x="1336270" y="65037"/>
                  </a:lnTo>
                  <a:lnTo>
                    <a:pt x="1344085" y="63981"/>
                  </a:lnTo>
                  <a:lnTo>
                    <a:pt x="1351899" y="63024"/>
                  </a:lnTo>
                  <a:lnTo>
                    <a:pt x="1359714" y="62094"/>
                  </a:lnTo>
                  <a:lnTo>
                    <a:pt x="1367528" y="61165"/>
                  </a:lnTo>
                  <a:lnTo>
                    <a:pt x="1375342" y="60165"/>
                  </a:lnTo>
                  <a:lnTo>
                    <a:pt x="1383157" y="59176"/>
                  </a:lnTo>
                  <a:lnTo>
                    <a:pt x="1390971" y="58330"/>
                  </a:lnTo>
                  <a:lnTo>
                    <a:pt x="1398786" y="57353"/>
                  </a:lnTo>
                  <a:lnTo>
                    <a:pt x="1406600" y="56429"/>
                  </a:lnTo>
                  <a:lnTo>
                    <a:pt x="1414415" y="55607"/>
                  </a:lnTo>
                  <a:lnTo>
                    <a:pt x="1422229" y="54791"/>
                  </a:lnTo>
                  <a:lnTo>
                    <a:pt x="1430044" y="53982"/>
                  </a:lnTo>
                  <a:lnTo>
                    <a:pt x="1437858" y="53110"/>
                  </a:lnTo>
                  <a:lnTo>
                    <a:pt x="1445672" y="52243"/>
                  </a:lnTo>
                  <a:lnTo>
                    <a:pt x="1453487" y="51442"/>
                  </a:lnTo>
                  <a:lnTo>
                    <a:pt x="1461301" y="50705"/>
                  </a:lnTo>
                  <a:lnTo>
                    <a:pt x="1469116" y="49974"/>
                  </a:lnTo>
                  <a:lnTo>
                    <a:pt x="1476930" y="49096"/>
                  </a:lnTo>
                  <a:lnTo>
                    <a:pt x="1484745" y="48110"/>
                  </a:lnTo>
                  <a:lnTo>
                    <a:pt x="1492559" y="47139"/>
                  </a:lnTo>
                  <a:lnTo>
                    <a:pt x="1500374" y="46287"/>
                  </a:lnTo>
                  <a:lnTo>
                    <a:pt x="1508188" y="45392"/>
                  </a:lnTo>
                  <a:lnTo>
                    <a:pt x="1516003" y="44621"/>
                  </a:lnTo>
                  <a:lnTo>
                    <a:pt x="1523817" y="43830"/>
                  </a:lnTo>
                  <a:lnTo>
                    <a:pt x="1531631" y="43015"/>
                  </a:lnTo>
                  <a:lnTo>
                    <a:pt x="1539446" y="42207"/>
                  </a:lnTo>
                  <a:lnTo>
                    <a:pt x="1547260" y="41415"/>
                  </a:lnTo>
                  <a:lnTo>
                    <a:pt x="1555075" y="40627"/>
                  </a:lnTo>
                  <a:lnTo>
                    <a:pt x="1562889" y="39932"/>
                  </a:lnTo>
                  <a:lnTo>
                    <a:pt x="1570704" y="39412"/>
                  </a:lnTo>
                  <a:lnTo>
                    <a:pt x="1578518" y="38688"/>
                  </a:lnTo>
                  <a:lnTo>
                    <a:pt x="1586333" y="37969"/>
                  </a:lnTo>
                  <a:lnTo>
                    <a:pt x="1594147" y="37226"/>
                  </a:lnTo>
                  <a:lnTo>
                    <a:pt x="1601961" y="36451"/>
                  </a:lnTo>
                  <a:lnTo>
                    <a:pt x="1609776" y="35682"/>
                  </a:lnTo>
                  <a:lnTo>
                    <a:pt x="1617590" y="34919"/>
                  </a:lnTo>
                  <a:lnTo>
                    <a:pt x="1625405" y="34163"/>
                  </a:lnTo>
                  <a:lnTo>
                    <a:pt x="1633219" y="33412"/>
                  </a:lnTo>
                  <a:lnTo>
                    <a:pt x="1641034" y="32668"/>
                  </a:lnTo>
                  <a:lnTo>
                    <a:pt x="1648848" y="31933"/>
                  </a:lnTo>
                  <a:lnTo>
                    <a:pt x="1656663" y="31205"/>
                  </a:lnTo>
                  <a:lnTo>
                    <a:pt x="1664477" y="30433"/>
                  </a:lnTo>
                  <a:lnTo>
                    <a:pt x="1672291" y="29762"/>
                  </a:lnTo>
                  <a:lnTo>
                    <a:pt x="1680106" y="29001"/>
                  </a:lnTo>
                  <a:lnTo>
                    <a:pt x="1687920" y="28165"/>
                  </a:lnTo>
                  <a:lnTo>
                    <a:pt x="1695735" y="27336"/>
                  </a:lnTo>
                  <a:lnTo>
                    <a:pt x="1703549" y="26510"/>
                  </a:lnTo>
                  <a:lnTo>
                    <a:pt x="1711364" y="25691"/>
                  </a:lnTo>
                  <a:lnTo>
                    <a:pt x="1719178" y="24878"/>
                  </a:lnTo>
                  <a:lnTo>
                    <a:pt x="1726993" y="24070"/>
                  </a:lnTo>
                  <a:lnTo>
                    <a:pt x="1734807" y="23268"/>
                  </a:lnTo>
                  <a:lnTo>
                    <a:pt x="1742622" y="22472"/>
                  </a:lnTo>
                  <a:lnTo>
                    <a:pt x="1750436" y="21681"/>
                  </a:lnTo>
                  <a:lnTo>
                    <a:pt x="1758250" y="20896"/>
                  </a:lnTo>
                  <a:lnTo>
                    <a:pt x="1766065" y="20117"/>
                  </a:lnTo>
                  <a:lnTo>
                    <a:pt x="1773879" y="19343"/>
                  </a:lnTo>
                  <a:lnTo>
                    <a:pt x="1781694" y="18575"/>
                  </a:lnTo>
                  <a:lnTo>
                    <a:pt x="1789508" y="17814"/>
                  </a:lnTo>
                  <a:lnTo>
                    <a:pt x="1797323" y="17073"/>
                  </a:lnTo>
                  <a:lnTo>
                    <a:pt x="1805137" y="16464"/>
                  </a:lnTo>
                  <a:lnTo>
                    <a:pt x="1812952" y="15861"/>
                  </a:lnTo>
                  <a:lnTo>
                    <a:pt x="1820766" y="15265"/>
                  </a:lnTo>
                  <a:lnTo>
                    <a:pt x="1828580" y="14675"/>
                  </a:lnTo>
                  <a:lnTo>
                    <a:pt x="1836395" y="14091"/>
                  </a:lnTo>
                  <a:lnTo>
                    <a:pt x="1844209" y="13446"/>
                  </a:lnTo>
                  <a:lnTo>
                    <a:pt x="1852024" y="12599"/>
                  </a:lnTo>
                  <a:lnTo>
                    <a:pt x="1859838" y="11762"/>
                  </a:lnTo>
                  <a:lnTo>
                    <a:pt x="1867653" y="10942"/>
                  </a:lnTo>
                  <a:lnTo>
                    <a:pt x="1875467" y="10468"/>
                  </a:lnTo>
                  <a:lnTo>
                    <a:pt x="1883282" y="10000"/>
                  </a:lnTo>
                  <a:lnTo>
                    <a:pt x="1891096" y="9367"/>
                  </a:lnTo>
                  <a:lnTo>
                    <a:pt x="1898910" y="8546"/>
                  </a:lnTo>
                  <a:lnTo>
                    <a:pt x="1906725" y="7731"/>
                  </a:lnTo>
                  <a:lnTo>
                    <a:pt x="1914539" y="6945"/>
                  </a:lnTo>
                  <a:lnTo>
                    <a:pt x="1922354" y="6424"/>
                  </a:lnTo>
                  <a:lnTo>
                    <a:pt x="1930168" y="5915"/>
                  </a:lnTo>
                  <a:lnTo>
                    <a:pt x="1937983" y="5412"/>
                  </a:lnTo>
                  <a:lnTo>
                    <a:pt x="1945797" y="4780"/>
                  </a:lnTo>
                  <a:lnTo>
                    <a:pt x="1953612" y="4332"/>
                  </a:lnTo>
                  <a:lnTo>
                    <a:pt x="1961426" y="3889"/>
                  </a:lnTo>
                  <a:lnTo>
                    <a:pt x="1969241" y="3450"/>
                  </a:lnTo>
                  <a:lnTo>
                    <a:pt x="1977055" y="2974"/>
                  </a:lnTo>
                  <a:lnTo>
                    <a:pt x="1984869" y="2503"/>
                  </a:lnTo>
                  <a:lnTo>
                    <a:pt x="1992684" y="2037"/>
                  </a:lnTo>
                  <a:lnTo>
                    <a:pt x="2000498" y="1548"/>
                  </a:lnTo>
                  <a:lnTo>
                    <a:pt x="2008313" y="997"/>
                  </a:lnTo>
                  <a:lnTo>
                    <a:pt x="2016127" y="450"/>
                  </a:lnTo>
                  <a:lnTo>
                    <a:pt x="202394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2" name="pl51"/>
            <p:cNvSpPr/>
            <p:nvPr/>
          </p:nvSpPr>
          <p:spPr>
            <a:xfrm>
              <a:off x="1223067" y="3721304"/>
              <a:ext cx="2023942" cy="52961"/>
            </a:xfrm>
            <a:custGeom>
              <a:avLst/>
              <a:pathLst>
                <a:path w="2023942" h="52961">
                  <a:moveTo>
                    <a:pt x="2023942" y="2296"/>
                  </a:moveTo>
                  <a:lnTo>
                    <a:pt x="2016127" y="2157"/>
                  </a:lnTo>
                  <a:lnTo>
                    <a:pt x="2008313" y="2016"/>
                  </a:lnTo>
                  <a:lnTo>
                    <a:pt x="2000498" y="1874"/>
                  </a:lnTo>
                  <a:lnTo>
                    <a:pt x="1992684" y="1733"/>
                  </a:lnTo>
                  <a:lnTo>
                    <a:pt x="1984869" y="1592"/>
                  </a:lnTo>
                  <a:lnTo>
                    <a:pt x="1977055" y="1565"/>
                  </a:lnTo>
                  <a:lnTo>
                    <a:pt x="1969241" y="1589"/>
                  </a:lnTo>
                  <a:lnTo>
                    <a:pt x="1961426" y="1613"/>
                  </a:lnTo>
                  <a:lnTo>
                    <a:pt x="1953612" y="1559"/>
                  </a:lnTo>
                  <a:lnTo>
                    <a:pt x="1945797" y="1437"/>
                  </a:lnTo>
                  <a:lnTo>
                    <a:pt x="1937983" y="1351"/>
                  </a:lnTo>
                  <a:lnTo>
                    <a:pt x="1930168" y="1349"/>
                  </a:lnTo>
                  <a:lnTo>
                    <a:pt x="1922354" y="1346"/>
                  </a:lnTo>
                  <a:lnTo>
                    <a:pt x="1914539" y="1344"/>
                  </a:lnTo>
                  <a:lnTo>
                    <a:pt x="1906725" y="1415"/>
                  </a:lnTo>
                  <a:lnTo>
                    <a:pt x="1898910" y="1504"/>
                  </a:lnTo>
                  <a:lnTo>
                    <a:pt x="1891096" y="1593"/>
                  </a:lnTo>
                  <a:lnTo>
                    <a:pt x="1883282" y="1681"/>
                  </a:lnTo>
                  <a:lnTo>
                    <a:pt x="1875467" y="1770"/>
                  </a:lnTo>
                  <a:lnTo>
                    <a:pt x="1867653" y="1859"/>
                  </a:lnTo>
                  <a:lnTo>
                    <a:pt x="1859838" y="1948"/>
                  </a:lnTo>
                  <a:lnTo>
                    <a:pt x="1852024" y="1998"/>
                  </a:lnTo>
                  <a:lnTo>
                    <a:pt x="1844209" y="2027"/>
                  </a:lnTo>
                  <a:lnTo>
                    <a:pt x="1836395" y="2055"/>
                  </a:lnTo>
                  <a:lnTo>
                    <a:pt x="1828580" y="2045"/>
                  </a:lnTo>
                  <a:lnTo>
                    <a:pt x="1820766" y="1911"/>
                  </a:lnTo>
                  <a:lnTo>
                    <a:pt x="1812952" y="1776"/>
                  </a:lnTo>
                  <a:lnTo>
                    <a:pt x="1805137" y="1642"/>
                  </a:lnTo>
                  <a:lnTo>
                    <a:pt x="1797323" y="1507"/>
                  </a:lnTo>
                  <a:lnTo>
                    <a:pt x="1789508" y="1372"/>
                  </a:lnTo>
                  <a:lnTo>
                    <a:pt x="1781694" y="1305"/>
                  </a:lnTo>
                  <a:lnTo>
                    <a:pt x="1773879" y="1302"/>
                  </a:lnTo>
                  <a:lnTo>
                    <a:pt x="1766065" y="1300"/>
                  </a:lnTo>
                  <a:lnTo>
                    <a:pt x="1758250" y="1298"/>
                  </a:lnTo>
                  <a:lnTo>
                    <a:pt x="1750436" y="1296"/>
                  </a:lnTo>
                  <a:lnTo>
                    <a:pt x="1742622" y="1293"/>
                  </a:lnTo>
                  <a:lnTo>
                    <a:pt x="1734807" y="1291"/>
                  </a:lnTo>
                  <a:lnTo>
                    <a:pt x="1726993" y="1289"/>
                  </a:lnTo>
                  <a:lnTo>
                    <a:pt x="1719178" y="1286"/>
                  </a:lnTo>
                  <a:lnTo>
                    <a:pt x="1711364" y="1284"/>
                  </a:lnTo>
                  <a:lnTo>
                    <a:pt x="1703549" y="1278"/>
                  </a:lnTo>
                  <a:lnTo>
                    <a:pt x="1695735" y="1273"/>
                  </a:lnTo>
                  <a:lnTo>
                    <a:pt x="1687920" y="1268"/>
                  </a:lnTo>
                  <a:lnTo>
                    <a:pt x="1680106" y="1262"/>
                  </a:lnTo>
                  <a:lnTo>
                    <a:pt x="1672291" y="1257"/>
                  </a:lnTo>
                  <a:lnTo>
                    <a:pt x="1664477" y="1252"/>
                  </a:lnTo>
                  <a:lnTo>
                    <a:pt x="1656663" y="1246"/>
                  </a:lnTo>
                  <a:lnTo>
                    <a:pt x="1648848" y="1241"/>
                  </a:lnTo>
                  <a:lnTo>
                    <a:pt x="1641034" y="1236"/>
                  </a:lnTo>
                  <a:lnTo>
                    <a:pt x="1633219" y="1230"/>
                  </a:lnTo>
                  <a:lnTo>
                    <a:pt x="1625405" y="1225"/>
                  </a:lnTo>
                  <a:lnTo>
                    <a:pt x="1617590" y="1220"/>
                  </a:lnTo>
                  <a:lnTo>
                    <a:pt x="1609776" y="1214"/>
                  </a:lnTo>
                  <a:lnTo>
                    <a:pt x="1601961" y="1178"/>
                  </a:lnTo>
                  <a:lnTo>
                    <a:pt x="1594147" y="1087"/>
                  </a:lnTo>
                  <a:lnTo>
                    <a:pt x="1586333" y="996"/>
                  </a:lnTo>
                  <a:lnTo>
                    <a:pt x="1578518" y="906"/>
                  </a:lnTo>
                  <a:lnTo>
                    <a:pt x="1570704" y="814"/>
                  </a:lnTo>
                  <a:lnTo>
                    <a:pt x="1562889" y="720"/>
                  </a:lnTo>
                  <a:lnTo>
                    <a:pt x="1555075" y="626"/>
                  </a:lnTo>
                  <a:lnTo>
                    <a:pt x="1547260" y="532"/>
                  </a:lnTo>
                  <a:lnTo>
                    <a:pt x="1539446" y="446"/>
                  </a:lnTo>
                  <a:lnTo>
                    <a:pt x="1531631" y="465"/>
                  </a:lnTo>
                  <a:lnTo>
                    <a:pt x="1523817" y="340"/>
                  </a:lnTo>
                  <a:lnTo>
                    <a:pt x="1516003" y="207"/>
                  </a:lnTo>
                  <a:lnTo>
                    <a:pt x="1508188" y="254"/>
                  </a:lnTo>
                  <a:lnTo>
                    <a:pt x="1500374" y="301"/>
                  </a:lnTo>
                  <a:lnTo>
                    <a:pt x="1492559" y="348"/>
                  </a:lnTo>
                  <a:lnTo>
                    <a:pt x="1484745" y="395"/>
                  </a:lnTo>
                  <a:lnTo>
                    <a:pt x="1476930" y="442"/>
                  </a:lnTo>
                  <a:lnTo>
                    <a:pt x="1469116" y="489"/>
                  </a:lnTo>
                  <a:lnTo>
                    <a:pt x="1461301" y="536"/>
                  </a:lnTo>
                  <a:lnTo>
                    <a:pt x="1453487" y="583"/>
                  </a:lnTo>
                  <a:lnTo>
                    <a:pt x="1445672" y="630"/>
                  </a:lnTo>
                  <a:lnTo>
                    <a:pt x="1437858" y="677"/>
                  </a:lnTo>
                  <a:lnTo>
                    <a:pt x="1430044" y="724"/>
                  </a:lnTo>
                  <a:lnTo>
                    <a:pt x="1422229" y="771"/>
                  </a:lnTo>
                  <a:lnTo>
                    <a:pt x="1414415" y="783"/>
                  </a:lnTo>
                  <a:lnTo>
                    <a:pt x="1406600" y="710"/>
                  </a:lnTo>
                  <a:lnTo>
                    <a:pt x="1398786" y="742"/>
                  </a:lnTo>
                  <a:lnTo>
                    <a:pt x="1390971" y="819"/>
                  </a:lnTo>
                  <a:lnTo>
                    <a:pt x="1383157" y="889"/>
                  </a:lnTo>
                  <a:lnTo>
                    <a:pt x="1375342" y="913"/>
                  </a:lnTo>
                  <a:lnTo>
                    <a:pt x="1367528" y="886"/>
                  </a:lnTo>
                  <a:lnTo>
                    <a:pt x="1359714" y="757"/>
                  </a:lnTo>
                  <a:lnTo>
                    <a:pt x="1351899" y="627"/>
                  </a:lnTo>
                  <a:lnTo>
                    <a:pt x="1344085" y="497"/>
                  </a:lnTo>
                  <a:lnTo>
                    <a:pt x="1336270" y="574"/>
                  </a:lnTo>
                  <a:lnTo>
                    <a:pt x="1328456" y="654"/>
                  </a:lnTo>
                  <a:lnTo>
                    <a:pt x="1320641" y="734"/>
                  </a:lnTo>
                  <a:lnTo>
                    <a:pt x="1312827" y="814"/>
                  </a:lnTo>
                  <a:lnTo>
                    <a:pt x="1305012" y="891"/>
                  </a:lnTo>
                  <a:lnTo>
                    <a:pt x="1297198" y="834"/>
                  </a:lnTo>
                  <a:lnTo>
                    <a:pt x="1289384" y="690"/>
                  </a:lnTo>
                  <a:lnTo>
                    <a:pt x="1281569" y="545"/>
                  </a:lnTo>
                  <a:lnTo>
                    <a:pt x="1273755" y="398"/>
                  </a:lnTo>
                  <a:lnTo>
                    <a:pt x="1265940" y="338"/>
                  </a:lnTo>
                  <a:lnTo>
                    <a:pt x="1258126" y="385"/>
                  </a:lnTo>
                  <a:lnTo>
                    <a:pt x="1250311" y="432"/>
                  </a:lnTo>
                  <a:lnTo>
                    <a:pt x="1242497" y="479"/>
                  </a:lnTo>
                  <a:lnTo>
                    <a:pt x="1234682" y="526"/>
                  </a:lnTo>
                  <a:lnTo>
                    <a:pt x="1226868" y="570"/>
                  </a:lnTo>
                  <a:lnTo>
                    <a:pt x="1219053" y="627"/>
                  </a:lnTo>
                  <a:lnTo>
                    <a:pt x="1211239" y="695"/>
                  </a:lnTo>
                  <a:lnTo>
                    <a:pt x="1203425" y="764"/>
                  </a:lnTo>
                  <a:lnTo>
                    <a:pt x="1195610" y="832"/>
                  </a:lnTo>
                  <a:lnTo>
                    <a:pt x="1187796" y="898"/>
                  </a:lnTo>
                  <a:lnTo>
                    <a:pt x="1179981" y="854"/>
                  </a:lnTo>
                  <a:lnTo>
                    <a:pt x="1172167" y="903"/>
                  </a:lnTo>
                  <a:lnTo>
                    <a:pt x="1164352" y="949"/>
                  </a:lnTo>
                  <a:lnTo>
                    <a:pt x="1156538" y="907"/>
                  </a:lnTo>
                  <a:lnTo>
                    <a:pt x="1148723" y="984"/>
                  </a:lnTo>
                  <a:lnTo>
                    <a:pt x="1140909" y="1029"/>
                  </a:lnTo>
                  <a:lnTo>
                    <a:pt x="1133095" y="1031"/>
                  </a:lnTo>
                  <a:lnTo>
                    <a:pt x="1125280" y="1026"/>
                  </a:lnTo>
                  <a:lnTo>
                    <a:pt x="1117466" y="1024"/>
                  </a:lnTo>
                  <a:lnTo>
                    <a:pt x="1109651" y="1022"/>
                  </a:lnTo>
                  <a:lnTo>
                    <a:pt x="1101837" y="1019"/>
                  </a:lnTo>
                  <a:lnTo>
                    <a:pt x="1094022" y="1011"/>
                  </a:lnTo>
                  <a:lnTo>
                    <a:pt x="1086208" y="888"/>
                  </a:lnTo>
                  <a:lnTo>
                    <a:pt x="1078393" y="697"/>
                  </a:lnTo>
                  <a:lnTo>
                    <a:pt x="1070579" y="507"/>
                  </a:lnTo>
                  <a:lnTo>
                    <a:pt x="1062765" y="316"/>
                  </a:lnTo>
                  <a:lnTo>
                    <a:pt x="1054950" y="125"/>
                  </a:lnTo>
                  <a:lnTo>
                    <a:pt x="1047136" y="0"/>
                  </a:lnTo>
                  <a:lnTo>
                    <a:pt x="1039321" y="38"/>
                  </a:lnTo>
                  <a:lnTo>
                    <a:pt x="1031507" y="222"/>
                  </a:lnTo>
                  <a:lnTo>
                    <a:pt x="1023692" y="407"/>
                  </a:lnTo>
                  <a:lnTo>
                    <a:pt x="1015878" y="591"/>
                  </a:lnTo>
                  <a:lnTo>
                    <a:pt x="1008063" y="775"/>
                  </a:lnTo>
                  <a:lnTo>
                    <a:pt x="1000249" y="959"/>
                  </a:lnTo>
                  <a:lnTo>
                    <a:pt x="992434" y="978"/>
                  </a:lnTo>
                  <a:lnTo>
                    <a:pt x="984620" y="1040"/>
                  </a:lnTo>
                  <a:lnTo>
                    <a:pt x="976806" y="1022"/>
                  </a:lnTo>
                  <a:lnTo>
                    <a:pt x="968991" y="1003"/>
                  </a:lnTo>
                  <a:lnTo>
                    <a:pt x="961177" y="958"/>
                  </a:lnTo>
                  <a:lnTo>
                    <a:pt x="953362" y="966"/>
                  </a:lnTo>
                  <a:lnTo>
                    <a:pt x="945548" y="949"/>
                  </a:lnTo>
                  <a:lnTo>
                    <a:pt x="937733" y="932"/>
                  </a:lnTo>
                  <a:lnTo>
                    <a:pt x="929919" y="945"/>
                  </a:lnTo>
                  <a:lnTo>
                    <a:pt x="922104" y="1084"/>
                  </a:lnTo>
                  <a:lnTo>
                    <a:pt x="914290" y="1353"/>
                  </a:lnTo>
                  <a:lnTo>
                    <a:pt x="906476" y="1594"/>
                  </a:lnTo>
                  <a:lnTo>
                    <a:pt x="898661" y="1442"/>
                  </a:lnTo>
                  <a:lnTo>
                    <a:pt x="890847" y="1562"/>
                  </a:lnTo>
                  <a:lnTo>
                    <a:pt x="883032" y="1676"/>
                  </a:lnTo>
                  <a:lnTo>
                    <a:pt x="875218" y="1803"/>
                  </a:lnTo>
                  <a:lnTo>
                    <a:pt x="867403" y="1982"/>
                  </a:lnTo>
                  <a:lnTo>
                    <a:pt x="859589" y="2161"/>
                  </a:lnTo>
                  <a:lnTo>
                    <a:pt x="851774" y="2340"/>
                  </a:lnTo>
                  <a:lnTo>
                    <a:pt x="843960" y="2422"/>
                  </a:lnTo>
                  <a:lnTo>
                    <a:pt x="836145" y="2416"/>
                  </a:lnTo>
                  <a:lnTo>
                    <a:pt x="828331" y="2311"/>
                  </a:lnTo>
                  <a:lnTo>
                    <a:pt x="820517" y="2041"/>
                  </a:lnTo>
                  <a:lnTo>
                    <a:pt x="812702" y="2116"/>
                  </a:lnTo>
                  <a:lnTo>
                    <a:pt x="804888" y="2112"/>
                  </a:lnTo>
                  <a:lnTo>
                    <a:pt x="797073" y="2334"/>
                  </a:lnTo>
                  <a:lnTo>
                    <a:pt x="789259" y="2376"/>
                  </a:lnTo>
                  <a:lnTo>
                    <a:pt x="781444" y="2370"/>
                  </a:lnTo>
                  <a:lnTo>
                    <a:pt x="773630" y="2363"/>
                  </a:lnTo>
                  <a:lnTo>
                    <a:pt x="765815" y="2357"/>
                  </a:lnTo>
                  <a:lnTo>
                    <a:pt x="758001" y="2350"/>
                  </a:lnTo>
                  <a:lnTo>
                    <a:pt x="750187" y="2343"/>
                  </a:lnTo>
                  <a:lnTo>
                    <a:pt x="742372" y="2336"/>
                  </a:lnTo>
                  <a:lnTo>
                    <a:pt x="734558" y="2421"/>
                  </a:lnTo>
                  <a:lnTo>
                    <a:pt x="726743" y="2548"/>
                  </a:lnTo>
                  <a:lnTo>
                    <a:pt x="718929" y="2636"/>
                  </a:lnTo>
                  <a:lnTo>
                    <a:pt x="711114" y="2809"/>
                  </a:lnTo>
                  <a:lnTo>
                    <a:pt x="703300" y="2885"/>
                  </a:lnTo>
                  <a:lnTo>
                    <a:pt x="695485" y="3229"/>
                  </a:lnTo>
                  <a:lnTo>
                    <a:pt x="687671" y="3299"/>
                  </a:lnTo>
                  <a:lnTo>
                    <a:pt x="679857" y="3530"/>
                  </a:lnTo>
                  <a:lnTo>
                    <a:pt x="672042" y="3770"/>
                  </a:lnTo>
                  <a:lnTo>
                    <a:pt x="664228" y="3964"/>
                  </a:lnTo>
                  <a:lnTo>
                    <a:pt x="656413" y="4245"/>
                  </a:lnTo>
                  <a:lnTo>
                    <a:pt x="648599" y="4489"/>
                  </a:lnTo>
                  <a:lnTo>
                    <a:pt x="640784" y="4727"/>
                  </a:lnTo>
                  <a:lnTo>
                    <a:pt x="632970" y="4967"/>
                  </a:lnTo>
                  <a:lnTo>
                    <a:pt x="625155" y="5128"/>
                  </a:lnTo>
                  <a:lnTo>
                    <a:pt x="617341" y="5564"/>
                  </a:lnTo>
                  <a:lnTo>
                    <a:pt x="609526" y="5657"/>
                  </a:lnTo>
                  <a:lnTo>
                    <a:pt x="601712" y="5703"/>
                  </a:lnTo>
                  <a:lnTo>
                    <a:pt x="593898" y="5917"/>
                  </a:lnTo>
                  <a:lnTo>
                    <a:pt x="586083" y="6005"/>
                  </a:lnTo>
                  <a:lnTo>
                    <a:pt x="578269" y="6149"/>
                  </a:lnTo>
                  <a:lnTo>
                    <a:pt x="570454" y="6501"/>
                  </a:lnTo>
                  <a:lnTo>
                    <a:pt x="562640" y="6705"/>
                  </a:lnTo>
                  <a:lnTo>
                    <a:pt x="554825" y="7335"/>
                  </a:lnTo>
                  <a:lnTo>
                    <a:pt x="547011" y="7501"/>
                  </a:lnTo>
                  <a:lnTo>
                    <a:pt x="539196" y="7527"/>
                  </a:lnTo>
                  <a:lnTo>
                    <a:pt x="531382" y="7763"/>
                  </a:lnTo>
                  <a:lnTo>
                    <a:pt x="523568" y="8089"/>
                  </a:lnTo>
                  <a:lnTo>
                    <a:pt x="515753" y="8400"/>
                  </a:lnTo>
                  <a:lnTo>
                    <a:pt x="507939" y="8762"/>
                  </a:lnTo>
                  <a:lnTo>
                    <a:pt x="500124" y="9235"/>
                  </a:lnTo>
                  <a:lnTo>
                    <a:pt x="492310" y="9365"/>
                  </a:lnTo>
                  <a:lnTo>
                    <a:pt x="484495" y="9653"/>
                  </a:lnTo>
                  <a:lnTo>
                    <a:pt x="476681" y="10001"/>
                  </a:lnTo>
                  <a:lnTo>
                    <a:pt x="468866" y="10322"/>
                  </a:lnTo>
                  <a:lnTo>
                    <a:pt x="461052" y="10572"/>
                  </a:lnTo>
                  <a:lnTo>
                    <a:pt x="453238" y="10789"/>
                  </a:lnTo>
                  <a:lnTo>
                    <a:pt x="445423" y="11178"/>
                  </a:lnTo>
                  <a:lnTo>
                    <a:pt x="437609" y="11602"/>
                  </a:lnTo>
                  <a:lnTo>
                    <a:pt x="429794" y="11917"/>
                  </a:lnTo>
                  <a:lnTo>
                    <a:pt x="421980" y="12408"/>
                  </a:lnTo>
                  <a:lnTo>
                    <a:pt x="414165" y="12813"/>
                  </a:lnTo>
                  <a:lnTo>
                    <a:pt x="406351" y="13359"/>
                  </a:lnTo>
                  <a:lnTo>
                    <a:pt x="398536" y="14130"/>
                  </a:lnTo>
                  <a:lnTo>
                    <a:pt x="390722" y="14269"/>
                  </a:lnTo>
                  <a:lnTo>
                    <a:pt x="382907" y="14703"/>
                  </a:lnTo>
                  <a:lnTo>
                    <a:pt x="375093" y="15513"/>
                  </a:lnTo>
                  <a:lnTo>
                    <a:pt x="367279" y="16034"/>
                  </a:lnTo>
                  <a:lnTo>
                    <a:pt x="359464" y="16592"/>
                  </a:lnTo>
                  <a:lnTo>
                    <a:pt x="351650" y="17020"/>
                  </a:lnTo>
                  <a:lnTo>
                    <a:pt x="343835" y="17587"/>
                  </a:lnTo>
                  <a:lnTo>
                    <a:pt x="336021" y="18155"/>
                  </a:lnTo>
                  <a:lnTo>
                    <a:pt x="328206" y="18812"/>
                  </a:lnTo>
                  <a:lnTo>
                    <a:pt x="320392" y="19622"/>
                  </a:lnTo>
                  <a:lnTo>
                    <a:pt x="312577" y="20209"/>
                  </a:lnTo>
                  <a:lnTo>
                    <a:pt x="304763" y="20910"/>
                  </a:lnTo>
                  <a:lnTo>
                    <a:pt x="296949" y="21595"/>
                  </a:lnTo>
                  <a:lnTo>
                    <a:pt x="289134" y="22344"/>
                  </a:lnTo>
                  <a:lnTo>
                    <a:pt x="281320" y="23074"/>
                  </a:lnTo>
                  <a:lnTo>
                    <a:pt x="273505" y="23542"/>
                  </a:lnTo>
                  <a:lnTo>
                    <a:pt x="265691" y="24405"/>
                  </a:lnTo>
                  <a:lnTo>
                    <a:pt x="257876" y="24891"/>
                  </a:lnTo>
                  <a:lnTo>
                    <a:pt x="250062" y="25467"/>
                  </a:lnTo>
                  <a:lnTo>
                    <a:pt x="242247" y="26406"/>
                  </a:lnTo>
                  <a:lnTo>
                    <a:pt x="234433" y="27432"/>
                  </a:lnTo>
                  <a:lnTo>
                    <a:pt x="226619" y="27891"/>
                  </a:lnTo>
                  <a:lnTo>
                    <a:pt x="218804" y="28694"/>
                  </a:lnTo>
                  <a:lnTo>
                    <a:pt x="210990" y="29487"/>
                  </a:lnTo>
                  <a:lnTo>
                    <a:pt x="203175" y="30164"/>
                  </a:lnTo>
                  <a:lnTo>
                    <a:pt x="195361" y="30996"/>
                  </a:lnTo>
                  <a:lnTo>
                    <a:pt x="187546" y="31731"/>
                  </a:lnTo>
                  <a:lnTo>
                    <a:pt x="179732" y="32699"/>
                  </a:lnTo>
                  <a:lnTo>
                    <a:pt x="171917" y="33726"/>
                  </a:lnTo>
                  <a:lnTo>
                    <a:pt x="164103" y="34591"/>
                  </a:lnTo>
                  <a:lnTo>
                    <a:pt x="156288" y="35452"/>
                  </a:lnTo>
                  <a:lnTo>
                    <a:pt x="148474" y="36299"/>
                  </a:lnTo>
                  <a:lnTo>
                    <a:pt x="140660" y="36967"/>
                  </a:lnTo>
                  <a:lnTo>
                    <a:pt x="132845" y="37773"/>
                  </a:lnTo>
                  <a:lnTo>
                    <a:pt x="125031" y="38621"/>
                  </a:lnTo>
                  <a:lnTo>
                    <a:pt x="117216" y="39462"/>
                  </a:lnTo>
                  <a:lnTo>
                    <a:pt x="109402" y="40221"/>
                  </a:lnTo>
                  <a:lnTo>
                    <a:pt x="101587" y="40876"/>
                  </a:lnTo>
                  <a:lnTo>
                    <a:pt x="93773" y="41813"/>
                  </a:lnTo>
                  <a:lnTo>
                    <a:pt x="85958" y="42719"/>
                  </a:lnTo>
                  <a:lnTo>
                    <a:pt x="78144" y="43563"/>
                  </a:lnTo>
                  <a:lnTo>
                    <a:pt x="70330" y="44452"/>
                  </a:lnTo>
                  <a:lnTo>
                    <a:pt x="62515" y="45507"/>
                  </a:lnTo>
                  <a:lnTo>
                    <a:pt x="54701" y="46324"/>
                  </a:lnTo>
                  <a:lnTo>
                    <a:pt x="46886" y="47141"/>
                  </a:lnTo>
                  <a:lnTo>
                    <a:pt x="39072" y="48058"/>
                  </a:lnTo>
                  <a:lnTo>
                    <a:pt x="31257" y="48920"/>
                  </a:lnTo>
                  <a:lnTo>
                    <a:pt x="23443" y="50031"/>
                  </a:lnTo>
                  <a:lnTo>
                    <a:pt x="15628" y="51057"/>
                  </a:lnTo>
                  <a:lnTo>
                    <a:pt x="7814" y="51952"/>
                  </a:lnTo>
                  <a:lnTo>
                    <a:pt x="0" y="529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1223067" y="3560788"/>
              <a:ext cx="2023942" cy="196955"/>
            </a:xfrm>
            <a:custGeom>
              <a:avLst/>
              <a:pathLst>
                <a:path w="2023942" h="196955">
                  <a:moveTo>
                    <a:pt x="0" y="121415"/>
                  </a:moveTo>
                  <a:lnTo>
                    <a:pt x="7814" y="121096"/>
                  </a:lnTo>
                  <a:lnTo>
                    <a:pt x="15628" y="121213"/>
                  </a:lnTo>
                  <a:lnTo>
                    <a:pt x="23443" y="121437"/>
                  </a:lnTo>
                  <a:lnTo>
                    <a:pt x="31257" y="121626"/>
                  </a:lnTo>
                  <a:lnTo>
                    <a:pt x="39072" y="121644"/>
                  </a:lnTo>
                  <a:lnTo>
                    <a:pt x="46886" y="121663"/>
                  </a:lnTo>
                  <a:lnTo>
                    <a:pt x="54701" y="121684"/>
                  </a:lnTo>
                  <a:lnTo>
                    <a:pt x="62515" y="121710"/>
                  </a:lnTo>
                  <a:lnTo>
                    <a:pt x="70330" y="121904"/>
                  </a:lnTo>
                  <a:lnTo>
                    <a:pt x="78144" y="122271"/>
                  </a:lnTo>
                  <a:lnTo>
                    <a:pt x="85958" y="122364"/>
                  </a:lnTo>
                  <a:lnTo>
                    <a:pt x="93773" y="122437"/>
                  </a:lnTo>
                  <a:lnTo>
                    <a:pt x="101587" y="122616"/>
                  </a:lnTo>
                  <a:lnTo>
                    <a:pt x="109402" y="122814"/>
                  </a:lnTo>
                  <a:lnTo>
                    <a:pt x="117216" y="123069"/>
                  </a:lnTo>
                  <a:lnTo>
                    <a:pt x="125031" y="123050"/>
                  </a:lnTo>
                  <a:lnTo>
                    <a:pt x="132845" y="122989"/>
                  </a:lnTo>
                  <a:lnTo>
                    <a:pt x="140660" y="122958"/>
                  </a:lnTo>
                  <a:lnTo>
                    <a:pt x="148474" y="123051"/>
                  </a:lnTo>
                  <a:lnTo>
                    <a:pt x="156288" y="123072"/>
                  </a:lnTo>
                  <a:lnTo>
                    <a:pt x="164103" y="123157"/>
                  </a:lnTo>
                  <a:lnTo>
                    <a:pt x="171917" y="123498"/>
                  </a:lnTo>
                  <a:lnTo>
                    <a:pt x="179732" y="123384"/>
                  </a:lnTo>
                  <a:lnTo>
                    <a:pt x="187546" y="123201"/>
                  </a:lnTo>
                  <a:lnTo>
                    <a:pt x="195361" y="123324"/>
                  </a:lnTo>
                  <a:lnTo>
                    <a:pt x="203175" y="123411"/>
                  </a:lnTo>
                  <a:lnTo>
                    <a:pt x="210990" y="123479"/>
                  </a:lnTo>
                  <a:lnTo>
                    <a:pt x="218804" y="123537"/>
                  </a:lnTo>
                  <a:lnTo>
                    <a:pt x="226619" y="123593"/>
                  </a:lnTo>
                  <a:lnTo>
                    <a:pt x="234433" y="123670"/>
                  </a:lnTo>
                  <a:lnTo>
                    <a:pt x="242247" y="123732"/>
                  </a:lnTo>
                  <a:lnTo>
                    <a:pt x="250062" y="123823"/>
                  </a:lnTo>
                  <a:lnTo>
                    <a:pt x="257876" y="124103"/>
                  </a:lnTo>
                  <a:lnTo>
                    <a:pt x="265691" y="124118"/>
                  </a:lnTo>
                  <a:lnTo>
                    <a:pt x="273505" y="124232"/>
                  </a:lnTo>
                  <a:lnTo>
                    <a:pt x="281320" y="124072"/>
                  </a:lnTo>
                  <a:lnTo>
                    <a:pt x="289134" y="124139"/>
                  </a:lnTo>
                  <a:lnTo>
                    <a:pt x="296949" y="124219"/>
                  </a:lnTo>
                  <a:lnTo>
                    <a:pt x="304763" y="124398"/>
                  </a:lnTo>
                  <a:lnTo>
                    <a:pt x="312577" y="124118"/>
                  </a:lnTo>
                  <a:lnTo>
                    <a:pt x="320392" y="123964"/>
                  </a:lnTo>
                  <a:lnTo>
                    <a:pt x="328206" y="124315"/>
                  </a:lnTo>
                  <a:lnTo>
                    <a:pt x="336021" y="124332"/>
                  </a:lnTo>
                  <a:lnTo>
                    <a:pt x="343835" y="124187"/>
                  </a:lnTo>
                  <a:lnTo>
                    <a:pt x="351650" y="124042"/>
                  </a:lnTo>
                  <a:lnTo>
                    <a:pt x="359464" y="123960"/>
                  </a:lnTo>
                  <a:lnTo>
                    <a:pt x="367279" y="123749"/>
                  </a:lnTo>
                  <a:lnTo>
                    <a:pt x="375093" y="123582"/>
                  </a:lnTo>
                  <a:lnTo>
                    <a:pt x="382907" y="123425"/>
                  </a:lnTo>
                  <a:lnTo>
                    <a:pt x="390722" y="123279"/>
                  </a:lnTo>
                  <a:lnTo>
                    <a:pt x="398536" y="123007"/>
                  </a:lnTo>
                  <a:lnTo>
                    <a:pt x="406351" y="122942"/>
                  </a:lnTo>
                  <a:lnTo>
                    <a:pt x="414165" y="122873"/>
                  </a:lnTo>
                  <a:lnTo>
                    <a:pt x="421980" y="122833"/>
                  </a:lnTo>
                  <a:lnTo>
                    <a:pt x="429794" y="122626"/>
                  </a:lnTo>
                  <a:lnTo>
                    <a:pt x="437609" y="122402"/>
                  </a:lnTo>
                  <a:lnTo>
                    <a:pt x="445423" y="122227"/>
                  </a:lnTo>
                  <a:lnTo>
                    <a:pt x="453238" y="122006"/>
                  </a:lnTo>
                  <a:lnTo>
                    <a:pt x="461052" y="121749"/>
                  </a:lnTo>
                  <a:lnTo>
                    <a:pt x="468866" y="121487"/>
                  </a:lnTo>
                  <a:lnTo>
                    <a:pt x="476681" y="121103"/>
                  </a:lnTo>
                  <a:lnTo>
                    <a:pt x="484495" y="120825"/>
                  </a:lnTo>
                  <a:lnTo>
                    <a:pt x="492310" y="120928"/>
                  </a:lnTo>
                  <a:lnTo>
                    <a:pt x="500124" y="120528"/>
                  </a:lnTo>
                  <a:lnTo>
                    <a:pt x="507939" y="120135"/>
                  </a:lnTo>
                  <a:lnTo>
                    <a:pt x="515753" y="119835"/>
                  </a:lnTo>
                  <a:lnTo>
                    <a:pt x="523568" y="119486"/>
                  </a:lnTo>
                  <a:lnTo>
                    <a:pt x="531382" y="119358"/>
                  </a:lnTo>
                  <a:lnTo>
                    <a:pt x="539196" y="118896"/>
                  </a:lnTo>
                  <a:lnTo>
                    <a:pt x="547011" y="118450"/>
                  </a:lnTo>
                  <a:lnTo>
                    <a:pt x="554825" y="118195"/>
                  </a:lnTo>
                  <a:lnTo>
                    <a:pt x="562640" y="118016"/>
                  </a:lnTo>
                  <a:lnTo>
                    <a:pt x="570454" y="117757"/>
                  </a:lnTo>
                  <a:lnTo>
                    <a:pt x="578269" y="117387"/>
                  </a:lnTo>
                  <a:lnTo>
                    <a:pt x="586083" y="116600"/>
                  </a:lnTo>
                  <a:lnTo>
                    <a:pt x="593898" y="116519"/>
                  </a:lnTo>
                  <a:lnTo>
                    <a:pt x="601712" y="116110"/>
                  </a:lnTo>
                  <a:lnTo>
                    <a:pt x="609526" y="115673"/>
                  </a:lnTo>
                  <a:lnTo>
                    <a:pt x="617341" y="115388"/>
                  </a:lnTo>
                  <a:lnTo>
                    <a:pt x="625155" y="114960"/>
                  </a:lnTo>
                  <a:lnTo>
                    <a:pt x="632970" y="114545"/>
                  </a:lnTo>
                  <a:lnTo>
                    <a:pt x="640784" y="114238"/>
                  </a:lnTo>
                  <a:lnTo>
                    <a:pt x="648599" y="113815"/>
                  </a:lnTo>
                  <a:lnTo>
                    <a:pt x="656413" y="113279"/>
                  </a:lnTo>
                  <a:lnTo>
                    <a:pt x="664228" y="112721"/>
                  </a:lnTo>
                  <a:lnTo>
                    <a:pt x="672042" y="111961"/>
                  </a:lnTo>
                  <a:lnTo>
                    <a:pt x="679857" y="111206"/>
                  </a:lnTo>
                  <a:lnTo>
                    <a:pt x="687671" y="110865"/>
                  </a:lnTo>
                  <a:lnTo>
                    <a:pt x="695485" y="110584"/>
                  </a:lnTo>
                  <a:lnTo>
                    <a:pt x="703300" y="110103"/>
                  </a:lnTo>
                  <a:lnTo>
                    <a:pt x="711114" y="109539"/>
                  </a:lnTo>
                  <a:lnTo>
                    <a:pt x="718929" y="108957"/>
                  </a:lnTo>
                  <a:lnTo>
                    <a:pt x="726743" y="108536"/>
                  </a:lnTo>
                  <a:lnTo>
                    <a:pt x="734558" y="108387"/>
                  </a:lnTo>
                  <a:lnTo>
                    <a:pt x="742372" y="107769"/>
                  </a:lnTo>
                  <a:lnTo>
                    <a:pt x="750187" y="107354"/>
                  </a:lnTo>
                  <a:lnTo>
                    <a:pt x="758001" y="106621"/>
                  </a:lnTo>
                  <a:lnTo>
                    <a:pt x="765815" y="106200"/>
                  </a:lnTo>
                  <a:lnTo>
                    <a:pt x="773630" y="105823"/>
                  </a:lnTo>
                  <a:lnTo>
                    <a:pt x="781444" y="105446"/>
                  </a:lnTo>
                  <a:lnTo>
                    <a:pt x="789259" y="104866"/>
                  </a:lnTo>
                  <a:lnTo>
                    <a:pt x="797073" y="104035"/>
                  </a:lnTo>
                  <a:lnTo>
                    <a:pt x="804888" y="103402"/>
                  </a:lnTo>
                  <a:lnTo>
                    <a:pt x="812702" y="102869"/>
                  </a:lnTo>
                  <a:lnTo>
                    <a:pt x="820517" y="102210"/>
                  </a:lnTo>
                  <a:lnTo>
                    <a:pt x="828331" y="101726"/>
                  </a:lnTo>
                  <a:lnTo>
                    <a:pt x="836145" y="100966"/>
                  </a:lnTo>
                  <a:lnTo>
                    <a:pt x="843960" y="100452"/>
                  </a:lnTo>
                  <a:lnTo>
                    <a:pt x="851774" y="99957"/>
                  </a:lnTo>
                  <a:lnTo>
                    <a:pt x="859589" y="99323"/>
                  </a:lnTo>
                  <a:lnTo>
                    <a:pt x="867403" y="98670"/>
                  </a:lnTo>
                  <a:lnTo>
                    <a:pt x="875218" y="97895"/>
                  </a:lnTo>
                  <a:lnTo>
                    <a:pt x="883032" y="97079"/>
                  </a:lnTo>
                  <a:lnTo>
                    <a:pt x="890847" y="96371"/>
                  </a:lnTo>
                  <a:lnTo>
                    <a:pt x="898661" y="95778"/>
                  </a:lnTo>
                  <a:lnTo>
                    <a:pt x="906476" y="95169"/>
                  </a:lnTo>
                  <a:lnTo>
                    <a:pt x="914290" y="94598"/>
                  </a:lnTo>
                  <a:lnTo>
                    <a:pt x="922104" y="94030"/>
                  </a:lnTo>
                  <a:lnTo>
                    <a:pt x="929919" y="93467"/>
                  </a:lnTo>
                  <a:lnTo>
                    <a:pt x="937733" y="92889"/>
                  </a:lnTo>
                  <a:lnTo>
                    <a:pt x="945548" y="92203"/>
                  </a:lnTo>
                  <a:lnTo>
                    <a:pt x="953362" y="91739"/>
                  </a:lnTo>
                  <a:lnTo>
                    <a:pt x="961177" y="90853"/>
                  </a:lnTo>
                  <a:lnTo>
                    <a:pt x="968991" y="90153"/>
                  </a:lnTo>
                  <a:lnTo>
                    <a:pt x="976806" y="89781"/>
                  </a:lnTo>
                  <a:lnTo>
                    <a:pt x="984620" y="89259"/>
                  </a:lnTo>
                  <a:lnTo>
                    <a:pt x="992434" y="88698"/>
                  </a:lnTo>
                  <a:lnTo>
                    <a:pt x="1000249" y="87988"/>
                  </a:lnTo>
                  <a:lnTo>
                    <a:pt x="1008063" y="87260"/>
                  </a:lnTo>
                  <a:lnTo>
                    <a:pt x="1015878" y="86914"/>
                  </a:lnTo>
                  <a:lnTo>
                    <a:pt x="1023692" y="86572"/>
                  </a:lnTo>
                  <a:lnTo>
                    <a:pt x="1031507" y="86046"/>
                  </a:lnTo>
                  <a:lnTo>
                    <a:pt x="1039321" y="85328"/>
                  </a:lnTo>
                  <a:lnTo>
                    <a:pt x="1047136" y="84585"/>
                  </a:lnTo>
                  <a:lnTo>
                    <a:pt x="1054950" y="83718"/>
                  </a:lnTo>
                  <a:lnTo>
                    <a:pt x="1062765" y="83085"/>
                  </a:lnTo>
                  <a:lnTo>
                    <a:pt x="1070579" y="82456"/>
                  </a:lnTo>
                  <a:lnTo>
                    <a:pt x="1078393" y="81900"/>
                  </a:lnTo>
                  <a:lnTo>
                    <a:pt x="1086208" y="81109"/>
                  </a:lnTo>
                  <a:lnTo>
                    <a:pt x="1094022" y="80309"/>
                  </a:lnTo>
                  <a:lnTo>
                    <a:pt x="1101837" y="79630"/>
                  </a:lnTo>
                  <a:lnTo>
                    <a:pt x="1109651" y="78859"/>
                  </a:lnTo>
                  <a:lnTo>
                    <a:pt x="1117466" y="78058"/>
                  </a:lnTo>
                  <a:lnTo>
                    <a:pt x="1125280" y="77417"/>
                  </a:lnTo>
                  <a:lnTo>
                    <a:pt x="1133095" y="76704"/>
                  </a:lnTo>
                  <a:lnTo>
                    <a:pt x="1140909" y="76073"/>
                  </a:lnTo>
                  <a:lnTo>
                    <a:pt x="1148723" y="75552"/>
                  </a:lnTo>
                  <a:lnTo>
                    <a:pt x="1156538" y="74972"/>
                  </a:lnTo>
                  <a:lnTo>
                    <a:pt x="1164352" y="74208"/>
                  </a:lnTo>
                  <a:lnTo>
                    <a:pt x="1172167" y="73405"/>
                  </a:lnTo>
                  <a:lnTo>
                    <a:pt x="1179981" y="72603"/>
                  </a:lnTo>
                  <a:lnTo>
                    <a:pt x="1187796" y="71802"/>
                  </a:lnTo>
                  <a:lnTo>
                    <a:pt x="1195610" y="71001"/>
                  </a:lnTo>
                  <a:lnTo>
                    <a:pt x="1203425" y="70284"/>
                  </a:lnTo>
                  <a:lnTo>
                    <a:pt x="1211239" y="69574"/>
                  </a:lnTo>
                  <a:lnTo>
                    <a:pt x="1219053" y="68899"/>
                  </a:lnTo>
                  <a:lnTo>
                    <a:pt x="1226868" y="68144"/>
                  </a:lnTo>
                  <a:lnTo>
                    <a:pt x="1234682" y="67277"/>
                  </a:lnTo>
                  <a:lnTo>
                    <a:pt x="1242497" y="66655"/>
                  </a:lnTo>
                  <a:lnTo>
                    <a:pt x="1250311" y="65930"/>
                  </a:lnTo>
                  <a:lnTo>
                    <a:pt x="1258126" y="65058"/>
                  </a:lnTo>
                  <a:lnTo>
                    <a:pt x="1265940" y="64190"/>
                  </a:lnTo>
                  <a:lnTo>
                    <a:pt x="1273755" y="63409"/>
                  </a:lnTo>
                  <a:lnTo>
                    <a:pt x="1281569" y="62841"/>
                  </a:lnTo>
                  <a:lnTo>
                    <a:pt x="1289384" y="62278"/>
                  </a:lnTo>
                  <a:lnTo>
                    <a:pt x="1297198" y="61622"/>
                  </a:lnTo>
                  <a:lnTo>
                    <a:pt x="1305012" y="60806"/>
                  </a:lnTo>
                  <a:lnTo>
                    <a:pt x="1312827" y="59992"/>
                  </a:lnTo>
                  <a:lnTo>
                    <a:pt x="1320641" y="59206"/>
                  </a:lnTo>
                  <a:lnTo>
                    <a:pt x="1328456" y="58549"/>
                  </a:lnTo>
                  <a:lnTo>
                    <a:pt x="1336270" y="57893"/>
                  </a:lnTo>
                  <a:lnTo>
                    <a:pt x="1344085" y="57238"/>
                  </a:lnTo>
                  <a:lnTo>
                    <a:pt x="1351899" y="56585"/>
                  </a:lnTo>
                  <a:lnTo>
                    <a:pt x="1359714" y="55937"/>
                  </a:lnTo>
                  <a:lnTo>
                    <a:pt x="1367528" y="55293"/>
                  </a:lnTo>
                  <a:lnTo>
                    <a:pt x="1375342" y="54610"/>
                  </a:lnTo>
                  <a:lnTo>
                    <a:pt x="1383157" y="53897"/>
                  </a:lnTo>
                  <a:lnTo>
                    <a:pt x="1390971" y="53186"/>
                  </a:lnTo>
                  <a:lnTo>
                    <a:pt x="1398786" y="52477"/>
                  </a:lnTo>
                  <a:lnTo>
                    <a:pt x="1406600" y="51765"/>
                  </a:lnTo>
                  <a:lnTo>
                    <a:pt x="1414415" y="51136"/>
                  </a:lnTo>
                  <a:lnTo>
                    <a:pt x="1422229" y="50476"/>
                  </a:lnTo>
                  <a:lnTo>
                    <a:pt x="1430044" y="49699"/>
                  </a:lnTo>
                  <a:lnTo>
                    <a:pt x="1437858" y="48925"/>
                  </a:lnTo>
                  <a:lnTo>
                    <a:pt x="1445672" y="48216"/>
                  </a:lnTo>
                  <a:lnTo>
                    <a:pt x="1453487" y="47508"/>
                  </a:lnTo>
                  <a:lnTo>
                    <a:pt x="1461301" y="46801"/>
                  </a:lnTo>
                  <a:lnTo>
                    <a:pt x="1469116" y="46095"/>
                  </a:lnTo>
                  <a:lnTo>
                    <a:pt x="1476930" y="45390"/>
                  </a:lnTo>
                  <a:lnTo>
                    <a:pt x="1484745" y="44686"/>
                  </a:lnTo>
                  <a:lnTo>
                    <a:pt x="1492559" y="43984"/>
                  </a:lnTo>
                  <a:lnTo>
                    <a:pt x="1500374" y="43285"/>
                  </a:lnTo>
                  <a:lnTo>
                    <a:pt x="1508188" y="42590"/>
                  </a:lnTo>
                  <a:lnTo>
                    <a:pt x="1516003" y="41897"/>
                  </a:lnTo>
                  <a:lnTo>
                    <a:pt x="1523817" y="41243"/>
                  </a:lnTo>
                  <a:lnTo>
                    <a:pt x="1531631" y="40706"/>
                  </a:lnTo>
                  <a:lnTo>
                    <a:pt x="1539446" y="40172"/>
                  </a:lnTo>
                  <a:lnTo>
                    <a:pt x="1547260" y="39638"/>
                  </a:lnTo>
                  <a:lnTo>
                    <a:pt x="1555075" y="39106"/>
                  </a:lnTo>
                  <a:lnTo>
                    <a:pt x="1562889" y="38578"/>
                  </a:lnTo>
                  <a:lnTo>
                    <a:pt x="1570704" y="37916"/>
                  </a:lnTo>
                  <a:lnTo>
                    <a:pt x="1578518" y="37132"/>
                  </a:lnTo>
                  <a:lnTo>
                    <a:pt x="1586333" y="36351"/>
                  </a:lnTo>
                  <a:lnTo>
                    <a:pt x="1594147" y="35571"/>
                  </a:lnTo>
                  <a:lnTo>
                    <a:pt x="1601961" y="34996"/>
                  </a:lnTo>
                  <a:lnTo>
                    <a:pt x="1609776" y="34426"/>
                  </a:lnTo>
                  <a:lnTo>
                    <a:pt x="1617590" y="33859"/>
                  </a:lnTo>
                  <a:lnTo>
                    <a:pt x="1625405" y="33294"/>
                  </a:lnTo>
                  <a:lnTo>
                    <a:pt x="1633219" y="32730"/>
                  </a:lnTo>
                  <a:lnTo>
                    <a:pt x="1641034" y="32099"/>
                  </a:lnTo>
                  <a:lnTo>
                    <a:pt x="1648848" y="31245"/>
                  </a:lnTo>
                  <a:lnTo>
                    <a:pt x="1656663" y="30393"/>
                  </a:lnTo>
                  <a:lnTo>
                    <a:pt x="1664477" y="29544"/>
                  </a:lnTo>
                  <a:lnTo>
                    <a:pt x="1672291" y="28791"/>
                  </a:lnTo>
                  <a:lnTo>
                    <a:pt x="1680106" y="28244"/>
                  </a:lnTo>
                  <a:lnTo>
                    <a:pt x="1687920" y="27699"/>
                  </a:lnTo>
                  <a:lnTo>
                    <a:pt x="1695735" y="27157"/>
                  </a:lnTo>
                  <a:lnTo>
                    <a:pt x="1703549" y="26618"/>
                  </a:lnTo>
                  <a:lnTo>
                    <a:pt x="1711364" y="26080"/>
                  </a:lnTo>
                  <a:lnTo>
                    <a:pt x="1719178" y="25544"/>
                  </a:lnTo>
                  <a:lnTo>
                    <a:pt x="1726993" y="25009"/>
                  </a:lnTo>
                  <a:lnTo>
                    <a:pt x="1734807" y="24206"/>
                  </a:lnTo>
                  <a:lnTo>
                    <a:pt x="1742622" y="23386"/>
                  </a:lnTo>
                  <a:lnTo>
                    <a:pt x="1750436" y="22568"/>
                  </a:lnTo>
                  <a:lnTo>
                    <a:pt x="1758250" y="21752"/>
                  </a:lnTo>
                  <a:lnTo>
                    <a:pt x="1766065" y="20937"/>
                  </a:lnTo>
                  <a:lnTo>
                    <a:pt x="1773879" y="20124"/>
                  </a:lnTo>
                  <a:lnTo>
                    <a:pt x="1781694" y="19312"/>
                  </a:lnTo>
                  <a:lnTo>
                    <a:pt x="1789508" y="18502"/>
                  </a:lnTo>
                  <a:lnTo>
                    <a:pt x="1797323" y="17738"/>
                  </a:lnTo>
                  <a:lnTo>
                    <a:pt x="1805137" y="17092"/>
                  </a:lnTo>
                  <a:lnTo>
                    <a:pt x="1812952" y="16448"/>
                  </a:lnTo>
                  <a:lnTo>
                    <a:pt x="1820766" y="15805"/>
                  </a:lnTo>
                  <a:lnTo>
                    <a:pt x="1828580" y="15164"/>
                  </a:lnTo>
                  <a:lnTo>
                    <a:pt x="1836395" y="14531"/>
                  </a:lnTo>
                  <a:lnTo>
                    <a:pt x="1844209" y="13899"/>
                  </a:lnTo>
                  <a:lnTo>
                    <a:pt x="1852024" y="13269"/>
                  </a:lnTo>
                  <a:lnTo>
                    <a:pt x="1859838" y="12641"/>
                  </a:lnTo>
                  <a:lnTo>
                    <a:pt x="1867653" y="12015"/>
                  </a:lnTo>
                  <a:lnTo>
                    <a:pt x="1875467" y="11390"/>
                  </a:lnTo>
                  <a:lnTo>
                    <a:pt x="1883282" y="10730"/>
                  </a:lnTo>
                  <a:lnTo>
                    <a:pt x="1891096" y="10147"/>
                  </a:lnTo>
                  <a:lnTo>
                    <a:pt x="1898910" y="9527"/>
                  </a:lnTo>
                  <a:lnTo>
                    <a:pt x="1906725" y="8910"/>
                  </a:lnTo>
                  <a:lnTo>
                    <a:pt x="1914539" y="8313"/>
                  </a:lnTo>
                  <a:lnTo>
                    <a:pt x="1922354" y="7759"/>
                  </a:lnTo>
                  <a:lnTo>
                    <a:pt x="1930168" y="7205"/>
                  </a:lnTo>
                  <a:lnTo>
                    <a:pt x="1937983" y="6587"/>
                  </a:lnTo>
                  <a:lnTo>
                    <a:pt x="1945797" y="5926"/>
                  </a:lnTo>
                  <a:lnTo>
                    <a:pt x="1953612" y="5266"/>
                  </a:lnTo>
                  <a:lnTo>
                    <a:pt x="1961426" y="4630"/>
                  </a:lnTo>
                  <a:lnTo>
                    <a:pt x="1969241" y="4089"/>
                  </a:lnTo>
                  <a:lnTo>
                    <a:pt x="1977055" y="3584"/>
                  </a:lnTo>
                  <a:lnTo>
                    <a:pt x="1984869" y="3081"/>
                  </a:lnTo>
                  <a:lnTo>
                    <a:pt x="1992684" y="2580"/>
                  </a:lnTo>
                  <a:lnTo>
                    <a:pt x="2000498" y="2081"/>
                  </a:lnTo>
                  <a:lnTo>
                    <a:pt x="2008313" y="1489"/>
                  </a:lnTo>
                  <a:lnTo>
                    <a:pt x="2016127" y="744"/>
                  </a:lnTo>
                  <a:lnTo>
                    <a:pt x="2023942" y="0"/>
                  </a:lnTo>
                  <a:lnTo>
                    <a:pt x="2023942" y="196955"/>
                  </a:lnTo>
                  <a:lnTo>
                    <a:pt x="2016127" y="196763"/>
                  </a:lnTo>
                  <a:lnTo>
                    <a:pt x="2008313" y="196571"/>
                  </a:lnTo>
                  <a:lnTo>
                    <a:pt x="2000498" y="196379"/>
                  </a:lnTo>
                  <a:lnTo>
                    <a:pt x="1992684" y="196187"/>
                  </a:lnTo>
                  <a:lnTo>
                    <a:pt x="1984869" y="195995"/>
                  </a:lnTo>
                  <a:lnTo>
                    <a:pt x="1977055" y="195802"/>
                  </a:lnTo>
                  <a:lnTo>
                    <a:pt x="1969241" y="195599"/>
                  </a:lnTo>
                  <a:lnTo>
                    <a:pt x="1961426" y="195392"/>
                  </a:lnTo>
                  <a:lnTo>
                    <a:pt x="1953612" y="195184"/>
                  </a:lnTo>
                  <a:lnTo>
                    <a:pt x="1945797" y="194965"/>
                  </a:lnTo>
                  <a:lnTo>
                    <a:pt x="1937983" y="194760"/>
                  </a:lnTo>
                  <a:lnTo>
                    <a:pt x="1930168" y="194561"/>
                  </a:lnTo>
                  <a:lnTo>
                    <a:pt x="1922354" y="194353"/>
                  </a:lnTo>
                  <a:lnTo>
                    <a:pt x="1914539" y="194146"/>
                  </a:lnTo>
                  <a:lnTo>
                    <a:pt x="1906725" y="193938"/>
                  </a:lnTo>
                  <a:lnTo>
                    <a:pt x="1898910" y="193731"/>
                  </a:lnTo>
                  <a:lnTo>
                    <a:pt x="1891096" y="193523"/>
                  </a:lnTo>
                  <a:lnTo>
                    <a:pt x="1883282" y="193315"/>
                  </a:lnTo>
                  <a:lnTo>
                    <a:pt x="1875467" y="193107"/>
                  </a:lnTo>
                  <a:lnTo>
                    <a:pt x="1867653" y="192899"/>
                  </a:lnTo>
                  <a:lnTo>
                    <a:pt x="1859838" y="192690"/>
                  </a:lnTo>
                  <a:lnTo>
                    <a:pt x="1852024" y="192482"/>
                  </a:lnTo>
                  <a:lnTo>
                    <a:pt x="1844209" y="192273"/>
                  </a:lnTo>
                  <a:lnTo>
                    <a:pt x="1836395" y="192065"/>
                  </a:lnTo>
                  <a:lnTo>
                    <a:pt x="1828580" y="191856"/>
                  </a:lnTo>
                  <a:lnTo>
                    <a:pt x="1820766" y="191647"/>
                  </a:lnTo>
                  <a:lnTo>
                    <a:pt x="1812952" y="191437"/>
                  </a:lnTo>
                  <a:lnTo>
                    <a:pt x="1805137" y="191226"/>
                  </a:lnTo>
                  <a:lnTo>
                    <a:pt x="1797323" y="191014"/>
                  </a:lnTo>
                  <a:lnTo>
                    <a:pt x="1789508" y="190803"/>
                  </a:lnTo>
                  <a:lnTo>
                    <a:pt x="1781694" y="190520"/>
                  </a:lnTo>
                  <a:lnTo>
                    <a:pt x="1773879" y="190230"/>
                  </a:lnTo>
                  <a:lnTo>
                    <a:pt x="1766065" y="189938"/>
                  </a:lnTo>
                  <a:lnTo>
                    <a:pt x="1758250" y="189754"/>
                  </a:lnTo>
                  <a:lnTo>
                    <a:pt x="1750436" y="189505"/>
                  </a:lnTo>
                  <a:lnTo>
                    <a:pt x="1742622" y="189397"/>
                  </a:lnTo>
                  <a:lnTo>
                    <a:pt x="1734807" y="189133"/>
                  </a:lnTo>
                  <a:lnTo>
                    <a:pt x="1726993" y="188948"/>
                  </a:lnTo>
                  <a:lnTo>
                    <a:pt x="1719178" y="188825"/>
                  </a:lnTo>
                  <a:lnTo>
                    <a:pt x="1711364" y="188566"/>
                  </a:lnTo>
                  <a:lnTo>
                    <a:pt x="1703549" y="188280"/>
                  </a:lnTo>
                  <a:lnTo>
                    <a:pt x="1695735" y="188157"/>
                  </a:lnTo>
                  <a:lnTo>
                    <a:pt x="1687920" y="188034"/>
                  </a:lnTo>
                  <a:lnTo>
                    <a:pt x="1680106" y="187860"/>
                  </a:lnTo>
                  <a:lnTo>
                    <a:pt x="1672291" y="187651"/>
                  </a:lnTo>
                  <a:lnTo>
                    <a:pt x="1664477" y="187438"/>
                  </a:lnTo>
                  <a:lnTo>
                    <a:pt x="1656663" y="187225"/>
                  </a:lnTo>
                  <a:lnTo>
                    <a:pt x="1648848" y="186936"/>
                  </a:lnTo>
                  <a:lnTo>
                    <a:pt x="1641034" y="186645"/>
                  </a:lnTo>
                  <a:lnTo>
                    <a:pt x="1633219" y="186458"/>
                  </a:lnTo>
                  <a:lnTo>
                    <a:pt x="1625405" y="186339"/>
                  </a:lnTo>
                  <a:lnTo>
                    <a:pt x="1617590" y="186141"/>
                  </a:lnTo>
                  <a:lnTo>
                    <a:pt x="1609776" y="185928"/>
                  </a:lnTo>
                  <a:lnTo>
                    <a:pt x="1601961" y="185521"/>
                  </a:lnTo>
                  <a:lnTo>
                    <a:pt x="1594147" y="185208"/>
                  </a:lnTo>
                  <a:lnTo>
                    <a:pt x="1586333" y="184897"/>
                  </a:lnTo>
                  <a:lnTo>
                    <a:pt x="1578518" y="184606"/>
                  </a:lnTo>
                  <a:lnTo>
                    <a:pt x="1570704" y="184488"/>
                  </a:lnTo>
                  <a:lnTo>
                    <a:pt x="1562889" y="184371"/>
                  </a:lnTo>
                  <a:lnTo>
                    <a:pt x="1555075" y="184253"/>
                  </a:lnTo>
                  <a:lnTo>
                    <a:pt x="1547260" y="184161"/>
                  </a:lnTo>
                  <a:lnTo>
                    <a:pt x="1539446" y="184049"/>
                  </a:lnTo>
                  <a:lnTo>
                    <a:pt x="1531631" y="183905"/>
                  </a:lnTo>
                  <a:lnTo>
                    <a:pt x="1523817" y="183790"/>
                  </a:lnTo>
                  <a:lnTo>
                    <a:pt x="1516003" y="183675"/>
                  </a:lnTo>
                  <a:lnTo>
                    <a:pt x="1508188" y="183558"/>
                  </a:lnTo>
                  <a:lnTo>
                    <a:pt x="1500374" y="183441"/>
                  </a:lnTo>
                  <a:lnTo>
                    <a:pt x="1492559" y="183309"/>
                  </a:lnTo>
                  <a:lnTo>
                    <a:pt x="1484745" y="183099"/>
                  </a:lnTo>
                  <a:lnTo>
                    <a:pt x="1476930" y="182938"/>
                  </a:lnTo>
                  <a:lnTo>
                    <a:pt x="1469116" y="182771"/>
                  </a:lnTo>
                  <a:lnTo>
                    <a:pt x="1461301" y="182564"/>
                  </a:lnTo>
                  <a:lnTo>
                    <a:pt x="1453487" y="182356"/>
                  </a:lnTo>
                  <a:lnTo>
                    <a:pt x="1445672" y="182148"/>
                  </a:lnTo>
                  <a:lnTo>
                    <a:pt x="1437858" y="182000"/>
                  </a:lnTo>
                  <a:lnTo>
                    <a:pt x="1430044" y="181726"/>
                  </a:lnTo>
                  <a:lnTo>
                    <a:pt x="1422229" y="181463"/>
                  </a:lnTo>
                  <a:lnTo>
                    <a:pt x="1414415" y="181195"/>
                  </a:lnTo>
                  <a:lnTo>
                    <a:pt x="1406600" y="180927"/>
                  </a:lnTo>
                  <a:lnTo>
                    <a:pt x="1398786" y="180658"/>
                  </a:lnTo>
                  <a:lnTo>
                    <a:pt x="1390971" y="180389"/>
                  </a:lnTo>
                  <a:lnTo>
                    <a:pt x="1383157" y="180119"/>
                  </a:lnTo>
                  <a:lnTo>
                    <a:pt x="1375342" y="179849"/>
                  </a:lnTo>
                  <a:lnTo>
                    <a:pt x="1367528" y="179579"/>
                  </a:lnTo>
                  <a:lnTo>
                    <a:pt x="1359714" y="179308"/>
                  </a:lnTo>
                  <a:lnTo>
                    <a:pt x="1351899" y="179237"/>
                  </a:lnTo>
                  <a:lnTo>
                    <a:pt x="1344085" y="179176"/>
                  </a:lnTo>
                  <a:lnTo>
                    <a:pt x="1336270" y="178923"/>
                  </a:lnTo>
                  <a:lnTo>
                    <a:pt x="1328456" y="178724"/>
                  </a:lnTo>
                  <a:lnTo>
                    <a:pt x="1320641" y="178588"/>
                  </a:lnTo>
                  <a:lnTo>
                    <a:pt x="1312827" y="178451"/>
                  </a:lnTo>
                  <a:lnTo>
                    <a:pt x="1305012" y="178314"/>
                  </a:lnTo>
                  <a:lnTo>
                    <a:pt x="1297198" y="178131"/>
                  </a:lnTo>
                  <a:lnTo>
                    <a:pt x="1289384" y="177920"/>
                  </a:lnTo>
                  <a:lnTo>
                    <a:pt x="1281569" y="177708"/>
                  </a:lnTo>
                  <a:lnTo>
                    <a:pt x="1273755" y="177569"/>
                  </a:lnTo>
                  <a:lnTo>
                    <a:pt x="1265940" y="177526"/>
                  </a:lnTo>
                  <a:lnTo>
                    <a:pt x="1258126" y="177250"/>
                  </a:lnTo>
                  <a:lnTo>
                    <a:pt x="1250311" y="177013"/>
                  </a:lnTo>
                  <a:lnTo>
                    <a:pt x="1242497" y="176942"/>
                  </a:lnTo>
                  <a:lnTo>
                    <a:pt x="1234682" y="176581"/>
                  </a:lnTo>
                  <a:lnTo>
                    <a:pt x="1226868" y="176483"/>
                  </a:lnTo>
                  <a:lnTo>
                    <a:pt x="1219053" y="176380"/>
                  </a:lnTo>
                  <a:lnTo>
                    <a:pt x="1211239" y="176275"/>
                  </a:lnTo>
                  <a:lnTo>
                    <a:pt x="1203425" y="176018"/>
                  </a:lnTo>
                  <a:lnTo>
                    <a:pt x="1195610" y="175947"/>
                  </a:lnTo>
                  <a:lnTo>
                    <a:pt x="1187796" y="175876"/>
                  </a:lnTo>
                  <a:lnTo>
                    <a:pt x="1179981" y="175804"/>
                  </a:lnTo>
                  <a:lnTo>
                    <a:pt x="1172167" y="175733"/>
                  </a:lnTo>
                  <a:lnTo>
                    <a:pt x="1164352" y="175606"/>
                  </a:lnTo>
                  <a:lnTo>
                    <a:pt x="1156538" y="175188"/>
                  </a:lnTo>
                  <a:lnTo>
                    <a:pt x="1148723" y="174836"/>
                  </a:lnTo>
                  <a:lnTo>
                    <a:pt x="1140909" y="174704"/>
                  </a:lnTo>
                  <a:lnTo>
                    <a:pt x="1133095" y="174418"/>
                  </a:lnTo>
                  <a:lnTo>
                    <a:pt x="1125280" y="174268"/>
                  </a:lnTo>
                  <a:lnTo>
                    <a:pt x="1117466" y="174103"/>
                  </a:lnTo>
                  <a:lnTo>
                    <a:pt x="1109651" y="173971"/>
                  </a:lnTo>
                  <a:lnTo>
                    <a:pt x="1101837" y="173835"/>
                  </a:lnTo>
                  <a:lnTo>
                    <a:pt x="1094022" y="173712"/>
                  </a:lnTo>
                  <a:lnTo>
                    <a:pt x="1086208" y="173684"/>
                  </a:lnTo>
                  <a:lnTo>
                    <a:pt x="1078393" y="173643"/>
                  </a:lnTo>
                  <a:lnTo>
                    <a:pt x="1070579" y="173439"/>
                  </a:lnTo>
                  <a:lnTo>
                    <a:pt x="1062765" y="173398"/>
                  </a:lnTo>
                  <a:lnTo>
                    <a:pt x="1054950" y="173205"/>
                  </a:lnTo>
                  <a:lnTo>
                    <a:pt x="1047136" y="173010"/>
                  </a:lnTo>
                  <a:lnTo>
                    <a:pt x="1039321" y="172814"/>
                  </a:lnTo>
                  <a:lnTo>
                    <a:pt x="1031507" y="172635"/>
                  </a:lnTo>
                  <a:lnTo>
                    <a:pt x="1023692" y="172500"/>
                  </a:lnTo>
                  <a:lnTo>
                    <a:pt x="1015878" y="172365"/>
                  </a:lnTo>
                  <a:lnTo>
                    <a:pt x="1008063" y="172374"/>
                  </a:lnTo>
                  <a:lnTo>
                    <a:pt x="1000249" y="172201"/>
                  </a:lnTo>
                  <a:lnTo>
                    <a:pt x="992434" y="172153"/>
                  </a:lnTo>
                  <a:lnTo>
                    <a:pt x="984620" y="172121"/>
                  </a:lnTo>
                  <a:lnTo>
                    <a:pt x="976806" y="171772"/>
                  </a:lnTo>
                  <a:lnTo>
                    <a:pt x="968991" y="171561"/>
                  </a:lnTo>
                  <a:lnTo>
                    <a:pt x="961177" y="171425"/>
                  </a:lnTo>
                  <a:lnTo>
                    <a:pt x="953362" y="171287"/>
                  </a:lnTo>
                  <a:lnTo>
                    <a:pt x="945548" y="171149"/>
                  </a:lnTo>
                  <a:lnTo>
                    <a:pt x="937733" y="170969"/>
                  </a:lnTo>
                  <a:lnTo>
                    <a:pt x="929919" y="170713"/>
                  </a:lnTo>
                  <a:lnTo>
                    <a:pt x="922104" y="170456"/>
                  </a:lnTo>
                  <a:lnTo>
                    <a:pt x="914290" y="170243"/>
                  </a:lnTo>
                  <a:lnTo>
                    <a:pt x="906476" y="170063"/>
                  </a:lnTo>
                  <a:lnTo>
                    <a:pt x="898661" y="169884"/>
                  </a:lnTo>
                  <a:lnTo>
                    <a:pt x="890847" y="169653"/>
                  </a:lnTo>
                  <a:lnTo>
                    <a:pt x="883032" y="169420"/>
                  </a:lnTo>
                  <a:lnTo>
                    <a:pt x="875218" y="169188"/>
                  </a:lnTo>
                  <a:lnTo>
                    <a:pt x="867403" y="168955"/>
                  </a:lnTo>
                  <a:lnTo>
                    <a:pt x="859589" y="168723"/>
                  </a:lnTo>
                  <a:lnTo>
                    <a:pt x="851774" y="168555"/>
                  </a:lnTo>
                  <a:lnTo>
                    <a:pt x="843960" y="168587"/>
                  </a:lnTo>
                  <a:lnTo>
                    <a:pt x="836145" y="168463"/>
                  </a:lnTo>
                  <a:lnTo>
                    <a:pt x="828331" y="168611"/>
                  </a:lnTo>
                  <a:lnTo>
                    <a:pt x="820517" y="168493"/>
                  </a:lnTo>
                  <a:lnTo>
                    <a:pt x="812702" y="168668"/>
                  </a:lnTo>
                  <a:lnTo>
                    <a:pt x="804888" y="168327"/>
                  </a:lnTo>
                  <a:lnTo>
                    <a:pt x="797073" y="168313"/>
                  </a:lnTo>
                  <a:lnTo>
                    <a:pt x="789259" y="168300"/>
                  </a:lnTo>
                  <a:lnTo>
                    <a:pt x="781444" y="168202"/>
                  </a:lnTo>
                  <a:lnTo>
                    <a:pt x="773630" y="168017"/>
                  </a:lnTo>
                  <a:lnTo>
                    <a:pt x="765815" y="168030"/>
                  </a:lnTo>
                  <a:lnTo>
                    <a:pt x="758001" y="168170"/>
                  </a:lnTo>
                  <a:lnTo>
                    <a:pt x="750187" y="168243"/>
                  </a:lnTo>
                  <a:lnTo>
                    <a:pt x="742372" y="167986"/>
                  </a:lnTo>
                  <a:lnTo>
                    <a:pt x="734558" y="167785"/>
                  </a:lnTo>
                  <a:lnTo>
                    <a:pt x="726743" y="167865"/>
                  </a:lnTo>
                  <a:lnTo>
                    <a:pt x="718929" y="167679"/>
                  </a:lnTo>
                  <a:lnTo>
                    <a:pt x="711114" y="167714"/>
                  </a:lnTo>
                  <a:lnTo>
                    <a:pt x="703300" y="167786"/>
                  </a:lnTo>
                  <a:lnTo>
                    <a:pt x="695485" y="167500"/>
                  </a:lnTo>
                  <a:lnTo>
                    <a:pt x="687671" y="167659"/>
                  </a:lnTo>
                  <a:lnTo>
                    <a:pt x="679857" y="168103"/>
                  </a:lnTo>
                  <a:lnTo>
                    <a:pt x="672042" y="168142"/>
                  </a:lnTo>
                  <a:lnTo>
                    <a:pt x="664228" y="168125"/>
                  </a:lnTo>
                  <a:lnTo>
                    <a:pt x="656413" y="168039"/>
                  </a:lnTo>
                  <a:lnTo>
                    <a:pt x="648599" y="168105"/>
                  </a:lnTo>
                  <a:lnTo>
                    <a:pt x="640784" y="168281"/>
                  </a:lnTo>
                  <a:lnTo>
                    <a:pt x="632970" y="168267"/>
                  </a:lnTo>
                  <a:lnTo>
                    <a:pt x="625155" y="168338"/>
                  </a:lnTo>
                  <a:lnTo>
                    <a:pt x="617341" y="168162"/>
                  </a:lnTo>
                  <a:lnTo>
                    <a:pt x="609526" y="168456"/>
                  </a:lnTo>
                  <a:lnTo>
                    <a:pt x="601712" y="168474"/>
                  </a:lnTo>
                  <a:lnTo>
                    <a:pt x="593898" y="168415"/>
                  </a:lnTo>
                  <a:lnTo>
                    <a:pt x="586083" y="168756"/>
                  </a:lnTo>
                  <a:lnTo>
                    <a:pt x="578269" y="168403"/>
                  </a:lnTo>
                  <a:lnTo>
                    <a:pt x="570454" y="169009"/>
                  </a:lnTo>
                  <a:lnTo>
                    <a:pt x="562640" y="168912"/>
                  </a:lnTo>
                  <a:lnTo>
                    <a:pt x="554825" y="168821"/>
                  </a:lnTo>
                  <a:lnTo>
                    <a:pt x="547011" y="168704"/>
                  </a:lnTo>
                  <a:lnTo>
                    <a:pt x="539196" y="169179"/>
                  </a:lnTo>
                  <a:lnTo>
                    <a:pt x="531382" y="169229"/>
                  </a:lnTo>
                  <a:lnTo>
                    <a:pt x="523568" y="169322"/>
                  </a:lnTo>
                  <a:lnTo>
                    <a:pt x="515753" y="169497"/>
                  </a:lnTo>
                  <a:lnTo>
                    <a:pt x="507939" y="169658"/>
                  </a:lnTo>
                  <a:lnTo>
                    <a:pt x="500124" y="169937"/>
                  </a:lnTo>
                  <a:lnTo>
                    <a:pt x="492310" y="170157"/>
                  </a:lnTo>
                  <a:lnTo>
                    <a:pt x="484495" y="170327"/>
                  </a:lnTo>
                  <a:lnTo>
                    <a:pt x="476681" y="170179"/>
                  </a:lnTo>
                  <a:lnTo>
                    <a:pt x="468866" y="170269"/>
                  </a:lnTo>
                  <a:lnTo>
                    <a:pt x="461052" y="170441"/>
                  </a:lnTo>
                  <a:lnTo>
                    <a:pt x="453238" y="170893"/>
                  </a:lnTo>
                  <a:lnTo>
                    <a:pt x="445423" y="171335"/>
                  </a:lnTo>
                  <a:lnTo>
                    <a:pt x="437609" y="171645"/>
                  </a:lnTo>
                  <a:lnTo>
                    <a:pt x="429794" y="172007"/>
                  </a:lnTo>
                  <a:lnTo>
                    <a:pt x="421980" y="172375"/>
                  </a:lnTo>
                  <a:lnTo>
                    <a:pt x="414165" y="172673"/>
                  </a:lnTo>
                  <a:lnTo>
                    <a:pt x="406351" y="173123"/>
                  </a:lnTo>
                  <a:lnTo>
                    <a:pt x="398536" y="173301"/>
                  </a:lnTo>
                  <a:lnTo>
                    <a:pt x="390722" y="173551"/>
                  </a:lnTo>
                  <a:lnTo>
                    <a:pt x="382907" y="173915"/>
                  </a:lnTo>
                  <a:lnTo>
                    <a:pt x="375093" y="174289"/>
                  </a:lnTo>
                  <a:lnTo>
                    <a:pt x="367279" y="174636"/>
                  </a:lnTo>
                  <a:lnTo>
                    <a:pt x="359464" y="174946"/>
                  </a:lnTo>
                  <a:lnTo>
                    <a:pt x="351650" y="175180"/>
                  </a:lnTo>
                  <a:lnTo>
                    <a:pt x="343835" y="175499"/>
                  </a:lnTo>
                  <a:lnTo>
                    <a:pt x="336021" y="175874"/>
                  </a:lnTo>
                  <a:lnTo>
                    <a:pt x="328206" y="176105"/>
                  </a:lnTo>
                  <a:lnTo>
                    <a:pt x="320392" y="176449"/>
                  </a:lnTo>
                  <a:lnTo>
                    <a:pt x="312577" y="177015"/>
                  </a:lnTo>
                  <a:lnTo>
                    <a:pt x="304763" y="177301"/>
                  </a:lnTo>
                  <a:lnTo>
                    <a:pt x="296949" y="177847"/>
                  </a:lnTo>
                  <a:lnTo>
                    <a:pt x="289134" y="178301"/>
                  </a:lnTo>
                  <a:lnTo>
                    <a:pt x="281320" y="178558"/>
                  </a:lnTo>
                  <a:lnTo>
                    <a:pt x="273505" y="178912"/>
                  </a:lnTo>
                  <a:lnTo>
                    <a:pt x="265691" y="179394"/>
                  </a:lnTo>
                  <a:lnTo>
                    <a:pt x="257876" y="179645"/>
                  </a:lnTo>
                  <a:lnTo>
                    <a:pt x="250062" y="179973"/>
                  </a:lnTo>
                  <a:lnTo>
                    <a:pt x="242247" y="180612"/>
                  </a:lnTo>
                  <a:lnTo>
                    <a:pt x="234433" y="180853"/>
                  </a:lnTo>
                  <a:lnTo>
                    <a:pt x="226619" y="181161"/>
                  </a:lnTo>
                  <a:lnTo>
                    <a:pt x="218804" y="181615"/>
                  </a:lnTo>
                  <a:lnTo>
                    <a:pt x="210990" y="182034"/>
                  </a:lnTo>
                  <a:lnTo>
                    <a:pt x="203175" y="182497"/>
                  </a:lnTo>
                  <a:lnTo>
                    <a:pt x="195361" y="182957"/>
                  </a:lnTo>
                  <a:lnTo>
                    <a:pt x="187546" y="183394"/>
                  </a:lnTo>
                  <a:lnTo>
                    <a:pt x="179732" y="183954"/>
                  </a:lnTo>
                  <a:lnTo>
                    <a:pt x="171917" y="184512"/>
                  </a:lnTo>
                  <a:lnTo>
                    <a:pt x="164103" y="185050"/>
                  </a:lnTo>
                  <a:lnTo>
                    <a:pt x="156288" y="185631"/>
                  </a:lnTo>
                  <a:lnTo>
                    <a:pt x="148474" y="186191"/>
                  </a:lnTo>
                  <a:lnTo>
                    <a:pt x="140660" y="186771"/>
                  </a:lnTo>
                  <a:lnTo>
                    <a:pt x="132845" y="187305"/>
                  </a:lnTo>
                  <a:lnTo>
                    <a:pt x="125031" y="187861"/>
                  </a:lnTo>
                  <a:lnTo>
                    <a:pt x="117216" y="188409"/>
                  </a:lnTo>
                  <a:lnTo>
                    <a:pt x="109402" y="188763"/>
                  </a:lnTo>
                  <a:lnTo>
                    <a:pt x="101587" y="189353"/>
                  </a:lnTo>
                  <a:lnTo>
                    <a:pt x="93773" y="189782"/>
                  </a:lnTo>
                  <a:lnTo>
                    <a:pt x="85958" y="190193"/>
                  </a:lnTo>
                  <a:lnTo>
                    <a:pt x="78144" y="190664"/>
                  </a:lnTo>
                  <a:lnTo>
                    <a:pt x="70330" y="191267"/>
                  </a:lnTo>
                  <a:lnTo>
                    <a:pt x="62515" y="191837"/>
                  </a:lnTo>
                  <a:lnTo>
                    <a:pt x="54701" y="192441"/>
                  </a:lnTo>
                  <a:lnTo>
                    <a:pt x="46886" y="193043"/>
                  </a:lnTo>
                  <a:lnTo>
                    <a:pt x="39072" y="193663"/>
                  </a:lnTo>
                  <a:lnTo>
                    <a:pt x="31257" y="194229"/>
                  </a:lnTo>
                  <a:lnTo>
                    <a:pt x="23443" y="194828"/>
                  </a:lnTo>
                  <a:lnTo>
                    <a:pt x="15628" y="195381"/>
                  </a:lnTo>
                  <a:lnTo>
                    <a:pt x="7814" y="195932"/>
                  </a:lnTo>
                  <a:lnTo>
                    <a:pt x="0" y="196483"/>
                  </a:lnTo>
                  <a:close/>
                </a:path>
              </a:pathLst>
            </a:custGeom>
            <a:solidFill>
              <a:srgbClr val="E69F00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3"/>
            <p:cNvSpPr/>
            <p:nvPr/>
          </p:nvSpPr>
          <p:spPr>
            <a:xfrm>
              <a:off x="1223067" y="3560788"/>
              <a:ext cx="2023942" cy="124398"/>
            </a:xfrm>
            <a:custGeom>
              <a:avLst/>
              <a:pathLst>
                <a:path w="2023942" h="124398">
                  <a:moveTo>
                    <a:pt x="0" y="121415"/>
                  </a:moveTo>
                  <a:lnTo>
                    <a:pt x="7814" y="121096"/>
                  </a:lnTo>
                  <a:lnTo>
                    <a:pt x="15628" y="121213"/>
                  </a:lnTo>
                  <a:lnTo>
                    <a:pt x="23443" y="121437"/>
                  </a:lnTo>
                  <a:lnTo>
                    <a:pt x="31257" y="121626"/>
                  </a:lnTo>
                  <a:lnTo>
                    <a:pt x="39072" y="121644"/>
                  </a:lnTo>
                  <a:lnTo>
                    <a:pt x="46886" y="121663"/>
                  </a:lnTo>
                  <a:lnTo>
                    <a:pt x="54701" y="121684"/>
                  </a:lnTo>
                  <a:lnTo>
                    <a:pt x="62515" y="121710"/>
                  </a:lnTo>
                  <a:lnTo>
                    <a:pt x="70330" y="121904"/>
                  </a:lnTo>
                  <a:lnTo>
                    <a:pt x="78144" y="122271"/>
                  </a:lnTo>
                  <a:lnTo>
                    <a:pt x="85958" y="122364"/>
                  </a:lnTo>
                  <a:lnTo>
                    <a:pt x="93773" y="122437"/>
                  </a:lnTo>
                  <a:lnTo>
                    <a:pt x="101587" y="122616"/>
                  </a:lnTo>
                  <a:lnTo>
                    <a:pt x="109402" y="122814"/>
                  </a:lnTo>
                  <a:lnTo>
                    <a:pt x="117216" y="123069"/>
                  </a:lnTo>
                  <a:lnTo>
                    <a:pt x="125031" y="123050"/>
                  </a:lnTo>
                  <a:lnTo>
                    <a:pt x="132845" y="122989"/>
                  </a:lnTo>
                  <a:lnTo>
                    <a:pt x="140660" y="122958"/>
                  </a:lnTo>
                  <a:lnTo>
                    <a:pt x="148474" y="123051"/>
                  </a:lnTo>
                  <a:lnTo>
                    <a:pt x="156288" y="123072"/>
                  </a:lnTo>
                  <a:lnTo>
                    <a:pt x="164103" y="123157"/>
                  </a:lnTo>
                  <a:lnTo>
                    <a:pt x="171917" y="123498"/>
                  </a:lnTo>
                  <a:lnTo>
                    <a:pt x="179732" y="123384"/>
                  </a:lnTo>
                  <a:lnTo>
                    <a:pt x="187546" y="123201"/>
                  </a:lnTo>
                  <a:lnTo>
                    <a:pt x="195361" y="123324"/>
                  </a:lnTo>
                  <a:lnTo>
                    <a:pt x="203175" y="123411"/>
                  </a:lnTo>
                  <a:lnTo>
                    <a:pt x="210990" y="123479"/>
                  </a:lnTo>
                  <a:lnTo>
                    <a:pt x="218804" y="123537"/>
                  </a:lnTo>
                  <a:lnTo>
                    <a:pt x="226619" y="123593"/>
                  </a:lnTo>
                  <a:lnTo>
                    <a:pt x="234433" y="123670"/>
                  </a:lnTo>
                  <a:lnTo>
                    <a:pt x="242247" y="123732"/>
                  </a:lnTo>
                  <a:lnTo>
                    <a:pt x="250062" y="123823"/>
                  </a:lnTo>
                  <a:lnTo>
                    <a:pt x="257876" y="124103"/>
                  </a:lnTo>
                  <a:lnTo>
                    <a:pt x="265691" y="124118"/>
                  </a:lnTo>
                  <a:lnTo>
                    <a:pt x="273505" y="124232"/>
                  </a:lnTo>
                  <a:lnTo>
                    <a:pt x="281320" y="124072"/>
                  </a:lnTo>
                  <a:lnTo>
                    <a:pt x="289134" y="124139"/>
                  </a:lnTo>
                  <a:lnTo>
                    <a:pt x="296949" y="124219"/>
                  </a:lnTo>
                  <a:lnTo>
                    <a:pt x="304763" y="124398"/>
                  </a:lnTo>
                  <a:lnTo>
                    <a:pt x="312577" y="124118"/>
                  </a:lnTo>
                  <a:lnTo>
                    <a:pt x="320392" y="123964"/>
                  </a:lnTo>
                  <a:lnTo>
                    <a:pt x="328206" y="124315"/>
                  </a:lnTo>
                  <a:lnTo>
                    <a:pt x="336021" y="124332"/>
                  </a:lnTo>
                  <a:lnTo>
                    <a:pt x="343835" y="124187"/>
                  </a:lnTo>
                  <a:lnTo>
                    <a:pt x="351650" y="124042"/>
                  </a:lnTo>
                  <a:lnTo>
                    <a:pt x="359464" y="123960"/>
                  </a:lnTo>
                  <a:lnTo>
                    <a:pt x="367279" y="123749"/>
                  </a:lnTo>
                  <a:lnTo>
                    <a:pt x="375093" y="123582"/>
                  </a:lnTo>
                  <a:lnTo>
                    <a:pt x="382907" y="123425"/>
                  </a:lnTo>
                  <a:lnTo>
                    <a:pt x="390722" y="123279"/>
                  </a:lnTo>
                  <a:lnTo>
                    <a:pt x="398536" y="123007"/>
                  </a:lnTo>
                  <a:lnTo>
                    <a:pt x="406351" y="122942"/>
                  </a:lnTo>
                  <a:lnTo>
                    <a:pt x="414165" y="122873"/>
                  </a:lnTo>
                  <a:lnTo>
                    <a:pt x="421980" y="122833"/>
                  </a:lnTo>
                  <a:lnTo>
                    <a:pt x="429794" y="122626"/>
                  </a:lnTo>
                  <a:lnTo>
                    <a:pt x="437609" y="122402"/>
                  </a:lnTo>
                  <a:lnTo>
                    <a:pt x="445423" y="122227"/>
                  </a:lnTo>
                  <a:lnTo>
                    <a:pt x="453238" y="122006"/>
                  </a:lnTo>
                  <a:lnTo>
                    <a:pt x="461052" y="121749"/>
                  </a:lnTo>
                  <a:lnTo>
                    <a:pt x="468866" y="121487"/>
                  </a:lnTo>
                  <a:lnTo>
                    <a:pt x="476681" y="121103"/>
                  </a:lnTo>
                  <a:lnTo>
                    <a:pt x="484495" y="120825"/>
                  </a:lnTo>
                  <a:lnTo>
                    <a:pt x="492310" y="120928"/>
                  </a:lnTo>
                  <a:lnTo>
                    <a:pt x="500124" y="120528"/>
                  </a:lnTo>
                  <a:lnTo>
                    <a:pt x="507939" y="120135"/>
                  </a:lnTo>
                  <a:lnTo>
                    <a:pt x="515753" y="119835"/>
                  </a:lnTo>
                  <a:lnTo>
                    <a:pt x="523568" y="119486"/>
                  </a:lnTo>
                  <a:lnTo>
                    <a:pt x="531382" y="119358"/>
                  </a:lnTo>
                  <a:lnTo>
                    <a:pt x="539196" y="118896"/>
                  </a:lnTo>
                  <a:lnTo>
                    <a:pt x="547011" y="118450"/>
                  </a:lnTo>
                  <a:lnTo>
                    <a:pt x="554825" y="118195"/>
                  </a:lnTo>
                  <a:lnTo>
                    <a:pt x="562640" y="118016"/>
                  </a:lnTo>
                  <a:lnTo>
                    <a:pt x="570454" y="117757"/>
                  </a:lnTo>
                  <a:lnTo>
                    <a:pt x="578269" y="117387"/>
                  </a:lnTo>
                  <a:lnTo>
                    <a:pt x="586083" y="116600"/>
                  </a:lnTo>
                  <a:lnTo>
                    <a:pt x="593898" y="116519"/>
                  </a:lnTo>
                  <a:lnTo>
                    <a:pt x="601712" y="116110"/>
                  </a:lnTo>
                  <a:lnTo>
                    <a:pt x="609526" y="115673"/>
                  </a:lnTo>
                  <a:lnTo>
                    <a:pt x="617341" y="115388"/>
                  </a:lnTo>
                  <a:lnTo>
                    <a:pt x="625155" y="114960"/>
                  </a:lnTo>
                  <a:lnTo>
                    <a:pt x="632970" y="114545"/>
                  </a:lnTo>
                  <a:lnTo>
                    <a:pt x="640784" y="114238"/>
                  </a:lnTo>
                  <a:lnTo>
                    <a:pt x="648599" y="113815"/>
                  </a:lnTo>
                  <a:lnTo>
                    <a:pt x="656413" y="113279"/>
                  </a:lnTo>
                  <a:lnTo>
                    <a:pt x="664228" y="112721"/>
                  </a:lnTo>
                  <a:lnTo>
                    <a:pt x="672042" y="111961"/>
                  </a:lnTo>
                  <a:lnTo>
                    <a:pt x="679857" y="111206"/>
                  </a:lnTo>
                  <a:lnTo>
                    <a:pt x="687671" y="110865"/>
                  </a:lnTo>
                  <a:lnTo>
                    <a:pt x="695485" y="110584"/>
                  </a:lnTo>
                  <a:lnTo>
                    <a:pt x="703300" y="110103"/>
                  </a:lnTo>
                  <a:lnTo>
                    <a:pt x="711114" y="109539"/>
                  </a:lnTo>
                  <a:lnTo>
                    <a:pt x="718929" y="108957"/>
                  </a:lnTo>
                  <a:lnTo>
                    <a:pt x="726743" y="108536"/>
                  </a:lnTo>
                  <a:lnTo>
                    <a:pt x="734558" y="108387"/>
                  </a:lnTo>
                  <a:lnTo>
                    <a:pt x="742372" y="107769"/>
                  </a:lnTo>
                  <a:lnTo>
                    <a:pt x="750187" y="107354"/>
                  </a:lnTo>
                  <a:lnTo>
                    <a:pt x="758001" y="106621"/>
                  </a:lnTo>
                  <a:lnTo>
                    <a:pt x="765815" y="106200"/>
                  </a:lnTo>
                  <a:lnTo>
                    <a:pt x="773630" y="105823"/>
                  </a:lnTo>
                  <a:lnTo>
                    <a:pt x="781444" y="105446"/>
                  </a:lnTo>
                  <a:lnTo>
                    <a:pt x="789259" y="104866"/>
                  </a:lnTo>
                  <a:lnTo>
                    <a:pt x="797073" y="104035"/>
                  </a:lnTo>
                  <a:lnTo>
                    <a:pt x="804888" y="103402"/>
                  </a:lnTo>
                  <a:lnTo>
                    <a:pt x="812702" y="102869"/>
                  </a:lnTo>
                  <a:lnTo>
                    <a:pt x="820517" y="102210"/>
                  </a:lnTo>
                  <a:lnTo>
                    <a:pt x="828331" y="101726"/>
                  </a:lnTo>
                  <a:lnTo>
                    <a:pt x="836145" y="100966"/>
                  </a:lnTo>
                  <a:lnTo>
                    <a:pt x="843960" y="100452"/>
                  </a:lnTo>
                  <a:lnTo>
                    <a:pt x="851774" y="99957"/>
                  </a:lnTo>
                  <a:lnTo>
                    <a:pt x="859589" y="99323"/>
                  </a:lnTo>
                  <a:lnTo>
                    <a:pt x="867403" y="98670"/>
                  </a:lnTo>
                  <a:lnTo>
                    <a:pt x="875218" y="97895"/>
                  </a:lnTo>
                  <a:lnTo>
                    <a:pt x="883032" y="97079"/>
                  </a:lnTo>
                  <a:lnTo>
                    <a:pt x="890847" y="96371"/>
                  </a:lnTo>
                  <a:lnTo>
                    <a:pt x="898661" y="95778"/>
                  </a:lnTo>
                  <a:lnTo>
                    <a:pt x="906476" y="95169"/>
                  </a:lnTo>
                  <a:lnTo>
                    <a:pt x="914290" y="94598"/>
                  </a:lnTo>
                  <a:lnTo>
                    <a:pt x="922104" y="94030"/>
                  </a:lnTo>
                  <a:lnTo>
                    <a:pt x="929919" y="93467"/>
                  </a:lnTo>
                  <a:lnTo>
                    <a:pt x="937733" y="92889"/>
                  </a:lnTo>
                  <a:lnTo>
                    <a:pt x="945548" y="92203"/>
                  </a:lnTo>
                  <a:lnTo>
                    <a:pt x="953362" y="91739"/>
                  </a:lnTo>
                  <a:lnTo>
                    <a:pt x="961177" y="90853"/>
                  </a:lnTo>
                  <a:lnTo>
                    <a:pt x="968991" y="90153"/>
                  </a:lnTo>
                  <a:lnTo>
                    <a:pt x="976806" y="89781"/>
                  </a:lnTo>
                  <a:lnTo>
                    <a:pt x="984620" y="89259"/>
                  </a:lnTo>
                  <a:lnTo>
                    <a:pt x="992434" y="88698"/>
                  </a:lnTo>
                  <a:lnTo>
                    <a:pt x="1000249" y="87988"/>
                  </a:lnTo>
                  <a:lnTo>
                    <a:pt x="1008063" y="87260"/>
                  </a:lnTo>
                  <a:lnTo>
                    <a:pt x="1015878" y="86914"/>
                  </a:lnTo>
                  <a:lnTo>
                    <a:pt x="1023692" y="86572"/>
                  </a:lnTo>
                  <a:lnTo>
                    <a:pt x="1031507" y="86046"/>
                  </a:lnTo>
                  <a:lnTo>
                    <a:pt x="1039321" y="85328"/>
                  </a:lnTo>
                  <a:lnTo>
                    <a:pt x="1047136" y="84585"/>
                  </a:lnTo>
                  <a:lnTo>
                    <a:pt x="1054950" y="83718"/>
                  </a:lnTo>
                  <a:lnTo>
                    <a:pt x="1062765" y="83085"/>
                  </a:lnTo>
                  <a:lnTo>
                    <a:pt x="1070579" y="82456"/>
                  </a:lnTo>
                  <a:lnTo>
                    <a:pt x="1078393" y="81900"/>
                  </a:lnTo>
                  <a:lnTo>
                    <a:pt x="1086208" y="81109"/>
                  </a:lnTo>
                  <a:lnTo>
                    <a:pt x="1094022" y="80309"/>
                  </a:lnTo>
                  <a:lnTo>
                    <a:pt x="1101837" y="79630"/>
                  </a:lnTo>
                  <a:lnTo>
                    <a:pt x="1109651" y="78859"/>
                  </a:lnTo>
                  <a:lnTo>
                    <a:pt x="1117466" y="78058"/>
                  </a:lnTo>
                  <a:lnTo>
                    <a:pt x="1125280" y="77417"/>
                  </a:lnTo>
                  <a:lnTo>
                    <a:pt x="1133095" y="76704"/>
                  </a:lnTo>
                  <a:lnTo>
                    <a:pt x="1140909" y="76073"/>
                  </a:lnTo>
                  <a:lnTo>
                    <a:pt x="1148723" y="75552"/>
                  </a:lnTo>
                  <a:lnTo>
                    <a:pt x="1156538" y="74972"/>
                  </a:lnTo>
                  <a:lnTo>
                    <a:pt x="1164352" y="74208"/>
                  </a:lnTo>
                  <a:lnTo>
                    <a:pt x="1172167" y="73405"/>
                  </a:lnTo>
                  <a:lnTo>
                    <a:pt x="1179981" y="72603"/>
                  </a:lnTo>
                  <a:lnTo>
                    <a:pt x="1187796" y="71802"/>
                  </a:lnTo>
                  <a:lnTo>
                    <a:pt x="1195610" y="71001"/>
                  </a:lnTo>
                  <a:lnTo>
                    <a:pt x="1203425" y="70284"/>
                  </a:lnTo>
                  <a:lnTo>
                    <a:pt x="1211239" y="69574"/>
                  </a:lnTo>
                  <a:lnTo>
                    <a:pt x="1219053" y="68899"/>
                  </a:lnTo>
                  <a:lnTo>
                    <a:pt x="1226868" y="68144"/>
                  </a:lnTo>
                  <a:lnTo>
                    <a:pt x="1234682" y="67277"/>
                  </a:lnTo>
                  <a:lnTo>
                    <a:pt x="1242497" y="66655"/>
                  </a:lnTo>
                  <a:lnTo>
                    <a:pt x="1250311" y="65930"/>
                  </a:lnTo>
                  <a:lnTo>
                    <a:pt x="1258126" y="65058"/>
                  </a:lnTo>
                  <a:lnTo>
                    <a:pt x="1265940" y="64190"/>
                  </a:lnTo>
                  <a:lnTo>
                    <a:pt x="1273755" y="63409"/>
                  </a:lnTo>
                  <a:lnTo>
                    <a:pt x="1281569" y="62841"/>
                  </a:lnTo>
                  <a:lnTo>
                    <a:pt x="1289384" y="62278"/>
                  </a:lnTo>
                  <a:lnTo>
                    <a:pt x="1297198" y="61622"/>
                  </a:lnTo>
                  <a:lnTo>
                    <a:pt x="1305012" y="60806"/>
                  </a:lnTo>
                  <a:lnTo>
                    <a:pt x="1312827" y="59992"/>
                  </a:lnTo>
                  <a:lnTo>
                    <a:pt x="1320641" y="59206"/>
                  </a:lnTo>
                  <a:lnTo>
                    <a:pt x="1328456" y="58549"/>
                  </a:lnTo>
                  <a:lnTo>
                    <a:pt x="1336270" y="57893"/>
                  </a:lnTo>
                  <a:lnTo>
                    <a:pt x="1344085" y="57238"/>
                  </a:lnTo>
                  <a:lnTo>
                    <a:pt x="1351899" y="56585"/>
                  </a:lnTo>
                  <a:lnTo>
                    <a:pt x="1359714" y="55937"/>
                  </a:lnTo>
                  <a:lnTo>
                    <a:pt x="1367528" y="55293"/>
                  </a:lnTo>
                  <a:lnTo>
                    <a:pt x="1375342" y="54610"/>
                  </a:lnTo>
                  <a:lnTo>
                    <a:pt x="1383157" y="53897"/>
                  </a:lnTo>
                  <a:lnTo>
                    <a:pt x="1390971" y="53186"/>
                  </a:lnTo>
                  <a:lnTo>
                    <a:pt x="1398786" y="52477"/>
                  </a:lnTo>
                  <a:lnTo>
                    <a:pt x="1406600" y="51765"/>
                  </a:lnTo>
                  <a:lnTo>
                    <a:pt x="1414415" y="51136"/>
                  </a:lnTo>
                  <a:lnTo>
                    <a:pt x="1422229" y="50476"/>
                  </a:lnTo>
                  <a:lnTo>
                    <a:pt x="1430044" y="49699"/>
                  </a:lnTo>
                  <a:lnTo>
                    <a:pt x="1437858" y="48925"/>
                  </a:lnTo>
                  <a:lnTo>
                    <a:pt x="1445672" y="48216"/>
                  </a:lnTo>
                  <a:lnTo>
                    <a:pt x="1453487" y="47508"/>
                  </a:lnTo>
                  <a:lnTo>
                    <a:pt x="1461301" y="46801"/>
                  </a:lnTo>
                  <a:lnTo>
                    <a:pt x="1469116" y="46095"/>
                  </a:lnTo>
                  <a:lnTo>
                    <a:pt x="1476930" y="45390"/>
                  </a:lnTo>
                  <a:lnTo>
                    <a:pt x="1484745" y="44686"/>
                  </a:lnTo>
                  <a:lnTo>
                    <a:pt x="1492559" y="43984"/>
                  </a:lnTo>
                  <a:lnTo>
                    <a:pt x="1500374" y="43285"/>
                  </a:lnTo>
                  <a:lnTo>
                    <a:pt x="1508188" y="42590"/>
                  </a:lnTo>
                  <a:lnTo>
                    <a:pt x="1516003" y="41897"/>
                  </a:lnTo>
                  <a:lnTo>
                    <a:pt x="1523817" y="41243"/>
                  </a:lnTo>
                  <a:lnTo>
                    <a:pt x="1531631" y="40706"/>
                  </a:lnTo>
                  <a:lnTo>
                    <a:pt x="1539446" y="40172"/>
                  </a:lnTo>
                  <a:lnTo>
                    <a:pt x="1547260" y="39638"/>
                  </a:lnTo>
                  <a:lnTo>
                    <a:pt x="1555075" y="39106"/>
                  </a:lnTo>
                  <a:lnTo>
                    <a:pt x="1562889" y="38578"/>
                  </a:lnTo>
                  <a:lnTo>
                    <a:pt x="1570704" y="37916"/>
                  </a:lnTo>
                  <a:lnTo>
                    <a:pt x="1578518" y="37132"/>
                  </a:lnTo>
                  <a:lnTo>
                    <a:pt x="1586333" y="36351"/>
                  </a:lnTo>
                  <a:lnTo>
                    <a:pt x="1594147" y="35571"/>
                  </a:lnTo>
                  <a:lnTo>
                    <a:pt x="1601961" y="34996"/>
                  </a:lnTo>
                  <a:lnTo>
                    <a:pt x="1609776" y="34426"/>
                  </a:lnTo>
                  <a:lnTo>
                    <a:pt x="1617590" y="33859"/>
                  </a:lnTo>
                  <a:lnTo>
                    <a:pt x="1625405" y="33294"/>
                  </a:lnTo>
                  <a:lnTo>
                    <a:pt x="1633219" y="32730"/>
                  </a:lnTo>
                  <a:lnTo>
                    <a:pt x="1641034" y="32099"/>
                  </a:lnTo>
                  <a:lnTo>
                    <a:pt x="1648848" y="31245"/>
                  </a:lnTo>
                  <a:lnTo>
                    <a:pt x="1656663" y="30393"/>
                  </a:lnTo>
                  <a:lnTo>
                    <a:pt x="1664477" y="29544"/>
                  </a:lnTo>
                  <a:lnTo>
                    <a:pt x="1672291" y="28791"/>
                  </a:lnTo>
                  <a:lnTo>
                    <a:pt x="1680106" y="28244"/>
                  </a:lnTo>
                  <a:lnTo>
                    <a:pt x="1687920" y="27699"/>
                  </a:lnTo>
                  <a:lnTo>
                    <a:pt x="1695735" y="27157"/>
                  </a:lnTo>
                  <a:lnTo>
                    <a:pt x="1703549" y="26618"/>
                  </a:lnTo>
                  <a:lnTo>
                    <a:pt x="1711364" y="26080"/>
                  </a:lnTo>
                  <a:lnTo>
                    <a:pt x="1719178" y="25544"/>
                  </a:lnTo>
                  <a:lnTo>
                    <a:pt x="1726993" y="25009"/>
                  </a:lnTo>
                  <a:lnTo>
                    <a:pt x="1734807" y="24206"/>
                  </a:lnTo>
                  <a:lnTo>
                    <a:pt x="1742622" y="23386"/>
                  </a:lnTo>
                  <a:lnTo>
                    <a:pt x="1750436" y="22568"/>
                  </a:lnTo>
                  <a:lnTo>
                    <a:pt x="1758250" y="21752"/>
                  </a:lnTo>
                  <a:lnTo>
                    <a:pt x="1766065" y="20937"/>
                  </a:lnTo>
                  <a:lnTo>
                    <a:pt x="1773879" y="20124"/>
                  </a:lnTo>
                  <a:lnTo>
                    <a:pt x="1781694" y="19312"/>
                  </a:lnTo>
                  <a:lnTo>
                    <a:pt x="1789508" y="18502"/>
                  </a:lnTo>
                  <a:lnTo>
                    <a:pt x="1797323" y="17738"/>
                  </a:lnTo>
                  <a:lnTo>
                    <a:pt x="1805137" y="17092"/>
                  </a:lnTo>
                  <a:lnTo>
                    <a:pt x="1812952" y="16448"/>
                  </a:lnTo>
                  <a:lnTo>
                    <a:pt x="1820766" y="15805"/>
                  </a:lnTo>
                  <a:lnTo>
                    <a:pt x="1828580" y="15164"/>
                  </a:lnTo>
                  <a:lnTo>
                    <a:pt x="1836395" y="14531"/>
                  </a:lnTo>
                  <a:lnTo>
                    <a:pt x="1844209" y="13899"/>
                  </a:lnTo>
                  <a:lnTo>
                    <a:pt x="1852024" y="13269"/>
                  </a:lnTo>
                  <a:lnTo>
                    <a:pt x="1859838" y="12641"/>
                  </a:lnTo>
                  <a:lnTo>
                    <a:pt x="1867653" y="12015"/>
                  </a:lnTo>
                  <a:lnTo>
                    <a:pt x="1875467" y="11390"/>
                  </a:lnTo>
                  <a:lnTo>
                    <a:pt x="1883282" y="10730"/>
                  </a:lnTo>
                  <a:lnTo>
                    <a:pt x="1891096" y="10147"/>
                  </a:lnTo>
                  <a:lnTo>
                    <a:pt x="1898910" y="9527"/>
                  </a:lnTo>
                  <a:lnTo>
                    <a:pt x="1906725" y="8910"/>
                  </a:lnTo>
                  <a:lnTo>
                    <a:pt x="1914539" y="8313"/>
                  </a:lnTo>
                  <a:lnTo>
                    <a:pt x="1922354" y="7759"/>
                  </a:lnTo>
                  <a:lnTo>
                    <a:pt x="1930168" y="7205"/>
                  </a:lnTo>
                  <a:lnTo>
                    <a:pt x="1937983" y="6587"/>
                  </a:lnTo>
                  <a:lnTo>
                    <a:pt x="1945797" y="5926"/>
                  </a:lnTo>
                  <a:lnTo>
                    <a:pt x="1953612" y="5266"/>
                  </a:lnTo>
                  <a:lnTo>
                    <a:pt x="1961426" y="4630"/>
                  </a:lnTo>
                  <a:lnTo>
                    <a:pt x="1969241" y="4089"/>
                  </a:lnTo>
                  <a:lnTo>
                    <a:pt x="1977055" y="3584"/>
                  </a:lnTo>
                  <a:lnTo>
                    <a:pt x="1984869" y="3081"/>
                  </a:lnTo>
                  <a:lnTo>
                    <a:pt x="1992684" y="2580"/>
                  </a:lnTo>
                  <a:lnTo>
                    <a:pt x="2000498" y="2081"/>
                  </a:lnTo>
                  <a:lnTo>
                    <a:pt x="2008313" y="1489"/>
                  </a:lnTo>
                  <a:lnTo>
                    <a:pt x="2016127" y="744"/>
                  </a:lnTo>
                  <a:lnTo>
                    <a:pt x="202394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5" name="pl54"/>
            <p:cNvSpPr/>
            <p:nvPr/>
          </p:nvSpPr>
          <p:spPr>
            <a:xfrm>
              <a:off x="1223067" y="3728288"/>
              <a:ext cx="2023942" cy="29454"/>
            </a:xfrm>
            <a:custGeom>
              <a:avLst/>
              <a:pathLst>
                <a:path w="2023942" h="29454">
                  <a:moveTo>
                    <a:pt x="2023942" y="29454"/>
                  </a:moveTo>
                  <a:lnTo>
                    <a:pt x="2016127" y="29263"/>
                  </a:lnTo>
                  <a:lnTo>
                    <a:pt x="2008313" y="29071"/>
                  </a:lnTo>
                  <a:lnTo>
                    <a:pt x="2000498" y="28879"/>
                  </a:lnTo>
                  <a:lnTo>
                    <a:pt x="1992684" y="28687"/>
                  </a:lnTo>
                  <a:lnTo>
                    <a:pt x="1984869" y="28495"/>
                  </a:lnTo>
                  <a:lnTo>
                    <a:pt x="1977055" y="28302"/>
                  </a:lnTo>
                  <a:lnTo>
                    <a:pt x="1969241" y="28098"/>
                  </a:lnTo>
                  <a:lnTo>
                    <a:pt x="1961426" y="27891"/>
                  </a:lnTo>
                  <a:lnTo>
                    <a:pt x="1953612" y="27684"/>
                  </a:lnTo>
                  <a:lnTo>
                    <a:pt x="1945797" y="27465"/>
                  </a:lnTo>
                  <a:lnTo>
                    <a:pt x="1937983" y="27259"/>
                  </a:lnTo>
                  <a:lnTo>
                    <a:pt x="1930168" y="27060"/>
                  </a:lnTo>
                  <a:lnTo>
                    <a:pt x="1922354" y="26853"/>
                  </a:lnTo>
                  <a:lnTo>
                    <a:pt x="1914539" y="26646"/>
                  </a:lnTo>
                  <a:lnTo>
                    <a:pt x="1906725" y="26438"/>
                  </a:lnTo>
                  <a:lnTo>
                    <a:pt x="1898910" y="26231"/>
                  </a:lnTo>
                  <a:lnTo>
                    <a:pt x="1891096" y="26023"/>
                  </a:lnTo>
                  <a:lnTo>
                    <a:pt x="1883282" y="25815"/>
                  </a:lnTo>
                  <a:lnTo>
                    <a:pt x="1875467" y="25607"/>
                  </a:lnTo>
                  <a:lnTo>
                    <a:pt x="1867653" y="25399"/>
                  </a:lnTo>
                  <a:lnTo>
                    <a:pt x="1859838" y="25190"/>
                  </a:lnTo>
                  <a:lnTo>
                    <a:pt x="1852024" y="24982"/>
                  </a:lnTo>
                  <a:lnTo>
                    <a:pt x="1844209" y="24773"/>
                  </a:lnTo>
                  <a:lnTo>
                    <a:pt x="1836395" y="24564"/>
                  </a:lnTo>
                  <a:lnTo>
                    <a:pt x="1828580" y="24355"/>
                  </a:lnTo>
                  <a:lnTo>
                    <a:pt x="1820766" y="24147"/>
                  </a:lnTo>
                  <a:lnTo>
                    <a:pt x="1812952" y="23937"/>
                  </a:lnTo>
                  <a:lnTo>
                    <a:pt x="1805137" y="23726"/>
                  </a:lnTo>
                  <a:lnTo>
                    <a:pt x="1797323" y="23514"/>
                  </a:lnTo>
                  <a:lnTo>
                    <a:pt x="1789508" y="23302"/>
                  </a:lnTo>
                  <a:lnTo>
                    <a:pt x="1781694" y="23020"/>
                  </a:lnTo>
                  <a:lnTo>
                    <a:pt x="1773879" y="22730"/>
                  </a:lnTo>
                  <a:lnTo>
                    <a:pt x="1766065" y="22437"/>
                  </a:lnTo>
                  <a:lnTo>
                    <a:pt x="1758250" y="22254"/>
                  </a:lnTo>
                  <a:lnTo>
                    <a:pt x="1750436" y="22005"/>
                  </a:lnTo>
                  <a:lnTo>
                    <a:pt x="1742622" y="21896"/>
                  </a:lnTo>
                  <a:lnTo>
                    <a:pt x="1734807" y="21632"/>
                  </a:lnTo>
                  <a:lnTo>
                    <a:pt x="1726993" y="21448"/>
                  </a:lnTo>
                  <a:lnTo>
                    <a:pt x="1719178" y="21324"/>
                  </a:lnTo>
                  <a:lnTo>
                    <a:pt x="1711364" y="21066"/>
                  </a:lnTo>
                  <a:lnTo>
                    <a:pt x="1703549" y="20780"/>
                  </a:lnTo>
                  <a:lnTo>
                    <a:pt x="1695735" y="20657"/>
                  </a:lnTo>
                  <a:lnTo>
                    <a:pt x="1687920" y="20533"/>
                  </a:lnTo>
                  <a:lnTo>
                    <a:pt x="1680106" y="20359"/>
                  </a:lnTo>
                  <a:lnTo>
                    <a:pt x="1672291" y="20151"/>
                  </a:lnTo>
                  <a:lnTo>
                    <a:pt x="1664477" y="19938"/>
                  </a:lnTo>
                  <a:lnTo>
                    <a:pt x="1656663" y="19725"/>
                  </a:lnTo>
                  <a:lnTo>
                    <a:pt x="1648848" y="19435"/>
                  </a:lnTo>
                  <a:lnTo>
                    <a:pt x="1641034" y="19145"/>
                  </a:lnTo>
                  <a:lnTo>
                    <a:pt x="1633219" y="18958"/>
                  </a:lnTo>
                  <a:lnTo>
                    <a:pt x="1625405" y="18838"/>
                  </a:lnTo>
                  <a:lnTo>
                    <a:pt x="1617590" y="18640"/>
                  </a:lnTo>
                  <a:lnTo>
                    <a:pt x="1609776" y="18428"/>
                  </a:lnTo>
                  <a:lnTo>
                    <a:pt x="1601961" y="18020"/>
                  </a:lnTo>
                  <a:lnTo>
                    <a:pt x="1594147" y="17708"/>
                  </a:lnTo>
                  <a:lnTo>
                    <a:pt x="1586333" y="17396"/>
                  </a:lnTo>
                  <a:lnTo>
                    <a:pt x="1578518" y="17105"/>
                  </a:lnTo>
                  <a:lnTo>
                    <a:pt x="1570704" y="16988"/>
                  </a:lnTo>
                  <a:lnTo>
                    <a:pt x="1562889" y="16871"/>
                  </a:lnTo>
                  <a:lnTo>
                    <a:pt x="1555075" y="16753"/>
                  </a:lnTo>
                  <a:lnTo>
                    <a:pt x="1547260" y="16661"/>
                  </a:lnTo>
                  <a:lnTo>
                    <a:pt x="1539446" y="16549"/>
                  </a:lnTo>
                  <a:lnTo>
                    <a:pt x="1531631" y="16404"/>
                  </a:lnTo>
                  <a:lnTo>
                    <a:pt x="1523817" y="16290"/>
                  </a:lnTo>
                  <a:lnTo>
                    <a:pt x="1516003" y="16175"/>
                  </a:lnTo>
                  <a:lnTo>
                    <a:pt x="1508188" y="16058"/>
                  </a:lnTo>
                  <a:lnTo>
                    <a:pt x="1500374" y="15940"/>
                  </a:lnTo>
                  <a:lnTo>
                    <a:pt x="1492559" y="15809"/>
                  </a:lnTo>
                  <a:lnTo>
                    <a:pt x="1484745" y="15599"/>
                  </a:lnTo>
                  <a:lnTo>
                    <a:pt x="1476930" y="15438"/>
                  </a:lnTo>
                  <a:lnTo>
                    <a:pt x="1469116" y="15271"/>
                  </a:lnTo>
                  <a:lnTo>
                    <a:pt x="1461301" y="15064"/>
                  </a:lnTo>
                  <a:lnTo>
                    <a:pt x="1453487" y="14856"/>
                  </a:lnTo>
                  <a:lnTo>
                    <a:pt x="1445672" y="14648"/>
                  </a:lnTo>
                  <a:lnTo>
                    <a:pt x="1437858" y="14500"/>
                  </a:lnTo>
                  <a:lnTo>
                    <a:pt x="1430044" y="14226"/>
                  </a:lnTo>
                  <a:lnTo>
                    <a:pt x="1422229" y="13963"/>
                  </a:lnTo>
                  <a:lnTo>
                    <a:pt x="1414415" y="13695"/>
                  </a:lnTo>
                  <a:lnTo>
                    <a:pt x="1406600" y="13427"/>
                  </a:lnTo>
                  <a:lnTo>
                    <a:pt x="1398786" y="13158"/>
                  </a:lnTo>
                  <a:lnTo>
                    <a:pt x="1390971" y="12889"/>
                  </a:lnTo>
                  <a:lnTo>
                    <a:pt x="1383157" y="12619"/>
                  </a:lnTo>
                  <a:lnTo>
                    <a:pt x="1375342" y="12349"/>
                  </a:lnTo>
                  <a:lnTo>
                    <a:pt x="1367528" y="12078"/>
                  </a:lnTo>
                  <a:lnTo>
                    <a:pt x="1359714" y="11807"/>
                  </a:lnTo>
                  <a:lnTo>
                    <a:pt x="1351899" y="11737"/>
                  </a:lnTo>
                  <a:lnTo>
                    <a:pt x="1344085" y="11676"/>
                  </a:lnTo>
                  <a:lnTo>
                    <a:pt x="1336270" y="11422"/>
                  </a:lnTo>
                  <a:lnTo>
                    <a:pt x="1328456" y="11224"/>
                  </a:lnTo>
                  <a:lnTo>
                    <a:pt x="1320641" y="11087"/>
                  </a:lnTo>
                  <a:lnTo>
                    <a:pt x="1312827" y="10951"/>
                  </a:lnTo>
                  <a:lnTo>
                    <a:pt x="1305012" y="10814"/>
                  </a:lnTo>
                  <a:lnTo>
                    <a:pt x="1297198" y="10631"/>
                  </a:lnTo>
                  <a:lnTo>
                    <a:pt x="1289384" y="10419"/>
                  </a:lnTo>
                  <a:lnTo>
                    <a:pt x="1281569" y="10207"/>
                  </a:lnTo>
                  <a:lnTo>
                    <a:pt x="1273755" y="10069"/>
                  </a:lnTo>
                  <a:lnTo>
                    <a:pt x="1265940" y="10026"/>
                  </a:lnTo>
                  <a:lnTo>
                    <a:pt x="1258126" y="9750"/>
                  </a:lnTo>
                  <a:lnTo>
                    <a:pt x="1250311" y="9513"/>
                  </a:lnTo>
                  <a:lnTo>
                    <a:pt x="1242497" y="9442"/>
                  </a:lnTo>
                  <a:lnTo>
                    <a:pt x="1234682" y="9081"/>
                  </a:lnTo>
                  <a:lnTo>
                    <a:pt x="1226868" y="8982"/>
                  </a:lnTo>
                  <a:lnTo>
                    <a:pt x="1219053" y="8880"/>
                  </a:lnTo>
                  <a:lnTo>
                    <a:pt x="1211239" y="8775"/>
                  </a:lnTo>
                  <a:lnTo>
                    <a:pt x="1203425" y="8518"/>
                  </a:lnTo>
                  <a:lnTo>
                    <a:pt x="1195610" y="8447"/>
                  </a:lnTo>
                  <a:lnTo>
                    <a:pt x="1187796" y="8376"/>
                  </a:lnTo>
                  <a:lnTo>
                    <a:pt x="1179981" y="8304"/>
                  </a:lnTo>
                  <a:lnTo>
                    <a:pt x="1172167" y="8233"/>
                  </a:lnTo>
                  <a:lnTo>
                    <a:pt x="1164352" y="8105"/>
                  </a:lnTo>
                  <a:lnTo>
                    <a:pt x="1156538" y="7688"/>
                  </a:lnTo>
                  <a:lnTo>
                    <a:pt x="1148723" y="7336"/>
                  </a:lnTo>
                  <a:lnTo>
                    <a:pt x="1140909" y="7204"/>
                  </a:lnTo>
                  <a:lnTo>
                    <a:pt x="1133095" y="6918"/>
                  </a:lnTo>
                  <a:lnTo>
                    <a:pt x="1125280" y="6768"/>
                  </a:lnTo>
                  <a:lnTo>
                    <a:pt x="1117466" y="6602"/>
                  </a:lnTo>
                  <a:lnTo>
                    <a:pt x="1109651" y="6471"/>
                  </a:lnTo>
                  <a:lnTo>
                    <a:pt x="1101837" y="6335"/>
                  </a:lnTo>
                  <a:lnTo>
                    <a:pt x="1094022" y="6212"/>
                  </a:lnTo>
                  <a:lnTo>
                    <a:pt x="1086208" y="6183"/>
                  </a:lnTo>
                  <a:lnTo>
                    <a:pt x="1078393" y="6143"/>
                  </a:lnTo>
                  <a:lnTo>
                    <a:pt x="1070579" y="5939"/>
                  </a:lnTo>
                  <a:lnTo>
                    <a:pt x="1062765" y="5898"/>
                  </a:lnTo>
                  <a:lnTo>
                    <a:pt x="1054950" y="5705"/>
                  </a:lnTo>
                  <a:lnTo>
                    <a:pt x="1047136" y="5510"/>
                  </a:lnTo>
                  <a:lnTo>
                    <a:pt x="1039321" y="5314"/>
                  </a:lnTo>
                  <a:lnTo>
                    <a:pt x="1031507" y="5135"/>
                  </a:lnTo>
                  <a:lnTo>
                    <a:pt x="1023692" y="5000"/>
                  </a:lnTo>
                  <a:lnTo>
                    <a:pt x="1015878" y="4864"/>
                  </a:lnTo>
                  <a:lnTo>
                    <a:pt x="1008063" y="4874"/>
                  </a:lnTo>
                  <a:lnTo>
                    <a:pt x="1000249" y="4701"/>
                  </a:lnTo>
                  <a:lnTo>
                    <a:pt x="992434" y="4653"/>
                  </a:lnTo>
                  <a:lnTo>
                    <a:pt x="984620" y="4620"/>
                  </a:lnTo>
                  <a:lnTo>
                    <a:pt x="976806" y="4272"/>
                  </a:lnTo>
                  <a:lnTo>
                    <a:pt x="968991" y="4060"/>
                  </a:lnTo>
                  <a:lnTo>
                    <a:pt x="961177" y="3925"/>
                  </a:lnTo>
                  <a:lnTo>
                    <a:pt x="953362" y="3787"/>
                  </a:lnTo>
                  <a:lnTo>
                    <a:pt x="945548" y="3649"/>
                  </a:lnTo>
                  <a:lnTo>
                    <a:pt x="937733" y="3468"/>
                  </a:lnTo>
                  <a:lnTo>
                    <a:pt x="929919" y="3213"/>
                  </a:lnTo>
                  <a:lnTo>
                    <a:pt x="922104" y="2956"/>
                  </a:lnTo>
                  <a:lnTo>
                    <a:pt x="914290" y="2742"/>
                  </a:lnTo>
                  <a:lnTo>
                    <a:pt x="906476" y="2563"/>
                  </a:lnTo>
                  <a:lnTo>
                    <a:pt x="898661" y="2384"/>
                  </a:lnTo>
                  <a:lnTo>
                    <a:pt x="890847" y="2152"/>
                  </a:lnTo>
                  <a:lnTo>
                    <a:pt x="883032" y="1920"/>
                  </a:lnTo>
                  <a:lnTo>
                    <a:pt x="875218" y="1688"/>
                  </a:lnTo>
                  <a:lnTo>
                    <a:pt x="867403" y="1455"/>
                  </a:lnTo>
                  <a:lnTo>
                    <a:pt x="859589" y="1222"/>
                  </a:lnTo>
                  <a:lnTo>
                    <a:pt x="851774" y="1055"/>
                  </a:lnTo>
                  <a:lnTo>
                    <a:pt x="843960" y="1087"/>
                  </a:lnTo>
                  <a:lnTo>
                    <a:pt x="836145" y="963"/>
                  </a:lnTo>
                  <a:lnTo>
                    <a:pt x="828331" y="1110"/>
                  </a:lnTo>
                  <a:lnTo>
                    <a:pt x="820517" y="993"/>
                  </a:lnTo>
                  <a:lnTo>
                    <a:pt x="812702" y="1167"/>
                  </a:lnTo>
                  <a:lnTo>
                    <a:pt x="804888" y="827"/>
                  </a:lnTo>
                  <a:lnTo>
                    <a:pt x="797073" y="813"/>
                  </a:lnTo>
                  <a:lnTo>
                    <a:pt x="789259" y="799"/>
                  </a:lnTo>
                  <a:lnTo>
                    <a:pt x="781444" y="702"/>
                  </a:lnTo>
                  <a:lnTo>
                    <a:pt x="773630" y="517"/>
                  </a:lnTo>
                  <a:lnTo>
                    <a:pt x="765815" y="530"/>
                  </a:lnTo>
                  <a:lnTo>
                    <a:pt x="758001" y="670"/>
                  </a:lnTo>
                  <a:lnTo>
                    <a:pt x="750187" y="743"/>
                  </a:lnTo>
                  <a:lnTo>
                    <a:pt x="742372" y="486"/>
                  </a:lnTo>
                  <a:lnTo>
                    <a:pt x="734558" y="285"/>
                  </a:lnTo>
                  <a:lnTo>
                    <a:pt x="726743" y="365"/>
                  </a:lnTo>
                  <a:lnTo>
                    <a:pt x="718929" y="179"/>
                  </a:lnTo>
                  <a:lnTo>
                    <a:pt x="711114" y="213"/>
                  </a:lnTo>
                  <a:lnTo>
                    <a:pt x="703300" y="285"/>
                  </a:lnTo>
                  <a:lnTo>
                    <a:pt x="695485" y="0"/>
                  </a:lnTo>
                  <a:lnTo>
                    <a:pt x="687671" y="159"/>
                  </a:lnTo>
                  <a:lnTo>
                    <a:pt x="679857" y="602"/>
                  </a:lnTo>
                  <a:lnTo>
                    <a:pt x="672042" y="641"/>
                  </a:lnTo>
                  <a:lnTo>
                    <a:pt x="664228" y="625"/>
                  </a:lnTo>
                  <a:lnTo>
                    <a:pt x="656413" y="539"/>
                  </a:lnTo>
                  <a:lnTo>
                    <a:pt x="648599" y="605"/>
                  </a:lnTo>
                  <a:lnTo>
                    <a:pt x="640784" y="780"/>
                  </a:lnTo>
                  <a:lnTo>
                    <a:pt x="632970" y="767"/>
                  </a:lnTo>
                  <a:lnTo>
                    <a:pt x="625155" y="838"/>
                  </a:lnTo>
                  <a:lnTo>
                    <a:pt x="617341" y="662"/>
                  </a:lnTo>
                  <a:lnTo>
                    <a:pt x="609526" y="956"/>
                  </a:lnTo>
                  <a:lnTo>
                    <a:pt x="601712" y="973"/>
                  </a:lnTo>
                  <a:lnTo>
                    <a:pt x="593898" y="915"/>
                  </a:lnTo>
                  <a:lnTo>
                    <a:pt x="586083" y="1256"/>
                  </a:lnTo>
                  <a:lnTo>
                    <a:pt x="578269" y="902"/>
                  </a:lnTo>
                  <a:lnTo>
                    <a:pt x="570454" y="1509"/>
                  </a:lnTo>
                  <a:lnTo>
                    <a:pt x="562640" y="1411"/>
                  </a:lnTo>
                  <a:lnTo>
                    <a:pt x="554825" y="1321"/>
                  </a:lnTo>
                  <a:lnTo>
                    <a:pt x="547011" y="1204"/>
                  </a:lnTo>
                  <a:lnTo>
                    <a:pt x="539196" y="1679"/>
                  </a:lnTo>
                  <a:lnTo>
                    <a:pt x="531382" y="1728"/>
                  </a:lnTo>
                  <a:lnTo>
                    <a:pt x="523568" y="1822"/>
                  </a:lnTo>
                  <a:lnTo>
                    <a:pt x="515753" y="1997"/>
                  </a:lnTo>
                  <a:lnTo>
                    <a:pt x="507939" y="2157"/>
                  </a:lnTo>
                  <a:lnTo>
                    <a:pt x="500124" y="2437"/>
                  </a:lnTo>
                  <a:lnTo>
                    <a:pt x="492310" y="2657"/>
                  </a:lnTo>
                  <a:lnTo>
                    <a:pt x="484495" y="2827"/>
                  </a:lnTo>
                  <a:lnTo>
                    <a:pt x="476681" y="2678"/>
                  </a:lnTo>
                  <a:lnTo>
                    <a:pt x="468866" y="2769"/>
                  </a:lnTo>
                  <a:lnTo>
                    <a:pt x="461052" y="2940"/>
                  </a:lnTo>
                  <a:lnTo>
                    <a:pt x="453238" y="3393"/>
                  </a:lnTo>
                  <a:lnTo>
                    <a:pt x="445423" y="3835"/>
                  </a:lnTo>
                  <a:lnTo>
                    <a:pt x="437609" y="4145"/>
                  </a:lnTo>
                  <a:lnTo>
                    <a:pt x="429794" y="4507"/>
                  </a:lnTo>
                  <a:lnTo>
                    <a:pt x="421980" y="4875"/>
                  </a:lnTo>
                  <a:lnTo>
                    <a:pt x="414165" y="5172"/>
                  </a:lnTo>
                  <a:lnTo>
                    <a:pt x="406351" y="5622"/>
                  </a:lnTo>
                  <a:lnTo>
                    <a:pt x="398536" y="5801"/>
                  </a:lnTo>
                  <a:lnTo>
                    <a:pt x="390722" y="6051"/>
                  </a:lnTo>
                  <a:lnTo>
                    <a:pt x="382907" y="6415"/>
                  </a:lnTo>
                  <a:lnTo>
                    <a:pt x="375093" y="6789"/>
                  </a:lnTo>
                  <a:lnTo>
                    <a:pt x="367279" y="7135"/>
                  </a:lnTo>
                  <a:lnTo>
                    <a:pt x="359464" y="7446"/>
                  </a:lnTo>
                  <a:lnTo>
                    <a:pt x="351650" y="7680"/>
                  </a:lnTo>
                  <a:lnTo>
                    <a:pt x="343835" y="7999"/>
                  </a:lnTo>
                  <a:lnTo>
                    <a:pt x="336021" y="8374"/>
                  </a:lnTo>
                  <a:lnTo>
                    <a:pt x="328206" y="8605"/>
                  </a:lnTo>
                  <a:lnTo>
                    <a:pt x="320392" y="8949"/>
                  </a:lnTo>
                  <a:lnTo>
                    <a:pt x="312577" y="9515"/>
                  </a:lnTo>
                  <a:lnTo>
                    <a:pt x="304763" y="9801"/>
                  </a:lnTo>
                  <a:lnTo>
                    <a:pt x="296949" y="10347"/>
                  </a:lnTo>
                  <a:lnTo>
                    <a:pt x="289134" y="10801"/>
                  </a:lnTo>
                  <a:lnTo>
                    <a:pt x="281320" y="11057"/>
                  </a:lnTo>
                  <a:lnTo>
                    <a:pt x="273505" y="11412"/>
                  </a:lnTo>
                  <a:lnTo>
                    <a:pt x="265691" y="11893"/>
                  </a:lnTo>
                  <a:lnTo>
                    <a:pt x="257876" y="12145"/>
                  </a:lnTo>
                  <a:lnTo>
                    <a:pt x="250062" y="12473"/>
                  </a:lnTo>
                  <a:lnTo>
                    <a:pt x="242247" y="13112"/>
                  </a:lnTo>
                  <a:lnTo>
                    <a:pt x="234433" y="13353"/>
                  </a:lnTo>
                  <a:lnTo>
                    <a:pt x="226619" y="13661"/>
                  </a:lnTo>
                  <a:lnTo>
                    <a:pt x="218804" y="14115"/>
                  </a:lnTo>
                  <a:lnTo>
                    <a:pt x="210990" y="14533"/>
                  </a:lnTo>
                  <a:lnTo>
                    <a:pt x="203175" y="14997"/>
                  </a:lnTo>
                  <a:lnTo>
                    <a:pt x="195361" y="15456"/>
                  </a:lnTo>
                  <a:lnTo>
                    <a:pt x="187546" y="15893"/>
                  </a:lnTo>
                  <a:lnTo>
                    <a:pt x="179732" y="16454"/>
                  </a:lnTo>
                  <a:lnTo>
                    <a:pt x="171917" y="17012"/>
                  </a:lnTo>
                  <a:lnTo>
                    <a:pt x="164103" y="17550"/>
                  </a:lnTo>
                  <a:lnTo>
                    <a:pt x="156288" y="18131"/>
                  </a:lnTo>
                  <a:lnTo>
                    <a:pt x="148474" y="18691"/>
                  </a:lnTo>
                  <a:lnTo>
                    <a:pt x="140660" y="19270"/>
                  </a:lnTo>
                  <a:lnTo>
                    <a:pt x="132845" y="19805"/>
                  </a:lnTo>
                  <a:lnTo>
                    <a:pt x="125031" y="20360"/>
                  </a:lnTo>
                  <a:lnTo>
                    <a:pt x="117216" y="20908"/>
                  </a:lnTo>
                  <a:lnTo>
                    <a:pt x="109402" y="21263"/>
                  </a:lnTo>
                  <a:lnTo>
                    <a:pt x="101587" y="21853"/>
                  </a:lnTo>
                  <a:lnTo>
                    <a:pt x="93773" y="22282"/>
                  </a:lnTo>
                  <a:lnTo>
                    <a:pt x="85958" y="22693"/>
                  </a:lnTo>
                  <a:lnTo>
                    <a:pt x="78144" y="23164"/>
                  </a:lnTo>
                  <a:lnTo>
                    <a:pt x="70330" y="23767"/>
                  </a:lnTo>
                  <a:lnTo>
                    <a:pt x="62515" y="24337"/>
                  </a:lnTo>
                  <a:lnTo>
                    <a:pt x="54701" y="24941"/>
                  </a:lnTo>
                  <a:lnTo>
                    <a:pt x="46886" y="25543"/>
                  </a:lnTo>
                  <a:lnTo>
                    <a:pt x="39072" y="26163"/>
                  </a:lnTo>
                  <a:lnTo>
                    <a:pt x="31257" y="26729"/>
                  </a:lnTo>
                  <a:lnTo>
                    <a:pt x="23443" y="27327"/>
                  </a:lnTo>
                  <a:lnTo>
                    <a:pt x="15628" y="27881"/>
                  </a:lnTo>
                  <a:lnTo>
                    <a:pt x="7814" y="28432"/>
                  </a:lnTo>
                  <a:lnTo>
                    <a:pt x="0" y="289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6" name="pg55"/>
            <p:cNvSpPr/>
            <p:nvPr/>
          </p:nvSpPr>
          <p:spPr>
            <a:xfrm>
              <a:off x="1223067" y="3548096"/>
              <a:ext cx="2023942" cy="201173"/>
            </a:xfrm>
            <a:custGeom>
              <a:avLst/>
              <a:pathLst>
                <a:path w="2023942" h="201173">
                  <a:moveTo>
                    <a:pt x="0" y="118278"/>
                  </a:moveTo>
                  <a:lnTo>
                    <a:pt x="7814" y="118135"/>
                  </a:lnTo>
                  <a:lnTo>
                    <a:pt x="15628" y="118077"/>
                  </a:lnTo>
                  <a:lnTo>
                    <a:pt x="23443" y="118376"/>
                  </a:lnTo>
                  <a:lnTo>
                    <a:pt x="31257" y="118561"/>
                  </a:lnTo>
                  <a:lnTo>
                    <a:pt x="39072" y="118702"/>
                  </a:lnTo>
                  <a:lnTo>
                    <a:pt x="46886" y="118675"/>
                  </a:lnTo>
                  <a:lnTo>
                    <a:pt x="54701" y="118637"/>
                  </a:lnTo>
                  <a:lnTo>
                    <a:pt x="62515" y="118673"/>
                  </a:lnTo>
                  <a:lnTo>
                    <a:pt x="70330" y="118927"/>
                  </a:lnTo>
                  <a:lnTo>
                    <a:pt x="78144" y="118992"/>
                  </a:lnTo>
                  <a:lnTo>
                    <a:pt x="85958" y="119079"/>
                  </a:lnTo>
                  <a:lnTo>
                    <a:pt x="93773" y="119062"/>
                  </a:lnTo>
                  <a:lnTo>
                    <a:pt x="101587" y="119072"/>
                  </a:lnTo>
                  <a:lnTo>
                    <a:pt x="109402" y="119006"/>
                  </a:lnTo>
                  <a:lnTo>
                    <a:pt x="117216" y="119023"/>
                  </a:lnTo>
                  <a:lnTo>
                    <a:pt x="125031" y="119347"/>
                  </a:lnTo>
                  <a:lnTo>
                    <a:pt x="132845" y="119591"/>
                  </a:lnTo>
                  <a:lnTo>
                    <a:pt x="140660" y="119849"/>
                  </a:lnTo>
                  <a:lnTo>
                    <a:pt x="148474" y="119926"/>
                  </a:lnTo>
                  <a:lnTo>
                    <a:pt x="156288" y="119855"/>
                  </a:lnTo>
                  <a:lnTo>
                    <a:pt x="164103" y="119970"/>
                  </a:lnTo>
                  <a:lnTo>
                    <a:pt x="171917" y="119994"/>
                  </a:lnTo>
                  <a:lnTo>
                    <a:pt x="179732" y="120016"/>
                  </a:lnTo>
                  <a:lnTo>
                    <a:pt x="187546" y="119948"/>
                  </a:lnTo>
                  <a:lnTo>
                    <a:pt x="195361" y="119903"/>
                  </a:lnTo>
                  <a:lnTo>
                    <a:pt x="203175" y="120101"/>
                  </a:lnTo>
                  <a:lnTo>
                    <a:pt x="210990" y="120128"/>
                  </a:lnTo>
                  <a:lnTo>
                    <a:pt x="218804" y="120137"/>
                  </a:lnTo>
                  <a:lnTo>
                    <a:pt x="226619" y="120126"/>
                  </a:lnTo>
                  <a:lnTo>
                    <a:pt x="234433" y="120125"/>
                  </a:lnTo>
                  <a:lnTo>
                    <a:pt x="242247" y="120204"/>
                  </a:lnTo>
                  <a:lnTo>
                    <a:pt x="250062" y="120257"/>
                  </a:lnTo>
                  <a:lnTo>
                    <a:pt x="257876" y="120285"/>
                  </a:lnTo>
                  <a:lnTo>
                    <a:pt x="265691" y="120452"/>
                  </a:lnTo>
                  <a:lnTo>
                    <a:pt x="273505" y="120533"/>
                  </a:lnTo>
                  <a:lnTo>
                    <a:pt x="281320" y="120630"/>
                  </a:lnTo>
                  <a:lnTo>
                    <a:pt x="289134" y="120872"/>
                  </a:lnTo>
                  <a:lnTo>
                    <a:pt x="296949" y="120871"/>
                  </a:lnTo>
                  <a:lnTo>
                    <a:pt x="304763" y="121030"/>
                  </a:lnTo>
                  <a:lnTo>
                    <a:pt x="312577" y="121300"/>
                  </a:lnTo>
                  <a:lnTo>
                    <a:pt x="320392" y="121124"/>
                  </a:lnTo>
                  <a:lnTo>
                    <a:pt x="328206" y="121303"/>
                  </a:lnTo>
                  <a:lnTo>
                    <a:pt x="336021" y="121439"/>
                  </a:lnTo>
                  <a:lnTo>
                    <a:pt x="343835" y="121268"/>
                  </a:lnTo>
                  <a:lnTo>
                    <a:pt x="351650" y="121374"/>
                  </a:lnTo>
                  <a:lnTo>
                    <a:pt x="359464" y="121243"/>
                  </a:lnTo>
                  <a:lnTo>
                    <a:pt x="367279" y="120816"/>
                  </a:lnTo>
                  <a:lnTo>
                    <a:pt x="375093" y="120701"/>
                  </a:lnTo>
                  <a:lnTo>
                    <a:pt x="382907" y="120772"/>
                  </a:lnTo>
                  <a:lnTo>
                    <a:pt x="390722" y="120730"/>
                  </a:lnTo>
                  <a:lnTo>
                    <a:pt x="398536" y="120745"/>
                  </a:lnTo>
                  <a:lnTo>
                    <a:pt x="406351" y="120759"/>
                  </a:lnTo>
                  <a:lnTo>
                    <a:pt x="414165" y="120602"/>
                  </a:lnTo>
                  <a:lnTo>
                    <a:pt x="421980" y="120443"/>
                  </a:lnTo>
                  <a:lnTo>
                    <a:pt x="429794" y="120437"/>
                  </a:lnTo>
                  <a:lnTo>
                    <a:pt x="437609" y="120520"/>
                  </a:lnTo>
                  <a:lnTo>
                    <a:pt x="445423" y="120097"/>
                  </a:lnTo>
                  <a:lnTo>
                    <a:pt x="453238" y="119970"/>
                  </a:lnTo>
                  <a:lnTo>
                    <a:pt x="461052" y="119733"/>
                  </a:lnTo>
                  <a:lnTo>
                    <a:pt x="468866" y="119526"/>
                  </a:lnTo>
                  <a:lnTo>
                    <a:pt x="476681" y="119497"/>
                  </a:lnTo>
                  <a:lnTo>
                    <a:pt x="484495" y="119460"/>
                  </a:lnTo>
                  <a:lnTo>
                    <a:pt x="492310" y="119232"/>
                  </a:lnTo>
                  <a:lnTo>
                    <a:pt x="500124" y="118908"/>
                  </a:lnTo>
                  <a:lnTo>
                    <a:pt x="507939" y="118462"/>
                  </a:lnTo>
                  <a:lnTo>
                    <a:pt x="515753" y="118103"/>
                  </a:lnTo>
                  <a:lnTo>
                    <a:pt x="523568" y="118034"/>
                  </a:lnTo>
                  <a:lnTo>
                    <a:pt x="531382" y="117494"/>
                  </a:lnTo>
                  <a:lnTo>
                    <a:pt x="539196" y="117337"/>
                  </a:lnTo>
                  <a:lnTo>
                    <a:pt x="547011" y="117406"/>
                  </a:lnTo>
                  <a:lnTo>
                    <a:pt x="554825" y="116988"/>
                  </a:lnTo>
                  <a:lnTo>
                    <a:pt x="562640" y="116469"/>
                  </a:lnTo>
                  <a:lnTo>
                    <a:pt x="570454" y="116216"/>
                  </a:lnTo>
                  <a:lnTo>
                    <a:pt x="578269" y="115947"/>
                  </a:lnTo>
                  <a:lnTo>
                    <a:pt x="586083" y="115101"/>
                  </a:lnTo>
                  <a:lnTo>
                    <a:pt x="593898" y="114414"/>
                  </a:lnTo>
                  <a:lnTo>
                    <a:pt x="601712" y="113666"/>
                  </a:lnTo>
                  <a:lnTo>
                    <a:pt x="609526" y="113466"/>
                  </a:lnTo>
                  <a:lnTo>
                    <a:pt x="617341" y="113031"/>
                  </a:lnTo>
                  <a:lnTo>
                    <a:pt x="625155" y="112624"/>
                  </a:lnTo>
                  <a:lnTo>
                    <a:pt x="632970" y="112402"/>
                  </a:lnTo>
                  <a:lnTo>
                    <a:pt x="640784" y="112172"/>
                  </a:lnTo>
                  <a:lnTo>
                    <a:pt x="648599" y="111653"/>
                  </a:lnTo>
                  <a:lnTo>
                    <a:pt x="656413" y="111350"/>
                  </a:lnTo>
                  <a:lnTo>
                    <a:pt x="664228" y="110834"/>
                  </a:lnTo>
                  <a:lnTo>
                    <a:pt x="672042" y="110009"/>
                  </a:lnTo>
                  <a:lnTo>
                    <a:pt x="679857" y="109217"/>
                  </a:lnTo>
                  <a:lnTo>
                    <a:pt x="687671" y="108999"/>
                  </a:lnTo>
                  <a:lnTo>
                    <a:pt x="695485" y="108468"/>
                  </a:lnTo>
                  <a:lnTo>
                    <a:pt x="703300" y="107787"/>
                  </a:lnTo>
                  <a:lnTo>
                    <a:pt x="711114" y="107208"/>
                  </a:lnTo>
                  <a:lnTo>
                    <a:pt x="718929" y="106552"/>
                  </a:lnTo>
                  <a:lnTo>
                    <a:pt x="726743" y="106075"/>
                  </a:lnTo>
                  <a:lnTo>
                    <a:pt x="734558" y="105584"/>
                  </a:lnTo>
                  <a:lnTo>
                    <a:pt x="742372" y="104781"/>
                  </a:lnTo>
                  <a:lnTo>
                    <a:pt x="750187" y="104180"/>
                  </a:lnTo>
                  <a:lnTo>
                    <a:pt x="758001" y="103648"/>
                  </a:lnTo>
                  <a:lnTo>
                    <a:pt x="765815" y="102997"/>
                  </a:lnTo>
                  <a:lnTo>
                    <a:pt x="773630" y="102663"/>
                  </a:lnTo>
                  <a:lnTo>
                    <a:pt x="781444" y="102075"/>
                  </a:lnTo>
                  <a:lnTo>
                    <a:pt x="789259" y="101456"/>
                  </a:lnTo>
                  <a:lnTo>
                    <a:pt x="797073" y="100839"/>
                  </a:lnTo>
                  <a:lnTo>
                    <a:pt x="804888" y="100260"/>
                  </a:lnTo>
                  <a:lnTo>
                    <a:pt x="812702" y="99762"/>
                  </a:lnTo>
                  <a:lnTo>
                    <a:pt x="820517" y="99321"/>
                  </a:lnTo>
                  <a:lnTo>
                    <a:pt x="828331" y="98732"/>
                  </a:lnTo>
                  <a:lnTo>
                    <a:pt x="836145" y="98072"/>
                  </a:lnTo>
                  <a:lnTo>
                    <a:pt x="843960" y="97418"/>
                  </a:lnTo>
                  <a:lnTo>
                    <a:pt x="851774" y="97076"/>
                  </a:lnTo>
                  <a:lnTo>
                    <a:pt x="859589" y="96616"/>
                  </a:lnTo>
                  <a:lnTo>
                    <a:pt x="867403" y="95877"/>
                  </a:lnTo>
                  <a:lnTo>
                    <a:pt x="875218" y="95432"/>
                  </a:lnTo>
                  <a:lnTo>
                    <a:pt x="883032" y="95239"/>
                  </a:lnTo>
                  <a:lnTo>
                    <a:pt x="890847" y="94920"/>
                  </a:lnTo>
                  <a:lnTo>
                    <a:pt x="898661" y="94283"/>
                  </a:lnTo>
                  <a:lnTo>
                    <a:pt x="906476" y="93646"/>
                  </a:lnTo>
                  <a:lnTo>
                    <a:pt x="914290" y="92868"/>
                  </a:lnTo>
                  <a:lnTo>
                    <a:pt x="922104" y="92103"/>
                  </a:lnTo>
                  <a:lnTo>
                    <a:pt x="929919" y="91555"/>
                  </a:lnTo>
                  <a:lnTo>
                    <a:pt x="937733" y="91083"/>
                  </a:lnTo>
                  <a:lnTo>
                    <a:pt x="945548" y="90449"/>
                  </a:lnTo>
                  <a:lnTo>
                    <a:pt x="953362" y="89614"/>
                  </a:lnTo>
                  <a:lnTo>
                    <a:pt x="961177" y="88954"/>
                  </a:lnTo>
                  <a:lnTo>
                    <a:pt x="968991" y="88177"/>
                  </a:lnTo>
                  <a:lnTo>
                    <a:pt x="976806" y="87527"/>
                  </a:lnTo>
                  <a:lnTo>
                    <a:pt x="984620" y="86737"/>
                  </a:lnTo>
                  <a:lnTo>
                    <a:pt x="992434" y="85946"/>
                  </a:lnTo>
                  <a:lnTo>
                    <a:pt x="1000249" y="85156"/>
                  </a:lnTo>
                  <a:lnTo>
                    <a:pt x="1008063" y="84365"/>
                  </a:lnTo>
                  <a:lnTo>
                    <a:pt x="1015878" y="83577"/>
                  </a:lnTo>
                  <a:lnTo>
                    <a:pt x="1023692" y="82901"/>
                  </a:lnTo>
                  <a:lnTo>
                    <a:pt x="1031507" y="82254"/>
                  </a:lnTo>
                  <a:lnTo>
                    <a:pt x="1039321" y="81664"/>
                  </a:lnTo>
                  <a:lnTo>
                    <a:pt x="1047136" y="80959"/>
                  </a:lnTo>
                  <a:lnTo>
                    <a:pt x="1054950" y="80311"/>
                  </a:lnTo>
                  <a:lnTo>
                    <a:pt x="1062765" y="79439"/>
                  </a:lnTo>
                  <a:lnTo>
                    <a:pt x="1070579" y="78739"/>
                  </a:lnTo>
                  <a:lnTo>
                    <a:pt x="1078393" y="78113"/>
                  </a:lnTo>
                  <a:lnTo>
                    <a:pt x="1086208" y="77489"/>
                  </a:lnTo>
                  <a:lnTo>
                    <a:pt x="1094022" y="76866"/>
                  </a:lnTo>
                  <a:lnTo>
                    <a:pt x="1101837" y="76245"/>
                  </a:lnTo>
                  <a:lnTo>
                    <a:pt x="1109651" y="75624"/>
                  </a:lnTo>
                  <a:lnTo>
                    <a:pt x="1117466" y="74860"/>
                  </a:lnTo>
                  <a:lnTo>
                    <a:pt x="1125280" y="74263"/>
                  </a:lnTo>
                  <a:lnTo>
                    <a:pt x="1133095" y="73653"/>
                  </a:lnTo>
                  <a:lnTo>
                    <a:pt x="1140909" y="73049"/>
                  </a:lnTo>
                  <a:lnTo>
                    <a:pt x="1148723" y="72446"/>
                  </a:lnTo>
                  <a:lnTo>
                    <a:pt x="1156538" y="71816"/>
                  </a:lnTo>
                  <a:lnTo>
                    <a:pt x="1164352" y="71091"/>
                  </a:lnTo>
                  <a:lnTo>
                    <a:pt x="1172167" y="70367"/>
                  </a:lnTo>
                  <a:lnTo>
                    <a:pt x="1179981" y="69644"/>
                  </a:lnTo>
                  <a:lnTo>
                    <a:pt x="1187796" y="68920"/>
                  </a:lnTo>
                  <a:lnTo>
                    <a:pt x="1195610" y="68189"/>
                  </a:lnTo>
                  <a:lnTo>
                    <a:pt x="1203425" y="67392"/>
                  </a:lnTo>
                  <a:lnTo>
                    <a:pt x="1211239" y="66762"/>
                  </a:lnTo>
                  <a:lnTo>
                    <a:pt x="1219053" y="66039"/>
                  </a:lnTo>
                  <a:lnTo>
                    <a:pt x="1226868" y="65258"/>
                  </a:lnTo>
                  <a:lnTo>
                    <a:pt x="1234682" y="64597"/>
                  </a:lnTo>
                  <a:lnTo>
                    <a:pt x="1242497" y="63874"/>
                  </a:lnTo>
                  <a:lnTo>
                    <a:pt x="1250311" y="63151"/>
                  </a:lnTo>
                  <a:lnTo>
                    <a:pt x="1258126" y="62428"/>
                  </a:lnTo>
                  <a:lnTo>
                    <a:pt x="1265940" y="61711"/>
                  </a:lnTo>
                  <a:lnTo>
                    <a:pt x="1273755" y="60996"/>
                  </a:lnTo>
                  <a:lnTo>
                    <a:pt x="1281569" y="60281"/>
                  </a:lnTo>
                  <a:lnTo>
                    <a:pt x="1289384" y="59666"/>
                  </a:lnTo>
                  <a:lnTo>
                    <a:pt x="1297198" y="58961"/>
                  </a:lnTo>
                  <a:lnTo>
                    <a:pt x="1305012" y="58258"/>
                  </a:lnTo>
                  <a:lnTo>
                    <a:pt x="1312827" y="57480"/>
                  </a:lnTo>
                  <a:lnTo>
                    <a:pt x="1320641" y="56695"/>
                  </a:lnTo>
                  <a:lnTo>
                    <a:pt x="1328456" y="55976"/>
                  </a:lnTo>
                  <a:lnTo>
                    <a:pt x="1336270" y="55259"/>
                  </a:lnTo>
                  <a:lnTo>
                    <a:pt x="1344085" y="54542"/>
                  </a:lnTo>
                  <a:lnTo>
                    <a:pt x="1351899" y="53721"/>
                  </a:lnTo>
                  <a:lnTo>
                    <a:pt x="1359714" y="52840"/>
                  </a:lnTo>
                  <a:lnTo>
                    <a:pt x="1367528" y="52046"/>
                  </a:lnTo>
                  <a:lnTo>
                    <a:pt x="1375342" y="51438"/>
                  </a:lnTo>
                  <a:lnTo>
                    <a:pt x="1383157" y="50837"/>
                  </a:lnTo>
                  <a:lnTo>
                    <a:pt x="1390971" y="50273"/>
                  </a:lnTo>
                  <a:lnTo>
                    <a:pt x="1398786" y="49618"/>
                  </a:lnTo>
                  <a:lnTo>
                    <a:pt x="1406600" y="49012"/>
                  </a:lnTo>
                  <a:lnTo>
                    <a:pt x="1414415" y="48408"/>
                  </a:lnTo>
                  <a:lnTo>
                    <a:pt x="1422229" y="47804"/>
                  </a:lnTo>
                  <a:lnTo>
                    <a:pt x="1430044" y="47203"/>
                  </a:lnTo>
                  <a:lnTo>
                    <a:pt x="1437858" y="46604"/>
                  </a:lnTo>
                  <a:lnTo>
                    <a:pt x="1445672" y="45965"/>
                  </a:lnTo>
                  <a:lnTo>
                    <a:pt x="1453487" y="45307"/>
                  </a:lnTo>
                  <a:lnTo>
                    <a:pt x="1461301" y="44650"/>
                  </a:lnTo>
                  <a:lnTo>
                    <a:pt x="1469116" y="43996"/>
                  </a:lnTo>
                  <a:lnTo>
                    <a:pt x="1476930" y="43342"/>
                  </a:lnTo>
                  <a:lnTo>
                    <a:pt x="1484745" y="42689"/>
                  </a:lnTo>
                  <a:lnTo>
                    <a:pt x="1492559" y="42000"/>
                  </a:lnTo>
                  <a:lnTo>
                    <a:pt x="1500374" y="41247"/>
                  </a:lnTo>
                  <a:lnTo>
                    <a:pt x="1508188" y="40643"/>
                  </a:lnTo>
                  <a:lnTo>
                    <a:pt x="1516003" y="40040"/>
                  </a:lnTo>
                  <a:lnTo>
                    <a:pt x="1523817" y="39362"/>
                  </a:lnTo>
                  <a:lnTo>
                    <a:pt x="1531631" y="38658"/>
                  </a:lnTo>
                  <a:lnTo>
                    <a:pt x="1539446" y="37955"/>
                  </a:lnTo>
                  <a:lnTo>
                    <a:pt x="1547260" y="37254"/>
                  </a:lnTo>
                  <a:lnTo>
                    <a:pt x="1555075" y="36525"/>
                  </a:lnTo>
                  <a:lnTo>
                    <a:pt x="1562889" y="35686"/>
                  </a:lnTo>
                  <a:lnTo>
                    <a:pt x="1570704" y="34972"/>
                  </a:lnTo>
                  <a:lnTo>
                    <a:pt x="1578518" y="34244"/>
                  </a:lnTo>
                  <a:lnTo>
                    <a:pt x="1586333" y="33613"/>
                  </a:lnTo>
                  <a:lnTo>
                    <a:pt x="1594147" y="33065"/>
                  </a:lnTo>
                  <a:lnTo>
                    <a:pt x="1601961" y="32371"/>
                  </a:lnTo>
                  <a:lnTo>
                    <a:pt x="1609776" y="31681"/>
                  </a:lnTo>
                  <a:lnTo>
                    <a:pt x="1617590" y="31087"/>
                  </a:lnTo>
                  <a:lnTo>
                    <a:pt x="1625405" y="30561"/>
                  </a:lnTo>
                  <a:lnTo>
                    <a:pt x="1633219" y="30036"/>
                  </a:lnTo>
                  <a:lnTo>
                    <a:pt x="1641034" y="29514"/>
                  </a:lnTo>
                  <a:lnTo>
                    <a:pt x="1648848" y="28862"/>
                  </a:lnTo>
                  <a:lnTo>
                    <a:pt x="1656663" y="28165"/>
                  </a:lnTo>
                  <a:lnTo>
                    <a:pt x="1664477" y="27470"/>
                  </a:lnTo>
                  <a:lnTo>
                    <a:pt x="1672291" y="26777"/>
                  </a:lnTo>
                  <a:lnTo>
                    <a:pt x="1680106" y="26087"/>
                  </a:lnTo>
                  <a:lnTo>
                    <a:pt x="1687920" y="25399"/>
                  </a:lnTo>
                  <a:lnTo>
                    <a:pt x="1695735" y="24714"/>
                  </a:lnTo>
                  <a:lnTo>
                    <a:pt x="1703549" y="24032"/>
                  </a:lnTo>
                  <a:lnTo>
                    <a:pt x="1711364" y="23353"/>
                  </a:lnTo>
                  <a:lnTo>
                    <a:pt x="1719178" y="22679"/>
                  </a:lnTo>
                  <a:lnTo>
                    <a:pt x="1726993" y="22007"/>
                  </a:lnTo>
                  <a:lnTo>
                    <a:pt x="1734807" y="21337"/>
                  </a:lnTo>
                  <a:lnTo>
                    <a:pt x="1742622" y="20671"/>
                  </a:lnTo>
                  <a:lnTo>
                    <a:pt x="1750436" y="20038"/>
                  </a:lnTo>
                  <a:lnTo>
                    <a:pt x="1758250" y="19408"/>
                  </a:lnTo>
                  <a:lnTo>
                    <a:pt x="1766065" y="18735"/>
                  </a:lnTo>
                  <a:lnTo>
                    <a:pt x="1773879" y="18063"/>
                  </a:lnTo>
                  <a:lnTo>
                    <a:pt x="1781694" y="17395"/>
                  </a:lnTo>
                  <a:lnTo>
                    <a:pt x="1789508" y="16979"/>
                  </a:lnTo>
                  <a:lnTo>
                    <a:pt x="1797323" y="16336"/>
                  </a:lnTo>
                  <a:lnTo>
                    <a:pt x="1805137" y="15731"/>
                  </a:lnTo>
                  <a:lnTo>
                    <a:pt x="1812952" y="15224"/>
                  </a:lnTo>
                  <a:lnTo>
                    <a:pt x="1820766" y="14719"/>
                  </a:lnTo>
                  <a:lnTo>
                    <a:pt x="1828580" y="14218"/>
                  </a:lnTo>
                  <a:lnTo>
                    <a:pt x="1836395" y="13720"/>
                  </a:lnTo>
                  <a:lnTo>
                    <a:pt x="1844209" y="13225"/>
                  </a:lnTo>
                  <a:lnTo>
                    <a:pt x="1852024" y="12695"/>
                  </a:lnTo>
                  <a:lnTo>
                    <a:pt x="1859838" y="12044"/>
                  </a:lnTo>
                  <a:lnTo>
                    <a:pt x="1867653" y="11395"/>
                  </a:lnTo>
                  <a:lnTo>
                    <a:pt x="1875467" y="10749"/>
                  </a:lnTo>
                  <a:lnTo>
                    <a:pt x="1883282" y="10104"/>
                  </a:lnTo>
                  <a:lnTo>
                    <a:pt x="1891096" y="9463"/>
                  </a:lnTo>
                  <a:lnTo>
                    <a:pt x="1898910" y="8947"/>
                  </a:lnTo>
                  <a:lnTo>
                    <a:pt x="1906725" y="8465"/>
                  </a:lnTo>
                  <a:lnTo>
                    <a:pt x="1914539" y="7987"/>
                  </a:lnTo>
                  <a:lnTo>
                    <a:pt x="1922354" y="7510"/>
                  </a:lnTo>
                  <a:lnTo>
                    <a:pt x="1930168" y="6861"/>
                  </a:lnTo>
                  <a:lnTo>
                    <a:pt x="1937983" y="6337"/>
                  </a:lnTo>
                  <a:lnTo>
                    <a:pt x="1945797" y="5856"/>
                  </a:lnTo>
                  <a:lnTo>
                    <a:pt x="1953612" y="5265"/>
                  </a:lnTo>
                  <a:lnTo>
                    <a:pt x="1961426" y="4671"/>
                  </a:lnTo>
                  <a:lnTo>
                    <a:pt x="1969241" y="4081"/>
                  </a:lnTo>
                  <a:lnTo>
                    <a:pt x="1977055" y="3493"/>
                  </a:lnTo>
                  <a:lnTo>
                    <a:pt x="1984869" y="3048"/>
                  </a:lnTo>
                  <a:lnTo>
                    <a:pt x="1992684" y="2554"/>
                  </a:lnTo>
                  <a:lnTo>
                    <a:pt x="2000498" y="1897"/>
                  </a:lnTo>
                  <a:lnTo>
                    <a:pt x="2008313" y="1242"/>
                  </a:lnTo>
                  <a:lnTo>
                    <a:pt x="2016127" y="589"/>
                  </a:lnTo>
                  <a:lnTo>
                    <a:pt x="2023942" y="0"/>
                  </a:lnTo>
                  <a:lnTo>
                    <a:pt x="2023942" y="196528"/>
                  </a:lnTo>
                  <a:lnTo>
                    <a:pt x="2016127" y="196233"/>
                  </a:lnTo>
                  <a:lnTo>
                    <a:pt x="2008313" y="195938"/>
                  </a:lnTo>
                  <a:lnTo>
                    <a:pt x="2000498" y="195642"/>
                  </a:lnTo>
                  <a:lnTo>
                    <a:pt x="1992684" y="195346"/>
                  </a:lnTo>
                  <a:lnTo>
                    <a:pt x="1984869" y="195049"/>
                  </a:lnTo>
                  <a:lnTo>
                    <a:pt x="1977055" y="194802"/>
                  </a:lnTo>
                  <a:lnTo>
                    <a:pt x="1969241" y="194557"/>
                  </a:lnTo>
                  <a:lnTo>
                    <a:pt x="1961426" y="194311"/>
                  </a:lnTo>
                  <a:lnTo>
                    <a:pt x="1953612" y="194066"/>
                  </a:lnTo>
                  <a:lnTo>
                    <a:pt x="1945797" y="193820"/>
                  </a:lnTo>
                  <a:lnTo>
                    <a:pt x="1937983" y="193574"/>
                  </a:lnTo>
                  <a:lnTo>
                    <a:pt x="1930168" y="193327"/>
                  </a:lnTo>
                  <a:lnTo>
                    <a:pt x="1922354" y="193081"/>
                  </a:lnTo>
                  <a:lnTo>
                    <a:pt x="1914539" y="192834"/>
                  </a:lnTo>
                  <a:lnTo>
                    <a:pt x="1906725" y="192587"/>
                  </a:lnTo>
                  <a:lnTo>
                    <a:pt x="1898910" y="192340"/>
                  </a:lnTo>
                  <a:lnTo>
                    <a:pt x="1891096" y="192148"/>
                  </a:lnTo>
                  <a:lnTo>
                    <a:pt x="1883282" y="191957"/>
                  </a:lnTo>
                  <a:lnTo>
                    <a:pt x="1875467" y="191765"/>
                  </a:lnTo>
                  <a:lnTo>
                    <a:pt x="1867653" y="191571"/>
                  </a:lnTo>
                  <a:lnTo>
                    <a:pt x="1859838" y="191377"/>
                  </a:lnTo>
                  <a:lnTo>
                    <a:pt x="1852024" y="191268"/>
                  </a:lnTo>
                  <a:lnTo>
                    <a:pt x="1844209" y="191048"/>
                  </a:lnTo>
                  <a:lnTo>
                    <a:pt x="1836395" y="190804"/>
                  </a:lnTo>
                  <a:lnTo>
                    <a:pt x="1828580" y="190611"/>
                  </a:lnTo>
                  <a:lnTo>
                    <a:pt x="1820766" y="190422"/>
                  </a:lnTo>
                  <a:lnTo>
                    <a:pt x="1812952" y="190287"/>
                  </a:lnTo>
                  <a:lnTo>
                    <a:pt x="1805137" y="190080"/>
                  </a:lnTo>
                  <a:lnTo>
                    <a:pt x="1797323" y="189838"/>
                  </a:lnTo>
                  <a:lnTo>
                    <a:pt x="1789508" y="189644"/>
                  </a:lnTo>
                  <a:lnTo>
                    <a:pt x="1781694" y="189457"/>
                  </a:lnTo>
                  <a:lnTo>
                    <a:pt x="1773879" y="189259"/>
                  </a:lnTo>
                  <a:lnTo>
                    <a:pt x="1766065" y="189069"/>
                  </a:lnTo>
                  <a:lnTo>
                    <a:pt x="1758250" y="188878"/>
                  </a:lnTo>
                  <a:lnTo>
                    <a:pt x="1750436" y="188687"/>
                  </a:lnTo>
                  <a:lnTo>
                    <a:pt x="1742622" y="188489"/>
                  </a:lnTo>
                  <a:lnTo>
                    <a:pt x="1734807" y="188291"/>
                  </a:lnTo>
                  <a:lnTo>
                    <a:pt x="1726993" y="188027"/>
                  </a:lnTo>
                  <a:lnTo>
                    <a:pt x="1719178" y="187676"/>
                  </a:lnTo>
                  <a:lnTo>
                    <a:pt x="1711364" y="187458"/>
                  </a:lnTo>
                  <a:lnTo>
                    <a:pt x="1703549" y="187393"/>
                  </a:lnTo>
                  <a:lnTo>
                    <a:pt x="1695735" y="187317"/>
                  </a:lnTo>
                  <a:lnTo>
                    <a:pt x="1687920" y="187123"/>
                  </a:lnTo>
                  <a:lnTo>
                    <a:pt x="1680106" y="186866"/>
                  </a:lnTo>
                  <a:lnTo>
                    <a:pt x="1672291" y="186568"/>
                  </a:lnTo>
                  <a:lnTo>
                    <a:pt x="1664477" y="186269"/>
                  </a:lnTo>
                  <a:lnTo>
                    <a:pt x="1656663" y="185970"/>
                  </a:lnTo>
                  <a:lnTo>
                    <a:pt x="1648848" y="185771"/>
                  </a:lnTo>
                  <a:lnTo>
                    <a:pt x="1641034" y="185577"/>
                  </a:lnTo>
                  <a:lnTo>
                    <a:pt x="1633219" y="185378"/>
                  </a:lnTo>
                  <a:lnTo>
                    <a:pt x="1625405" y="185063"/>
                  </a:lnTo>
                  <a:lnTo>
                    <a:pt x="1617590" y="184637"/>
                  </a:lnTo>
                  <a:lnTo>
                    <a:pt x="1609776" y="184324"/>
                  </a:lnTo>
                  <a:lnTo>
                    <a:pt x="1601961" y="184088"/>
                  </a:lnTo>
                  <a:lnTo>
                    <a:pt x="1594147" y="183852"/>
                  </a:lnTo>
                  <a:lnTo>
                    <a:pt x="1586333" y="183616"/>
                  </a:lnTo>
                  <a:lnTo>
                    <a:pt x="1578518" y="183379"/>
                  </a:lnTo>
                  <a:lnTo>
                    <a:pt x="1570704" y="183143"/>
                  </a:lnTo>
                  <a:lnTo>
                    <a:pt x="1562889" y="182917"/>
                  </a:lnTo>
                  <a:lnTo>
                    <a:pt x="1555075" y="182873"/>
                  </a:lnTo>
                  <a:lnTo>
                    <a:pt x="1547260" y="182829"/>
                  </a:lnTo>
                  <a:lnTo>
                    <a:pt x="1539446" y="182784"/>
                  </a:lnTo>
                  <a:lnTo>
                    <a:pt x="1531631" y="182740"/>
                  </a:lnTo>
                  <a:lnTo>
                    <a:pt x="1523817" y="182665"/>
                  </a:lnTo>
                  <a:lnTo>
                    <a:pt x="1516003" y="182474"/>
                  </a:lnTo>
                  <a:lnTo>
                    <a:pt x="1508188" y="182277"/>
                  </a:lnTo>
                  <a:lnTo>
                    <a:pt x="1500374" y="181962"/>
                  </a:lnTo>
                  <a:lnTo>
                    <a:pt x="1492559" y="181573"/>
                  </a:lnTo>
                  <a:lnTo>
                    <a:pt x="1484745" y="181185"/>
                  </a:lnTo>
                  <a:lnTo>
                    <a:pt x="1476930" y="180795"/>
                  </a:lnTo>
                  <a:lnTo>
                    <a:pt x="1469116" y="180406"/>
                  </a:lnTo>
                  <a:lnTo>
                    <a:pt x="1461301" y="180015"/>
                  </a:lnTo>
                  <a:lnTo>
                    <a:pt x="1453487" y="179943"/>
                  </a:lnTo>
                  <a:lnTo>
                    <a:pt x="1445672" y="179916"/>
                  </a:lnTo>
                  <a:lnTo>
                    <a:pt x="1437858" y="179889"/>
                  </a:lnTo>
                  <a:lnTo>
                    <a:pt x="1430044" y="179862"/>
                  </a:lnTo>
                  <a:lnTo>
                    <a:pt x="1422229" y="179835"/>
                  </a:lnTo>
                  <a:lnTo>
                    <a:pt x="1414415" y="179806"/>
                  </a:lnTo>
                  <a:lnTo>
                    <a:pt x="1406600" y="179521"/>
                  </a:lnTo>
                  <a:lnTo>
                    <a:pt x="1398786" y="179204"/>
                  </a:lnTo>
                  <a:lnTo>
                    <a:pt x="1390971" y="179117"/>
                  </a:lnTo>
                  <a:lnTo>
                    <a:pt x="1383157" y="178865"/>
                  </a:lnTo>
                  <a:lnTo>
                    <a:pt x="1375342" y="178555"/>
                  </a:lnTo>
                  <a:lnTo>
                    <a:pt x="1367528" y="178244"/>
                  </a:lnTo>
                  <a:lnTo>
                    <a:pt x="1359714" y="177931"/>
                  </a:lnTo>
                  <a:lnTo>
                    <a:pt x="1351899" y="177652"/>
                  </a:lnTo>
                  <a:lnTo>
                    <a:pt x="1344085" y="177549"/>
                  </a:lnTo>
                  <a:lnTo>
                    <a:pt x="1336270" y="177462"/>
                  </a:lnTo>
                  <a:lnTo>
                    <a:pt x="1328456" y="177293"/>
                  </a:lnTo>
                  <a:lnTo>
                    <a:pt x="1320641" y="177272"/>
                  </a:lnTo>
                  <a:lnTo>
                    <a:pt x="1312827" y="177179"/>
                  </a:lnTo>
                  <a:lnTo>
                    <a:pt x="1305012" y="177085"/>
                  </a:lnTo>
                  <a:lnTo>
                    <a:pt x="1297198" y="176987"/>
                  </a:lnTo>
                  <a:lnTo>
                    <a:pt x="1289384" y="176795"/>
                  </a:lnTo>
                  <a:lnTo>
                    <a:pt x="1281569" y="176600"/>
                  </a:lnTo>
                  <a:lnTo>
                    <a:pt x="1273755" y="176403"/>
                  </a:lnTo>
                  <a:lnTo>
                    <a:pt x="1265940" y="176251"/>
                  </a:lnTo>
                  <a:lnTo>
                    <a:pt x="1258126" y="176145"/>
                  </a:lnTo>
                  <a:lnTo>
                    <a:pt x="1250311" y="175946"/>
                  </a:lnTo>
                  <a:lnTo>
                    <a:pt x="1242497" y="175736"/>
                  </a:lnTo>
                  <a:lnTo>
                    <a:pt x="1234682" y="175427"/>
                  </a:lnTo>
                  <a:lnTo>
                    <a:pt x="1226868" y="175217"/>
                  </a:lnTo>
                  <a:lnTo>
                    <a:pt x="1219053" y="175019"/>
                  </a:lnTo>
                  <a:lnTo>
                    <a:pt x="1211239" y="174821"/>
                  </a:lnTo>
                  <a:lnTo>
                    <a:pt x="1203425" y="174677"/>
                  </a:lnTo>
                  <a:lnTo>
                    <a:pt x="1195610" y="174507"/>
                  </a:lnTo>
                  <a:lnTo>
                    <a:pt x="1187796" y="174305"/>
                  </a:lnTo>
                  <a:lnTo>
                    <a:pt x="1179981" y="174104"/>
                  </a:lnTo>
                  <a:lnTo>
                    <a:pt x="1172167" y="173898"/>
                  </a:lnTo>
                  <a:lnTo>
                    <a:pt x="1164352" y="173695"/>
                  </a:lnTo>
                  <a:lnTo>
                    <a:pt x="1156538" y="173613"/>
                  </a:lnTo>
                  <a:lnTo>
                    <a:pt x="1148723" y="173524"/>
                  </a:lnTo>
                  <a:lnTo>
                    <a:pt x="1140909" y="173263"/>
                  </a:lnTo>
                  <a:lnTo>
                    <a:pt x="1133095" y="173001"/>
                  </a:lnTo>
                  <a:lnTo>
                    <a:pt x="1125280" y="172853"/>
                  </a:lnTo>
                  <a:lnTo>
                    <a:pt x="1117466" y="172737"/>
                  </a:lnTo>
                  <a:lnTo>
                    <a:pt x="1109651" y="172616"/>
                  </a:lnTo>
                  <a:lnTo>
                    <a:pt x="1101837" y="172495"/>
                  </a:lnTo>
                  <a:lnTo>
                    <a:pt x="1094022" y="172333"/>
                  </a:lnTo>
                  <a:lnTo>
                    <a:pt x="1086208" y="172033"/>
                  </a:lnTo>
                  <a:lnTo>
                    <a:pt x="1078393" y="171819"/>
                  </a:lnTo>
                  <a:lnTo>
                    <a:pt x="1070579" y="171865"/>
                  </a:lnTo>
                  <a:lnTo>
                    <a:pt x="1062765" y="171575"/>
                  </a:lnTo>
                  <a:lnTo>
                    <a:pt x="1054950" y="171267"/>
                  </a:lnTo>
                  <a:lnTo>
                    <a:pt x="1047136" y="170957"/>
                  </a:lnTo>
                  <a:lnTo>
                    <a:pt x="1039321" y="170670"/>
                  </a:lnTo>
                  <a:lnTo>
                    <a:pt x="1031507" y="170607"/>
                  </a:lnTo>
                  <a:lnTo>
                    <a:pt x="1023692" y="170541"/>
                  </a:lnTo>
                  <a:lnTo>
                    <a:pt x="1015878" y="170481"/>
                  </a:lnTo>
                  <a:lnTo>
                    <a:pt x="1008063" y="170336"/>
                  </a:lnTo>
                  <a:lnTo>
                    <a:pt x="1000249" y="170303"/>
                  </a:lnTo>
                  <a:lnTo>
                    <a:pt x="992434" y="170329"/>
                  </a:lnTo>
                  <a:lnTo>
                    <a:pt x="984620" y="170244"/>
                  </a:lnTo>
                  <a:lnTo>
                    <a:pt x="976806" y="170437"/>
                  </a:lnTo>
                  <a:lnTo>
                    <a:pt x="968991" y="170143"/>
                  </a:lnTo>
                  <a:lnTo>
                    <a:pt x="961177" y="170065"/>
                  </a:lnTo>
                  <a:lnTo>
                    <a:pt x="953362" y="170166"/>
                  </a:lnTo>
                  <a:lnTo>
                    <a:pt x="945548" y="170149"/>
                  </a:lnTo>
                  <a:lnTo>
                    <a:pt x="937733" y="170035"/>
                  </a:lnTo>
                  <a:lnTo>
                    <a:pt x="929919" y="169921"/>
                  </a:lnTo>
                  <a:lnTo>
                    <a:pt x="922104" y="169807"/>
                  </a:lnTo>
                  <a:lnTo>
                    <a:pt x="914290" y="169759"/>
                  </a:lnTo>
                  <a:lnTo>
                    <a:pt x="906476" y="169799"/>
                  </a:lnTo>
                  <a:lnTo>
                    <a:pt x="898661" y="169832"/>
                  </a:lnTo>
                  <a:lnTo>
                    <a:pt x="890847" y="169869"/>
                  </a:lnTo>
                  <a:lnTo>
                    <a:pt x="883032" y="169972"/>
                  </a:lnTo>
                  <a:lnTo>
                    <a:pt x="875218" y="170036"/>
                  </a:lnTo>
                  <a:lnTo>
                    <a:pt x="867403" y="170083"/>
                  </a:lnTo>
                  <a:lnTo>
                    <a:pt x="859589" y="170283"/>
                  </a:lnTo>
                  <a:lnTo>
                    <a:pt x="851774" y="170070"/>
                  </a:lnTo>
                  <a:lnTo>
                    <a:pt x="843960" y="170111"/>
                  </a:lnTo>
                  <a:lnTo>
                    <a:pt x="836145" y="170145"/>
                  </a:lnTo>
                  <a:lnTo>
                    <a:pt x="828331" y="170136"/>
                  </a:lnTo>
                  <a:lnTo>
                    <a:pt x="820517" y="170223"/>
                  </a:lnTo>
                  <a:lnTo>
                    <a:pt x="812702" y="170209"/>
                  </a:lnTo>
                  <a:lnTo>
                    <a:pt x="804888" y="170201"/>
                  </a:lnTo>
                  <a:lnTo>
                    <a:pt x="797073" y="170149"/>
                  </a:lnTo>
                  <a:lnTo>
                    <a:pt x="789259" y="170056"/>
                  </a:lnTo>
                  <a:lnTo>
                    <a:pt x="781444" y="169900"/>
                  </a:lnTo>
                  <a:lnTo>
                    <a:pt x="773630" y="169815"/>
                  </a:lnTo>
                  <a:lnTo>
                    <a:pt x="765815" y="169744"/>
                  </a:lnTo>
                  <a:lnTo>
                    <a:pt x="758001" y="169837"/>
                  </a:lnTo>
                  <a:lnTo>
                    <a:pt x="750187" y="169869"/>
                  </a:lnTo>
                  <a:lnTo>
                    <a:pt x="742372" y="169732"/>
                  </a:lnTo>
                  <a:lnTo>
                    <a:pt x="734558" y="169816"/>
                  </a:lnTo>
                  <a:lnTo>
                    <a:pt x="726743" y="169907"/>
                  </a:lnTo>
                  <a:lnTo>
                    <a:pt x="718929" y="169954"/>
                  </a:lnTo>
                  <a:lnTo>
                    <a:pt x="711114" y="170261"/>
                  </a:lnTo>
                  <a:lnTo>
                    <a:pt x="703300" y="170139"/>
                  </a:lnTo>
                  <a:lnTo>
                    <a:pt x="695485" y="170220"/>
                  </a:lnTo>
                  <a:lnTo>
                    <a:pt x="687671" y="170300"/>
                  </a:lnTo>
                  <a:lnTo>
                    <a:pt x="679857" y="170162"/>
                  </a:lnTo>
                  <a:lnTo>
                    <a:pt x="672042" y="170055"/>
                  </a:lnTo>
                  <a:lnTo>
                    <a:pt x="664228" y="170251"/>
                  </a:lnTo>
                  <a:lnTo>
                    <a:pt x="656413" y="170180"/>
                  </a:lnTo>
                  <a:lnTo>
                    <a:pt x="648599" y="170181"/>
                  </a:lnTo>
                  <a:lnTo>
                    <a:pt x="640784" y="170124"/>
                  </a:lnTo>
                  <a:lnTo>
                    <a:pt x="632970" y="170298"/>
                  </a:lnTo>
                  <a:lnTo>
                    <a:pt x="625155" y="170514"/>
                  </a:lnTo>
                  <a:lnTo>
                    <a:pt x="617341" y="170638"/>
                  </a:lnTo>
                  <a:lnTo>
                    <a:pt x="609526" y="170554"/>
                  </a:lnTo>
                  <a:lnTo>
                    <a:pt x="601712" y="170265"/>
                  </a:lnTo>
                  <a:lnTo>
                    <a:pt x="593898" y="170590"/>
                  </a:lnTo>
                  <a:lnTo>
                    <a:pt x="586083" y="170915"/>
                  </a:lnTo>
                  <a:lnTo>
                    <a:pt x="578269" y="171001"/>
                  </a:lnTo>
                  <a:lnTo>
                    <a:pt x="570454" y="171256"/>
                  </a:lnTo>
                  <a:lnTo>
                    <a:pt x="562640" y="171666"/>
                  </a:lnTo>
                  <a:lnTo>
                    <a:pt x="554825" y="171922"/>
                  </a:lnTo>
                  <a:lnTo>
                    <a:pt x="547011" y="171963"/>
                  </a:lnTo>
                  <a:lnTo>
                    <a:pt x="539196" y="172009"/>
                  </a:lnTo>
                  <a:lnTo>
                    <a:pt x="531382" y="172207"/>
                  </a:lnTo>
                  <a:lnTo>
                    <a:pt x="523568" y="172244"/>
                  </a:lnTo>
                  <a:lnTo>
                    <a:pt x="515753" y="172273"/>
                  </a:lnTo>
                  <a:lnTo>
                    <a:pt x="507939" y="172332"/>
                  </a:lnTo>
                  <a:lnTo>
                    <a:pt x="500124" y="172351"/>
                  </a:lnTo>
                  <a:lnTo>
                    <a:pt x="492310" y="172564"/>
                  </a:lnTo>
                  <a:lnTo>
                    <a:pt x="484495" y="172898"/>
                  </a:lnTo>
                  <a:lnTo>
                    <a:pt x="476681" y="173443"/>
                  </a:lnTo>
                  <a:lnTo>
                    <a:pt x="468866" y="173888"/>
                  </a:lnTo>
                  <a:lnTo>
                    <a:pt x="461052" y="174331"/>
                  </a:lnTo>
                  <a:lnTo>
                    <a:pt x="453238" y="174772"/>
                  </a:lnTo>
                  <a:lnTo>
                    <a:pt x="445423" y="175211"/>
                  </a:lnTo>
                  <a:lnTo>
                    <a:pt x="437609" y="175488"/>
                  </a:lnTo>
                  <a:lnTo>
                    <a:pt x="429794" y="175766"/>
                  </a:lnTo>
                  <a:lnTo>
                    <a:pt x="421980" y="176058"/>
                  </a:lnTo>
                  <a:lnTo>
                    <a:pt x="414165" y="176272"/>
                  </a:lnTo>
                  <a:lnTo>
                    <a:pt x="406351" y="176441"/>
                  </a:lnTo>
                  <a:lnTo>
                    <a:pt x="398536" y="176514"/>
                  </a:lnTo>
                  <a:lnTo>
                    <a:pt x="390722" y="176719"/>
                  </a:lnTo>
                  <a:lnTo>
                    <a:pt x="382907" y="176870"/>
                  </a:lnTo>
                  <a:lnTo>
                    <a:pt x="375093" y="177131"/>
                  </a:lnTo>
                  <a:lnTo>
                    <a:pt x="367279" y="177530"/>
                  </a:lnTo>
                  <a:lnTo>
                    <a:pt x="359464" y="177740"/>
                  </a:lnTo>
                  <a:lnTo>
                    <a:pt x="351650" y="178127"/>
                  </a:lnTo>
                  <a:lnTo>
                    <a:pt x="343835" y="178527"/>
                  </a:lnTo>
                  <a:lnTo>
                    <a:pt x="336021" y="178926"/>
                  </a:lnTo>
                  <a:lnTo>
                    <a:pt x="328206" y="179452"/>
                  </a:lnTo>
                  <a:lnTo>
                    <a:pt x="320392" y="179777"/>
                  </a:lnTo>
                  <a:lnTo>
                    <a:pt x="312577" y="180106"/>
                  </a:lnTo>
                  <a:lnTo>
                    <a:pt x="304763" y="180613"/>
                  </a:lnTo>
                  <a:lnTo>
                    <a:pt x="296949" y="181027"/>
                  </a:lnTo>
                  <a:lnTo>
                    <a:pt x="289134" y="181484"/>
                  </a:lnTo>
                  <a:lnTo>
                    <a:pt x="281320" y="182021"/>
                  </a:lnTo>
                  <a:lnTo>
                    <a:pt x="273505" y="182751"/>
                  </a:lnTo>
                  <a:lnTo>
                    <a:pt x="265691" y="183469"/>
                  </a:lnTo>
                  <a:lnTo>
                    <a:pt x="257876" y="183687"/>
                  </a:lnTo>
                  <a:lnTo>
                    <a:pt x="250062" y="184458"/>
                  </a:lnTo>
                  <a:lnTo>
                    <a:pt x="242247" y="185068"/>
                  </a:lnTo>
                  <a:lnTo>
                    <a:pt x="234433" y="185436"/>
                  </a:lnTo>
                  <a:lnTo>
                    <a:pt x="226619" y="185920"/>
                  </a:lnTo>
                  <a:lnTo>
                    <a:pt x="218804" y="186563"/>
                  </a:lnTo>
                  <a:lnTo>
                    <a:pt x="210990" y="187210"/>
                  </a:lnTo>
                  <a:lnTo>
                    <a:pt x="203175" y="187742"/>
                  </a:lnTo>
                  <a:lnTo>
                    <a:pt x="195361" y="188003"/>
                  </a:lnTo>
                  <a:lnTo>
                    <a:pt x="187546" y="188700"/>
                  </a:lnTo>
                  <a:lnTo>
                    <a:pt x="179732" y="189272"/>
                  </a:lnTo>
                  <a:lnTo>
                    <a:pt x="171917" y="189970"/>
                  </a:lnTo>
                  <a:lnTo>
                    <a:pt x="164103" y="190568"/>
                  </a:lnTo>
                  <a:lnTo>
                    <a:pt x="156288" y="190981"/>
                  </a:lnTo>
                  <a:lnTo>
                    <a:pt x="148474" y="191573"/>
                  </a:lnTo>
                  <a:lnTo>
                    <a:pt x="140660" y="192140"/>
                  </a:lnTo>
                  <a:lnTo>
                    <a:pt x="132845" y="192725"/>
                  </a:lnTo>
                  <a:lnTo>
                    <a:pt x="125031" y="193092"/>
                  </a:lnTo>
                  <a:lnTo>
                    <a:pt x="117216" y="193520"/>
                  </a:lnTo>
                  <a:lnTo>
                    <a:pt x="109402" y="193814"/>
                  </a:lnTo>
                  <a:lnTo>
                    <a:pt x="101587" y="194108"/>
                  </a:lnTo>
                  <a:lnTo>
                    <a:pt x="93773" y="194640"/>
                  </a:lnTo>
                  <a:lnTo>
                    <a:pt x="85958" y="195322"/>
                  </a:lnTo>
                  <a:lnTo>
                    <a:pt x="78144" y="195970"/>
                  </a:lnTo>
                  <a:lnTo>
                    <a:pt x="70330" y="196494"/>
                  </a:lnTo>
                  <a:lnTo>
                    <a:pt x="62515" y="197105"/>
                  </a:lnTo>
                  <a:lnTo>
                    <a:pt x="54701" y="197665"/>
                  </a:lnTo>
                  <a:lnTo>
                    <a:pt x="46886" y="198135"/>
                  </a:lnTo>
                  <a:lnTo>
                    <a:pt x="39072" y="198670"/>
                  </a:lnTo>
                  <a:lnTo>
                    <a:pt x="31257" y="199462"/>
                  </a:lnTo>
                  <a:lnTo>
                    <a:pt x="23443" y="200143"/>
                  </a:lnTo>
                  <a:lnTo>
                    <a:pt x="15628" y="200452"/>
                  </a:lnTo>
                  <a:lnTo>
                    <a:pt x="7814" y="200698"/>
                  </a:lnTo>
                  <a:lnTo>
                    <a:pt x="0" y="201173"/>
                  </a:lnTo>
                  <a:close/>
                </a:path>
              </a:pathLst>
            </a:custGeom>
            <a:solidFill>
              <a:srgbClr val="D55E00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6"/>
            <p:cNvSpPr/>
            <p:nvPr/>
          </p:nvSpPr>
          <p:spPr>
            <a:xfrm>
              <a:off x="1223067" y="3548096"/>
              <a:ext cx="2023942" cy="121439"/>
            </a:xfrm>
            <a:custGeom>
              <a:avLst/>
              <a:pathLst>
                <a:path w="2023942" h="121439">
                  <a:moveTo>
                    <a:pt x="0" y="118278"/>
                  </a:moveTo>
                  <a:lnTo>
                    <a:pt x="7814" y="118135"/>
                  </a:lnTo>
                  <a:lnTo>
                    <a:pt x="15628" y="118077"/>
                  </a:lnTo>
                  <a:lnTo>
                    <a:pt x="23443" y="118376"/>
                  </a:lnTo>
                  <a:lnTo>
                    <a:pt x="31257" y="118561"/>
                  </a:lnTo>
                  <a:lnTo>
                    <a:pt x="39072" y="118702"/>
                  </a:lnTo>
                  <a:lnTo>
                    <a:pt x="46886" y="118675"/>
                  </a:lnTo>
                  <a:lnTo>
                    <a:pt x="54701" y="118637"/>
                  </a:lnTo>
                  <a:lnTo>
                    <a:pt x="62515" y="118673"/>
                  </a:lnTo>
                  <a:lnTo>
                    <a:pt x="70330" y="118927"/>
                  </a:lnTo>
                  <a:lnTo>
                    <a:pt x="78144" y="118992"/>
                  </a:lnTo>
                  <a:lnTo>
                    <a:pt x="85958" y="119079"/>
                  </a:lnTo>
                  <a:lnTo>
                    <a:pt x="93773" y="119062"/>
                  </a:lnTo>
                  <a:lnTo>
                    <a:pt x="101587" y="119072"/>
                  </a:lnTo>
                  <a:lnTo>
                    <a:pt x="109402" y="119006"/>
                  </a:lnTo>
                  <a:lnTo>
                    <a:pt x="117216" y="119023"/>
                  </a:lnTo>
                  <a:lnTo>
                    <a:pt x="125031" y="119347"/>
                  </a:lnTo>
                  <a:lnTo>
                    <a:pt x="132845" y="119591"/>
                  </a:lnTo>
                  <a:lnTo>
                    <a:pt x="140660" y="119849"/>
                  </a:lnTo>
                  <a:lnTo>
                    <a:pt x="148474" y="119926"/>
                  </a:lnTo>
                  <a:lnTo>
                    <a:pt x="156288" y="119855"/>
                  </a:lnTo>
                  <a:lnTo>
                    <a:pt x="164103" y="119970"/>
                  </a:lnTo>
                  <a:lnTo>
                    <a:pt x="171917" y="119994"/>
                  </a:lnTo>
                  <a:lnTo>
                    <a:pt x="179732" y="120016"/>
                  </a:lnTo>
                  <a:lnTo>
                    <a:pt x="187546" y="119948"/>
                  </a:lnTo>
                  <a:lnTo>
                    <a:pt x="195361" y="119903"/>
                  </a:lnTo>
                  <a:lnTo>
                    <a:pt x="203175" y="120101"/>
                  </a:lnTo>
                  <a:lnTo>
                    <a:pt x="210990" y="120128"/>
                  </a:lnTo>
                  <a:lnTo>
                    <a:pt x="218804" y="120137"/>
                  </a:lnTo>
                  <a:lnTo>
                    <a:pt x="226619" y="120126"/>
                  </a:lnTo>
                  <a:lnTo>
                    <a:pt x="234433" y="120125"/>
                  </a:lnTo>
                  <a:lnTo>
                    <a:pt x="242247" y="120204"/>
                  </a:lnTo>
                  <a:lnTo>
                    <a:pt x="250062" y="120257"/>
                  </a:lnTo>
                  <a:lnTo>
                    <a:pt x="257876" y="120285"/>
                  </a:lnTo>
                  <a:lnTo>
                    <a:pt x="265691" y="120452"/>
                  </a:lnTo>
                  <a:lnTo>
                    <a:pt x="273505" y="120533"/>
                  </a:lnTo>
                  <a:lnTo>
                    <a:pt x="281320" y="120630"/>
                  </a:lnTo>
                  <a:lnTo>
                    <a:pt x="289134" y="120872"/>
                  </a:lnTo>
                  <a:lnTo>
                    <a:pt x="296949" y="120871"/>
                  </a:lnTo>
                  <a:lnTo>
                    <a:pt x="304763" y="121030"/>
                  </a:lnTo>
                  <a:lnTo>
                    <a:pt x="312577" y="121300"/>
                  </a:lnTo>
                  <a:lnTo>
                    <a:pt x="320392" y="121124"/>
                  </a:lnTo>
                  <a:lnTo>
                    <a:pt x="328206" y="121303"/>
                  </a:lnTo>
                  <a:lnTo>
                    <a:pt x="336021" y="121439"/>
                  </a:lnTo>
                  <a:lnTo>
                    <a:pt x="343835" y="121268"/>
                  </a:lnTo>
                  <a:lnTo>
                    <a:pt x="351650" y="121374"/>
                  </a:lnTo>
                  <a:lnTo>
                    <a:pt x="359464" y="121243"/>
                  </a:lnTo>
                  <a:lnTo>
                    <a:pt x="367279" y="120816"/>
                  </a:lnTo>
                  <a:lnTo>
                    <a:pt x="375093" y="120701"/>
                  </a:lnTo>
                  <a:lnTo>
                    <a:pt x="382907" y="120772"/>
                  </a:lnTo>
                  <a:lnTo>
                    <a:pt x="390722" y="120730"/>
                  </a:lnTo>
                  <a:lnTo>
                    <a:pt x="398536" y="120745"/>
                  </a:lnTo>
                  <a:lnTo>
                    <a:pt x="406351" y="120759"/>
                  </a:lnTo>
                  <a:lnTo>
                    <a:pt x="414165" y="120602"/>
                  </a:lnTo>
                  <a:lnTo>
                    <a:pt x="421980" y="120443"/>
                  </a:lnTo>
                  <a:lnTo>
                    <a:pt x="429794" y="120437"/>
                  </a:lnTo>
                  <a:lnTo>
                    <a:pt x="437609" y="120520"/>
                  </a:lnTo>
                  <a:lnTo>
                    <a:pt x="445423" y="120097"/>
                  </a:lnTo>
                  <a:lnTo>
                    <a:pt x="453238" y="119970"/>
                  </a:lnTo>
                  <a:lnTo>
                    <a:pt x="461052" y="119733"/>
                  </a:lnTo>
                  <a:lnTo>
                    <a:pt x="468866" y="119526"/>
                  </a:lnTo>
                  <a:lnTo>
                    <a:pt x="476681" y="119497"/>
                  </a:lnTo>
                  <a:lnTo>
                    <a:pt x="484495" y="119460"/>
                  </a:lnTo>
                  <a:lnTo>
                    <a:pt x="492310" y="119232"/>
                  </a:lnTo>
                  <a:lnTo>
                    <a:pt x="500124" y="118908"/>
                  </a:lnTo>
                  <a:lnTo>
                    <a:pt x="507939" y="118462"/>
                  </a:lnTo>
                  <a:lnTo>
                    <a:pt x="515753" y="118103"/>
                  </a:lnTo>
                  <a:lnTo>
                    <a:pt x="523568" y="118034"/>
                  </a:lnTo>
                  <a:lnTo>
                    <a:pt x="531382" y="117494"/>
                  </a:lnTo>
                  <a:lnTo>
                    <a:pt x="539196" y="117337"/>
                  </a:lnTo>
                  <a:lnTo>
                    <a:pt x="547011" y="117406"/>
                  </a:lnTo>
                  <a:lnTo>
                    <a:pt x="554825" y="116988"/>
                  </a:lnTo>
                  <a:lnTo>
                    <a:pt x="562640" y="116469"/>
                  </a:lnTo>
                  <a:lnTo>
                    <a:pt x="570454" y="116216"/>
                  </a:lnTo>
                  <a:lnTo>
                    <a:pt x="578269" y="115947"/>
                  </a:lnTo>
                  <a:lnTo>
                    <a:pt x="586083" y="115101"/>
                  </a:lnTo>
                  <a:lnTo>
                    <a:pt x="593898" y="114414"/>
                  </a:lnTo>
                  <a:lnTo>
                    <a:pt x="601712" y="113666"/>
                  </a:lnTo>
                  <a:lnTo>
                    <a:pt x="609526" y="113466"/>
                  </a:lnTo>
                  <a:lnTo>
                    <a:pt x="617341" y="113031"/>
                  </a:lnTo>
                  <a:lnTo>
                    <a:pt x="625155" y="112624"/>
                  </a:lnTo>
                  <a:lnTo>
                    <a:pt x="632970" y="112402"/>
                  </a:lnTo>
                  <a:lnTo>
                    <a:pt x="640784" y="112172"/>
                  </a:lnTo>
                  <a:lnTo>
                    <a:pt x="648599" y="111653"/>
                  </a:lnTo>
                  <a:lnTo>
                    <a:pt x="656413" y="111350"/>
                  </a:lnTo>
                  <a:lnTo>
                    <a:pt x="664228" y="110834"/>
                  </a:lnTo>
                  <a:lnTo>
                    <a:pt x="672042" y="110009"/>
                  </a:lnTo>
                  <a:lnTo>
                    <a:pt x="679857" y="109217"/>
                  </a:lnTo>
                  <a:lnTo>
                    <a:pt x="687671" y="108999"/>
                  </a:lnTo>
                  <a:lnTo>
                    <a:pt x="695485" y="108468"/>
                  </a:lnTo>
                  <a:lnTo>
                    <a:pt x="703300" y="107787"/>
                  </a:lnTo>
                  <a:lnTo>
                    <a:pt x="711114" y="107208"/>
                  </a:lnTo>
                  <a:lnTo>
                    <a:pt x="718929" y="106552"/>
                  </a:lnTo>
                  <a:lnTo>
                    <a:pt x="726743" y="106075"/>
                  </a:lnTo>
                  <a:lnTo>
                    <a:pt x="734558" y="105584"/>
                  </a:lnTo>
                  <a:lnTo>
                    <a:pt x="742372" y="104781"/>
                  </a:lnTo>
                  <a:lnTo>
                    <a:pt x="750187" y="104180"/>
                  </a:lnTo>
                  <a:lnTo>
                    <a:pt x="758001" y="103648"/>
                  </a:lnTo>
                  <a:lnTo>
                    <a:pt x="765815" y="102997"/>
                  </a:lnTo>
                  <a:lnTo>
                    <a:pt x="773630" y="102663"/>
                  </a:lnTo>
                  <a:lnTo>
                    <a:pt x="781444" y="102075"/>
                  </a:lnTo>
                  <a:lnTo>
                    <a:pt x="789259" y="101456"/>
                  </a:lnTo>
                  <a:lnTo>
                    <a:pt x="797073" y="100839"/>
                  </a:lnTo>
                  <a:lnTo>
                    <a:pt x="804888" y="100260"/>
                  </a:lnTo>
                  <a:lnTo>
                    <a:pt x="812702" y="99762"/>
                  </a:lnTo>
                  <a:lnTo>
                    <a:pt x="820517" y="99321"/>
                  </a:lnTo>
                  <a:lnTo>
                    <a:pt x="828331" y="98732"/>
                  </a:lnTo>
                  <a:lnTo>
                    <a:pt x="836145" y="98072"/>
                  </a:lnTo>
                  <a:lnTo>
                    <a:pt x="843960" y="97418"/>
                  </a:lnTo>
                  <a:lnTo>
                    <a:pt x="851774" y="97076"/>
                  </a:lnTo>
                  <a:lnTo>
                    <a:pt x="859589" y="96616"/>
                  </a:lnTo>
                  <a:lnTo>
                    <a:pt x="867403" y="95877"/>
                  </a:lnTo>
                  <a:lnTo>
                    <a:pt x="875218" y="95432"/>
                  </a:lnTo>
                  <a:lnTo>
                    <a:pt x="883032" y="95239"/>
                  </a:lnTo>
                  <a:lnTo>
                    <a:pt x="890847" y="94920"/>
                  </a:lnTo>
                  <a:lnTo>
                    <a:pt x="898661" y="94283"/>
                  </a:lnTo>
                  <a:lnTo>
                    <a:pt x="906476" y="93646"/>
                  </a:lnTo>
                  <a:lnTo>
                    <a:pt x="914290" y="92868"/>
                  </a:lnTo>
                  <a:lnTo>
                    <a:pt x="922104" y="92103"/>
                  </a:lnTo>
                  <a:lnTo>
                    <a:pt x="929919" y="91555"/>
                  </a:lnTo>
                  <a:lnTo>
                    <a:pt x="937733" y="91083"/>
                  </a:lnTo>
                  <a:lnTo>
                    <a:pt x="945548" y="90449"/>
                  </a:lnTo>
                  <a:lnTo>
                    <a:pt x="953362" y="89614"/>
                  </a:lnTo>
                  <a:lnTo>
                    <a:pt x="961177" y="88954"/>
                  </a:lnTo>
                  <a:lnTo>
                    <a:pt x="968991" y="88177"/>
                  </a:lnTo>
                  <a:lnTo>
                    <a:pt x="976806" y="87527"/>
                  </a:lnTo>
                  <a:lnTo>
                    <a:pt x="984620" y="86737"/>
                  </a:lnTo>
                  <a:lnTo>
                    <a:pt x="992434" y="85946"/>
                  </a:lnTo>
                  <a:lnTo>
                    <a:pt x="1000249" y="85156"/>
                  </a:lnTo>
                  <a:lnTo>
                    <a:pt x="1008063" y="84365"/>
                  </a:lnTo>
                  <a:lnTo>
                    <a:pt x="1015878" y="83577"/>
                  </a:lnTo>
                  <a:lnTo>
                    <a:pt x="1023692" y="82901"/>
                  </a:lnTo>
                  <a:lnTo>
                    <a:pt x="1031507" y="82254"/>
                  </a:lnTo>
                  <a:lnTo>
                    <a:pt x="1039321" y="81664"/>
                  </a:lnTo>
                  <a:lnTo>
                    <a:pt x="1047136" y="80959"/>
                  </a:lnTo>
                  <a:lnTo>
                    <a:pt x="1054950" y="80311"/>
                  </a:lnTo>
                  <a:lnTo>
                    <a:pt x="1062765" y="79439"/>
                  </a:lnTo>
                  <a:lnTo>
                    <a:pt x="1070579" y="78739"/>
                  </a:lnTo>
                  <a:lnTo>
                    <a:pt x="1078393" y="78113"/>
                  </a:lnTo>
                  <a:lnTo>
                    <a:pt x="1086208" y="77489"/>
                  </a:lnTo>
                  <a:lnTo>
                    <a:pt x="1094022" y="76866"/>
                  </a:lnTo>
                  <a:lnTo>
                    <a:pt x="1101837" y="76245"/>
                  </a:lnTo>
                  <a:lnTo>
                    <a:pt x="1109651" y="75624"/>
                  </a:lnTo>
                  <a:lnTo>
                    <a:pt x="1117466" y="74860"/>
                  </a:lnTo>
                  <a:lnTo>
                    <a:pt x="1125280" y="74263"/>
                  </a:lnTo>
                  <a:lnTo>
                    <a:pt x="1133095" y="73653"/>
                  </a:lnTo>
                  <a:lnTo>
                    <a:pt x="1140909" y="73049"/>
                  </a:lnTo>
                  <a:lnTo>
                    <a:pt x="1148723" y="72446"/>
                  </a:lnTo>
                  <a:lnTo>
                    <a:pt x="1156538" y="71816"/>
                  </a:lnTo>
                  <a:lnTo>
                    <a:pt x="1164352" y="71091"/>
                  </a:lnTo>
                  <a:lnTo>
                    <a:pt x="1172167" y="70367"/>
                  </a:lnTo>
                  <a:lnTo>
                    <a:pt x="1179981" y="69644"/>
                  </a:lnTo>
                  <a:lnTo>
                    <a:pt x="1187796" y="68920"/>
                  </a:lnTo>
                  <a:lnTo>
                    <a:pt x="1195610" y="68189"/>
                  </a:lnTo>
                  <a:lnTo>
                    <a:pt x="1203425" y="67392"/>
                  </a:lnTo>
                  <a:lnTo>
                    <a:pt x="1211239" y="66762"/>
                  </a:lnTo>
                  <a:lnTo>
                    <a:pt x="1219053" y="66039"/>
                  </a:lnTo>
                  <a:lnTo>
                    <a:pt x="1226868" y="65258"/>
                  </a:lnTo>
                  <a:lnTo>
                    <a:pt x="1234682" y="64597"/>
                  </a:lnTo>
                  <a:lnTo>
                    <a:pt x="1242497" y="63874"/>
                  </a:lnTo>
                  <a:lnTo>
                    <a:pt x="1250311" y="63151"/>
                  </a:lnTo>
                  <a:lnTo>
                    <a:pt x="1258126" y="62428"/>
                  </a:lnTo>
                  <a:lnTo>
                    <a:pt x="1265940" y="61711"/>
                  </a:lnTo>
                  <a:lnTo>
                    <a:pt x="1273755" y="60996"/>
                  </a:lnTo>
                  <a:lnTo>
                    <a:pt x="1281569" y="60281"/>
                  </a:lnTo>
                  <a:lnTo>
                    <a:pt x="1289384" y="59666"/>
                  </a:lnTo>
                  <a:lnTo>
                    <a:pt x="1297198" y="58961"/>
                  </a:lnTo>
                  <a:lnTo>
                    <a:pt x="1305012" y="58258"/>
                  </a:lnTo>
                  <a:lnTo>
                    <a:pt x="1312827" y="57480"/>
                  </a:lnTo>
                  <a:lnTo>
                    <a:pt x="1320641" y="56695"/>
                  </a:lnTo>
                  <a:lnTo>
                    <a:pt x="1328456" y="55976"/>
                  </a:lnTo>
                  <a:lnTo>
                    <a:pt x="1336270" y="55259"/>
                  </a:lnTo>
                  <a:lnTo>
                    <a:pt x="1344085" y="54542"/>
                  </a:lnTo>
                  <a:lnTo>
                    <a:pt x="1351899" y="53721"/>
                  </a:lnTo>
                  <a:lnTo>
                    <a:pt x="1359714" y="52840"/>
                  </a:lnTo>
                  <a:lnTo>
                    <a:pt x="1367528" y="52046"/>
                  </a:lnTo>
                  <a:lnTo>
                    <a:pt x="1375342" y="51438"/>
                  </a:lnTo>
                  <a:lnTo>
                    <a:pt x="1383157" y="50837"/>
                  </a:lnTo>
                  <a:lnTo>
                    <a:pt x="1390971" y="50273"/>
                  </a:lnTo>
                  <a:lnTo>
                    <a:pt x="1398786" y="49618"/>
                  </a:lnTo>
                  <a:lnTo>
                    <a:pt x="1406600" y="49012"/>
                  </a:lnTo>
                  <a:lnTo>
                    <a:pt x="1414415" y="48408"/>
                  </a:lnTo>
                  <a:lnTo>
                    <a:pt x="1422229" y="47804"/>
                  </a:lnTo>
                  <a:lnTo>
                    <a:pt x="1430044" y="47203"/>
                  </a:lnTo>
                  <a:lnTo>
                    <a:pt x="1437858" y="46604"/>
                  </a:lnTo>
                  <a:lnTo>
                    <a:pt x="1445672" y="45965"/>
                  </a:lnTo>
                  <a:lnTo>
                    <a:pt x="1453487" y="45307"/>
                  </a:lnTo>
                  <a:lnTo>
                    <a:pt x="1461301" y="44650"/>
                  </a:lnTo>
                  <a:lnTo>
                    <a:pt x="1469116" y="43996"/>
                  </a:lnTo>
                  <a:lnTo>
                    <a:pt x="1476930" y="43342"/>
                  </a:lnTo>
                  <a:lnTo>
                    <a:pt x="1484745" y="42689"/>
                  </a:lnTo>
                  <a:lnTo>
                    <a:pt x="1492559" y="42000"/>
                  </a:lnTo>
                  <a:lnTo>
                    <a:pt x="1500374" y="41247"/>
                  </a:lnTo>
                  <a:lnTo>
                    <a:pt x="1508188" y="40643"/>
                  </a:lnTo>
                  <a:lnTo>
                    <a:pt x="1516003" y="40040"/>
                  </a:lnTo>
                  <a:lnTo>
                    <a:pt x="1523817" y="39362"/>
                  </a:lnTo>
                  <a:lnTo>
                    <a:pt x="1531631" y="38658"/>
                  </a:lnTo>
                  <a:lnTo>
                    <a:pt x="1539446" y="37955"/>
                  </a:lnTo>
                  <a:lnTo>
                    <a:pt x="1547260" y="37254"/>
                  </a:lnTo>
                  <a:lnTo>
                    <a:pt x="1555075" y="36525"/>
                  </a:lnTo>
                  <a:lnTo>
                    <a:pt x="1562889" y="35686"/>
                  </a:lnTo>
                  <a:lnTo>
                    <a:pt x="1570704" y="34972"/>
                  </a:lnTo>
                  <a:lnTo>
                    <a:pt x="1578518" y="34244"/>
                  </a:lnTo>
                  <a:lnTo>
                    <a:pt x="1586333" y="33613"/>
                  </a:lnTo>
                  <a:lnTo>
                    <a:pt x="1594147" y="33065"/>
                  </a:lnTo>
                  <a:lnTo>
                    <a:pt x="1601961" y="32371"/>
                  </a:lnTo>
                  <a:lnTo>
                    <a:pt x="1609776" y="31681"/>
                  </a:lnTo>
                  <a:lnTo>
                    <a:pt x="1617590" y="31087"/>
                  </a:lnTo>
                  <a:lnTo>
                    <a:pt x="1625405" y="30561"/>
                  </a:lnTo>
                  <a:lnTo>
                    <a:pt x="1633219" y="30036"/>
                  </a:lnTo>
                  <a:lnTo>
                    <a:pt x="1641034" y="29514"/>
                  </a:lnTo>
                  <a:lnTo>
                    <a:pt x="1648848" y="28862"/>
                  </a:lnTo>
                  <a:lnTo>
                    <a:pt x="1656663" y="28165"/>
                  </a:lnTo>
                  <a:lnTo>
                    <a:pt x="1664477" y="27470"/>
                  </a:lnTo>
                  <a:lnTo>
                    <a:pt x="1672291" y="26777"/>
                  </a:lnTo>
                  <a:lnTo>
                    <a:pt x="1680106" y="26087"/>
                  </a:lnTo>
                  <a:lnTo>
                    <a:pt x="1687920" y="25399"/>
                  </a:lnTo>
                  <a:lnTo>
                    <a:pt x="1695735" y="24714"/>
                  </a:lnTo>
                  <a:lnTo>
                    <a:pt x="1703549" y="24032"/>
                  </a:lnTo>
                  <a:lnTo>
                    <a:pt x="1711364" y="23353"/>
                  </a:lnTo>
                  <a:lnTo>
                    <a:pt x="1719178" y="22679"/>
                  </a:lnTo>
                  <a:lnTo>
                    <a:pt x="1726993" y="22007"/>
                  </a:lnTo>
                  <a:lnTo>
                    <a:pt x="1734807" y="21337"/>
                  </a:lnTo>
                  <a:lnTo>
                    <a:pt x="1742622" y="20671"/>
                  </a:lnTo>
                  <a:lnTo>
                    <a:pt x="1750436" y="20038"/>
                  </a:lnTo>
                  <a:lnTo>
                    <a:pt x="1758250" y="19408"/>
                  </a:lnTo>
                  <a:lnTo>
                    <a:pt x="1766065" y="18735"/>
                  </a:lnTo>
                  <a:lnTo>
                    <a:pt x="1773879" y="18063"/>
                  </a:lnTo>
                  <a:lnTo>
                    <a:pt x="1781694" y="17395"/>
                  </a:lnTo>
                  <a:lnTo>
                    <a:pt x="1789508" y="16979"/>
                  </a:lnTo>
                  <a:lnTo>
                    <a:pt x="1797323" y="16336"/>
                  </a:lnTo>
                  <a:lnTo>
                    <a:pt x="1805137" y="15731"/>
                  </a:lnTo>
                  <a:lnTo>
                    <a:pt x="1812952" y="15224"/>
                  </a:lnTo>
                  <a:lnTo>
                    <a:pt x="1820766" y="14719"/>
                  </a:lnTo>
                  <a:lnTo>
                    <a:pt x="1828580" y="14218"/>
                  </a:lnTo>
                  <a:lnTo>
                    <a:pt x="1836395" y="13720"/>
                  </a:lnTo>
                  <a:lnTo>
                    <a:pt x="1844209" y="13225"/>
                  </a:lnTo>
                  <a:lnTo>
                    <a:pt x="1852024" y="12695"/>
                  </a:lnTo>
                  <a:lnTo>
                    <a:pt x="1859838" y="12044"/>
                  </a:lnTo>
                  <a:lnTo>
                    <a:pt x="1867653" y="11395"/>
                  </a:lnTo>
                  <a:lnTo>
                    <a:pt x="1875467" y="10749"/>
                  </a:lnTo>
                  <a:lnTo>
                    <a:pt x="1883282" y="10104"/>
                  </a:lnTo>
                  <a:lnTo>
                    <a:pt x="1891096" y="9463"/>
                  </a:lnTo>
                  <a:lnTo>
                    <a:pt x="1898910" y="8947"/>
                  </a:lnTo>
                  <a:lnTo>
                    <a:pt x="1906725" y="8465"/>
                  </a:lnTo>
                  <a:lnTo>
                    <a:pt x="1914539" y="7987"/>
                  </a:lnTo>
                  <a:lnTo>
                    <a:pt x="1922354" y="7510"/>
                  </a:lnTo>
                  <a:lnTo>
                    <a:pt x="1930168" y="6861"/>
                  </a:lnTo>
                  <a:lnTo>
                    <a:pt x="1937983" y="6337"/>
                  </a:lnTo>
                  <a:lnTo>
                    <a:pt x="1945797" y="5856"/>
                  </a:lnTo>
                  <a:lnTo>
                    <a:pt x="1953612" y="5265"/>
                  </a:lnTo>
                  <a:lnTo>
                    <a:pt x="1961426" y="4671"/>
                  </a:lnTo>
                  <a:lnTo>
                    <a:pt x="1969241" y="4081"/>
                  </a:lnTo>
                  <a:lnTo>
                    <a:pt x="1977055" y="3493"/>
                  </a:lnTo>
                  <a:lnTo>
                    <a:pt x="1984869" y="3048"/>
                  </a:lnTo>
                  <a:lnTo>
                    <a:pt x="1992684" y="2554"/>
                  </a:lnTo>
                  <a:lnTo>
                    <a:pt x="2000498" y="1897"/>
                  </a:lnTo>
                  <a:lnTo>
                    <a:pt x="2008313" y="1242"/>
                  </a:lnTo>
                  <a:lnTo>
                    <a:pt x="2016127" y="589"/>
                  </a:lnTo>
                  <a:lnTo>
                    <a:pt x="202394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8" name="pl57"/>
            <p:cNvSpPr/>
            <p:nvPr/>
          </p:nvSpPr>
          <p:spPr>
            <a:xfrm>
              <a:off x="1223067" y="3717829"/>
              <a:ext cx="2023942" cy="31441"/>
            </a:xfrm>
            <a:custGeom>
              <a:avLst/>
              <a:pathLst>
                <a:path w="2023942" h="31441">
                  <a:moveTo>
                    <a:pt x="2023942" y="26795"/>
                  </a:moveTo>
                  <a:lnTo>
                    <a:pt x="2016127" y="26501"/>
                  </a:lnTo>
                  <a:lnTo>
                    <a:pt x="2008313" y="26205"/>
                  </a:lnTo>
                  <a:lnTo>
                    <a:pt x="2000498" y="25910"/>
                  </a:lnTo>
                  <a:lnTo>
                    <a:pt x="1992684" y="25614"/>
                  </a:lnTo>
                  <a:lnTo>
                    <a:pt x="1984869" y="25317"/>
                  </a:lnTo>
                  <a:lnTo>
                    <a:pt x="1977055" y="25070"/>
                  </a:lnTo>
                  <a:lnTo>
                    <a:pt x="1969241" y="24824"/>
                  </a:lnTo>
                  <a:lnTo>
                    <a:pt x="1961426" y="24579"/>
                  </a:lnTo>
                  <a:lnTo>
                    <a:pt x="1953612" y="24333"/>
                  </a:lnTo>
                  <a:lnTo>
                    <a:pt x="1945797" y="24088"/>
                  </a:lnTo>
                  <a:lnTo>
                    <a:pt x="1937983" y="23841"/>
                  </a:lnTo>
                  <a:lnTo>
                    <a:pt x="1930168" y="23595"/>
                  </a:lnTo>
                  <a:lnTo>
                    <a:pt x="1922354" y="23349"/>
                  </a:lnTo>
                  <a:lnTo>
                    <a:pt x="1914539" y="23102"/>
                  </a:lnTo>
                  <a:lnTo>
                    <a:pt x="1906725" y="22855"/>
                  </a:lnTo>
                  <a:lnTo>
                    <a:pt x="1898910" y="22608"/>
                  </a:lnTo>
                  <a:lnTo>
                    <a:pt x="1891096" y="22416"/>
                  </a:lnTo>
                  <a:lnTo>
                    <a:pt x="1883282" y="22225"/>
                  </a:lnTo>
                  <a:lnTo>
                    <a:pt x="1875467" y="22032"/>
                  </a:lnTo>
                  <a:lnTo>
                    <a:pt x="1867653" y="21839"/>
                  </a:lnTo>
                  <a:lnTo>
                    <a:pt x="1859838" y="21645"/>
                  </a:lnTo>
                  <a:lnTo>
                    <a:pt x="1852024" y="21536"/>
                  </a:lnTo>
                  <a:lnTo>
                    <a:pt x="1844209" y="21316"/>
                  </a:lnTo>
                  <a:lnTo>
                    <a:pt x="1836395" y="21071"/>
                  </a:lnTo>
                  <a:lnTo>
                    <a:pt x="1828580" y="20879"/>
                  </a:lnTo>
                  <a:lnTo>
                    <a:pt x="1820766" y="20690"/>
                  </a:lnTo>
                  <a:lnTo>
                    <a:pt x="1812952" y="20555"/>
                  </a:lnTo>
                  <a:lnTo>
                    <a:pt x="1805137" y="20348"/>
                  </a:lnTo>
                  <a:lnTo>
                    <a:pt x="1797323" y="20106"/>
                  </a:lnTo>
                  <a:lnTo>
                    <a:pt x="1789508" y="19912"/>
                  </a:lnTo>
                  <a:lnTo>
                    <a:pt x="1781694" y="19725"/>
                  </a:lnTo>
                  <a:lnTo>
                    <a:pt x="1773879" y="19527"/>
                  </a:lnTo>
                  <a:lnTo>
                    <a:pt x="1766065" y="19337"/>
                  </a:lnTo>
                  <a:lnTo>
                    <a:pt x="1758250" y="19146"/>
                  </a:lnTo>
                  <a:lnTo>
                    <a:pt x="1750436" y="18954"/>
                  </a:lnTo>
                  <a:lnTo>
                    <a:pt x="1742622" y="18757"/>
                  </a:lnTo>
                  <a:lnTo>
                    <a:pt x="1734807" y="18559"/>
                  </a:lnTo>
                  <a:lnTo>
                    <a:pt x="1726993" y="18295"/>
                  </a:lnTo>
                  <a:lnTo>
                    <a:pt x="1719178" y="17944"/>
                  </a:lnTo>
                  <a:lnTo>
                    <a:pt x="1711364" y="17725"/>
                  </a:lnTo>
                  <a:lnTo>
                    <a:pt x="1703549" y="17661"/>
                  </a:lnTo>
                  <a:lnTo>
                    <a:pt x="1695735" y="17585"/>
                  </a:lnTo>
                  <a:lnTo>
                    <a:pt x="1687920" y="17390"/>
                  </a:lnTo>
                  <a:lnTo>
                    <a:pt x="1680106" y="17133"/>
                  </a:lnTo>
                  <a:lnTo>
                    <a:pt x="1672291" y="16835"/>
                  </a:lnTo>
                  <a:lnTo>
                    <a:pt x="1664477" y="16537"/>
                  </a:lnTo>
                  <a:lnTo>
                    <a:pt x="1656663" y="16238"/>
                  </a:lnTo>
                  <a:lnTo>
                    <a:pt x="1648848" y="16039"/>
                  </a:lnTo>
                  <a:lnTo>
                    <a:pt x="1641034" y="15845"/>
                  </a:lnTo>
                  <a:lnTo>
                    <a:pt x="1633219" y="15646"/>
                  </a:lnTo>
                  <a:lnTo>
                    <a:pt x="1625405" y="15331"/>
                  </a:lnTo>
                  <a:lnTo>
                    <a:pt x="1617590" y="14904"/>
                  </a:lnTo>
                  <a:lnTo>
                    <a:pt x="1609776" y="14592"/>
                  </a:lnTo>
                  <a:lnTo>
                    <a:pt x="1601961" y="14356"/>
                  </a:lnTo>
                  <a:lnTo>
                    <a:pt x="1594147" y="14120"/>
                  </a:lnTo>
                  <a:lnTo>
                    <a:pt x="1586333" y="13884"/>
                  </a:lnTo>
                  <a:lnTo>
                    <a:pt x="1578518" y="13647"/>
                  </a:lnTo>
                  <a:lnTo>
                    <a:pt x="1570704" y="13410"/>
                  </a:lnTo>
                  <a:lnTo>
                    <a:pt x="1562889" y="13185"/>
                  </a:lnTo>
                  <a:lnTo>
                    <a:pt x="1555075" y="13141"/>
                  </a:lnTo>
                  <a:lnTo>
                    <a:pt x="1547260" y="13096"/>
                  </a:lnTo>
                  <a:lnTo>
                    <a:pt x="1539446" y="13052"/>
                  </a:lnTo>
                  <a:lnTo>
                    <a:pt x="1531631" y="13008"/>
                  </a:lnTo>
                  <a:lnTo>
                    <a:pt x="1523817" y="12932"/>
                  </a:lnTo>
                  <a:lnTo>
                    <a:pt x="1516003" y="12742"/>
                  </a:lnTo>
                  <a:lnTo>
                    <a:pt x="1508188" y="12545"/>
                  </a:lnTo>
                  <a:lnTo>
                    <a:pt x="1500374" y="12229"/>
                  </a:lnTo>
                  <a:lnTo>
                    <a:pt x="1492559" y="11841"/>
                  </a:lnTo>
                  <a:lnTo>
                    <a:pt x="1484745" y="11452"/>
                  </a:lnTo>
                  <a:lnTo>
                    <a:pt x="1476930" y="11063"/>
                  </a:lnTo>
                  <a:lnTo>
                    <a:pt x="1469116" y="10673"/>
                  </a:lnTo>
                  <a:lnTo>
                    <a:pt x="1461301" y="10283"/>
                  </a:lnTo>
                  <a:lnTo>
                    <a:pt x="1453487" y="10211"/>
                  </a:lnTo>
                  <a:lnTo>
                    <a:pt x="1445672" y="10184"/>
                  </a:lnTo>
                  <a:lnTo>
                    <a:pt x="1437858" y="10157"/>
                  </a:lnTo>
                  <a:lnTo>
                    <a:pt x="1430044" y="10130"/>
                  </a:lnTo>
                  <a:lnTo>
                    <a:pt x="1422229" y="10103"/>
                  </a:lnTo>
                  <a:lnTo>
                    <a:pt x="1414415" y="10074"/>
                  </a:lnTo>
                  <a:lnTo>
                    <a:pt x="1406600" y="9789"/>
                  </a:lnTo>
                  <a:lnTo>
                    <a:pt x="1398786" y="9472"/>
                  </a:lnTo>
                  <a:lnTo>
                    <a:pt x="1390971" y="9384"/>
                  </a:lnTo>
                  <a:lnTo>
                    <a:pt x="1383157" y="9133"/>
                  </a:lnTo>
                  <a:lnTo>
                    <a:pt x="1375342" y="8823"/>
                  </a:lnTo>
                  <a:lnTo>
                    <a:pt x="1367528" y="8511"/>
                  </a:lnTo>
                  <a:lnTo>
                    <a:pt x="1359714" y="8199"/>
                  </a:lnTo>
                  <a:lnTo>
                    <a:pt x="1351899" y="7920"/>
                  </a:lnTo>
                  <a:lnTo>
                    <a:pt x="1344085" y="7817"/>
                  </a:lnTo>
                  <a:lnTo>
                    <a:pt x="1336270" y="7730"/>
                  </a:lnTo>
                  <a:lnTo>
                    <a:pt x="1328456" y="7561"/>
                  </a:lnTo>
                  <a:lnTo>
                    <a:pt x="1320641" y="7540"/>
                  </a:lnTo>
                  <a:lnTo>
                    <a:pt x="1312827" y="7447"/>
                  </a:lnTo>
                  <a:lnTo>
                    <a:pt x="1305012" y="7353"/>
                  </a:lnTo>
                  <a:lnTo>
                    <a:pt x="1297198" y="7255"/>
                  </a:lnTo>
                  <a:lnTo>
                    <a:pt x="1289384" y="7063"/>
                  </a:lnTo>
                  <a:lnTo>
                    <a:pt x="1281569" y="6868"/>
                  </a:lnTo>
                  <a:lnTo>
                    <a:pt x="1273755" y="6670"/>
                  </a:lnTo>
                  <a:lnTo>
                    <a:pt x="1265940" y="6519"/>
                  </a:lnTo>
                  <a:lnTo>
                    <a:pt x="1258126" y="6412"/>
                  </a:lnTo>
                  <a:lnTo>
                    <a:pt x="1250311" y="6214"/>
                  </a:lnTo>
                  <a:lnTo>
                    <a:pt x="1242497" y="6004"/>
                  </a:lnTo>
                  <a:lnTo>
                    <a:pt x="1234682" y="5695"/>
                  </a:lnTo>
                  <a:lnTo>
                    <a:pt x="1226868" y="5485"/>
                  </a:lnTo>
                  <a:lnTo>
                    <a:pt x="1219053" y="5287"/>
                  </a:lnTo>
                  <a:lnTo>
                    <a:pt x="1211239" y="5089"/>
                  </a:lnTo>
                  <a:lnTo>
                    <a:pt x="1203425" y="4945"/>
                  </a:lnTo>
                  <a:lnTo>
                    <a:pt x="1195610" y="4775"/>
                  </a:lnTo>
                  <a:lnTo>
                    <a:pt x="1187796" y="4573"/>
                  </a:lnTo>
                  <a:lnTo>
                    <a:pt x="1179981" y="4372"/>
                  </a:lnTo>
                  <a:lnTo>
                    <a:pt x="1172167" y="4166"/>
                  </a:lnTo>
                  <a:lnTo>
                    <a:pt x="1164352" y="3963"/>
                  </a:lnTo>
                  <a:lnTo>
                    <a:pt x="1156538" y="3881"/>
                  </a:lnTo>
                  <a:lnTo>
                    <a:pt x="1148723" y="3792"/>
                  </a:lnTo>
                  <a:lnTo>
                    <a:pt x="1140909" y="3531"/>
                  </a:lnTo>
                  <a:lnTo>
                    <a:pt x="1133095" y="3269"/>
                  </a:lnTo>
                  <a:lnTo>
                    <a:pt x="1125280" y="3120"/>
                  </a:lnTo>
                  <a:lnTo>
                    <a:pt x="1117466" y="3005"/>
                  </a:lnTo>
                  <a:lnTo>
                    <a:pt x="1109651" y="2884"/>
                  </a:lnTo>
                  <a:lnTo>
                    <a:pt x="1101837" y="2762"/>
                  </a:lnTo>
                  <a:lnTo>
                    <a:pt x="1094022" y="2601"/>
                  </a:lnTo>
                  <a:lnTo>
                    <a:pt x="1086208" y="2301"/>
                  </a:lnTo>
                  <a:lnTo>
                    <a:pt x="1078393" y="2086"/>
                  </a:lnTo>
                  <a:lnTo>
                    <a:pt x="1070579" y="2133"/>
                  </a:lnTo>
                  <a:lnTo>
                    <a:pt x="1062765" y="1843"/>
                  </a:lnTo>
                  <a:lnTo>
                    <a:pt x="1054950" y="1535"/>
                  </a:lnTo>
                  <a:lnTo>
                    <a:pt x="1047136" y="1224"/>
                  </a:lnTo>
                  <a:lnTo>
                    <a:pt x="1039321" y="938"/>
                  </a:lnTo>
                  <a:lnTo>
                    <a:pt x="1031507" y="874"/>
                  </a:lnTo>
                  <a:lnTo>
                    <a:pt x="1023692" y="809"/>
                  </a:lnTo>
                  <a:lnTo>
                    <a:pt x="1015878" y="749"/>
                  </a:lnTo>
                  <a:lnTo>
                    <a:pt x="1008063" y="604"/>
                  </a:lnTo>
                  <a:lnTo>
                    <a:pt x="1000249" y="571"/>
                  </a:lnTo>
                  <a:lnTo>
                    <a:pt x="992434" y="597"/>
                  </a:lnTo>
                  <a:lnTo>
                    <a:pt x="984620" y="512"/>
                  </a:lnTo>
                  <a:lnTo>
                    <a:pt x="976806" y="705"/>
                  </a:lnTo>
                  <a:lnTo>
                    <a:pt x="968991" y="410"/>
                  </a:lnTo>
                  <a:lnTo>
                    <a:pt x="961177" y="333"/>
                  </a:lnTo>
                  <a:lnTo>
                    <a:pt x="953362" y="433"/>
                  </a:lnTo>
                  <a:lnTo>
                    <a:pt x="945548" y="417"/>
                  </a:lnTo>
                  <a:lnTo>
                    <a:pt x="937733" y="303"/>
                  </a:lnTo>
                  <a:lnTo>
                    <a:pt x="929919" y="189"/>
                  </a:lnTo>
                  <a:lnTo>
                    <a:pt x="922104" y="75"/>
                  </a:lnTo>
                  <a:lnTo>
                    <a:pt x="914290" y="26"/>
                  </a:lnTo>
                  <a:lnTo>
                    <a:pt x="906476" y="66"/>
                  </a:lnTo>
                  <a:lnTo>
                    <a:pt x="898661" y="99"/>
                  </a:lnTo>
                  <a:lnTo>
                    <a:pt x="890847" y="137"/>
                  </a:lnTo>
                  <a:lnTo>
                    <a:pt x="883032" y="240"/>
                  </a:lnTo>
                  <a:lnTo>
                    <a:pt x="875218" y="303"/>
                  </a:lnTo>
                  <a:lnTo>
                    <a:pt x="867403" y="351"/>
                  </a:lnTo>
                  <a:lnTo>
                    <a:pt x="859589" y="551"/>
                  </a:lnTo>
                  <a:lnTo>
                    <a:pt x="851774" y="338"/>
                  </a:lnTo>
                  <a:lnTo>
                    <a:pt x="843960" y="379"/>
                  </a:lnTo>
                  <a:lnTo>
                    <a:pt x="836145" y="412"/>
                  </a:lnTo>
                  <a:lnTo>
                    <a:pt x="828331" y="403"/>
                  </a:lnTo>
                  <a:lnTo>
                    <a:pt x="820517" y="490"/>
                  </a:lnTo>
                  <a:lnTo>
                    <a:pt x="812702" y="477"/>
                  </a:lnTo>
                  <a:lnTo>
                    <a:pt x="804888" y="469"/>
                  </a:lnTo>
                  <a:lnTo>
                    <a:pt x="797073" y="417"/>
                  </a:lnTo>
                  <a:lnTo>
                    <a:pt x="789259" y="323"/>
                  </a:lnTo>
                  <a:lnTo>
                    <a:pt x="781444" y="168"/>
                  </a:lnTo>
                  <a:lnTo>
                    <a:pt x="773630" y="83"/>
                  </a:lnTo>
                  <a:lnTo>
                    <a:pt x="765815" y="11"/>
                  </a:lnTo>
                  <a:lnTo>
                    <a:pt x="758001" y="105"/>
                  </a:lnTo>
                  <a:lnTo>
                    <a:pt x="750187" y="137"/>
                  </a:lnTo>
                  <a:lnTo>
                    <a:pt x="742372" y="0"/>
                  </a:lnTo>
                  <a:lnTo>
                    <a:pt x="734558" y="84"/>
                  </a:lnTo>
                  <a:lnTo>
                    <a:pt x="726743" y="175"/>
                  </a:lnTo>
                  <a:lnTo>
                    <a:pt x="718929" y="222"/>
                  </a:lnTo>
                  <a:lnTo>
                    <a:pt x="711114" y="529"/>
                  </a:lnTo>
                  <a:lnTo>
                    <a:pt x="703300" y="406"/>
                  </a:lnTo>
                  <a:lnTo>
                    <a:pt x="695485" y="488"/>
                  </a:lnTo>
                  <a:lnTo>
                    <a:pt x="687671" y="568"/>
                  </a:lnTo>
                  <a:lnTo>
                    <a:pt x="679857" y="430"/>
                  </a:lnTo>
                  <a:lnTo>
                    <a:pt x="672042" y="322"/>
                  </a:lnTo>
                  <a:lnTo>
                    <a:pt x="664228" y="518"/>
                  </a:lnTo>
                  <a:lnTo>
                    <a:pt x="656413" y="448"/>
                  </a:lnTo>
                  <a:lnTo>
                    <a:pt x="648599" y="449"/>
                  </a:lnTo>
                  <a:lnTo>
                    <a:pt x="640784" y="391"/>
                  </a:lnTo>
                  <a:lnTo>
                    <a:pt x="632970" y="566"/>
                  </a:lnTo>
                  <a:lnTo>
                    <a:pt x="625155" y="781"/>
                  </a:lnTo>
                  <a:lnTo>
                    <a:pt x="617341" y="906"/>
                  </a:lnTo>
                  <a:lnTo>
                    <a:pt x="609526" y="822"/>
                  </a:lnTo>
                  <a:lnTo>
                    <a:pt x="601712" y="532"/>
                  </a:lnTo>
                  <a:lnTo>
                    <a:pt x="593898" y="858"/>
                  </a:lnTo>
                  <a:lnTo>
                    <a:pt x="586083" y="1183"/>
                  </a:lnTo>
                  <a:lnTo>
                    <a:pt x="578269" y="1269"/>
                  </a:lnTo>
                  <a:lnTo>
                    <a:pt x="570454" y="1524"/>
                  </a:lnTo>
                  <a:lnTo>
                    <a:pt x="562640" y="1934"/>
                  </a:lnTo>
                  <a:lnTo>
                    <a:pt x="554825" y="2189"/>
                  </a:lnTo>
                  <a:lnTo>
                    <a:pt x="547011" y="2230"/>
                  </a:lnTo>
                  <a:lnTo>
                    <a:pt x="539196" y="2276"/>
                  </a:lnTo>
                  <a:lnTo>
                    <a:pt x="531382" y="2475"/>
                  </a:lnTo>
                  <a:lnTo>
                    <a:pt x="523568" y="2511"/>
                  </a:lnTo>
                  <a:lnTo>
                    <a:pt x="515753" y="2541"/>
                  </a:lnTo>
                  <a:lnTo>
                    <a:pt x="507939" y="2600"/>
                  </a:lnTo>
                  <a:lnTo>
                    <a:pt x="500124" y="2619"/>
                  </a:lnTo>
                  <a:lnTo>
                    <a:pt x="492310" y="2832"/>
                  </a:lnTo>
                  <a:lnTo>
                    <a:pt x="484495" y="3166"/>
                  </a:lnTo>
                  <a:lnTo>
                    <a:pt x="476681" y="3711"/>
                  </a:lnTo>
                  <a:lnTo>
                    <a:pt x="468866" y="4155"/>
                  </a:lnTo>
                  <a:lnTo>
                    <a:pt x="461052" y="4598"/>
                  </a:lnTo>
                  <a:lnTo>
                    <a:pt x="453238" y="5039"/>
                  </a:lnTo>
                  <a:lnTo>
                    <a:pt x="445423" y="5479"/>
                  </a:lnTo>
                  <a:lnTo>
                    <a:pt x="437609" y="5755"/>
                  </a:lnTo>
                  <a:lnTo>
                    <a:pt x="429794" y="6034"/>
                  </a:lnTo>
                  <a:lnTo>
                    <a:pt x="421980" y="6326"/>
                  </a:lnTo>
                  <a:lnTo>
                    <a:pt x="414165" y="6539"/>
                  </a:lnTo>
                  <a:lnTo>
                    <a:pt x="406351" y="6709"/>
                  </a:lnTo>
                  <a:lnTo>
                    <a:pt x="398536" y="6782"/>
                  </a:lnTo>
                  <a:lnTo>
                    <a:pt x="390722" y="6986"/>
                  </a:lnTo>
                  <a:lnTo>
                    <a:pt x="382907" y="7138"/>
                  </a:lnTo>
                  <a:lnTo>
                    <a:pt x="375093" y="7399"/>
                  </a:lnTo>
                  <a:lnTo>
                    <a:pt x="367279" y="7798"/>
                  </a:lnTo>
                  <a:lnTo>
                    <a:pt x="359464" y="8008"/>
                  </a:lnTo>
                  <a:lnTo>
                    <a:pt x="351650" y="8395"/>
                  </a:lnTo>
                  <a:lnTo>
                    <a:pt x="343835" y="8795"/>
                  </a:lnTo>
                  <a:lnTo>
                    <a:pt x="336021" y="9194"/>
                  </a:lnTo>
                  <a:lnTo>
                    <a:pt x="328206" y="9720"/>
                  </a:lnTo>
                  <a:lnTo>
                    <a:pt x="320392" y="10045"/>
                  </a:lnTo>
                  <a:lnTo>
                    <a:pt x="312577" y="10374"/>
                  </a:lnTo>
                  <a:lnTo>
                    <a:pt x="304763" y="10881"/>
                  </a:lnTo>
                  <a:lnTo>
                    <a:pt x="296949" y="11294"/>
                  </a:lnTo>
                  <a:lnTo>
                    <a:pt x="289134" y="11752"/>
                  </a:lnTo>
                  <a:lnTo>
                    <a:pt x="281320" y="12289"/>
                  </a:lnTo>
                  <a:lnTo>
                    <a:pt x="273505" y="13019"/>
                  </a:lnTo>
                  <a:lnTo>
                    <a:pt x="265691" y="13737"/>
                  </a:lnTo>
                  <a:lnTo>
                    <a:pt x="257876" y="13955"/>
                  </a:lnTo>
                  <a:lnTo>
                    <a:pt x="250062" y="14726"/>
                  </a:lnTo>
                  <a:lnTo>
                    <a:pt x="242247" y="15336"/>
                  </a:lnTo>
                  <a:lnTo>
                    <a:pt x="234433" y="15704"/>
                  </a:lnTo>
                  <a:lnTo>
                    <a:pt x="226619" y="16188"/>
                  </a:lnTo>
                  <a:lnTo>
                    <a:pt x="218804" y="16831"/>
                  </a:lnTo>
                  <a:lnTo>
                    <a:pt x="210990" y="17478"/>
                  </a:lnTo>
                  <a:lnTo>
                    <a:pt x="203175" y="18010"/>
                  </a:lnTo>
                  <a:lnTo>
                    <a:pt x="195361" y="18271"/>
                  </a:lnTo>
                  <a:lnTo>
                    <a:pt x="187546" y="18968"/>
                  </a:lnTo>
                  <a:lnTo>
                    <a:pt x="179732" y="19539"/>
                  </a:lnTo>
                  <a:lnTo>
                    <a:pt x="171917" y="20238"/>
                  </a:lnTo>
                  <a:lnTo>
                    <a:pt x="164103" y="20835"/>
                  </a:lnTo>
                  <a:lnTo>
                    <a:pt x="156288" y="21249"/>
                  </a:lnTo>
                  <a:lnTo>
                    <a:pt x="148474" y="21841"/>
                  </a:lnTo>
                  <a:lnTo>
                    <a:pt x="140660" y="22408"/>
                  </a:lnTo>
                  <a:lnTo>
                    <a:pt x="132845" y="22992"/>
                  </a:lnTo>
                  <a:lnTo>
                    <a:pt x="125031" y="23359"/>
                  </a:lnTo>
                  <a:lnTo>
                    <a:pt x="117216" y="23788"/>
                  </a:lnTo>
                  <a:lnTo>
                    <a:pt x="109402" y="24082"/>
                  </a:lnTo>
                  <a:lnTo>
                    <a:pt x="101587" y="24376"/>
                  </a:lnTo>
                  <a:lnTo>
                    <a:pt x="93773" y="24908"/>
                  </a:lnTo>
                  <a:lnTo>
                    <a:pt x="85958" y="25590"/>
                  </a:lnTo>
                  <a:lnTo>
                    <a:pt x="78144" y="26238"/>
                  </a:lnTo>
                  <a:lnTo>
                    <a:pt x="70330" y="26762"/>
                  </a:lnTo>
                  <a:lnTo>
                    <a:pt x="62515" y="27373"/>
                  </a:lnTo>
                  <a:lnTo>
                    <a:pt x="54701" y="27933"/>
                  </a:lnTo>
                  <a:lnTo>
                    <a:pt x="46886" y="28403"/>
                  </a:lnTo>
                  <a:lnTo>
                    <a:pt x="39072" y="28938"/>
                  </a:lnTo>
                  <a:lnTo>
                    <a:pt x="31257" y="29730"/>
                  </a:lnTo>
                  <a:lnTo>
                    <a:pt x="23443" y="30411"/>
                  </a:lnTo>
                  <a:lnTo>
                    <a:pt x="15628" y="30720"/>
                  </a:lnTo>
                  <a:lnTo>
                    <a:pt x="7814" y="30966"/>
                  </a:lnTo>
                  <a:lnTo>
                    <a:pt x="0" y="314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9" name="pg58"/>
            <p:cNvSpPr/>
            <p:nvPr/>
          </p:nvSpPr>
          <p:spPr>
            <a:xfrm>
              <a:off x="1223067" y="3483489"/>
              <a:ext cx="2023942" cy="401019"/>
            </a:xfrm>
            <a:custGeom>
              <a:avLst/>
              <a:pathLst>
                <a:path w="2023942" h="401019">
                  <a:moveTo>
                    <a:pt x="0" y="265212"/>
                  </a:moveTo>
                  <a:lnTo>
                    <a:pt x="7814" y="265546"/>
                  </a:lnTo>
                  <a:lnTo>
                    <a:pt x="15628" y="266075"/>
                  </a:lnTo>
                  <a:lnTo>
                    <a:pt x="23443" y="265946"/>
                  </a:lnTo>
                  <a:lnTo>
                    <a:pt x="31257" y="265825"/>
                  </a:lnTo>
                  <a:lnTo>
                    <a:pt x="39072" y="266274"/>
                  </a:lnTo>
                  <a:lnTo>
                    <a:pt x="46886" y="266937"/>
                  </a:lnTo>
                  <a:lnTo>
                    <a:pt x="54701" y="267597"/>
                  </a:lnTo>
                  <a:lnTo>
                    <a:pt x="62515" y="267447"/>
                  </a:lnTo>
                  <a:lnTo>
                    <a:pt x="70330" y="267464"/>
                  </a:lnTo>
                  <a:lnTo>
                    <a:pt x="78144" y="267538"/>
                  </a:lnTo>
                  <a:lnTo>
                    <a:pt x="85958" y="267673"/>
                  </a:lnTo>
                  <a:lnTo>
                    <a:pt x="93773" y="267300"/>
                  </a:lnTo>
                  <a:lnTo>
                    <a:pt x="101587" y="267310"/>
                  </a:lnTo>
                  <a:lnTo>
                    <a:pt x="109402" y="267314"/>
                  </a:lnTo>
                  <a:lnTo>
                    <a:pt x="117216" y="267481"/>
                  </a:lnTo>
                  <a:lnTo>
                    <a:pt x="125031" y="267538"/>
                  </a:lnTo>
                  <a:lnTo>
                    <a:pt x="132845" y="267673"/>
                  </a:lnTo>
                  <a:lnTo>
                    <a:pt x="140660" y="267662"/>
                  </a:lnTo>
                  <a:lnTo>
                    <a:pt x="148474" y="267688"/>
                  </a:lnTo>
                  <a:lnTo>
                    <a:pt x="156288" y="267456"/>
                  </a:lnTo>
                  <a:lnTo>
                    <a:pt x="164103" y="267274"/>
                  </a:lnTo>
                  <a:lnTo>
                    <a:pt x="171917" y="267057"/>
                  </a:lnTo>
                  <a:lnTo>
                    <a:pt x="179732" y="266830"/>
                  </a:lnTo>
                  <a:lnTo>
                    <a:pt x="187546" y="266173"/>
                  </a:lnTo>
                  <a:lnTo>
                    <a:pt x="195361" y="265554"/>
                  </a:lnTo>
                  <a:lnTo>
                    <a:pt x="203175" y="264608"/>
                  </a:lnTo>
                  <a:lnTo>
                    <a:pt x="210990" y="264463"/>
                  </a:lnTo>
                  <a:lnTo>
                    <a:pt x="218804" y="263429"/>
                  </a:lnTo>
                  <a:lnTo>
                    <a:pt x="226619" y="262564"/>
                  </a:lnTo>
                  <a:lnTo>
                    <a:pt x="234433" y="262158"/>
                  </a:lnTo>
                  <a:lnTo>
                    <a:pt x="242247" y="261238"/>
                  </a:lnTo>
                  <a:lnTo>
                    <a:pt x="250062" y="260678"/>
                  </a:lnTo>
                  <a:lnTo>
                    <a:pt x="257876" y="259973"/>
                  </a:lnTo>
                  <a:lnTo>
                    <a:pt x="265691" y="259433"/>
                  </a:lnTo>
                  <a:lnTo>
                    <a:pt x="273505" y="258568"/>
                  </a:lnTo>
                  <a:lnTo>
                    <a:pt x="281320" y="257632"/>
                  </a:lnTo>
                  <a:lnTo>
                    <a:pt x="289134" y="256945"/>
                  </a:lnTo>
                  <a:lnTo>
                    <a:pt x="296949" y="255950"/>
                  </a:lnTo>
                  <a:lnTo>
                    <a:pt x="304763" y="254985"/>
                  </a:lnTo>
                  <a:lnTo>
                    <a:pt x="312577" y="254032"/>
                  </a:lnTo>
                  <a:lnTo>
                    <a:pt x="320392" y="252918"/>
                  </a:lnTo>
                  <a:lnTo>
                    <a:pt x="328206" y="251200"/>
                  </a:lnTo>
                  <a:lnTo>
                    <a:pt x="336021" y="250143"/>
                  </a:lnTo>
                  <a:lnTo>
                    <a:pt x="343835" y="249649"/>
                  </a:lnTo>
                  <a:lnTo>
                    <a:pt x="351650" y="248224"/>
                  </a:lnTo>
                  <a:lnTo>
                    <a:pt x="359464" y="246819"/>
                  </a:lnTo>
                  <a:lnTo>
                    <a:pt x="367279" y="245756"/>
                  </a:lnTo>
                  <a:lnTo>
                    <a:pt x="375093" y="244440"/>
                  </a:lnTo>
                  <a:lnTo>
                    <a:pt x="382907" y="242670"/>
                  </a:lnTo>
                  <a:lnTo>
                    <a:pt x="390722" y="241093"/>
                  </a:lnTo>
                  <a:lnTo>
                    <a:pt x="398536" y="240174"/>
                  </a:lnTo>
                  <a:lnTo>
                    <a:pt x="406351" y="239365"/>
                  </a:lnTo>
                  <a:lnTo>
                    <a:pt x="414165" y="237761"/>
                  </a:lnTo>
                  <a:lnTo>
                    <a:pt x="421980" y="236407"/>
                  </a:lnTo>
                  <a:lnTo>
                    <a:pt x="429794" y="235045"/>
                  </a:lnTo>
                  <a:lnTo>
                    <a:pt x="437609" y="233731"/>
                  </a:lnTo>
                  <a:lnTo>
                    <a:pt x="445423" y="232792"/>
                  </a:lnTo>
                  <a:lnTo>
                    <a:pt x="453238" y="231638"/>
                  </a:lnTo>
                  <a:lnTo>
                    <a:pt x="461052" y="230492"/>
                  </a:lnTo>
                  <a:lnTo>
                    <a:pt x="468866" y="229327"/>
                  </a:lnTo>
                  <a:lnTo>
                    <a:pt x="476681" y="228136"/>
                  </a:lnTo>
                  <a:lnTo>
                    <a:pt x="484495" y="226559"/>
                  </a:lnTo>
                  <a:lnTo>
                    <a:pt x="492310" y="225346"/>
                  </a:lnTo>
                  <a:lnTo>
                    <a:pt x="500124" y="223138"/>
                  </a:lnTo>
                  <a:lnTo>
                    <a:pt x="507939" y="222152"/>
                  </a:lnTo>
                  <a:lnTo>
                    <a:pt x="515753" y="221162"/>
                  </a:lnTo>
                  <a:lnTo>
                    <a:pt x="523568" y="220168"/>
                  </a:lnTo>
                  <a:lnTo>
                    <a:pt x="531382" y="218855"/>
                  </a:lnTo>
                  <a:lnTo>
                    <a:pt x="539196" y="217461"/>
                  </a:lnTo>
                  <a:lnTo>
                    <a:pt x="547011" y="216069"/>
                  </a:lnTo>
                  <a:lnTo>
                    <a:pt x="554825" y="214691"/>
                  </a:lnTo>
                  <a:lnTo>
                    <a:pt x="562640" y="213313"/>
                  </a:lnTo>
                  <a:lnTo>
                    <a:pt x="570454" y="211659"/>
                  </a:lnTo>
                  <a:lnTo>
                    <a:pt x="578269" y="209809"/>
                  </a:lnTo>
                  <a:lnTo>
                    <a:pt x="586083" y="207973"/>
                  </a:lnTo>
                  <a:lnTo>
                    <a:pt x="593898" y="206540"/>
                  </a:lnTo>
                  <a:lnTo>
                    <a:pt x="601712" y="205534"/>
                  </a:lnTo>
                  <a:lnTo>
                    <a:pt x="609526" y="203845"/>
                  </a:lnTo>
                  <a:lnTo>
                    <a:pt x="617341" y="202052"/>
                  </a:lnTo>
                  <a:lnTo>
                    <a:pt x="625155" y="200440"/>
                  </a:lnTo>
                  <a:lnTo>
                    <a:pt x="632970" y="198766"/>
                  </a:lnTo>
                  <a:lnTo>
                    <a:pt x="640784" y="197374"/>
                  </a:lnTo>
                  <a:lnTo>
                    <a:pt x="648599" y="195984"/>
                  </a:lnTo>
                  <a:lnTo>
                    <a:pt x="656413" y="194222"/>
                  </a:lnTo>
                  <a:lnTo>
                    <a:pt x="664228" y="192228"/>
                  </a:lnTo>
                  <a:lnTo>
                    <a:pt x="672042" y="190359"/>
                  </a:lnTo>
                  <a:lnTo>
                    <a:pt x="679857" y="188496"/>
                  </a:lnTo>
                  <a:lnTo>
                    <a:pt x="687671" y="186684"/>
                  </a:lnTo>
                  <a:lnTo>
                    <a:pt x="695485" y="184931"/>
                  </a:lnTo>
                  <a:lnTo>
                    <a:pt x="703300" y="183351"/>
                  </a:lnTo>
                  <a:lnTo>
                    <a:pt x="711114" y="181826"/>
                  </a:lnTo>
                  <a:lnTo>
                    <a:pt x="718929" y="180367"/>
                  </a:lnTo>
                  <a:lnTo>
                    <a:pt x="726743" y="179254"/>
                  </a:lnTo>
                  <a:lnTo>
                    <a:pt x="734558" y="177725"/>
                  </a:lnTo>
                  <a:lnTo>
                    <a:pt x="742372" y="175990"/>
                  </a:lnTo>
                  <a:lnTo>
                    <a:pt x="750187" y="174199"/>
                  </a:lnTo>
                  <a:lnTo>
                    <a:pt x="758001" y="172267"/>
                  </a:lnTo>
                  <a:lnTo>
                    <a:pt x="765815" y="170312"/>
                  </a:lnTo>
                  <a:lnTo>
                    <a:pt x="773630" y="168615"/>
                  </a:lnTo>
                  <a:lnTo>
                    <a:pt x="781444" y="167494"/>
                  </a:lnTo>
                  <a:lnTo>
                    <a:pt x="789259" y="165449"/>
                  </a:lnTo>
                  <a:lnTo>
                    <a:pt x="797073" y="163405"/>
                  </a:lnTo>
                  <a:lnTo>
                    <a:pt x="804888" y="161372"/>
                  </a:lnTo>
                  <a:lnTo>
                    <a:pt x="812702" y="159773"/>
                  </a:lnTo>
                  <a:lnTo>
                    <a:pt x="820517" y="158359"/>
                  </a:lnTo>
                  <a:lnTo>
                    <a:pt x="828331" y="156949"/>
                  </a:lnTo>
                  <a:lnTo>
                    <a:pt x="836145" y="155533"/>
                  </a:lnTo>
                  <a:lnTo>
                    <a:pt x="843960" y="154126"/>
                  </a:lnTo>
                  <a:lnTo>
                    <a:pt x="851774" y="152726"/>
                  </a:lnTo>
                  <a:lnTo>
                    <a:pt x="859589" y="150983"/>
                  </a:lnTo>
                  <a:lnTo>
                    <a:pt x="867403" y="148994"/>
                  </a:lnTo>
                  <a:lnTo>
                    <a:pt x="875218" y="147006"/>
                  </a:lnTo>
                  <a:lnTo>
                    <a:pt x="883032" y="145020"/>
                  </a:lnTo>
                  <a:lnTo>
                    <a:pt x="890847" y="143375"/>
                  </a:lnTo>
                  <a:lnTo>
                    <a:pt x="898661" y="141494"/>
                  </a:lnTo>
                  <a:lnTo>
                    <a:pt x="906476" y="139180"/>
                  </a:lnTo>
                  <a:lnTo>
                    <a:pt x="914290" y="137052"/>
                  </a:lnTo>
                  <a:lnTo>
                    <a:pt x="922104" y="135065"/>
                  </a:lnTo>
                  <a:lnTo>
                    <a:pt x="929919" y="133286"/>
                  </a:lnTo>
                  <a:lnTo>
                    <a:pt x="937733" y="131743"/>
                  </a:lnTo>
                  <a:lnTo>
                    <a:pt x="945548" y="130205"/>
                  </a:lnTo>
                  <a:lnTo>
                    <a:pt x="953362" y="128670"/>
                  </a:lnTo>
                  <a:lnTo>
                    <a:pt x="961177" y="127140"/>
                  </a:lnTo>
                  <a:lnTo>
                    <a:pt x="968991" y="125614"/>
                  </a:lnTo>
                  <a:lnTo>
                    <a:pt x="976806" y="124093"/>
                  </a:lnTo>
                  <a:lnTo>
                    <a:pt x="984620" y="122582"/>
                  </a:lnTo>
                  <a:lnTo>
                    <a:pt x="992434" y="121082"/>
                  </a:lnTo>
                  <a:lnTo>
                    <a:pt x="1000249" y="119605"/>
                  </a:lnTo>
                  <a:lnTo>
                    <a:pt x="1008063" y="118491"/>
                  </a:lnTo>
                  <a:lnTo>
                    <a:pt x="1015878" y="117387"/>
                  </a:lnTo>
                  <a:lnTo>
                    <a:pt x="1023692" y="116294"/>
                  </a:lnTo>
                  <a:lnTo>
                    <a:pt x="1031507" y="115220"/>
                  </a:lnTo>
                  <a:lnTo>
                    <a:pt x="1039321" y="113950"/>
                  </a:lnTo>
                  <a:lnTo>
                    <a:pt x="1047136" y="112160"/>
                  </a:lnTo>
                  <a:lnTo>
                    <a:pt x="1054950" y="110983"/>
                  </a:lnTo>
                  <a:lnTo>
                    <a:pt x="1062765" y="110010"/>
                  </a:lnTo>
                  <a:lnTo>
                    <a:pt x="1070579" y="108593"/>
                  </a:lnTo>
                  <a:lnTo>
                    <a:pt x="1078393" y="107121"/>
                  </a:lnTo>
                  <a:lnTo>
                    <a:pt x="1086208" y="105662"/>
                  </a:lnTo>
                  <a:lnTo>
                    <a:pt x="1094022" y="104223"/>
                  </a:lnTo>
                  <a:lnTo>
                    <a:pt x="1101837" y="102796"/>
                  </a:lnTo>
                  <a:lnTo>
                    <a:pt x="1109651" y="101386"/>
                  </a:lnTo>
                  <a:lnTo>
                    <a:pt x="1117466" y="99990"/>
                  </a:lnTo>
                  <a:lnTo>
                    <a:pt x="1125280" y="98608"/>
                  </a:lnTo>
                  <a:lnTo>
                    <a:pt x="1133095" y="97238"/>
                  </a:lnTo>
                  <a:lnTo>
                    <a:pt x="1140909" y="95864"/>
                  </a:lnTo>
                  <a:lnTo>
                    <a:pt x="1148723" y="94425"/>
                  </a:lnTo>
                  <a:lnTo>
                    <a:pt x="1156538" y="93001"/>
                  </a:lnTo>
                  <a:lnTo>
                    <a:pt x="1164352" y="91594"/>
                  </a:lnTo>
                  <a:lnTo>
                    <a:pt x="1172167" y="89900"/>
                  </a:lnTo>
                  <a:lnTo>
                    <a:pt x="1179981" y="88589"/>
                  </a:lnTo>
                  <a:lnTo>
                    <a:pt x="1187796" y="86766"/>
                  </a:lnTo>
                  <a:lnTo>
                    <a:pt x="1195610" y="84958"/>
                  </a:lnTo>
                  <a:lnTo>
                    <a:pt x="1203425" y="83166"/>
                  </a:lnTo>
                  <a:lnTo>
                    <a:pt x="1211239" y="81853"/>
                  </a:lnTo>
                  <a:lnTo>
                    <a:pt x="1219053" y="81010"/>
                  </a:lnTo>
                  <a:lnTo>
                    <a:pt x="1226868" y="80184"/>
                  </a:lnTo>
                  <a:lnTo>
                    <a:pt x="1234682" y="79366"/>
                  </a:lnTo>
                  <a:lnTo>
                    <a:pt x="1242497" y="78367"/>
                  </a:lnTo>
                  <a:lnTo>
                    <a:pt x="1250311" y="77140"/>
                  </a:lnTo>
                  <a:lnTo>
                    <a:pt x="1258126" y="75929"/>
                  </a:lnTo>
                  <a:lnTo>
                    <a:pt x="1265940" y="74754"/>
                  </a:lnTo>
                  <a:lnTo>
                    <a:pt x="1273755" y="73916"/>
                  </a:lnTo>
                  <a:lnTo>
                    <a:pt x="1281569" y="73204"/>
                  </a:lnTo>
                  <a:lnTo>
                    <a:pt x="1289384" y="72506"/>
                  </a:lnTo>
                  <a:lnTo>
                    <a:pt x="1297198" y="71312"/>
                  </a:lnTo>
                  <a:lnTo>
                    <a:pt x="1305012" y="70050"/>
                  </a:lnTo>
                  <a:lnTo>
                    <a:pt x="1312827" y="68962"/>
                  </a:lnTo>
                  <a:lnTo>
                    <a:pt x="1320641" y="67598"/>
                  </a:lnTo>
                  <a:lnTo>
                    <a:pt x="1328456" y="66313"/>
                  </a:lnTo>
                  <a:lnTo>
                    <a:pt x="1336270" y="65089"/>
                  </a:lnTo>
                  <a:lnTo>
                    <a:pt x="1344085" y="63882"/>
                  </a:lnTo>
                  <a:lnTo>
                    <a:pt x="1351899" y="62882"/>
                  </a:lnTo>
                  <a:lnTo>
                    <a:pt x="1359714" y="61976"/>
                  </a:lnTo>
                  <a:lnTo>
                    <a:pt x="1367528" y="60764"/>
                  </a:lnTo>
                  <a:lnTo>
                    <a:pt x="1375342" y="59581"/>
                  </a:lnTo>
                  <a:lnTo>
                    <a:pt x="1383157" y="58607"/>
                  </a:lnTo>
                  <a:lnTo>
                    <a:pt x="1390971" y="57431"/>
                  </a:lnTo>
                  <a:lnTo>
                    <a:pt x="1398786" y="56498"/>
                  </a:lnTo>
                  <a:lnTo>
                    <a:pt x="1406600" y="55661"/>
                  </a:lnTo>
                  <a:lnTo>
                    <a:pt x="1414415" y="54838"/>
                  </a:lnTo>
                  <a:lnTo>
                    <a:pt x="1422229" y="53951"/>
                  </a:lnTo>
                  <a:lnTo>
                    <a:pt x="1430044" y="53062"/>
                  </a:lnTo>
                  <a:lnTo>
                    <a:pt x="1437858" y="52187"/>
                  </a:lnTo>
                  <a:lnTo>
                    <a:pt x="1445672" y="51327"/>
                  </a:lnTo>
                  <a:lnTo>
                    <a:pt x="1453487" y="50390"/>
                  </a:lnTo>
                  <a:lnTo>
                    <a:pt x="1461301" y="49120"/>
                  </a:lnTo>
                  <a:lnTo>
                    <a:pt x="1469116" y="47859"/>
                  </a:lnTo>
                  <a:lnTo>
                    <a:pt x="1476930" y="46605"/>
                  </a:lnTo>
                  <a:lnTo>
                    <a:pt x="1484745" y="45360"/>
                  </a:lnTo>
                  <a:lnTo>
                    <a:pt x="1492559" y="44123"/>
                  </a:lnTo>
                  <a:lnTo>
                    <a:pt x="1500374" y="42895"/>
                  </a:lnTo>
                  <a:lnTo>
                    <a:pt x="1508188" y="41680"/>
                  </a:lnTo>
                  <a:lnTo>
                    <a:pt x="1516003" y="40807"/>
                  </a:lnTo>
                  <a:lnTo>
                    <a:pt x="1523817" y="40083"/>
                  </a:lnTo>
                  <a:lnTo>
                    <a:pt x="1531631" y="39442"/>
                  </a:lnTo>
                  <a:lnTo>
                    <a:pt x="1539446" y="39040"/>
                  </a:lnTo>
                  <a:lnTo>
                    <a:pt x="1547260" y="38637"/>
                  </a:lnTo>
                  <a:lnTo>
                    <a:pt x="1555075" y="37700"/>
                  </a:lnTo>
                  <a:lnTo>
                    <a:pt x="1562889" y="36772"/>
                  </a:lnTo>
                  <a:lnTo>
                    <a:pt x="1570704" y="35940"/>
                  </a:lnTo>
                  <a:lnTo>
                    <a:pt x="1578518" y="35277"/>
                  </a:lnTo>
                  <a:lnTo>
                    <a:pt x="1586333" y="34624"/>
                  </a:lnTo>
                  <a:lnTo>
                    <a:pt x="1594147" y="33981"/>
                  </a:lnTo>
                  <a:lnTo>
                    <a:pt x="1601961" y="33111"/>
                  </a:lnTo>
                  <a:lnTo>
                    <a:pt x="1609776" y="32075"/>
                  </a:lnTo>
                  <a:lnTo>
                    <a:pt x="1617590" y="31264"/>
                  </a:lnTo>
                  <a:lnTo>
                    <a:pt x="1625405" y="30640"/>
                  </a:lnTo>
                  <a:lnTo>
                    <a:pt x="1633219" y="30028"/>
                  </a:lnTo>
                  <a:lnTo>
                    <a:pt x="1641034" y="29442"/>
                  </a:lnTo>
                  <a:lnTo>
                    <a:pt x="1648848" y="28780"/>
                  </a:lnTo>
                  <a:lnTo>
                    <a:pt x="1656663" y="28279"/>
                  </a:lnTo>
                  <a:lnTo>
                    <a:pt x="1664477" y="27705"/>
                  </a:lnTo>
                  <a:lnTo>
                    <a:pt x="1672291" y="26997"/>
                  </a:lnTo>
                  <a:lnTo>
                    <a:pt x="1680106" y="26224"/>
                  </a:lnTo>
                  <a:lnTo>
                    <a:pt x="1687920" y="25515"/>
                  </a:lnTo>
                  <a:lnTo>
                    <a:pt x="1695735" y="25038"/>
                  </a:lnTo>
                  <a:lnTo>
                    <a:pt x="1703549" y="24569"/>
                  </a:lnTo>
                  <a:lnTo>
                    <a:pt x="1711364" y="23940"/>
                  </a:lnTo>
                  <a:lnTo>
                    <a:pt x="1719178" y="23396"/>
                  </a:lnTo>
                  <a:lnTo>
                    <a:pt x="1726993" y="22466"/>
                  </a:lnTo>
                  <a:lnTo>
                    <a:pt x="1734807" y="21730"/>
                  </a:lnTo>
                  <a:lnTo>
                    <a:pt x="1742622" y="21016"/>
                  </a:lnTo>
                  <a:lnTo>
                    <a:pt x="1750436" y="20314"/>
                  </a:lnTo>
                  <a:lnTo>
                    <a:pt x="1758250" y="19658"/>
                  </a:lnTo>
                  <a:lnTo>
                    <a:pt x="1766065" y="19018"/>
                  </a:lnTo>
                  <a:lnTo>
                    <a:pt x="1773879" y="18292"/>
                  </a:lnTo>
                  <a:lnTo>
                    <a:pt x="1781694" y="17577"/>
                  </a:lnTo>
                  <a:lnTo>
                    <a:pt x="1789508" y="16868"/>
                  </a:lnTo>
                  <a:lnTo>
                    <a:pt x="1797323" y="16241"/>
                  </a:lnTo>
                  <a:lnTo>
                    <a:pt x="1805137" y="15589"/>
                  </a:lnTo>
                  <a:lnTo>
                    <a:pt x="1812952" y="14945"/>
                  </a:lnTo>
                  <a:lnTo>
                    <a:pt x="1820766" y="14309"/>
                  </a:lnTo>
                  <a:lnTo>
                    <a:pt x="1828580" y="13681"/>
                  </a:lnTo>
                  <a:lnTo>
                    <a:pt x="1836395" y="13061"/>
                  </a:lnTo>
                  <a:lnTo>
                    <a:pt x="1844209" y="12448"/>
                  </a:lnTo>
                  <a:lnTo>
                    <a:pt x="1852024" y="11904"/>
                  </a:lnTo>
                  <a:lnTo>
                    <a:pt x="1859838" y="11618"/>
                  </a:lnTo>
                  <a:lnTo>
                    <a:pt x="1867653" y="11124"/>
                  </a:lnTo>
                  <a:lnTo>
                    <a:pt x="1875467" y="10653"/>
                  </a:lnTo>
                  <a:lnTo>
                    <a:pt x="1883282" y="9944"/>
                  </a:lnTo>
                  <a:lnTo>
                    <a:pt x="1891096" y="9359"/>
                  </a:lnTo>
                  <a:lnTo>
                    <a:pt x="1898910" y="8788"/>
                  </a:lnTo>
                  <a:lnTo>
                    <a:pt x="1906725" y="8224"/>
                  </a:lnTo>
                  <a:lnTo>
                    <a:pt x="1914539" y="7459"/>
                  </a:lnTo>
                  <a:lnTo>
                    <a:pt x="1922354" y="6744"/>
                  </a:lnTo>
                  <a:lnTo>
                    <a:pt x="1930168" y="6204"/>
                  </a:lnTo>
                  <a:lnTo>
                    <a:pt x="1937983" y="5679"/>
                  </a:lnTo>
                  <a:lnTo>
                    <a:pt x="1945797" y="5164"/>
                  </a:lnTo>
                  <a:lnTo>
                    <a:pt x="1953612" y="4480"/>
                  </a:lnTo>
                  <a:lnTo>
                    <a:pt x="1961426" y="4145"/>
                  </a:lnTo>
                  <a:lnTo>
                    <a:pt x="1969241" y="3648"/>
                  </a:lnTo>
                  <a:lnTo>
                    <a:pt x="1977055" y="3156"/>
                  </a:lnTo>
                  <a:lnTo>
                    <a:pt x="1984869" y="2672"/>
                  </a:lnTo>
                  <a:lnTo>
                    <a:pt x="1992684" y="1891"/>
                  </a:lnTo>
                  <a:lnTo>
                    <a:pt x="2000498" y="1184"/>
                  </a:lnTo>
                  <a:lnTo>
                    <a:pt x="2008313" y="942"/>
                  </a:lnTo>
                  <a:lnTo>
                    <a:pt x="2016127" y="374"/>
                  </a:lnTo>
                  <a:lnTo>
                    <a:pt x="2023942" y="0"/>
                  </a:lnTo>
                  <a:lnTo>
                    <a:pt x="2023942" y="401019"/>
                  </a:lnTo>
                  <a:lnTo>
                    <a:pt x="2016127" y="400937"/>
                  </a:lnTo>
                  <a:lnTo>
                    <a:pt x="2008313" y="400755"/>
                  </a:lnTo>
                  <a:lnTo>
                    <a:pt x="2000498" y="400554"/>
                  </a:lnTo>
                  <a:lnTo>
                    <a:pt x="1992684" y="400352"/>
                  </a:lnTo>
                  <a:lnTo>
                    <a:pt x="1984869" y="400146"/>
                  </a:lnTo>
                  <a:lnTo>
                    <a:pt x="1977055" y="399940"/>
                  </a:lnTo>
                  <a:lnTo>
                    <a:pt x="1969241" y="399804"/>
                  </a:lnTo>
                  <a:lnTo>
                    <a:pt x="1961426" y="399682"/>
                  </a:lnTo>
                  <a:lnTo>
                    <a:pt x="1953612" y="399558"/>
                  </a:lnTo>
                  <a:lnTo>
                    <a:pt x="1945797" y="399413"/>
                  </a:lnTo>
                  <a:lnTo>
                    <a:pt x="1937983" y="399302"/>
                  </a:lnTo>
                  <a:lnTo>
                    <a:pt x="1930168" y="399188"/>
                  </a:lnTo>
                  <a:lnTo>
                    <a:pt x="1922354" y="399063"/>
                  </a:lnTo>
                  <a:lnTo>
                    <a:pt x="1914539" y="398936"/>
                  </a:lnTo>
                  <a:lnTo>
                    <a:pt x="1906725" y="398809"/>
                  </a:lnTo>
                  <a:lnTo>
                    <a:pt x="1898910" y="398681"/>
                  </a:lnTo>
                  <a:lnTo>
                    <a:pt x="1891096" y="398551"/>
                  </a:lnTo>
                  <a:lnTo>
                    <a:pt x="1883282" y="398420"/>
                  </a:lnTo>
                  <a:lnTo>
                    <a:pt x="1875467" y="398288"/>
                  </a:lnTo>
                  <a:lnTo>
                    <a:pt x="1867653" y="398155"/>
                  </a:lnTo>
                  <a:lnTo>
                    <a:pt x="1859838" y="398020"/>
                  </a:lnTo>
                  <a:lnTo>
                    <a:pt x="1852024" y="397884"/>
                  </a:lnTo>
                  <a:lnTo>
                    <a:pt x="1844209" y="397747"/>
                  </a:lnTo>
                  <a:lnTo>
                    <a:pt x="1836395" y="397609"/>
                  </a:lnTo>
                  <a:lnTo>
                    <a:pt x="1828580" y="397470"/>
                  </a:lnTo>
                  <a:lnTo>
                    <a:pt x="1820766" y="397329"/>
                  </a:lnTo>
                  <a:lnTo>
                    <a:pt x="1812952" y="397187"/>
                  </a:lnTo>
                  <a:lnTo>
                    <a:pt x="1805137" y="397044"/>
                  </a:lnTo>
                  <a:lnTo>
                    <a:pt x="1797323" y="396899"/>
                  </a:lnTo>
                  <a:lnTo>
                    <a:pt x="1789508" y="396754"/>
                  </a:lnTo>
                  <a:lnTo>
                    <a:pt x="1781694" y="396607"/>
                  </a:lnTo>
                  <a:lnTo>
                    <a:pt x="1773879" y="396458"/>
                  </a:lnTo>
                  <a:lnTo>
                    <a:pt x="1766065" y="396331"/>
                  </a:lnTo>
                  <a:lnTo>
                    <a:pt x="1758250" y="396238"/>
                  </a:lnTo>
                  <a:lnTo>
                    <a:pt x="1750436" y="396143"/>
                  </a:lnTo>
                  <a:lnTo>
                    <a:pt x="1742622" y="396047"/>
                  </a:lnTo>
                  <a:lnTo>
                    <a:pt x="1734807" y="395950"/>
                  </a:lnTo>
                  <a:lnTo>
                    <a:pt x="1726993" y="395852"/>
                  </a:lnTo>
                  <a:lnTo>
                    <a:pt x="1719178" y="395752"/>
                  </a:lnTo>
                  <a:lnTo>
                    <a:pt x="1711364" y="395625"/>
                  </a:lnTo>
                  <a:lnTo>
                    <a:pt x="1703549" y="395482"/>
                  </a:lnTo>
                  <a:lnTo>
                    <a:pt x="1695735" y="395338"/>
                  </a:lnTo>
                  <a:lnTo>
                    <a:pt x="1687920" y="395193"/>
                  </a:lnTo>
                  <a:lnTo>
                    <a:pt x="1680106" y="395047"/>
                  </a:lnTo>
                  <a:lnTo>
                    <a:pt x="1672291" y="394897"/>
                  </a:lnTo>
                  <a:lnTo>
                    <a:pt x="1664477" y="394745"/>
                  </a:lnTo>
                  <a:lnTo>
                    <a:pt x="1656663" y="394574"/>
                  </a:lnTo>
                  <a:lnTo>
                    <a:pt x="1648848" y="394392"/>
                  </a:lnTo>
                  <a:lnTo>
                    <a:pt x="1641034" y="394263"/>
                  </a:lnTo>
                  <a:lnTo>
                    <a:pt x="1633219" y="394130"/>
                  </a:lnTo>
                  <a:lnTo>
                    <a:pt x="1625405" y="393974"/>
                  </a:lnTo>
                  <a:lnTo>
                    <a:pt x="1617590" y="393816"/>
                  </a:lnTo>
                  <a:lnTo>
                    <a:pt x="1609776" y="393658"/>
                  </a:lnTo>
                  <a:lnTo>
                    <a:pt x="1601961" y="393498"/>
                  </a:lnTo>
                  <a:lnTo>
                    <a:pt x="1594147" y="393337"/>
                  </a:lnTo>
                  <a:lnTo>
                    <a:pt x="1586333" y="393174"/>
                  </a:lnTo>
                  <a:lnTo>
                    <a:pt x="1578518" y="393010"/>
                  </a:lnTo>
                  <a:lnTo>
                    <a:pt x="1570704" y="392844"/>
                  </a:lnTo>
                  <a:lnTo>
                    <a:pt x="1562889" y="392677"/>
                  </a:lnTo>
                  <a:lnTo>
                    <a:pt x="1555075" y="392509"/>
                  </a:lnTo>
                  <a:lnTo>
                    <a:pt x="1547260" y="392339"/>
                  </a:lnTo>
                  <a:lnTo>
                    <a:pt x="1539446" y="392168"/>
                  </a:lnTo>
                  <a:lnTo>
                    <a:pt x="1531631" y="391995"/>
                  </a:lnTo>
                  <a:lnTo>
                    <a:pt x="1523817" y="391820"/>
                  </a:lnTo>
                  <a:lnTo>
                    <a:pt x="1516003" y="391643"/>
                  </a:lnTo>
                  <a:lnTo>
                    <a:pt x="1508188" y="391464"/>
                  </a:lnTo>
                  <a:lnTo>
                    <a:pt x="1500374" y="391284"/>
                  </a:lnTo>
                  <a:lnTo>
                    <a:pt x="1492559" y="391102"/>
                  </a:lnTo>
                  <a:lnTo>
                    <a:pt x="1484745" y="390919"/>
                  </a:lnTo>
                  <a:lnTo>
                    <a:pt x="1476930" y="390735"/>
                  </a:lnTo>
                  <a:lnTo>
                    <a:pt x="1469116" y="390530"/>
                  </a:lnTo>
                  <a:lnTo>
                    <a:pt x="1461301" y="390301"/>
                  </a:lnTo>
                  <a:lnTo>
                    <a:pt x="1453487" y="390070"/>
                  </a:lnTo>
                  <a:lnTo>
                    <a:pt x="1445672" y="389836"/>
                  </a:lnTo>
                  <a:lnTo>
                    <a:pt x="1437858" y="389601"/>
                  </a:lnTo>
                  <a:lnTo>
                    <a:pt x="1430044" y="389363"/>
                  </a:lnTo>
                  <a:lnTo>
                    <a:pt x="1422229" y="389123"/>
                  </a:lnTo>
                  <a:lnTo>
                    <a:pt x="1414415" y="388880"/>
                  </a:lnTo>
                  <a:lnTo>
                    <a:pt x="1406600" y="388635"/>
                  </a:lnTo>
                  <a:lnTo>
                    <a:pt x="1398786" y="388388"/>
                  </a:lnTo>
                  <a:lnTo>
                    <a:pt x="1390971" y="388139"/>
                  </a:lnTo>
                  <a:lnTo>
                    <a:pt x="1383157" y="388024"/>
                  </a:lnTo>
                  <a:lnTo>
                    <a:pt x="1375342" y="387908"/>
                  </a:lnTo>
                  <a:lnTo>
                    <a:pt x="1367528" y="387790"/>
                  </a:lnTo>
                  <a:lnTo>
                    <a:pt x="1359714" y="387670"/>
                  </a:lnTo>
                  <a:lnTo>
                    <a:pt x="1351899" y="387549"/>
                  </a:lnTo>
                  <a:lnTo>
                    <a:pt x="1344085" y="387371"/>
                  </a:lnTo>
                  <a:lnTo>
                    <a:pt x="1336270" y="387159"/>
                  </a:lnTo>
                  <a:lnTo>
                    <a:pt x="1328456" y="386943"/>
                  </a:lnTo>
                  <a:lnTo>
                    <a:pt x="1320641" y="386711"/>
                  </a:lnTo>
                  <a:lnTo>
                    <a:pt x="1312827" y="386510"/>
                  </a:lnTo>
                  <a:lnTo>
                    <a:pt x="1305012" y="386289"/>
                  </a:lnTo>
                  <a:lnTo>
                    <a:pt x="1297198" y="386032"/>
                  </a:lnTo>
                  <a:lnTo>
                    <a:pt x="1289384" y="385728"/>
                  </a:lnTo>
                  <a:lnTo>
                    <a:pt x="1281569" y="385421"/>
                  </a:lnTo>
                  <a:lnTo>
                    <a:pt x="1273755" y="385109"/>
                  </a:lnTo>
                  <a:lnTo>
                    <a:pt x="1265940" y="384795"/>
                  </a:lnTo>
                  <a:lnTo>
                    <a:pt x="1258126" y="384478"/>
                  </a:lnTo>
                  <a:lnTo>
                    <a:pt x="1250311" y="384158"/>
                  </a:lnTo>
                  <a:lnTo>
                    <a:pt x="1242497" y="383927"/>
                  </a:lnTo>
                  <a:lnTo>
                    <a:pt x="1234682" y="383715"/>
                  </a:lnTo>
                  <a:lnTo>
                    <a:pt x="1226868" y="383455"/>
                  </a:lnTo>
                  <a:lnTo>
                    <a:pt x="1219053" y="383118"/>
                  </a:lnTo>
                  <a:lnTo>
                    <a:pt x="1211239" y="382779"/>
                  </a:lnTo>
                  <a:lnTo>
                    <a:pt x="1203425" y="382437"/>
                  </a:lnTo>
                  <a:lnTo>
                    <a:pt x="1195610" y="382140"/>
                  </a:lnTo>
                  <a:lnTo>
                    <a:pt x="1187796" y="381924"/>
                  </a:lnTo>
                  <a:lnTo>
                    <a:pt x="1179981" y="381707"/>
                  </a:lnTo>
                  <a:lnTo>
                    <a:pt x="1172167" y="381488"/>
                  </a:lnTo>
                  <a:lnTo>
                    <a:pt x="1164352" y="381267"/>
                  </a:lnTo>
                  <a:lnTo>
                    <a:pt x="1156538" y="381062"/>
                  </a:lnTo>
                  <a:lnTo>
                    <a:pt x="1148723" y="380856"/>
                  </a:lnTo>
                  <a:lnTo>
                    <a:pt x="1140909" y="380648"/>
                  </a:lnTo>
                  <a:lnTo>
                    <a:pt x="1133095" y="380437"/>
                  </a:lnTo>
                  <a:lnTo>
                    <a:pt x="1125280" y="380224"/>
                  </a:lnTo>
                  <a:lnTo>
                    <a:pt x="1117466" y="380008"/>
                  </a:lnTo>
                  <a:lnTo>
                    <a:pt x="1109651" y="379790"/>
                  </a:lnTo>
                  <a:lnTo>
                    <a:pt x="1101837" y="379569"/>
                  </a:lnTo>
                  <a:lnTo>
                    <a:pt x="1094022" y="379225"/>
                  </a:lnTo>
                  <a:lnTo>
                    <a:pt x="1086208" y="378942"/>
                  </a:lnTo>
                  <a:lnTo>
                    <a:pt x="1078393" y="378701"/>
                  </a:lnTo>
                  <a:lnTo>
                    <a:pt x="1070579" y="378457"/>
                  </a:lnTo>
                  <a:lnTo>
                    <a:pt x="1062765" y="378212"/>
                  </a:lnTo>
                  <a:lnTo>
                    <a:pt x="1054950" y="377964"/>
                  </a:lnTo>
                  <a:lnTo>
                    <a:pt x="1047136" y="377712"/>
                  </a:lnTo>
                  <a:lnTo>
                    <a:pt x="1039321" y="377457"/>
                  </a:lnTo>
                  <a:lnTo>
                    <a:pt x="1031507" y="377147"/>
                  </a:lnTo>
                  <a:lnTo>
                    <a:pt x="1023692" y="376887"/>
                  </a:lnTo>
                  <a:lnTo>
                    <a:pt x="1015878" y="376624"/>
                  </a:lnTo>
                  <a:lnTo>
                    <a:pt x="1008063" y="376359"/>
                  </a:lnTo>
                  <a:lnTo>
                    <a:pt x="1000249" y="376090"/>
                  </a:lnTo>
                  <a:lnTo>
                    <a:pt x="992434" y="375818"/>
                  </a:lnTo>
                  <a:lnTo>
                    <a:pt x="984620" y="375531"/>
                  </a:lnTo>
                  <a:lnTo>
                    <a:pt x="976806" y="375097"/>
                  </a:lnTo>
                  <a:lnTo>
                    <a:pt x="968991" y="374659"/>
                  </a:lnTo>
                  <a:lnTo>
                    <a:pt x="961177" y="374340"/>
                  </a:lnTo>
                  <a:lnTo>
                    <a:pt x="953362" y="374061"/>
                  </a:lnTo>
                  <a:lnTo>
                    <a:pt x="945548" y="373778"/>
                  </a:lnTo>
                  <a:lnTo>
                    <a:pt x="937733" y="373494"/>
                  </a:lnTo>
                  <a:lnTo>
                    <a:pt x="929919" y="373083"/>
                  </a:lnTo>
                  <a:lnTo>
                    <a:pt x="922104" y="372666"/>
                  </a:lnTo>
                  <a:lnTo>
                    <a:pt x="914290" y="372244"/>
                  </a:lnTo>
                  <a:lnTo>
                    <a:pt x="906476" y="371817"/>
                  </a:lnTo>
                  <a:lnTo>
                    <a:pt x="898661" y="371384"/>
                  </a:lnTo>
                  <a:lnTo>
                    <a:pt x="890847" y="371115"/>
                  </a:lnTo>
                  <a:lnTo>
                    <a:pt x="883032" y="370845"/>
                  </a:lnTo>
                  <a:lnTo>
                    <a:pt x="875218" y="370573"/>
                  </a:lnTo>
                  <a:lnTo>
                    <a:pt x="867403" y="370298"/>
                  </a:lnTo>
                  <a:lnTo>
                    <a:pt x="859589" y="370021"/>
                  </a:lnTo>
                  <a:lnTo>
                    <a:pt x="851774" y="369741"/>
                  </a:lnTo>
                  <a:lnTo>
                    <a:pt x="843960" y="369458"/>
                  </a:lnTo>
                  <a:lnTo>
                    <a:pt x="836145" y="369116"/>
                  </a:lnTo>
                  <a:lnTo>
                    <a:pt x="828331" y="368752"/>
                  </a:lnTo>
                  <a:lnTo>
                    <a:pt x="820517" y="368386"/>
                  </a:lnTo>
                  <a:lnTo>
                    <a:pt x="812702" y="368018"/>
                  </a:lnTo>
                  <a:lnTo>
                    <a:pt x="804888" y="367647"/>
                  </a:lnTo>
                  <a:lnTo>
                    <a:pt x="797073" y="367275"/>
                  </a:lnTo>
                  <a:lnTo>
                    <a:pt x="789259" y="366901"/>
                  </a:lnTo>
                  <a:lnTo>
                    <a:pt x="781444" y="366525"/>
                  </a:lnTo>
                  <a:lnTo>
                    <a:pt x="773630" y="366147"/>
                  </a:lnTo>
                  <a:lnTo>
                    <a:pt x="765815" y="365767"/>
                  </a:lnTo>
                  <a:lnTo>
                    <a:pt x="758001" y="365386"/>
                  </a:lnTo>
                  <a:lnTo>
                    <a:pt x="750187" y="365002"/>
                  </a:lnTo>
                  <a:lnTo>
                    <a:pt x="742372" y="364618"/>
                  </a:lnTo>
                  <a:lnTo>
                    <a:pt x="734558" y="364231"/>
                  </a:lnTo>
                  <a:lnTo>
                    <a:pt x="726743" y="363843"/>
                  </a:lnTo>
                  <a:lnTo>
                    <a:pt x="718929" y="363423"/>
                  </a:lnTo>
                  <a:lnTo>
                    <a:pt x="711114" y="362981"/>
                  </a:lnTo>
                  <a:lnTo>
                    <a:pt x="703300" y="362535"/>
                  </a:lnTo>
                  <a:lnTo>
                    <a:pt x="695485" y="362069"/>
                  </a:lnTo>
                  <a:lnTo>
                    <a:pt x="687671" y="361628"/>
                  </a:lnTo>
                  <a:lnTo>
                    <a:pt x="679857" y="361172"/>
                  </a:lnTo>
                  <a:lnTo>
                    <a:pt x="672042" y="360531"/>
                  </a:lnTo>
                  <a:lnTo>
                    <a:pt x="664228" y="359790"/>
                  </a:lnTo>
                  <a:lnTo>
                    <a:pt x="656413" y="359042"/>
                  </a:lnTo>
                  <a:lnTo>
                    <a:pt x="648599" y="358524"/>
                  </a:lnTo>
                  <a:lnTo>
                    <a:pt x="640784" y="358205"/>
                  </a:lnTo>
                  <a:lnTo>
                    <a:pt x="632970" y="357881"/>
                  </a:lnTo>
                  <a:lnTo>
                    <a:pt x="625155" y="357549"/>
                  </a:lnTo>
                  <a:lnTo>
                    <a:pt x="617341" y="357002"/>
                  </a:lnTo>
                  <a:lnTo>
                    <a:pt x="609526" y="356668"/>
                  </a:lnTo>
                  <a:lnTo>
                    <a:pt x="601712" y="356401"/>
                  </a:lnTo>
                  <a:lnTo>
                    <a:pt x="593898" y="356149"/>
                  </a:lnTo>
                  <a:lnTo>
                    <a:pt x="586083" y="355873"/>
                  </a:lnTo>
                  <a:lnTo>
                    <a:pt x="578269" y="355508"/>
                  </a:lnTo>
                  <a:lnTo>
                    <a:pt x="570454" y="354997"/>
                  </a:lnTo>
                  <a:lnTo>
                    <a:pt x="562640" y="354581"/>
                  </a:lnTo>
                  <a:lnTo>
                    <a:pt x="554825" y="354239"/>
                  </a:lnTo>
                  <a:lnTo>
                    <a:pt x="547011" y="353893"/>
                  </a:lnTo>
                  <a:lnTo>
                    <a:pt x="539196" y="353546"/>
                  </a:lnTo>
                  <a:lnTo>
                    <a:pt x="531382" y="353200"/>
                  </a:lnTo>
                  <a:lnTo>
                    <a:pt x="523568" y="352843"/>
                  </a:lnTo>
                  <a:lnTo>
                    <a:pt x="515753" y="352488"/>
                  </a:lnTo>
                  <a:lnTo>
                    <a:pt x="507939" y="351831"/>
                  </a:lnTo>
                  <a:lnTo>
                    <a:pt x="500124" y="351555"/>
                  </a:lnTo>
                  <a:lnTo>
                    <a:pt x="492310" y="351253"/>
                  </a:lnTo>
                  <a:lnTo>
                    <a:pt x="484495" y="351033"/>
                  </a:lnTo>
                  <a:lnTo>
                    <a:pt x="476681" y="350631"/>
                  </a:lnTo>
                  <a:lnTo>
                    <a:pt x="468866" y="350224"/>
                  </a:lnTo>
                  <a:lnTo>
                    <a:pt x="461052" y="349811"/>
                  </a:lnTo>
                  <a:lnTo>
                    <a:pt x="453238" y="349472"/>
                  </a:lnTo>
                  <a:lnTo>
                    <a:pt x="445423" y="349176"/>
                  </a:lnTo>
                  <a:lnTo>
                    <a:pt x="437609" y="348838"/>
                  </a:lnTo>
                  <a:lnTo>
                    <a:pt x="429794" y="348463"/>
                  </a:lnTo>
                  <a:lnTo>
                    <a:pt x="421980" y="347972"/>
                  </a:lnTo>
                  <a:lnTo>
                    <a:pt x="414165" y="347328"/>
                  </a:lnTo>
                  <a:lnTo>
                    <a:pt x="406351" y="347189"/>
                  </a:lnTo>
                  <a:lnTo>
                    <a:pt x="398536" y="346851"/>
                  </a:lnTo>
                  <a:lnTo>
                    <a:pt x="390722" y="346455"/>
                  </a:lnTo>
                  <a:lnTo>
                    <a:pt x="382907" y="346030"/>
                  </a:lnTo>
                  <a:lnTo>
                    <a:pt x="375093" y="344971"/>
                  </a:lnTo>
                  <a:lnTo>
                    <a:pt x="367279" y="344494"/>
                  </a:lnTo>
                  <a:lnTo>
                    <a:pt x="359464" y="344199"/>
                  </a:lnTo>
                  <a:lnTo>
                    <a:pt x="351650" y="343531"/>
                  </a:lnTo>
                  <a:lnTo>
                    <a:pt x="343835" y="343128"/>
                  </a:lnTo>
                  <a:lnTo>
                    <a:pt x="336021" y="342665"/>
                  </a:lnTo>
                  <a:lnTo>
                    <a:pt x="328206" y="342393"/>
                  </a:lnTo>
                  <a:lnTo>
                    <a:pt x="320392" y="341992"/>
                  </a:lnTo>
                  <a:lnTo>
                    <a:pt x="312577" y="341948"/>
                  </a:lnTo>
                  <a:lnTo>
                    <a:pt x="304763" y="341713"/>
                  </a:lnTo>
                  <a:lnTo>
                    <a:pt x="296949" y="341471"/>
                  </a:lnTo>
                  <a:lnTo>
                    <a:pt x="289134" y="341039"/>
                  </a:lnTo>
                  <a:lnTo>
                    <a:pt x="281320" y="340537"/>
                  </a:lnTo>
                  <a:lnTo>
                    <a:pt x="273505" y="340171"/>
                  </a:lnTo>
                  <a:lnTo>
                    <a:pt x="265691" y="340111"/>
                  </a:lnTo>
                  <a:lnTo>
                    <a:pt x="257876" y="339693"/>
                  </a:lnTo>
                  <a:lnTo>
                    <a:pt x="250062" y="339270"/>
                  </a:lnTo>
                  <a:lnTo>
                    <a:pt x="242247" y="339206"/>
                  </a:lnTo>
                  <a:lnTo>
                    <a:pt x="234433" y="339080"/>
                  </a:lnTo>
                  <a:lnTo>
                    <a:pt x="226619" y="339083"/>
                  </a:lnTo>
                  <a:lnTo>
                    <a:pt x="218804" y="339168"/>
                  </a:lnTo>
                  <a:lnTo>
                    <a:pt x="210990" y="338975"/>
                  </a:lnTo>
                  <a:lnTo>
                    <a:pt x="203175" y="338615"/>
                  </a:lnTo>
                  <a:lnTo>
                    <a:pt x="195361" y="338465"/>
                  </a:lnTo>
                  <a:lnTo>
                    <a:pt x="187546" y="338630"/>
                  </a:lnTo>
                  <a:lnTo>
                    <a:pt x="179732" y="338502"/>
                  </a:lnTo>
                  <a:lnTo>
                    <a:pt x="171917" y="338727"/>
                  </a:lnTo>
                  <a:lnTo>
                    <a:pt x="164103" y="339023"/>
                  </a:lnTo>
                  <a:lnTo>
                    <a:pt x="156288" y="339270"/>
                  </a:lnTo>
                  <a:lnTo>
                    <a:pt x="148474" y="339433"/>
                  </a:lnTo>
                  <a:lnTo>
                    <a:pt x="140660" y="339618"/>
                  </a:lnTo>
                  <a:lnTo>
                    <a:pt x="132845" y="339713"/>
                  </a:lnTo>
                  <a:lnTo>
                    <a:pt x="125031" y="339661"/>
                  </a:lnTo>
                  <a:lnTo>
                    <a:pt x="117216" y="339633"/>
                  </a:lnTo>
                  <a:lnTo>
                    <a:pt x="109402" y="339761"/>
                  </a:lnTo>
                  <a:lnTo>
                    <a:pt x="101587" y="339982"/>
                  </a:lnTo>
                  <a:lnTo>
                    <a:pt x="93773" y="340421"/>
                  </a:lnTo>
                  <a:lnTo>
                    <a:pt x="85958" y="340694"/>
                  </a:lnTo>
                  <a:lnTo>
                    <a:pt x="78144" y="340850"/>
                  </a:lnTo>
                  <a:lnTo>
                    <a:pt x="70330" y="341012"/>
                  </a:lnTo>
                  <a:lnTo>
                    <a:pt x="62515" y="341361"/>
                  </a:lnTo>
                  <a:lnTo>
                    <a:pt x="54701" y="342303"/>
                  </a:lnTo>
                  <a:lnTo>
                    <a:pt x="46886" y="342565"/>
                  </a:lnTo>
                  <a:lnTo>
                    <a:pt x="39072" y="343030"/>
                  </a:lnTo>
                  <a:lnTo>
                    <a:pt x="31257" y="343390"/>
                  </a:lnTo>
                  <a:lnTo>
                    <a:pt x="23443" y="343614"/>
                  </a:lnTo>
                  <a:lnTo>
                    <a:pt x="15628" y="343949"/>
                  </a:lnTo>
                  <a:lnTo>
                    <a:pt x="7814" y="344453"/>
                  </a:lnTo>
                  <a:lnTo>
                    <a:pt x="0" y="345079"/>
                  </a:lnTo>
                  <a:close/>
                </a:path>
              </a:pathLst>
            </a:custGeom>
            <a:solidFill>
              <a:srgbClr val="FFC0CB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60" name="pl59"/>
            <p:cNvSpPr/>
            <p:nvPr/>
          </p:nvSpPr>
          <p:spPr>
            <a:xfrm>
              <a:off x="1223067" y="3483489"/>
              <a:ext cx="2023942" cy="267688"/>
            </a:xfrm>
            <a:custGeom>
              <a:avLst/>
              <a:pathLst>
                <a:path w="2023942" h="267688">
                  <a:moveTo>
                    <a:pt x="0" y="265212"/>
                  </a:moveTo>
                  <a:lnTo>
                    <a:pt x="7814" y="265546"/>
                  </a:lnTo>
                  <a:lnTo>
                    <a:pt x="15628" y="266075"/>
                  </a:lnTo>
                  <a:lnTo>
                    <a:pt x="23443" y="265946"/>
                  </a:lnTo>
                  <a:lnTo>
                    <a:pt x="31257" y="265825"/>
                  </a:lnTo>
                  <a:lnTo>
                    <a:pt x="39072" y="266274"/>
                  </a:lnTo>
                  <a:lnTo>
                    <a:pt x="46886" y="266937"/>
                  </a:lnTo>
                  <a:lnTo>
                    <a:pt x="54701" y="267597"/>
                  </a:lnTo>
                  <a:lnTo>
                    <a:pt x="62515" y="267447"/>
                  </a:lnTo>
                  <a:lnTo>
                    <a:pt x="70330" y="267464"/>
                  </a:lnTo>
                  <a:lnTo>
                    <a:pt x="78144" y="267538"/>
                  </a:lnTo>
                  <a:lnTo>
                    <a:pt x="85958" y="267673"/>
                  </a:lnTo>
                  <a:lnTo>
                    <a:pt x="93773" y="267300"/>
                  </a:lnTo>
                  <a:lnTo>
                    <a:pt x="101587" y="267310"/>
                  </a:lnTo>
                  <a:lnTo>
                    <a:pt x="109402" y="267314"/>
                  </a:lnTo>
                  <a:lnTo>
                    <a:pt x="117216" y="267481"/>
                  </a:lnTo>
                  <a:lnTo>
                    <a:pt x="125031" y="267538"/>
                  </a:lnTo>
                  <a:lnTo>
                    <a:pt x="132845" y="267673"/>
                  </a:lnTo>
                  <a:lnTo>
                    <a:pt x="140660" y="267662"/>
                  </a:lnTo>
                  <a:lnTo>
                    <a:pt x="148474" y="267688"/>
                  </a:lnTo>
                  <a:lnTo>
                    <a:pt x="156288" y="267456"/>
                  </a:lnTo>
                  <a:lnTo>
                    <a:pt x="164103" y="267274"/>
                  </a:lnTo>
                  <a:lnTo>
                    <a:pt x="171917" y="267057"/>
                  </a:lnTo>
                  <a:lnTo>
                    <a:pt x="179732" y="266830"/>
                  </a:lnTo>
                  <a:lnTo>
                    <a:pt x="187546" y="266173"/>
                  </a:lnTo>
                  <a:lnTo>
                    <a:pt x="195361" y="265554"/>
                  </a:lnTo>
                  <a:lnTo>
                    <a:pt x="203175" y="264608"/>
                  </a:lnTo>
                  <a:lnTo>
                    <a:pt x="210990" y="264463"/>
                  </a:lnTo>
                  <a:lnTo>
                    <a:pt x="218804" y="263429"/>
                  </a:lnTo>
                  <a:lnTo>
                    <a:pt x="226619" y="262564"/>
                  </a:lnTo>
                  <a:lnTo>
                    <a:pt x="234433" y="262158"/>
                  </a:lnTo>
                  <a:lnTo>
                    <a:pt x="242247" y="261238"/>
                  </a:lnTo>
                  <a:lnTo>
                    <a:pt x="250062" y="260678"/>
                  </a:lnTo>
                  <a:lnTo>
                    <a:pt x="257876" y="259973"/>
                  </a:lnTo>
                  <a:lnTo>
                    <a:pt x="265691" y="259433"/>
                  </a:lnTo>
                  <a:lnTo>
                    <a:pt x="273505" y="258568"/>
                  </a:lnTo>
                  <a:lnTo>
                    <a:pt x="281320" y="257632"/>
                  </a:lnTo>
                  <a:lnTo>
                    <a:pt x="289134" y="256945"/>
                  </a:lnTo>
                  <a:lnTo>
                    <a:pt x="296949" y="255950"/>
                  </a:lnTo>
                  <a:lnTo>
                    <a:pt x="304763" y="254985"/>
                  </a:lnTo>
                  <a:lnTo>
                    <a:pt x="312577" y="254032"/>
                  </a:lnTo>
                  <a:lnTo>
                    <a:pt x="320392" y="252918"/>
                  </a:lnTo>
                  <a:lnTo>
                    <a:pt x="328206" y="251200"/>
                  </a:lnTo>
                  <a:lnTo>
                    <a:pt x="336021" y="250143"/>
                  </a:lnTo>
                  <a:lnTo>
                    <a:pt x="343835" y="249649"/>
                  </a:lnTo>
                  <a:lnTo>
                    <a:pt x="351650" y="248224"/>
                  </a:lnTo>
                  <a:lnTo>
                    <a:pt x="359464" y="246819"/>
                  </a:lnTo>
                  <a:lnTo>
                    <a:pt x="367279" y="245756"/>
                  </a:lnTo>
                  <a:lnTo>
                    <a:pt x="375093" y="244440"/>
                  </a:lnTo>
                  <a:lnTo>
                    <a:pt x="382907" y="242670"/>
                  </a:lnTo>
                  <a:lnTo>
                    <a:pt x="390722" y="241093"/>
                  </a:lnTo>
                  <a:lnTo>
                    <a:pt x="398536" y="240174"/>
                  </a:lnTo>
                  <a:lnTo>
                    <a:pt x="406351" y="239365"/>
                  </a:lnTo>
                  <a:lnTo>
                    <a:pt x="414165" y="237761"/>
                  </a:lnTo>
                  <a:lnTo>
                    <a:pt x="421980" y="236407"/>
                  </a:lnTo>
                  <a:lnTo>
                    <a:pt x="429794" y="235045"/>
                  </a:lnTo>
                  <a:lnTo>
                    <a:pt x="437609" y="233731"/>
                  </a:lnTo>
                  <a:lnTo>
                    <a:pt x="445423" y="232792"/>
                  </a:lnTo>
                  <a:lnTo>
                    <a:pt x="453238" y="231638"/>
                  </a:lnTo>
                  <a:lnTo>
                    <a:pt x="461052" y="230492"/>
                  </a:lnTo>
                  <a:lnTo>
                    <a:pt x="468866" y="229327"/>
                  </a:lnTo>
                  <a:lnTo>
                    <a:pt x="476681" y="228136"/>
                  </a:lnTo>
                  <a:lnTo>
                    <a:pt x="484495" y="226559"/>
                  </a:lnTo>
                  <a:lnTo>
                    <a:pt x="492310" y="225346"/>
                  </a:lnTo>
                  <a:lnTo>
                    <a:pt x="500124" y="223138"/>
                  </a:lnTo>
                  <a:lnTo>
                    <a:pt x="507939" y="222152"/>
                  </a:lnTo>
                  <a:lnTo>
                    <a:pt x="515753" y="221162"/>
                  </a:lnTo>
                  <a:lnTo>
                    <a:pt x="523568" y="220168"/>
                  </a:lnTo>
                  <a:lnTo>
                    <a:pt x="531382" y="218855"/>
                  </a:lnTo>
                  <a:lnTo>
                    <a:pt x="539196" y="217461"/>
                  </a:lnTo>
                  <a:lnTo>
                    <a:pt x="547011" y="216069"/>
                  </a:lnTo>
                  <a:lnTo>
                    <a:pt x="554825" y="214691"/>
                  </a:lnTo>
                  <a:lnTo>
                    <a:pt x="562640" y="213313"/>
                  </a:lnTo>
                  <a:lnTo>
                    <a:pt x="570454" y="211659"/>
                  </a:lnTo>
                  <a:lnTo>
                    <a:pt x="578269" y="209809"/>
                  </a:lnTo>
                  <a:lnTo>
                    <a:pt x="586083" y="207973"/>
                  </a:lnTo>
                  <a:lnTo>
                    <a:pt x="593898" y="206540"/>
                  </a:lnTo>
                  <a:lnTo>
                    <a:pt x="601712" y="205534"/>
                  </a:lnTo>
                  <a:lnTo>
                    <a:pt x="609526" y="203845"/>
                  </a:lnTo>
                  <a:lnTo>
                    <a:pt x="617341" y="202052"/>
                  </a:lnTo>
                  <a:lnTo>
                    <a:pt x="625155" y="200440"/>
                  </a:lnTo>
                  <a:lnTo>
                    <a:pt x="632970" y="198766"/>
                  </a:lnTo>
                  <a:lnTo>
                    <a:pt x="640784" y="197374"/>
                  </a:lnTo>
                  <a:lnTo>
                    <a:pt x="648599" y="195984"/>
                  </a:lnTo>
                  <a:lnTo>
                    <a:pt x="656413" y="194222"/>
                  </a:lnTo>
                  <a:lnTo>
                    <a:pt x="664228" y="192228"/>
                  </a:lnTo>
                  <a:lnTo>
                    <a:pt x="672042" y="190359"/>
                  </a:lnTo>
                  <a:lnTo>
                    <a:pt x="679857" y="188496"/>
                  </a:lnTo>
                  <a:lnTo>
                    <a:pt x="687671" y="186684"/>
                  </a:lnTo>
                  <a:lnTo>
                    <a:pt x="695485" y="184931"/>
                  </a:lnTo>
                  <a:lnTo>
                    <a:pt x="703300" y="183351"/>
                  </a:lnTo>
                  <a:lnTo>
                    <a:pt x="711114" y="181826"/>
                  </a:lnTo>
                  <a:lnTo>
                    <a:pt x="718929" y="180367"/>
                  </a:lnTo>
                  <a:lnTo>
                    <a:pt x="726743" y="179254"/>
                  </a:lnTo>
                  <a:lnTo>
                    <a:pt x="734558" y="177725"/>
                  </a:lnTo>
                  <a:lnTo>
                    <a:pt x="742372" y="175990"/>
                  </a:lnTo>
                  <a:lnTo>
                    <a:pt x="750187" y="174199"/>
                  </a:lnTo>
                  <a:lnTo>
                    <a:pt x="758001" y="172267"/>
                  </a:lnTo>
                  <a:lnTo>
                    <a:pt x="765815" y="170312"/>
                  </a:lnTo>
                  <a:lnTo>
                    <a:pt x="773630" y="168615"/>
                  </a:lnTo>
                  <a:lnTo>
                    <a:pt x="781444" y="167494"/>
                  </a:lnTo>
                  <a:lnTo>
                    <a:pt x="789259" y="165449"/>
                  </a:lnTo>
                  <a:lnTo>
                    <a:pt x="797073" y="163405"/>
                  </a:lnTo>
                  <a:lnTo>
                    <a:pt x="804888" y="161372"/>
                  </a:lnTo>
                  <a:lnTo>
                    <a:pt x="812702" y="159773"/>
                  </a:lnTo>
                  <a:lnTo>
                    <a:pt x="820517" y="158359"/>
                  </a:lnTo>
                  <a:lnTo>
                    <a:pt x="828331" y="156949"/>
                  </a:lnTo>
                  <a:lnTo>
                    <a:pt x="836145" y="155533"/>
                  </a:lnTo>
                  <a:lnTo>
                    <a:pt x="843960" y="154126"/>
                  </a:lnTo>
                  <a:lnTo>
                    <a:pt x="851774" y="152726"/>
                  </a:lnTo>
                  <a:lnTo>
                    <a:pt x="859589" y="150983"/>
                  </a:lnTo>
                  <a:lnTo>
                    <a:pt x="867403" y="148994"/>
                  </a:lnTo>
                  <a:lnTo>
                    <a:pt x="875218" y="147006"/>
                  </a:lnTo>
                  <a:lnTo>
                    <a:pt x="883032" y="145020"/>
                  </a:lnTo>
                  <a:lnTo>
                    <a:pt x="890847" y="143375"/>
                  </a:lnTo>
                  <a:lnTo>
                    <a:pt x="898661" y="141494"/>
                  </a:lnTo>
                  <a:lnTo>
                    <a:pt x="906476" y="139180"/>
                  </a:lnTo>
                  <a:lnTo>
                    <a:pt x="914290" y="137052"/>
                  </a:lnTo>
                  <a:lnTo>
                    <a:pt x="922104" y="135065"/>
                  </a:lnTo>
                  <a:lnTo>
                    <a:pt x="929919" y="133286"/>
                  </a:lnTo>
                  <a:lnTo>
                    <a:pt x="937733" y="131743"/>
                  </a:lnTo>
                  <a:lnTo>
                    <a:pt x="945548" y="130205"/>
                  </a:lnTo>
                  <a:lnTo>
                    <a:pt x="953362" y="128670"/>
                  </a:lnTo>
                  <a:lnTo>
                    <a:pt x="961177" y="127140"/>
                  </a:lnTo>
                  <a:lnTo>
                    <a:pt x="968991" y="125614"/>
                  </a:lnTo>
                  <a:lnTo>
                    <a:pt x="976806" y="124093"/>
                  </a:lnTo>
                  <a:lnTo>
                    <a:pt x="984620" y="122582"/>
                  </a:lnTo>
                  <a:lnTo>
                    <a:pt x="992434" y="121082"/>
                  </a:lnTo>
                  <a:lnTo>
                    <a:pt x="1000249" y="119605"/>
                  </a:lnTo>
                  <a:lnTo>
                    <a:pt x="1008063" y="118491"/>
                  </a:lnTo>
                  <a:lnTo>
                    <a:pt x="1015878" y="117387"/>
                  </a:lnTo>
                  <a:lnTo>
                    <a:pt x="1023692" y="116294"/>
                  </a:lnTo>
                  <a:lnTo>
                    <a:pt x="1031507" y="115220"/>
                  </a:lnTo>
                  <a:lnTo>
                    <a:pt x="1039321" y="113950"/>
                  </a:lnTo>
                  <a:lnTo>
                    <a:pt x="1047136" y="112160"/>
                  </a:lnTo>
                  <a:lnTo>
                    <a:pt x="1054950" y="110983"/>
                  </a:lnTo>
                  <a:lnTo>
                    <a:pt x="1062765" y="110010"/>
                  </a:lnTo>
                  <a:lnTo>
                    <a:pt x="1070579" y="108593"/>
                  </a:lnTo>
                  <a:lnTo>
                    <a:pt x="1078393" y="107121"/>
                  </a:lnTo>
                  <a:lnTo>
                    <a:pt x="1086208" y="105662"/>
                  </a:lnTo>
                  <a:lnTo>
                    <a:pt x="1094022" y="104223"/>
                  </a:lnTo>
                  <a:lnTo>
                    <a:pt x="1101837" y="102796"/>
                  </a:lnTo>
                  <a:lnTo>
                    <a:pt x="1109651" y="101386"/>
                  </a:lnTo>
                  <a:lnTo>
                    <a:pt x="1117466" y="99990"/>
                  </a:lnTo>
                  <a:lnTo>
                    <a:pt x="1125280" y="98608"/>
                  </a:lnTo>
                  <a:lnTo>
                    <a:pt x="1133095" y="97238"/>
                  </a:lnTo>
                  <a:lnTo>
                    <a:pt x="1140909" y="95864"/>
                  </a:lnTo>
                  <a:lnTo>
                    <a:pt x="1148723" y="94425"/>
                  </a:lnTo>
                  <a:lnTo>
                    <a:pt x="1156538" y="93001"/>
                  </a:lnTo>
                  <a:lnTo>
                    <a:pt x="1164352" y="91594"/>
                  </a:lnTo>
                  <a:lnTo>
                    <a:pt x="1172167" y="89900"/>
                  </a:lnTo>
                  <a:lnTo>
                    <a:pt x="1179981" y="88589"/>
                  </a:lnTo>
                  <a:lnTo>
                    <a:pt x="1187796" y="86766"/>
                  </a:lnTo>
                  <a:lnTo>
                    <a:pt x="1195610" y="84958"/>
                  </a:lnTo>
                  <a:lnTo>
                    <a:pt x="1203425" y="83166"/>
                  </a:lnTo>
                  <a:lnTo>
                    <a:pt x="1211239" y="81853"/>
                  </a:lnTo>
                  <a:lnTo>
                    <a:pt x="1219053" y="81010"/>
                  </a:lnTo>
                  <a:lnTo>
                    <a:pt x="1226868" y="80184"/>
                  </a:lnTo>
                  <a:lnTo>
                    <a:pt x="1234682" y="79366"/>
                  </a:lnTo>
                  <a:lnTo>
                    <a:pt x="1242497" y="78367"/>
                  </a:lnTo>
                  <a:lnTo>
                    <a:pt x="1250311" y="77140"/>
                  </a:lnTo>
                  <a:lnTo>
                    <a:pt x="1258126" y="75929"/>
                  </a:lnTo>
                  <a:lnTo>
                    <a:pt x="1265940" y="74754"/>
                  </a:lnTo>
                  <a:lnTo>
                    <a:pt x="1273755" y="73916"/>
                  </a:lnTo>
                  <a:lnTo>
                    <a:pt x="1281569" y="73204"/>
                  </a:lnTo>
                  <a:lnTo>
                    <a:pt x="1289384" y="72506"/>
                  </a:lnTo>
                  <a:lnTo>
                    <a:pt x="1297198" y="71312"/>
                  </a:lnTo>
                  <a:lnTo>
                    <a:pt x="1305012" y="70050"/>
                  </a:lnTo>
                  <a:lnTo>
                    <a:pt x="1312827" y="68962"/>
                  </a:lnTo>
                  <a:lnTo>
                    <a:pt x="1320641" y="67598"/>
                  </a:lnTo>
                  <a:lnTo>
                    <a:pt x="1328456" y="66313"/>
                  </a:lnTo>
                  <a:lnTo>
                    <a:pt x="1336270" y="65089"/>
                  </a:lnTo>
                  <a:lnTo>
                    <a:pt x="1344085" y="63882"/>
                  </a:lnTo>
                  <a:lnTo>
                    <a:pt x="1351899" y="62882"/>
                  </a:lnTo>
                  <a:lnTo>
                    <a:pt x="1359714" y="61976"/>
                  </a:lnTo>
                  <a:lnTo>
                    <a:pt x="1367528" y="60764"/>
                  </a:lnTo>
                  <a:lnTo>
                    <a:pt x="1375342" y="59581"/>
                  </a:lnTo>
                  <a:lnTo>
                    <a:pt x="1383157" y="58607"/>
                  </a:lnTo>
                  <a:lnTo>
                    <a:pt x="1390971" y="57431"/>
                  </a:lnTo>
                  <a:lnTo>
                    <a:pt x="1398786" y="56498"/>
                  </a:lnTo>
                  <a:lnTo>
                    <a:pt x="1406600" y="55661"/>
                  </a:lnTo>
                  <a:lnTo>
                    <a:pt x="1414415" y="54838"/>
                  </a:lnTo>
                  <a:lnTo>
                    <a:pt x="1422229" y="53951"/>
                  </a:lnTo>
                  <a:lnTo>
                    <a:pt x="1430044" y="53062"/>
                  </a:lnTo>
                  <a:lnTo>
                    <a:pt x="1437858" y="52187"/>
                  </a:lnTo>
                  <a:lnTo>
                    <a:pt x="1445672" y="51327"/>
                  </a:lnTo>
                  <a:lnTo>
                    <a:pt x="1453487" y="50390"/>
                  </a:lnTo>
                  <a:lnTo>
                    <a:pt x="1461301" y="49120"/>
                  </a:lnTo>
                  <a:lnTo>
                    <a:pt x="1469116" y="47859"/>
                  </a:lnTo>
                  <a:lnTo>
                    <a:pt x="1476930" y="46605"/>
                  </a:lnTo>
                  <a:lnTo>
                    <a:pt x="1484745" y="45360"/>
                  </a:lnTo>
                  <a:lnTo>
                    <a:pt x="1492559" y="44123"/>
                  </a:lnTo>
                  <a:lnTo>
                    <a:pt x="1500374" y="42895"/>
                  </a:lnTo>
                  <a:lnTo>
                    <a:pt x="1508188" y="41680"/>
                  </a:lnTo>
                  <a:lnTo>
                    <a:pt x="1516003" y="40807"/>
                  </a:lnTo>
                  <a:lnTo>
                    <a:pt x="1523817" y="40083"/>
                  </a:lnTo>
                  <a:lnTo>
                    <a:pt x="1531631" y="39442"/>
                  </a:lnTo>
                  <a:lnTo>
                    <a:pt x="1539446" y="39040"/>
                  </a:lnTo>
                  <a:lnTo>
                    <a:pt x="1547260" y="38637"/>
                  </a:lnTo>
                  <a:lnTo>
                    <a:pt x="1555075" y="37700"/>
                  </a:lnTo>
                  <a:lnTo>
                    <a:pt x="1562889" y="36772"/>
                  </a:lnTo>
                  <a:lnTo>
                    <a:pt x="1570704" y="35940"/>
                  </a:lnTo>
                  <a:lnTo>
                    <a:pt x="1578518" y="35277"/>
                  </a:lnTo>
                  <a:lnTo>
                    <a:pt x="1586333" y="34624"/>
                  </a:lnTo>
                  <a:lnTo>
                    <a:pt x="1594147" y="33981"/>
                  </a:lnTo>
                  <a:lnTo>
                    <a:pt x="1601961" y="33111"/>
                  </a:lnTo>
                  <a:lnTo>
                    <a:pt x="1609776" y="32075"/>
                  </a:lnTo>
                  <a:lnTo>
                    <a:pt x="1617590" y="31264"/>
                  </a:lnTo>
                  <a:lnTo>
                    <a:pt x="1625405" y="30640"/>
                  </a:lnTo>
                  <a:lnTo>
                    <a:pt x="1633219" y="30028"/>
                  </a:lnTo>
                  <a:lnTo>
                    <a:pt x="1641034" y="29442"/>
                  </a:lnTo>
                  <a:lnTo>
                    <a:pt x="1648848" y="28780"/>
                  </a:lnTo>
                  <a:lnTo>
                    <a:pt x="1656663" y="28279"/>
                  </a:lnTo>
                  <a:lnTo>
                    <a:pt x="1664477" y="27705"/>
                  </a:lnTo>
                  <a:lnTo>
                    <a:pt x="1672291" y="26997"/>
                  </a:lnTo>
                  <a:lnTo>
                    <a:pt x="1680106" y="26224"/>
                  </a:lnTo>
                  <a:lnTo>
                    <a:pt x="1687920" y="25515"/>
                  </a:lnTo>
                  <a:lnTo>
                    <a:pt x="1695735" y="25038"/>
                  </a:lnTo>
                  <a:lnTo>
                    <a:pt x="1703549" y="24569"/>
                  </a:lnTo>
                  <a:lnTo>
                    <a:pt x="1711364" y="23940"/>
                  </a:lnTo>
                  <a:lnTo>
                    <a:pt x="1719178" y="23396"/>
                  </a:lnTo>
                  <a:lnTo>
                    <a:pt x="1726993" y="22466"/>
                  </a:lnTo>
                  <a:lnTo>
                    <a:pt x="1734807" y="21730"/>
                  </a:lnTo>
                  <a:lnTo>
                    <a:pt x="1742622" y="21016"/>
                  </a:lnTo>
                  <a:lnTo>
                    <a:pt x="1750436" y="20314"/>
                  </a:lnTo>
                  <a:lnTo>
                    <a:pt x="1758250" y="19658"/>
                  </a:lnTo>
                  <a:lnTo>
                    <a:pt x="1766065" y="19018"/>
                  </a:lnTo>
                  <a:lnTo>
                    <a:pt x="1773879" y="18292"/>
                  </a:lnTo>
                  <a:lnTo>
                    <a:pt x="1781694" y="17577"/>
                  </a:lnTo>
                  <a:lnTo>
                    <a:pt x="1789508" y="16868"/>
                  </a:lnTo>
                  <a:lnTo>
                    <a:pt x="1797323" y="16241"/>
                  </a:lnTo>
                  <a:lnTo>
                    <a:pt x="1805137" y="15589"/>
                  </a:lnTo>
                  <a:lnTo>
                    <a:pt x="1812952" y="14945"/>
                  </a:lnTo>
                  <a:lnTo>
                    <a:pt x="1820766" y="14309"/>
                  </a:lnTo>
                  <a:lnTo>
                    <a:pt x="1828580" y="13681"/>
                  </a:lnTo>
                  <a:lnTo>
                    <a:pt x="1836395" y="13061"/>
                  </a:lnTo>
                  <a:lnTo>
                    <a:pt x="1844209" y="12448"/>
                  </a:lnTo>
                  <a:lnTo>
                    <a:pt x="1852024" y="11904"/>
                  </a:lnTo>
                  <a:lnTo>
                    <a:pt x="1859838" y="11618"/>
                  </a:lnTo>
                  <a:lnTo>
                    <a:pt x="1867653" y="11124"/>
                  </a:lnTo>
                  <a:lnTo>
                    <a:pt x="1875467" y="10653"/>
                  </a:lnTo>
                  <a:lnTo>
                    <a:pt x="1883282" y="9944"/>
                  </a:lnTo>
                  <a:lnTo>
                    <a:pt x="1891096" y="9359"/>
                  </a:lnTo>
                  <a:lnTo>
                    <a:pt x="1898910" y="8788"/>
                  </a:lnTo>
                  <a:lnTo>
                    <a:pt x="1906725" y="8224"/>
                  </a:lnTo>
                  <a:lnTo>
                    <a:pt x="1914539" y="7459"/>
                  </a:lnTo>
                  <a:lnTo>
                    <a:pt x="1922354" y="6744"/>
                  </a:lnTo>
                  <a:lnTo>
                    <a:pt x="1930168" y="6204"/>
                  </a:lnTo>
                  <a:lnTo>
                    <a:pt x="1937983" y="5679"/>
                  </a:lnTo>
                  <a:lnTo>
                    <a:pt x="1945797" y="5164"/>
                  </a:lnTo>
                  <a:lnTo>
                    <a:pt x="1953612" y="4480"/>
                  </a:lnTo>
                  <a:lnTo>
                    <a:pt x="1961426" y="4145"/>
                  </a:lnTo>
                  <a:lnTo>
                    <a:pt x="1969241" y="3648"/>
                  </a:lnTo>
                  <a:lnTo>
                    <a:pt x="1977055" y="3156"/>
                  </a:lnTo>
                  <a:lnTo>
                    <a:pt x="1984869" y="2672"/>
                  </a:lnTo>
                  <a:lnTo>
                    <a:pt x="1992684" y="1891"/>
                  </a:lnTo>
                  <a:lnTo>
                    <a:pt x="2000498" y="1184"/>
                  </a:lnTo>
                  <a:lnTo>
                    <a:pt x="2008313" y="942"/>
                  </a:lnTo>
                  <a:lnTo>
                    <a:pt x="2016127" y="374"/>
                  </a:lnTo>
                  <a:lnTo>
                    <a:pt x="202394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" name="pl60"/>
            <p:cNvSpPr/>
            <p:nvPr/>
          </p:nvSpPr>
          <p:spPr>
            <a:xfrm>
              <a:off x="1223067" y="3821954"/>
              <a:ext cx="2023942" cy="62554"/>
            </a:xfrm>
            <a:custGeom>
              <a:avLst/>
              <a:pathLst>
                <a:path w="2023942" h="62554">
                  <a:moveTo>
                    <a:pt x="2023942" y="62554"/>
                  </a:moveTo>
                  <a:lnTo>
                    <a:pt x="2016127" y="62472"/>
                  </a:lnTo>
                  <a:lnTo>
                    <a:pt x="2008313" y="62290"/>
                  </a:lnTo>
                  <a:lnTo>
                    <a:pt x="2000498" y="62089"/>
                  </a:lnTo>
                  <a:lnTo>
                    <a:pt x="1992684" y="61887"/>
                  </a:lnTo>
                  <a:lnTo>
                    <a:pt x="1984869" y="61681"/>
                  </a:lnTo>
                  <a:lnTo>
                    <a:pt x="1977055" y="61475"/>
                  </a:lnTo>
                  <a:lnTo>
                    <a:pt x="1969241" y="61339"/>
                  </a:lnTo>
                  <a:lnTo>
                    <a:pt x="1961426" y="61217"/>
                  </a:lnTo>
                  <a:lnTo>
                    <a:pt x="1953612" y="61093"/>
                  </a:lnTo>
                  <a:lnTo>
                    <a:pt x="1945797" y="60948"/>
                  </a:lnTo>
                  <a:lnTo>
                    <a:pt x="1937983" y="60837"/>
                  </a:lnTo>
                  <a:lnTo>
                    <a:pt x="1930168" y="60723"/>
                  </a:lnTo>
                  <a:lnTo>
                    <a:pt x="1922354" y="60598"/>
                  </a:lnTo>
                  <a:lnTo>
                    <a:pt x="1914539" y="60471"/>
                  </a:lnTo>
                  <a:lnTo>
                    <a:pt x="1906725" y="60344"/>
                  </a:lnTo>
                  <a:lnTo>
                    <a:pt x="1898910" y="60216"/>
                  </a:lnTo>
                  <a:lnTo>
                    <a:pt x="1891096" y="60086"/>
                  </a:lnTo>
                  <a:lnTo>
                    <a:pt x="1883282" y="59955"/>
                  </a:lnTo>
                  <a:lnTo>
                    <a:pt x="1875467" y="59823"/>
                  </a:lnTo>
                  <a:lnTo>
                    <a:pt x="1867653" y="59690"/>
                  </a:lnTo>
                  <a:lnTo>
                    <a:pt x="1859838" y="59555"/>
                  </a:lnTo>
                  <a:lnTo>
                    <a:pt x="1852024" y="59419"/>
                  </a:lnTo>
                  <a:lnTo>
                    <a:pt x="1844209" y="59282"/>
                  </a:lnTo>
                  <a:lnTo>
                    <a:pt x="1836395" y="59144"/>
                  </a:lnTo>
                  <a:lnTo>
                    <a:pt x="1828580" y="59005"/>
                  </a:lnTo>
                  <a:lnTo>
                    <a:pt x="1820766" y="58864"/>
                  </a:lnTo>
                  <a:lnTo>
                    <a:pt x="1812952" y="58722"/>
                  </a:lnTo>
                  <a:lnTo>
                    <a:pt x="1805137" y="58579"/>
                  </a:lnTo>
                  <a:lnTo>
                    <a:pt x="1797323" y="58434"/>
                  </a:lnTo>
                  <a:lnTo>
                    <a:pt x="1789508" y="58289"/>
                  </a:lnTo>
                  <a:lnTo>
                    <a:pt x="1781694" y="58142"/>
                  </a:lnTo>
                  <a:lnTo>
                    <a:pt x="1773879" y="57993"/>
                  </a:lnTo>
                  <a:lnTo>
                    <a:pt x="1766065" y="57866"/>
                  </a:lnTo>
                  <a:lnTo>
                    <a:pt x="1758250" y="57773"/>
                  </a:lnTo>
                  <a:lnTo>
                    <a:pt x="1750436" y="57678"/>
                  </a:lnTo>
                  <a:lnTo>
                    <a:pt x="1742622" y="57582"/>
                  </a:lnTo>
                  <a:lnTo>
                    <a:pt x="1734807" y="57485"/>
                  </a:lnTo>
                  <a:lnTo>
                    <a:pt x="1726993" y="57387"/>
                  </a:lnTo>
                  <a:lnTo>
                    <a:pt x="1719178" y="57287"/>
                  </a:lnTo>
                  <a:lnTo>
                    <a:pt x="1711364" y="57160"/>
                  </a:lnTo>
                  <a:lnTo>
                    <a:pt x="1703549" y="57017"/>
                  </a:lnTo>
                  <a:lnTo>
                    <a:pt x="1695735" y="56873"/>
                  </a:lnTo>
                  <a:lnTo>
                    <a:pt x="1687920" y="56728"/>
                  </a:lnTo>
                  <a:lnTo>
                    <a:pt x="1680106" y="56582"/>
                  </a:lnTo>
                  <a:lnTo>
                    <a:pt x="1672291" y="56432"/>
                  </a:lnTo>
                  <a:lnTo>
                    <a:pt x="1664477" y="56280"/>
                  </a:lnTo>
                  <a:lnTo>
                    <a:pt x="1656663" y="56109"/>
                  </a:lnTo>
                  <a:lnTo>
                    <a:pt x="1648848" y="55927"/>
                  </a:lnTo>
                  <a:lnTo>
                    <a:pt x="1641034" y="55798"/>
                  </a:lnTo>
                  <a:lnTo>
                    <a:pt x="1633219" y="55665"/>
                  </a:lnTo>
                  <a:lnTo>
                    <a:pt x="1625405" y="55509"/>
                  </a:lnTo>
                  <a:lnTo>
                    <a:pt x="1617590" y="55351"/>
                  </a:lnTo>
                  <a:lnTo>
                    <a:pt x="1609776" y="55193"/>
                  </a:lnTo>
                  <a:lnTo>
                    <a:pt x="1601961" y="55033"/>
                  </a:lnTo>
                  <a:lnTo>
                    <a:pt x="1594147" y="54872"/>
                  </a:lnTo>
                  <a:lnTo>
                    <a:pt x="1586333" y="54709"/>
                  </a:lnTo>
                  <a:lnTo>
                    <a:pt x="1578518" y="54545"/>
                  </a:lnTo>
                  <a:lnTo>
                    <a:pt x="1570704" y="54379"/>
                  </a:lnTo>
                  <a:lnTo>
                    <a:pt x="1562889" y="54212"/>
                  </a:lnTo>
                  <a:lnTo>
                    <a:pt x="1555075" y="54044"/>
                  </a:lnTo>
                  <a:lnTo>
                    <a:pt x="1547260" y="53874"/>
                  </a:lnTo>
                  <a:lnTo>
                    <a:pt x="1539446" y="53703"/>
                  </a:lnTo>
                  <a:lnTo>
                    <a:pt x="1531631" y="53530"/>
                  </a:lnTo>
                  <a:lnTo>
                    <a:pt x="1523817" y="53355"/>
                  </a:lnTo>
                  <a:lnTo>
                    <a:pt x="1516003" y="53178"/>
                  </a:lnTo>
                  <a:lnTo>
                    <a:pt x="1508188" y="52999"/>
                  </a:lnTo>
                  <a:lnTo>
                    <a:pt x="1500374" y="52819"/>
                  </a:lnTo>
                  <a:lnTo>
                    <a:pt x="1492559" y="52637"/>
                  </a:lnTo>
                  <a:lnTo>
                    <a:pt x="1484745" y="52454"/>
                  </a:lnTo>
                  <a:lnTo>
                    <a:pt x="1476930" y="52270"/>
                  </a:lnTo>
                  <a:lnTo>
                    <a:pt x="1469116" y="52065"/>
                  </a:lnTo>
                  <a:lnTo>
                    <a:pt x="1461301" y="51836"/>
                  </a:lnTo>
                  <a:lnTo>
                    <a:pt x="1453487" y="51605"/>
                  </a:lnTo>
                  <a:lnTo>
                    <a:pt x="1445672" y="51371"/>
                  </a:lnTo>
                  <a:lnTo>
                    <a:pt x="1437858" y="51136"/>
                  </a:lnTo>
                  <a:lnTo>
                    <a:pt x="1430044" y="50898"/>
                  </a:lnTo>
                  <a:lnTo>
                    <a:pt x="1422229" y="50658"/>
                  </a:lnTo>
                  <a:lnTo>
                    <a:pt x="1414415" y="50415"/>
                  </a:lnTo>
                  <a:lnTo>
                    <a:pt x="1406600" y="50170"/>
                  </a:lnTo>
                  <a:lnTo>
                    <a:pt x="1398786" y="49923"/>
                  </a:lnTo>
                  <a:lnTo>
                    <a:pt x="1390971" y="49674"/>
                  </a:lnTo>
                  <a:lnTo>
                    <a:pt x="1383157" y="49559"/>
                  </a:lnTo>
                  <a:lnTo>
                    <a:pt x="1375342" y="49443"/>
                  </a:lnTo>
                  <a:lnTo>
                    <a:pt x="1367528" y="49325"/>
                  </a:lnTo>
                  <a:lnTo>
                    <a:pt x="1359714" y="49205"/>
                  </a:lnTo>
                  <a:lnTo>
                    <a:pt x="1351899" y="49084"/>
                  </a:lnTo>
                  <a:lnTo>
                    <a:pt x="1344085" y="48906"/>
                  </a:lnTo>
                  <a:lnTo>
                    <a:pt x="1336270" y="48694"/>
                  </a:lnTo>
                  <a:lnTo>
                    <a:pt x="1328456" y="48478"/>
                  </a:lnTo>
                  <a:lnTo>
                    <a:pt x="1320641" y="48246"/>
                  </a:lnTo>
                  <a:lnTo>
                    <a:pt x="1312827" y="48045"/>
                  </a:lnTo>
                  <a:lnTo>
                    <a:pt x="1305012" y="47824"/>
                  </a:lnTo>
                  <a:lnTo>
                    <a:pt x="1297198" y="47567"/>
                  </a:lnTo>
                  <a:lnTo>
                    <a:pt x="1289384" y="47263"/>
                  </a:lnTo>
                  <a:lnTo>
                    <a:pt x="1281569" y="46956"/>
                  </a:lnTo>
                  <a:lnTo>
                    <a:pt x="1273755" y="46644"/>
                  </a:lnTo>
                  <a:lnTo>
                    <a:pt x="1265940" y="46330"/>
                  </a:lnTo>
                  <a:lnTo>
                    <a:pt x="1258126" y="46013"/>
                  </a:lnTo>
                  <a:lnTo>
                    <a:pt x="1250311" y="45693"/>
                  </a:lnTo>
                  <a:lnTo>
                    <a:pt x="1242497" y="45462"/>
                  </a:lnTo>
                  <a:lnTo>
                    <a:pt x="1234682" y="45250"/>
                  </a:lnTo>
                  <a:lnTo>
                    <a:pt x="1226868" y="44990"/>
                  </a:lnTo>
                  <a:lnTo>
                    <a:pt x="1219053" y="44653"/>
                  </a:lnTo>
                  <a:lnTo>
                    <a:pt x="1211239" y="44314"/>
                  </a:lnTo>
                  <a:lnTo>
                    <a:pt x="1203425" y="43972"/>
                  </a:lnTo>
                  <a:lnTo>
                    <a:pt x="1195610" y="43675"/>
                  </a:lnTo>
                  <a:lnTo>
                    <a:pt x="1187796" y="43459"/>
                  </a:lnTo>
                  <a:lnTo>
                    <a:pt x="1179981" y="43242"/>
                  </a:lnTo>
                  <a:lnTo>
                    <a:pt x="1172167" y="43023"/>
                  </a:lnTo>
                  <a:lnTo>
                    <a:pt x="1164352" y="42802"/>
                  </a:lnTo>
                  <a:lnTo>
                    <a:pt x="1156538" y="42597"/>
                  </a:lnTo>
                  <a:lnTo>
                    <a:pt x="1148723" y="42391"/>
                  </a:lnTo>
                  <a:lnTo>
                    <a:pt x="1140909" y="42183"/>
                  </a:lnTo>
                  <a:lnTo>
                    <a:pt x="1133095" y="41972"/>
                  </a:lnTo>
                  <a:lnTo>
                    <a:pt x="1125280" y="41759"/>
                  </a:lnTo>
                  <a:lnTo>
                    <a:pt x="1117466" y="41543"/>
                  </a:lnTo>
                  <a:lnTo>
                    <a:pt x="1109651" y="41325"/>
                  </a:lnTo>
                  <a:lnTo>
                    <a:pt x="1101837" y="41104"/>
                  </a:lnTo>
                  <a:lnTo>
                    <a:pt x="1094022" y="40760"/>
                  </a:lnTo>
                  <a:lnTo>
                    <a:pt x="1086208" y="40477"/>
                  </a:lnTo>
                  <a:lnTo>
                    <a:pt x="1078393" y="40236"/>
                  </a:lnTo>
                  <a:lnTo>
                    <a:pt x="1070579" y="39992"/>
                  </a:lnTo>
                  <a:lnTo>
                    <a:pt x="1062765" y="39747"/>
                  </a:lnTo>
                  <a:lnTo>
                    <a:pt x="1054950" y="39499"/>
                  </a:lnTo>
                  <a:lnTo>
                    <a:pt x="1047136" y="39247"/>
                  </a:lnTo>
                  <a:lnTo>
                    <a:pt x="1039321" y="38992"/>
                  </a:lnTo>
                  <a:lnTo>
                    <a:pt x="1031507" y="38682"/>
                  </a:lnTo>
                  <a:lnTo>
                    <a:pt x="1023692" y="38422"/>
                  </a:lnTo>
                  <a:lnTo>
                    <a:pt x="1015878" y="38159"/>
                  </a:lnTo>
                  <a:lnTo>
                    <a:pt x="1008063" y="37894"/>
                  </a:lnTo>
                  <a:lnTo>
                    <a:pt x="1000249" y="37625"/>
                  </a:lnTo>
                  <a:lnTo>
                    <a:pt x="992434" y="37353"/>
                  </a:lnTo>
                  <a:lnTo>
                    <a:pt x="984620" y="37066"/>
                  </a:lnTo>
                  <a:lnTo>
                    <a:pt x="976806" y="36632"/>
                  </a:lnTo>
                  <a:lnTo>
                    <a:pt x="968991" y="36194"/>
                  </a:lnTo>
                  <a:lnTo>
                    <a:pt x="961177" y="35875"/>
                  </a:lnTo>
                  <a:lnTo>
                    <a:pt x="953362" y="35596"/>
                  </a:lnTo>
                  <a:lnTo>
                    <a:pt x="945548" y="35313"/>
                  </a:lnTo>
                  <a:lnTo>
                    <a:pt x="937733" y="35029"/>
                  </a:lnTo>
                  <a:lnTo>
                    <a:pt x="929919" y="34618"/>
                  </a:lnTo>
                  <a:lnTo>
                    <a:pt x="922104" y="34201"/>
                  </a:lnTo>
                  <a:lnTo>
                    <a:pt x="914290" y="33779"/>
                  </a:lnTo>
                  <a:lnTo>
                    <a:pt x="906476" y="33352"/>
                  </a:lnTo>
                  <a:lnTo>
                    <a:pt x="898661" y="32919"/>
                  </a:lnTo>
                  <a:lnTo>
                    <a:pt x="890847" y="32650"/>
                  </a:lnTo>
                  <a:lnTo>
                    <a:pt x="883032" y="32380"/>
                  </a:lnTo>
                  <a:lnTo>
                    <a:pt x="875218" y="32108"/>
                  </a:lnTo>
                  <a:lnTo>
                    <a:pt x="867403" y="31833"/>
                  </a:lnTo>
                  <a:lnTo>
                    <a:pt x="859589" y="31556"/>
                  </a:lnTo>
                  <a:lnTo>
                    <a:pt x="851774" y="31276"/>
                  </a:lnTo>
                  <a:lnTo>
                    <a:pt x="843960" y="30993"/>
                  </a:lnTo>
                  <a:lnTo>
                    <a:pt x="836145" y="30651"/>
                  </a:lnTo>
                  <a:lnTo>
                    <a:pt x="828331" y="30287"/>
                  </a:lnTo>
                  <a:lnTo>
                    <a:pt x="820517" y="29921"/>
                  </a:lnTo>
                  <a:lnTo>
                    <a:pt x="812702" y="29553"/>
                  </a:lnTo>
                  <a:lnTo>
                    <a:pt x="804888" y="29182"/>
                  </a:lnTo>
                  <a:lnTo>
                    <a:pt x="797073" y="28810"/>
                  </a:lnTo>
                  <a:lnTo>
                    <a:pt x="789259" y="28436"/>
                  </a:lnTo>
                  <a:lnTo>
                    <a:pt x="781444" y="28060"/>
                  </a:lnTo>
                  <a:lnTo>
                    <a:pt x="773630" y="27682"/>
                  </a:lnTo>
                  <a:lnTo>
                    <a:pt x="765815" y="27302"/>
                  </a:lnTo>
                  <a:lnTo>
                    <a:pt x="758001" y="26921"/>
                  </a:lnTo>
                  <a:lnTo>
                    <a:pt x="750187" y="26537"/>
                  </a:lnTo>
                  <a:lnTo>
                    <a:pt x="742372" y="26153"/>
                  </a:lnTo>
                  <a:lnTo>
                    <a:pt x="734558" y="25766"/>
                  </a:lnTo>
                  <a:lnTo>
                    <a:pt x="726743" y="25378"/>
                  </a:lnTo>
                  <a:lnTo>
                    <a:pt x="718929" y="24958"/>
                  </a:lnTo>
                  <a:lnTo>
                    <a:pt x="711114" y="24516"/>
                  </a:lnTo>
                  <a:lnTo>
                    <a:pt x="703300" y="24070"/>
                  </a:lnTo>
                  <a:lnTo>
                    <a:pt x="695485" y="23604"/>
                  </a:lnTo>
                  <a:lnTo>
                    <a:pt x="687671" y="23163"/>
                  </a:lnTo>
                  <a:lnTo>
                    <a:pt x="679857" y="22707"/>
                  </a:lnTo>
                  <a:lnTo>
                    <a:pt x="672042" y="22066"/>
                  </a:lnTo>
                  <a:lnTo>
                    <a:pt x="664228" y="21325"/>
                  </a:lnTo>
                  <a:lnTo>
                    <a:pt x="656413" y="20577"/>
                  </a:lnTo>
                  <a:lnTo>
                    <a:pt x="648599" y="20059"/>
                  </a:lnTo>
                  <a:lnTo>
                    <a:pt x="640784" y="19740"/>
                  </a:lnTo>
                  <a:lnTo>
                    <a:pt x="632970" y="19416"/>
                  </a:lnTo>
                  <a:lnTo>
                    <a:pt x="625155" y="19084"/>
                  </a:lnTo>
                  <a:lnTo>
                    <a:pt x="617341" y="18537"/>
                  </a:lnTo>
                  <a:lnTo>
                    <a:pt x="609526" y="18203"/>
                  </a:lnTo>
                  <a:lnTo>
                    <a:pt x="601712" y="17936"/>
                  </a:lnTo>
                  <a:lnTo>
                    <a:pt x="593898" y="17684"/>
                  </a:lnTo>
                  <a:lnTo>
                    <a:pt x="586083" y="17408"/>
                  </a:lnTo>
                  <a:lnTo>
                    <a:pt x="578269" y="17043"/>
                  </a:lnTo>
                  <a:lnTo>
                    <a:pt x="570454" y="16532"/>
                  </a:lnTo>
                  <a:lnTo>
                    <a:pt x="562640" y="16116"/>
                  </a:lnTo>
                  <a:lnTo>
                    <a:pt x="554825" y="15774"/>
                  </a:lnTo>
                  <a:lnTo>
                    <a:pt x="547011" y="15428"/>
                  </a:lnTo>
                  <a:lnTo>
                    <a:pt x="539196" y="15081"/>
                  </a:lnTo>
                  <a:lnTo>
                    <a:pt x="531382" y="14735"/>
                  </a:lnTo>
                  <a:lnTo>
                    <a:pt x="523568" y="14378"/>
                  </a:lnTo>
                  <a:lnTo>
                    <a:pt x="515753" y="14023"/>
                  </a:lnTo>
                  <a:lnTo>
                    <a:pt x="507939" y="13366"/>
                  </a:lnTo>
                  <a:lnTo>
                    <a:pt x="500124" y="13090"/>
                  </a:lnTo>
                  <a:lnTo>
                    <a:pt x="492310" y="12788"/>
                  </a:lnTo>
                  <a:lnTo>
                    <a:pt x="484495" y="12568"/>
                  </a:lnTo>
                  <a:lnTo>
                    <a:pt x="476681" y="12166"/>
                  </a:lnTo>
                  <a:lnTo>
                    <a:pt x="468866" y="11759"/>
                  </a:lnTo>
                  <a:lnTo>
                    <a:pt x="461052" y="11346"/>
                  </a:lnTo>
                  <a:lnTo>
                    <a:pt x="453238" y="11007"/>
                  </a:lnTo>
                  <a:lnTo>
                    <a:pt x="445423" y="10711"/>
                  </a:lnTo>
                  <a:lnTo>
                    <a:pt x="437609" y="10373"/>
                  </a:lnTo>
                  <a:lnTo>
                    <a:pt x="429794" y="9998"/>
                  </a:lnTo>
                  <a:lnTo>
                    <a:pt x="421980" y="9507"/>
                  </a:lnTo>
                  <a:lnTo>
                    <a:pt x="414165" y="8863"/>
                  </a:lnTo>
                  <a:lnTo>
                    <a:pt x="406351" y="8724"/>
                  </a:lnTo>
                  <a:lnTo>
                    <a:pt x="398536" y="8386"/>
                  </a:lnTo>
                  <a:lnTo>
                    <a:pt x="390722" y="7990"/>
                  </a:lnTo>
                  <a:lnTo>
                    <a:pt x="382907" y="7565"/>
                  </a:lnTo>
                  <a:lnTo>
                    <a:pt x="375093" y="6506"/>
                  </a:lnTo>
                  <a:lnTo>
                    <a:pt x="367279" y="6029"/>
                  </a:lnTo>
                  <a:lnTo>
                    <a:pt x="359464" y="5734"/>
                  </a:lnTo>
                  <a:lnTo>
                    <a:pt x="351650" y="5066"/>
                  </a:lnTo>
                  <a:lnTo>
                    <a:pt x="343835" y="4663"/>
                  </a:lnTo>
                  <a:lnTo>
                    <a:pt x="336021" y="4200"/>
                  </a:lnTo>
                  <a:lnTo>
                    <a:pt x="328206" y="3928"/>
                  </a:lnTo>
                  <a:lnTo>
                    <a:pt x="320392" y="3527"/>
                  </a:lnTo>
                  <a:lnTo>
                    <a:pt x="312577" y="3483"/>
                  </a:lnTo>
                  <a:lnTo>
                    <a:pt x="304763" y="3248"/>
                  </a:lnTo>
                  <a:lnTo>
                    <a:pt x="296949" y="3006"/>
                  </a:lnTo>
                  <a:lnTo>
                    <a:pt x="289134" y="2574"/>
                  </a:lnTo>
                  <a:lnTo>
                    <a:pt x="281320" y="2072"/>
                  </a:lnTo>
                  <a:lnTo>
                    <a:pt x="273505" y="1706"/>
                  </a:lnTo>
                  <a:lnTo>
                    <a:pt x="265691" y="1646"/>
                  </a:lnTo>
                  <a:lnTo>
                    <a:pt x="257876" y="1228"/>
                  </a:lnTo>
                  <a:lnTo>
                    <a:pt x="250062" y="805"/>
                  </a:lnTo>
                  <a:lnTo>
                    <a:pt x="242247" y="741"/>
                  </a:lnTo>
                  <a:lnTo>
                    <a:pt x="234433" y="615"/>
                  </a:lnTo>
                  <a:lnTo>
                    <a:pt x="226619" y="618"/>
                  </a:lnTo>
                  <a:lnTo>
                    <a:pt x="218804" y="703"/>
                  </a:lnTo>
                  <a:lnTo>
                    <a:pt x="210990" y="510"/>
                  </a:lnTo>
                  <a:lnTo>
                    <a:pt x="203175" y="150"/>
                  </a:lnTo>
                  <a:lnTo>
                    <a:pt x="195361" y="0"/>
                  </a:lnTo>
                  <a:lnTo>
                    <a:pt x="187546" y="165"/>
                  </a:lnTo>
                  <a:lnTo>
                    <a:pt x="179732" y="37"/>
                  </a:lnTo>
                  <a:lnTo>
                    <a:pt x="171917" y="262"/>
                  </a:lnTo>
                  <a:lnTo>
                    <a:pt x="164103" y="558"/>
                  </a:lnTo>
                  <a:lnTo>
                    <a:pt x="156288" y="805"/>
                  </a:lnTo>
                  <a:lnTo>
                    <a:pt x="148474" y="968"/>
                  </a:lnTo>
                  <a:lnTo>
                    <a:pt x="140660" y="1153"/>
                  </a:lnTo>
                  <a:lnTo>
                    <a:pt x="132845" y="1248"/>
                  </a:lnTo>
                  <a:lnTo>
                    <a:pt x="125031" y="1196"/>
                  </a:lnTo>
                  <a:lnTo>
                    <a:pt x="117216" y="1168"/>
                  </a:lnTo>
                  <a:lnTo>
                    <a:pt x="109402" y="1296"/>
                  </a:lnTo>
                  <a:lnTo>
                    <a:pt x="101587" y="1517"/>
                  </a:lnTo>
                  <a:lnTo>
                    <a:pt x="93773" y="1956"/>
                  </a:lnTo>
                  <a:lnTo>
                    <a:pt x="85958" y="2229"/>
                  </a:lnTo>
                  <a:lnTo>
                    <a:pt x="78144" y="2385"/>
                  </a:lnTo>
                  <a:lnTo>
                    <a:pt x="70330" y="2547"/>
                  </a:lnTo>
                  <a:lnTo>
                    <a:pt x="62515" y="2896"/>
                  </a:lnTo>
                  <a:lnTo>
                    <a:pt x="54701" y="3838"/>
                  </a:lnTo>
                  <a:lnTo>
                    <a:pt x="46886" y="4100"/>
                  </a:lnTo>
                  <a:lnTo>
                    <a:pt x="39072" y="4565"/>
                  </a:lnTo>
                  <a:lnTo>
                    <a:pt x="31257" y="4925"/>
                  </a:lnTo>
                  <a:lnTo>
                    <a:pt x="23443" y="5149"/>
                  </a:lnTo>
                  <a:lnTo>
                    <a:pt x="15628" y="5484"/>
                  </a:lnTo>
                  <a:lnTo>
                    <a:pt x="7814" y="5988"/>
                  </a:lnTo>
                  <a:lnTo>
                    <a:pt x="0" y="66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2" name="pl61"/>
            <p:cNvSpPr/>
            <p:nvPr/>
          </p:nvSpPr>
          <p:spPr>
            <a:xfrm>
              <a:off x="1223067" y="3683825"/>
              <a:ext cx="2023942" cy="49190"/>
            </a:xfrm>
            <a:custGeom>
              <a:avLst/>
              <a:pathLst>
                <a:path w="2023942" h="49190">
                  <a:moveTo>
                    <a:pt x="0" y="49190"/>
                  </a:moveTo>
                  <a:lnTo>
                    <a:pt x="7814" y="49016"/>
                  </a:lnTo>
                  <a:lnTo>
                    <a:pt x="15628" y="48842"/>
                  </a:lnTo>
                  <a:lnTo>
                    <a:pt x="23443" y="48667"/>
                  </a:lnTo>
                  <a:lnTo>
                    <a:pt x="31257" y="48493"/>
                  </a:lnTo>
                  <a:lnTo>
                    <a:pt x="39072" y="48318"/>
                  </a:lnTo>
                  <a:lnTo>
                    <a:pt x="46886" y="48143"/>
                  </a:lnTo>
                  <a:lnTo>
                    <a:pt x="54701" y="47968"/>
                  </a:lnTo>
                  <a:lnTo>
                    <a:pt x="62515" y="47792"/>
                  </a:lnTo>
                  <a:lnTo>
                    <a:pt x="70330" y="47616"/>
                  </a:lnTo>
                  <a:lnTo>
                    <a:pt x="78144" y="47440"/>
                  </a:lnTo>
                  <a:lnTo>
                    <a:pt x="85958" y="47263"/>
                  </a:lnTo>
                  <a:lnTo>
                    <a:pt x="93773" y="47086"/>
                  </a:lnTo>
                  <a:lnTo>
                    <a:pt x="101587" y="46909"/>
                  </a:lnTo>
                  <a:lnTo>
                    <a:pt x="109402" y="46732"/>
                  </a:lnTo>
                  <a:lnTo>
                    <a:pt x="117216" y="46554"/>
                  </a:lnTo>
                  <a:lnTo>
                    <a:pt x="125031" y="46377"/>
                  </a:lnTo>
                  <a:lnTo>
                    <a:pt x="132845" y="46199"/>
                  </a:lnTo>
                  <a:lnTo>
                    <a:pt x="140660" y="46021"/>
                  </a:lnTo>
                  <a:lnTo>
                    <a:pt x="148474" y="45843"/>
                  </a:lnTo>
                  <a:lnTo>
                    <a:pt x="156288" y="45665"/>
                  </a:lnTo>
                  <a:lnTo>
                    <a:pt x="164103" y="45487"/>
                  </a:lnTo>
                  <a:lnTo>
                    <a:pt x="171917" y="45309"/>
                  </a:lnTo>
                  <a:lnTo>
                    <a:pt x="179732" y="45130"/>
                  </a:lnTo>
                  <a:lnTo>
                    <a:pt x="187546" y="44951"/>
                  </a:lnTo>
                  <a:lnTo>
                    <a:pt x="195361" y="44772"/>
                  </a:lnTo>
                  <a:lnTo>
                    <a:pt x="203175" y="44593"/>
                  </a:lnTo>
                  <a:lnTo>
                    <a:pt x="210990" y="44414"/>
                  </a:lnTo>
                  <a:lnTo>
                    <a:pt x="218804" y="44235"/>
                  </a:lnTo>
                  <a:lnTo>
                    <a:pt x="226619" y="44055"/>
                  </a:lnTo>
                  <a:lnTo>
                    <a:pt x="234433" y="43875"/>
                  </a:lnTo>
                  <a:lnTo>
                    <a:pt x="242247" y="43695"/>
                  </a:lnTo>
                  <a:lnTo>
                    <a:pt x="250062" y="43515"/>
                  </a:lnTo>
                  <a:lnTo>
                    <a:pt x="257876" y="43335"/>
                  </a:lnTo>
                  <a:lnTo>
                    <a:pt x="265691" y="43155"/>
                  </a:lnTo>
                  <a:lnTo>
                    <a:pt x="273505" y="42975"/>
                  </a:lnTo>
                  <a:lnTo>
                    <a:pt x="281320" y="42794"/>
                  </a:lnTo>
                  <a:lnTo>
                    <a:pt x="289134" y="42613"/>
                  </a:lnTo>
                  <a:lnTo>
                    <a:pt x="296949" y="42432"/>
                  </a:lnTo>
                  <a:lnTo>
                    <a:pt x="304763" y="42251"/>
                  </a:lnTo>
                  <a:lnTo>
                    <a:pt x="312577" y="42070"/>
                  </a:lnTo>
                  <a:lnTo>
                    <a:pt x="320392" y="41889"/>
                  </a:lnTo>
                  <a:lnTo>
                    <a:pt x="328206" y="41707"/>
                  </a:lnTo>
                  <a:lnTo>
                    <a:pt x="336021" y="41525"/>
                  </a:lnTo>
                  <a:lnTo>
                    <a:pt x="343835" y="41343"/>
                  </a:lnTo>
                  <a:lnTo>
                    <a:pt x="351650" y="41161"/>
                  </a:lnTo>
                  <a:lnTo>
                    <a:pt x="359464" y="40979"/>
                  </a:lnTo>
                  <a:lnTo>
                    <a:pt x="367279" y="40797"/>
                  </a:lnTo>
                  <a:lnTo>
                    <a:pt x="375093" y="40615"/>
                  </a:lnTo>
                  <a:lnTo>
                    <a:pt x="382907" y="40432"/>
                  </a:lnTo>
                  <a:lnTo>
                    <a:pt x="390722" y="40249"/>
                  </a:lnTo>
                  <a:lnTo>
                    <a:pt x="398536" y="40066"/>
                  </a:lnTo>
                  <a:lnTo>
                    <a:pt x="406351" y="39883"/>
                  </a:lnTo>
                  <a:lnTo>
                    <a:pt x="414165" y="39700"/>
                  </a:lnTo>
                  <a:lnTo>
                    <a:pt x="421980" y="39517"/>
                  </a:lnTo>
                  <a:lnTo>
                    <a:pt x="429794" y="39333"/>
                  </a:lnTo>
                  <a:lnTo>
                    <a:pt x="437609" y="39150"/>
                  </a:lnTo>
                  <a:lnTo>
                    <a:pt x="445423" y="38966"/>
                  </a:lnTo>
                  <a:lnTo>
                    <a:pt x="453238" y="38782"/>
                  </a:lnTo>
                  <a:lnTo>
                    <a:pt x="461052" y="38598"/>
                  </a:lnTo>
                  <a:lnTo>
                    <a:pt x="468866" y="38414"/>
                  </a:lnTo>
                  <a:lnTo>
                    <a:pt x="476681" y="38229"/>
                  </a:lnTo>
                  <a:lnTo>
                    <a:pt x="484495" y="38045"/>
                  </a:lnTo>
                  <a:lnTo>
                    <a:pt x="492310" y="37860"/>
                  </a:lnTo>
                  <a:lnTo>
                    <a:pt x="500124" y="37676"/>
                  </a:lnTo>
                  <a:lnTo>
                    <a:pt x="507939" y="37491"/>
                  </a:lnTo>
                  <a:lnTo>
                    <a:pt x="515753" y="37307"/>
                  </a:lnTo>
                  <a:lnTo>
                    <a:pt x="523568" y="37122"/>
                  </a:lnTo>
                  <a:lnTo>
                    <a:pt x="531382" y="36938"/>
                  </a:lnTo>
                  <a:lnTo>
                    <a:pt x="539196" y="36753"/>
                  </a:lnTo>
                  <a:lnTo>
                    <a:pt x="547011" y="36568"/>
                  </a:lnTo>
                  <a:lnTo>
                    <a:pt x="554825" y="36383"/>
                  </a:lnTo>
                  <a:lnTo>
                    <a:pt x="562640" y="36198"/>
                  </a:lnTo>
                  <a:lnTo>
                    <a:pt x="570454" y="36013"/>
                  </a:lnTo>
                  <a:lnTo>
                    <a:pt x="578269" y="35828"/>
                  </a:lnTo>
                  <a:lnTo>
                    <a:pt x="586083" y="35643"/>
                  </a:lnTo>
                  <a:lnTo>
                    <a:pt x="593898" y="35458"/>
                  </a:lnTo>
                  <a:lnTo>
                    <a:pt x="601712" y="35272"/>
                  </a:lnTo>
                  <a:lnTo>
                    <a:pt x="609526" y="35086"/>
                  </a:lnTo>
                  <a:lnTo>
                    <a:pt x="617341" y="34900"/>
                  </a:lnTo>
                  <a:lnTo>
                    <a:pt x="625155" y="34713"/>
                  </a:lnTo>
                  <a:lnTo>
                    <a:pt x="632970" y="34527"/>
                  </a:lnTo>
                  <a:lnTo>
                    <a:pt x="640784" y="34340"/>
                  </a:lnTo>
                  <a:lnTo>
                    <a:pt x="648599" y="34154"/>
                  </a:lnTo>
                  <a:lnTo>
                    <a:pt x="656413" y="33967"/>
                  </a:lnTo>
                  <a:lnTo>
                    <a:pt x="664228" y="33780"/>
                  </a:lnTo>
                  <a:lnTo>
                    <a:pt x="672042" y="33593"/>
                  </a:lnTo>
                  <a:lnTo>
                    <a:pt x="679857" y="33405"/>
                  </a:lnTo>
                  <a:lnTo>
                    <a:pt x="687671" y="33218"/>
                  </a:lnTo>
                  <a:lnTo>
                    <a:pt x="695485" y="33030"/>
                  </a:lnTo>
                  <a:lnTo>
                    <a:pt x="703300" y="32843"/>
                  </a:lnTo>
                  <a:lnTo>
                    <a:pt x="711114" y="32655"/>
                  </a:lnTo>
                  <a:lnTo>
                    <a:pt x="718929" y="32467"/>
                  </a:lnTo>
                  <a:lnTo>
                    <a:pt x="726743" y="32278"/>
                  </a:lnTo>
                  <a:lnTo>
                    <a:pt x="734558" y="32089"/>
                  </a:lnTo>
                  <a:lnTo>
                    <a:pt x="742372" y="31900"/>
                  </a:lnTo>
                  <a:lnTo>
                    <a:pt x="750187" y="31711"/>
                  </a:lnTo>
                  <a:lnTo>
                    <a:pt x="758001" y="31521"/>
                  </a:lnTo>
                  <a:lnTo>
                    <a:pt x="765815" y="31332"/>
                  </a:lnTo>
                  <a:lnTo>
                    <a:pt x="773630" y="31142"/>
                  </a:lnTo>
                  <a:lnTo>
                    <a:pt x="781444" y="30953"/>
                  </a:lnTo>
                  <a:lnTo>
                    <a:pt x="789259" y="30764"/>
                  </a:lnTo>
                  <a:lnTo>
                    <a:pt x="797073" y="30575"/>
                  </a:lnTo>
                  <a:lnTo>
                    <a:pt x="804888" y="30386"/>
                  </a:lnTo>
                  <a:lnTo>
                    <a:pt x="812702" y="30197"/>
                  </a:lnTo>
                  <a:lnTo>
                    <a:pt x="820517" y="30007"/>
                  </a:lnTo>
                  <a:lnTo>
                    <a:pt x="828331" y="29818"/>
                  </a:lnTo>
                  <a:lnTo>
                    <a:pt x="836145" y="29628"/>
                  </a:lnTo>
                  <a:lnTo>
                    <a:pt x="843960" y="29438"/>
                  </a:lnTo>
                  <a:lnTo>
                    <a:pt x="851774" y="29248"/>
                  </a:lnTo>
                  <a:lnTo>
                    <a:pt x="859589" y="29059"/>
                  </a:lnTo>
                  <a:lnTo>
                    <a:pt x="867403" y="28871"/>
                  </a:lnTo>
                  <a:lnTo>
                    <a:pt x="875218" y="28682"/>
                  </a:lnTo>
                  <a:lnTo>
                    <a:pt x="883032" y="28494"/>
                  </a:lnTo>
                  <a:lnTo>
                    <a:pt x="890847" y="28305"/>
                  </a:lnTo>
                  <a:lnTo>
                    <a:pt x="898661" y="28116"/>
                  </a:lnTo>
                  <a:lnTo>
                    <a:pt x="906476" y="27928"/>
                  </a:lnTo>
                  <a:lnTo>
                    <a:pt x="914290" y="27739"/>
                  </a:lnTo>
                  <a:lnTo>
                    <a:pt x="922104" y="27550"/>
                  </a:lnTo>
                  <a:lnTo>
                    <a:pt x="929919" y="27361"/>
                  </a:lnTo>
                  <a:lnTo>
                    <a:pt x="937733" y="27173"/>
                  </a:lnTo>
                  <a:lnTo>
                    <a:pt x="945548" y="26984"/>
                  </a:lnTo>
                  <a:lnTo>
                    <a:pt x="953362" y="26794"/>
                  </a:lnTo>
                  <a:lnTo>
                    <a:pt x="961177" y="26604"/>
                  </a:lnTo>
                  <a:lnTo>
                    <a:pt x="968991" y="26413"/>
                  </a:lnTo>
                  <a:lnTo>
                    <a:pt x="976806" y="26223"/>
                  </a:lnTo>
                  <a:lnTo>
                    <a:pt x="984620" y="26032"/>
                  </a:lnTo>
                  <a:lnTo>
                    <a:pt x="992434" y="25841"/>
                  </a:lnTo>
                  <a:lnTo>
                    <a:pt x="1000249" y="25650"/>
                  </a:lnTo>
                  <a:lnTo>
                    <a:pt x="1008063" y="25459"/>
                  </a:lnTo>
                  <a:lnTo>
                    <a:pt x="1015878" y="25268"/>
                  </a:lnTo>
                  <a:lnTo>
                    <a:pt x="1023692" y="25077"/>
                  </a:lnTo>
                  <a:lnTo>
                    <a:pt x="1031507" y="24886"/>
                  </a:lnTo>
                  <a:lnTo>
                    <a:pt x="1039321" y="24695"/>
                  </a:lnTo>
                  <a:lnTo>
                    <a:pt x="1047136" y="24503"/>
                  </a:lnTo>
                  <a:lnTo>
                    <a:pt x="1054950" y="24312"/>
                  </a:lnTo>
                  <a:lnTo>
                    <a:pt x="1062765" y="24120"/>
                  </a:lnTo>
                  <a:lnTo>
                    <a:pt x="1070579" y="23929"/>
                  </a:lnTo>
                  <a:lnTo>
                    <a:pt x="1078393" y="23737"/>
                  </a:lnTo>
                  <a:lnTo>
                    <a:pt x="1086208" y="23545"/>
                  </a:lnTo>
                  <a:lnTo>
                    <a:pt x="1094022" y="23354"/>
                  </a:lnTo>
                  <a:lnTo>
                    <a:pt x="1101837" y="23165"/>
                  </a:lnTo>
                  <a:lnTo>
                    <a:pt x="1109651" y="22975"/>
                  </a:lnTo>
                  <a:lnTo>
                    <a:pt x="1117466" y="22785"/>
                  </a:lnTo>
                  <a:lnTo>
                    <a:pt x="1125280" y="22595"/>
                  </a:lnTo>
                  <a:lnTo>
                    <a:pt x="1133095" y="22405"/>
                  </a:lnTo>
                  <a:lnTo>
                    <a:pt x="1140909" y="22215"/>
                  </a:lnTo>
                  <a:lnTo>
                    <a:pt x="1148723" y="22025"/>
                  </a:lnTo>
                  <a:lnTo>
                    <a:pt x="1156538" y="21835"/>
                  </a:lnTo>
                  <a:lnTo>
                    <a:pt x="1164352" y="21644"/>
                  </a:lnTo>
                  <a:lnTo>
                    <a:pt x="1172167" y="21454"/>
                  </a:lnTo>
                  <a:lnTo>
                    <a:pt x="1179981" y="21264"/>
                  </a:lnTo>
                  <a:lnTo>
                    <a:pt x="1187796" y="21073"/>
                  </a:lnTo>
                  <a:lnTo>
                    <a:pt x="1195610" y="20880"/>
                  </a:lnTo>
                  <a:lnTo>
                    <a:pt x="1203425" y="20687"/>
                  </a:lnTo>
                  <a:lnTo>
                    <a:pt x="1211239" y="20493"/>
                  </a:lnTo>
                  <a:lnTo>
                    <a:pt x="1219053" y="20300"/>
                  </a:lnTo>
                  <a:lnTo>
                    <a:pt x="1226868" y="20106"/>
                  </a:lnTo>
                  <a:lnTo>
                    <a:pt x="1234682" y="19912"/>
                  </a:lnTo>
                  <a:lnTo>
                    <a:pt x="1242497" y="19718"/>
                  </a:lnTo>
                  <a:lnTo>
                    <a:pt x="1250311" y="19524"/>
                  </a:lnTo>
                  <a:lnTo>
                    <a:pt x="1258126" y="19330"/>
                  </a:lnTo>
                  <a:lnTo>
                    <a:pt x="1265940" y="19136"/>
                  </a:lnTo>
                  <a:lnTo>
                    <a:pt x="1273755" y="18942"/>
                  </a:lnTo>
                  <a:lnTo>
                    <a:pt x="1281569" y="18747"/>
                  </a:lnTo>
                  <a:lnTo>
                    <a:pt x="1289384" y="18553"/>
                  </a:lnTo>
                  <a:lnTo>
                    <a:pt x="1297198" y="18358"/>
                  </a:lnTo>
                  <a:lnTo>
                    <a:pt x="1305012" y="18164"/>
                  </a:lnTo>
                  <a:lnTo>
                    <a:pt x="1312827" y="17969"/>
                  </a:lnTo>
                  <a:lnTo>
                    <a:pt x="1320641" y="17774"/>
                  </a:lnTo>
                  <a:lnTo>
                    <a:pt x="1328456" y="17580"/>
                  </a:lnTo>
                  <a:lnTo>
                    <a:pt x="1336270" y="17381"/>
                  </a:lnTo>
                  <a:lnTo>
                    <a:pt x="1344085" y="17182"/>
                  </a:lnTo>
                  <a:lnTo>
                    <a:pt x="1351899" y="16983"/>
                  </a:lnTo>
                  <a:lnTo>
                    <a:pt x="1359714" y="16784"/>
                  </a:lnTo>
                  <a:lnTo>
                    <a:pt x="1367528" y="16585"/>
                  </a:lnTo>
                  <a:lnTo>
                    <a:pt x="1375342" y="16388"/>
                  </a:lnTo>
                  <a:lnTo>
                    <a:pt x="1383157" y="16191"/>
                  </a:lnTo>
                  <a:lnTo>
                    <a:pt x="1390971" y="15994"/>
                  </a:lnTo>
                  <a:lnTo>
                    <a:pt x="1398786" y="15796"/>
                  </a:lnTo>
                  <a:lnTo>
                    <a:pt x="1406600" y="15599"/>
                  </a:lnTo>
                  <a:lnTo>
                    <a:pt x="1414415" y="15401"/>
                  </a:lnTo>
                  <a:lnTo>
                    <a:pt x="1422229" y="15206"/>
                  </a:lnTo>
                  <a:lnTo>
                    <a:pt x="1430044" y="15013"/>
                  </a:lnTo>
                  <a:lnTo>
                    <a:pt x="1437858" y="14820"/>
                  </a:lnTo>
                  <a:lnTo>
                    <a:pt x="1445672" y="14627"/>
                  </a:lnTo>
                  <a:lnTo>
                    <a:pt x="1453487" y="14434"/>
                  </a:lnTo>
                  <a:lnTo>
                    <a:pt x="1461301" y="14241"/>
                  </a:lnTo>
                  <a:lnTo>
                    <a:pt x="1469116" y="14048"/>
                  </a:lnTo>
                  <a:lnTo>
                    <a:pt x="1476930" y="13855"/>
                  </a:lnTo>
                  <a:lnTo>
                    <a:pt x="1484745" y="13662"/>
                  </a:lnTo>
                  <a:lnTo>
                    <a:pt x="1492559" y="13468"/>
                  </a:lnTo>
                  <a:lnTo>
                    <a:pt x="1500374" y="13275"/>
                  </a:lnTo>
                  <a:lnTo>
                    <a:pt x="1508188" y="13082"/>
                  </a:lnTo>
                  <a:lnTo>
                    <a:pt x="1516003" y="12889"/>
                  </a:lnTo>
                  <a:lnTo>
                    <a:pt x="1523817" y="12695"/>
                  </a:lnTo>
                  <a:lnTo>
                    <a:pt x="1531631" y="12502"/>
                  </a:lnTo>
                  <a:lnTo>
                    <a:pt x="1539446" y="12302"/>
                  </a:lnTo>
                  <a:lnTo>
                    <a:pt x="1547260" y="12101"/>
                  </a:lnTo>
                  <a:lnTo>
                    <a:pt x="1555075" y="11899"/>
                  </a:lnTo>
                  <a:lnTo>
                    <a:pt x="1562889" y="11697"/>
                  </a:lnTo>
                  <a:lnTo>
                    <a:pt x="1570704" y="11495"/>
                  </a:lnTo>
                  <a:lnTo>
                    <a:pt x="1578518" y="11293"/>
                  </a:lnTo>
                  <a:lnTo>
                    <a:pt x="1586333" y="11091"/>
                  </a:lnTo>
                  <a:lnTo>
                    <a:pt x="1594147" y="10888"/>
                  </a:lnTo>
                  <a:lnTo>
                    <a:pt x="1601961" y="10686"/>
                  </a:lnTo>
                  <a:lnTo>
                    <a:pt x="1609776" y="10483"/>
                  </a:lnTo>
                  <a:lnTo>
                    <a:pt x="1617590" y="10284"/>
                  </a:lnTo>
                  <a:lnTo>
                    <a:pt x="1625405" y="10088"/>
                  </a:lnTo>
                  <a:lnTo>
                    <a:pt x="1633219" y="9892"/>
                  </a:lnTo>
                  <a:lnTo>
                    <a:pt x="1641034" y="9695"/>
                  </a:lnTo>
                  <a:lnTo>
                    <a:pt x="1648848" y="9499"/>
                  </a:lnTo>
                  <a:lnTo>
                    <a:pt x="1656663" y="9303"/>
                  </a:lnTo>
                  <a:lnTo>
                    <a:pt x="1664477" y="9106"/>
                  </a:lnTo>
                  <a:lnTo>
                    <a:pt x="1672291" y="8909"/>
                  </a:lnTo>
                  <a:lnTo>
                    <a:pt x="1680106" y="8713"/>
                  </a:lnTo>
                  <a:lnTo>
                    <a:pt x="1687920" y="8516"/>
                  </a:lnTo>
                  <a:lnTo>
                    <a:pt x="1695735" y="8320"/>
                  </a:lnTo>
                  <a:lnTo>
                    <a:pt x="1703549" y="8123"/>
                  </a:lnTo>
                  <a:lnTo>
                    <a:pt x="1711364" y="7926"/>
                  </a:lnTo>
                  <a:lnTo>
                    <a:pt x="1719178" y="7728"/>
                  </a:lnTo>
                  <a:lnTo>
                    <a:pt x="1726993" y="7531"/>
                  </a:lnTo>
                  <a:lnTo>
                    <a:pt x="1734807" y="7333"/>
                  </a:lnTo>
                  <a:lnTo>
                    <a:pt x="1742622" y="7135"/>
                  </a:lnTo>
                  <a:lnTo>
                    <a:pt x="1750436" y="6935"/>
                  </a:lnTo>
                  <a:lnTo>
                    <a:pt x="1758250" y="6735"/>
                  </a:lnTo>
                  <a:lnTo>
                    <a:pt x="1766065" y="6537"/>
                  </a:lnTo>
                  <a:lnTo>
                    <a:pt x="1773879" y="6343"/>
                  </a:lnTo>
                  <a:lnTo>
                    <a:pt x="1781694" y="6149"/>
                  </a:lnTo>
                  <a:lnTo>
                    <a:pt x="1789508" y="5953"/>
                  </a:lnTo>
                  <a:lnTo>
                    <a:pt x="1797323" y="5756"/>
                  </a:lnTo>
                  <a:lnTo>
                    <a:pt x="1805137" y="5560"/>
                  </a:lnTo>
                  <a:lnTo>
                    <a:pt x="1812952" y="5364"/>
                  </a:lnTo>
                  <a:lnTo>
                    <a:pt x="1820766" y="5167"/>
                  </a:lnTo>
                  <a:lnTo>
                    <a:pt x="1828580" y="4971"/>
                  </a:lnTo>
                  <a:lnTo>
                    <a:pt x="1836395" y="4774"/>
                  </a:lnTo>
                  <a:lnTo>
                    <a:pt x="1844209" y="4578"/>
                  </a:lnTo>
                  <a:lnTo>
                    <a:pt x="1852024" y="4381"/>
                  </a:lnTo>
                  <a:lnTo>
                    <a:pt x="1859838" y="4185"/>
                  </a:lnTo>
                  <a:lnTo>
                    <a:pt x="1867653" y="3988"/>
                  </a:lnTo>
                  <a:lnTo>
                    <a:pt x="1875467" y="3792"/>
                  </a:lnTo>
                  <a:lnTo>
                    <a:pt x="1883282" y="3595"/>
                  </a:lnTo>
                  <a:lnTo>
                    <a:pt x="1891096" y="3398"/>
                  </a:lnTo>
                  <a:lnTo>
                    <a:pt x="1898910" y="3202"/>
                  </a:lnTo>
                  <a:lnTo>
                    <a:pt x="1906725" y="3005"/>
                  </a:lnTo>
                  <a:lnTo>
                    <a:pt x="1914539" y="2808"/>
                  </a:lnTo>
                  <a:lnTo>
                    <a:pt x="1922354" y="2611"/>
                  </a:lnTo>
                  <a:lnTo>
                    <a:pt x="1930168" y="2415"/>
                  </a:lnTo>
                  <a:lnTo>
                    <a:pt x="1937983" y="2218"/>
                  </a:lnTo>
                  <a:lnTo>
                    <a:pt x="1945797" y="2021"/>
                  </a:lnTo>
                  <a:lnTo>
                    <a:pt x="1953612" y="1824"/>
                  </a:lnTo>
                  <a:lnTo>
                    <a:pt x="1961426" y="1627"/>
                  </a:lnTo>
                  <a:lnTo>
                    <a:pt x="1969241" y="1424"/>
                  </a:lnTo>
                  <a:lnTo>
                    <a:pt x="1977055" y="1221"/>
                  </a:lnTo>
                  <a:lnTo>
                    <a:pt x="1984869" y="1017"/>
                  </a:lnTo>
                  <a:lnTo>
                    <a:pt x="1992684" y="814"/>
                  </a:lnTo>
                  <a:lnTo>
                    <a:pt x="2000498" y="610"/>
                  </a:lnTo>
                  <a:lnTo>
                    <a:pt x="2008313" y="407"/>
                  </a:lnTo>
                  <a:lnTo>
                    <a:pt x="2016127" y="203"/>
                  </a:lnTo>
                  <a:lnTo>
                    <a:pt x="2023942" y="0"/>
                  </a:lnTo>
                </a:path>
              </a:pathLst>
            </a:custGeom>
            <a:ln w="18970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2"/>
            <p:cNvSpPr/>
            <p:nvPr/>
          </p:nvSpPr>
          <p:spPr>
            <a:xfrm>
              <a:off x="1223067" y="3585650"/>
              <a:ext cx="2023942" cy="153956"/>
            </a:xfrm>
            <a:custGeom>
              <a:avLst/>
              <a:pathLst>
                <a:path w="2023942" h="153956">
                  <a:moveTo>
                    <a:pt x="0" y="153956"/>
                  </a:moveTo>
                  <a:lnTo>
                    <a:pt x="7814" y="153426"/>
                  </a:lnTo>
                  <a:lnTo>
                    <a:pt x="15628" y="152934"/>
                  </a:lnTo>
                  <a:lnTo>
                    <a:pt x="23443" y="152349"/>
                  </a:lnTo>
                  <a:lnTo>
                    <a:pt x="31257" y="151901"/>
                  </a:lnTo>
                  <a:lnTo>
                    <a:pt x="39072" y="151422"/>
                  </a:lnTo>
                  <a:lnTo>
                    <a:pt x="46886" y="150909"/>
                  </a:lnTo>
                  <a:lnTo>
                    <a:pt x="54701" y="150346"/>
                  </a:lnTo>
                  <a:lnTo>
                    <a:pt x="62515" y="149796"/>
                  </a:lnTo>
                  <a:lnTo>
                    <a:pt x="70330" y="149285"/>
                  </a:lnTo>
                  <a:lnTo>
                    <a:pt x="78144" y="148701"/>
                  </a:lnTo>
                  <a:lnTo>
                    <a:pt x="85958" y="148044"/>
                  </a:lnTo>
                  <a:lnTo>
                    <a:pt x="93773" y="147546"/>
                  </a:lnTo>
                  <a:lnTo>
                    <a:pt x="101587" y="146944"/>
                  </a:lnTo>
                  <a:lnTo>
                    <a:pt x="109402" y="146427"/>
                  </a:lnTo>
                  <a:lnTo>
                    <a:pt x="117216" y="145907"/>
                  </a:lnTo>
                  <a:lnTo>
                    <a:pt x="125031" y="145469"/>
                  </a:lnTo>
                  <a:lnTo>
                    <a:pt x="132845" y="144831"/>
                  </a:lnTo>
                  <a:lnTo>
                    <a:pt x="140660" y="144336"/>
                  </a:lnTo>
                  <a:lnTo>
                    <a:pt x="148474" y="143851"/>
                  </a:lnTo>
                  <a:lnTo>
                    <a:pt x="156288" y="143322"/>
                  </a:lnTo>
                  <a:lnTo>
                    <a:pt x="164103" y="142788"/>
                  </a:lnTo>
                  <a:lnTo>
                    <a:pt x="171917" y="142238"/>
                  </a:lnTo>
                  <a:lnTo>
                    <a:pt x="179732" y="141509"/>
                  </a:lnTo>
                  <a:lnTo>
                    <a:pt x="187546" y="140955"/>
                  </a:lnTo>
                  <a:lnTo>
                    <a:pt x="195361" y="140326"/>
                  </a:lnTo>
                  <a:lnTo>
                    <a:pt x="203175" y="139785"/>
                  </a:lnTo>
                  <a:lnTo>
                    <a:pt x="210990" y="139180"/>
                  </a:lnTo>
                  <a:lnTo>
                    <a:pt x="218804" y="138625"/>
                  </a:lnTo>
                  <a:lnTo>
                    <a:pt x="226619" y="138073"/>
                  </a:lnTo>
                  <a:lnTo>
                    <a:pt x="234433" y="137531"/>
                  </a:lnTo>
                  <a:lnTo>
                    <a:pt x="242247" y="136911"/>
                  </a:lnTo>
                  <a:lnTo>
                    <a:pt x="250062" y="136362"/>
                  </a:lnTo>
                  <a:lnTo>
                    <a:pt x="257876" y="135754"/>
                  </a:lnTo>
                  <a:lnTo>
                    <a:pt x="265691" y="135179"/>
                  </a:lnTo>
                  <a:lnTo>
                    <a:pt x="273505" y="134563"/>
                  </a:lnTo>
                  <a:lnTo>
                    <a:pt x="281320" y="133887"/>
                  </a:lnTo>
                  <a:lnTo>
                    <a:pt x="289134" y="133243"/>
                  </a:lnTo>
                  <a:lnTo>
                    <a:pt x="296949" y="132652"/>
                  </a:lnTo>
                  <a:lnTo>
                    <a:pt x="304763" y="132015"/>
                  </a:lnTo>
                  <a:lnTo>
                    <a:pt x="312577" y="131420"/>
                  </a:lnTo>
                  <a:lnTo>
                    <a:pt x="320392" y="130755"/>
                  </a:lnTo>
                  <a:lnTo>
                    <a:pt x="328206" y="130177"/>
                  </a:lnTo>
                  <a:lnTo>
                    <a:pt x="336021" y="129435"/>
                  </a:lnTo>
                  <a:lnTo>
                    <a:pt x="343835" y="128922"/>
                  </a:lnTo>
                  <a:lnTo>
                    <a:pt x="351650" y="128395"/>
                  </a:lnTo>
                  <a:lnTo>
                    <a:pt x="359464" y="127795"/>
                  </a:lnTo>
                  <a:lnTo>
                    <a:pt x="367279" y="127223"/>
                  </a:lnTo>
                  <a:lnTo>
                    <a:pt x="375093" y="126750"/>
                  </a:lnTo>
                  <a:lnTo>
                    <a:pt x="382907" y="126023"/>
                  </a:lnTo>
                  <a:lnTo>
                    <a:pt x="390722" y="125292"/>
                  </a:lnTo>
                  <a:lnTo>
                    <a:pt x="398536" y="124736"/>
                  </a:lnTo>
                  <a:lnTo>
                    <a:pt x="406351" y="124169"/>
                  </a:lnTo>
                  <a:lnTo>
                    <a:pt x="414165" y="123595"/>
                  </a:lnTo>
                  <a:lnTo>
                    <a:pt x="421980" y="123070"/>
                  </a:lnTo>
                  <a:lnTo>
                    <a:pt x="429794" y="122593"/>
                  </a:lnTo>
                  <a:lnTo>
                    <a:pt x="437609" y="121986"/>
                  </a:lnTo>
                  <a:lnTo>
                    <a:pt x="445423" y="121385"/>
                  </a:lnTo>
                  <a:lnTo>
                    <a:pt x="453238" y="120768"/>
                  </a:lnTo>
                  <a:lnTo>
                    <a:pt x="461052" y="120197"/>
                  </a:lnTo>
                  <a:lnTo>
                    <a:pt x="468866" y="119508"/>
                  </a:lnTo>
                  <a:lnTo>
                    <a:pt x="476681" y="118897"/>
                  </a:lnTo>
                  <a:lnTo>
                    <a:pt x="484495" y="118225"/>
                  </a:lnTo>
                  <a:lnTo>
                    <a:pt x="492310" y="117542"/>
                  </a:lnTo>
                  <a:lnTo>
                    <a:pt x="500124" y="116942"/>
                  </a:lnTo>
                  <a:lnTo>
                    <a:pt x="507939" y="116325"/>
                  </a:lnTo>
                  <a:lnTo>
                    <a:pt x="515753" y="115825"/>
                  </a:lnTo>
                  <a:lnTo>
                    <a:pt x="523568" y="115308"/>
                  </a:lnTo>
                  <a:lnTo>
                    <a:pt x="531382" y="114783"/>
                  </a:lnTo>
                  <a:lnTo>
                    <a:pt x="539196" y="114190"/>
                  </a:lnTo>
                  <a:lnTo>
                    <a:pt x="547011" y="113622"/>
                  </a:lnTo>
                  <a:lnTo>
                    <a:pt x="554825" y="113085"/>
                  </a:lnTo>
                  <a:lnTo>
                    <a:pt x="562640" y="112529"/>
                  </a:lnTo>
                  <a:lnTo>
                    <a:pt x="570454" y="111825"/>
                  </a:lnTo>
                  <a:lnTo>
                    <a:pt x="578269" y="111195"/>
                  </a:lnTo>
                  <a:lnTo>
                    <a:pt x="586083" y="110522"/>
                  </a:lnTo>
                  <a:lnTo>
                    <a:pt x="593898" y="109876"/>
                  </a:lnTo>
                  <a:lnTo>
                    <a:pt x="601712" y="109241"/>
                  </a:lnTo>
                  <a:lnTo>
                    <a:pt x="609526" y="108694"/>
                  </a:lnTo>
                  <a:lnTo>
                    <a:pt x="617341" y="108088"/>
                  </a:lnTo>
                  <a:lnTo>
                    <a:pt x="625155" y="107463"/>
                  </a:lnTo>
                  <a:lnTo>
                    <a:pt x="632970" y="106809"/>
                  </a:lnTo>
                  <a:lnTo>
                    <a:pt x="640784" y="106116"/>
                  </a:lnTo>
                  <a:lnTo>
                    <a:pt x="648599" y="105422"/>
                  </a:lnTo>
                  <a:lnTo>
                    <a:pt x="656413" y="104924"/>
                  </a:lnTo>
                  <a:lnTo>
                    <a:pt x="664228" y="104205"/>
                  </a:lnTo>
                  <a:lnTo>
                    <a:pt x="672042" y="103562"/>
                  </a:lnTo>
                  <a:lnTo>
                    <a:pt x="679857" y="102987"/>
                  </a:lnTo>
                  <a:lnTo>
                    <a:pt x="687671" y="102312"/>
                  </a:lnTo>
                  <a:lnTo>
                    <a:pt x="695485" y="101597"/>
                  </a:lnTo>
                  <a:lnTo>
                    <a:pt x="703300" y="100980"/>
                  </a:lnTo>
                  <a:lnTo>
                    <a:pt x="711114" y="100360"/>
                  </a:lnTo>
                  <a:lnTo>
                    <a:pt x="718929" y="99904"/>
                  </a:lnTo>
                  <a:lnTo>
                    <a:pt x="726743" y="99241"/>
                  </a:lnTo>
                  <a:lnTo>
                    <a:pt x="734558" y="98599"/>
                  </a:lnTo>
                  <a:lnTo>
                    <a:pt x="742372" y="97896"/>
                  </a:lnTo>
                  <a:lnTo>
                    <a:pt x="750187" y="97298"/>
                  </a:lnTo>
                  <a:lnTo>
                    <a:pt x="758001" y="96703"/>
                  </a:lnTo>
                  <a:lnTo>
                    <a:pt x="765815" y="95984"/>
                  </a:lnTo>
                  <a:lnTo>
                    <a:pt x="773630" y="95355"/>
                  </a:lnTo>
                  <a:lnTo>
                    <a:pt x="781444" y="94727"/>
                  </a:lnTo>
                  <a:lnTo>
                    <a:pt x="789259" y="94162"/>
                  </a:lnTo>
                  <a:lnTo>
                    <a:pt x="797073" y="93576"/>
                  </a:lnTo>
                  <a:lnTo>
                    <a:pt x="804888" y="92972"/>
                  </a:lnTo>
                  <a:lnTo>
                    <a:pt x="812702" y="92473"/>
                  </a:lnTo>
                  <a:lnTo>
                    <a:pt x="820517" y="91762"/>
                  </a:lnTo>
                  <a:lnTo>
                    <a:pt x="828331" y="91105"/>
                  </a:lnTo>
                  <a:lnTo>
                    <a:pt x="836145" y="90473"/>
                  </a:lnTo>
                  <a:lnTo>
                    <a:pt x="843960" y="89943"/>
                  </a:lnTo>
                  <a:lnTo>
                    <a:pt x="851774" y="89247"/>
                  </a:lnTo>
                  <a:lnTo>
                    <a:pt x="859589" y="88819"/>
                  </a:lnTo>
                  <a:lnTo>
                    <a:pt x="867403" y="88215"/>
                  </a:lnTo>
                  <a:lnTo>
                    <a:pt x="875218" y="87599"/>
                  </a:lnTo>
                  <a:lnTo>
                    <a:pt x="883032" y="86955"/>
                  </a:lnTo>
                  <a:lnTo>
                    <a:pt x="890847" y="86355"/>
                  </a:lnTo>
                  <a:lnTo>
                    <a:pt x="898661" y="85753"/>
                  </a:lnTo>
                  <a:lnTo>
                    <a:pt x="906476" y="85205"/>
                  </a:lnTo>
                  <a:lnTo>
                    <a:pt x="914290" y="84568"/>
                  </a:lnTo>
                  <a:lnTo>
                    <a:pt x="922104" y="83831"/>
                  </a:lnTo>
                  <a:lnTo>
                    <a:pt x="929919" y="83156"/>
                  </a:lnTo>
                  <a:lnTo>
                    <a:pt x="937733" y="82512"/>
                  </a:lnTo>
                  <a:lnTo>
                    <a:pt x="945548" y="81930"/>
                  </a:lnTo>
                  <a:lnTo>
                    <a:pt x="953362" y="81355"/>
                  </a:lnTo>
                  <a:lnTo>
                    <a:pt x="961177" y="80625"/>
                  </a:lnTo>
                  <a:lnTo>
                    <a:pt x="968991" y="80019"/>
                  </a:lnTo>
                  <a:lnTo>
                    <a:pt x="976806" y="79415"/>
                  </a:lnTo>
                  <a:lnTo>
                    <a:pt x="984620" y="78670"/>
                  </a:lnTo>
                  <a:lnTo>
                    <a:pt x="992434" y="78090"/>
                  </a:lnTo>
                  <a:lnTo>
                    <a:pt x="1000249" y="77412"/>
                  </a:lnTo>
                  <a:lnTo>
                    <a:pt x="1008063" y="76806"/>
                  </a:lnTo>
                  <a:lnTo>
                    <a:pt x="1015878" y="76082"/>
                  </a:lnTo>
                  <a:lnTo>
                    <a:pt x="1023692" y="75415"/>
                  </a:lnTo>
                  <a:lnTo>
                    <a:pt x="1031507" y="74743"/>
                  </a:lnTo>
                  <a:lnTo>
                    <a:pt x="1039321" y="74014"/>
                  </a:lnTo>
                  <a:lnTo>
                    <a:pt x="1047136" y="73373"/>
                  </a:lnTo>
                  <a:lnTo>
                    <a:pt x="1054950" y="72706"/>
                  </a:lnTo>
                  <a:lnTo>
                    <a:pt x="1062765" y="72103"/>
                  </a:lnTo>
                  <a:lnTo>
                    <a:pt x="1070579" y="71516"/>
                  </a:lnTo>
                  <a:lnTo>
                    <a:pt x="1078393" y="70907"/>
                  </a:lnTo>
                  <a:lnTo>
                    <a:pt x="1086208" y="70179"/>
                  </a:lnTo>
                  <a:lnTo>
                    <a:pt x="1094022" y="69573"/>
                  </a:lnTo>
                  <a:lnTo>
                    <a:pt x="1101837" y="68937"/>
                  </a:lnTo>
                  <a:lnTo>
                    <a:pt x="1109651" y="68322"/>
                  </a:lnTo>
                  <a:lnTo>
                    <a:pt x="1117466" y="67720"/>
                  </a:lnTo>
                  <a:lnTo>
                    <a:pt x="1125280" y="67085"/>
                  </a:lnTo>
                  <a:lnTo>
                    <a:pt x="1133095" y="66457"/>
                  </a:lnTo>
                  <a:lnTo>
                    <a:pt x="1140909" y="65757"/>
                  </a:lnTo>
                  <a:lnTo>
                    <a:pt x="1148723" y="65198"/>
                  </a:lnTo>
                  <a:lnTo>
                    <a:pt x="1156538" y="64618"/>
                  </a:lnTo>
                  <a:lnTo>
                    <a:pt x="1164352" y="63966"/>
                  </a:lnTo>
                  <a:lnTo>
                    <a:pt x="1172167" y="63455"/>
                  </a:lnTo>
                  <a:lnTo>
                    <a:pt x="1179981" y="62800"/>
                  </a:lnTo>
                  <a:lnTo>
                    <a:pt x="1187796" y="62144"/>
                  </a:lnTo>
                  <a:lnTo>
                    <a:pt x="1195610" y="61604"/>
                  </a:lnTo>
                  <a:lnTo>
                    <a:pt x="1203425" y="60952"/>
                  </a:lnTo>
                  <a:lnTo>
                    <a:pt x="1211239" y="60363"/>
                  </a:lnTo>
                  <a:lnTo>
                    <a:pt x="1219053" y="59718"/>
                  </a:lnTo>
                  <a:lnTo>
                    <a:pt x="1226868" y="59072"/>
                  </a:lnTo>
                  <a:lnTo>
                    <a:pt x="1234682" y="58436"/>
                  </a:lnTo>
                  <a:lnTo>
                    <a:pt x="1242497" y="57801"/>
                  </a:lnTo>
                  <a:lnTo>
                    <a:pt x="1250311" y="57142"/>
                  </a:lnTo>
                  <a:lnTo>
                    <a:pt x="1258126" y="56494"/>
                  </a:lnTo>
                  <a:lnTo>
                    <a:pt x="1265940" y="55913"/>
                  </a:lnTo>
                  <a:lnTo>
                    <a:pt x="1273755" y="55343"/>
                  </a:lnTo>
                  <a:lnTo>
                    <a:pt x="1281569" y="54664"/>
                  </a:lnTo>
                  <a:lnTo>
                    <a:pt x="1289384" y="54050"/>
                  </a:lnTo>
                  <a:lnTo>
                    <a:pt x="1297198" y="53384"/>
                  </a:lnTo>
                  <a:lnTo>
                    <a:pt x="1305012" y="52732"/>
                  </a:lnTo>
                  <a:lnTo>
                    <a:pt x="1312827" y="52082"/>
                  </a:lnTo>
                  <a:lnTo>
                    <a:pt x="1320641" y="51491"/>
                  </a:lnTo>
                  <a:lnTo>
                    <a:pt x="1328456" y="50843"/>
                  </a:lnTo>
                  <a:lnTo>
                    <a:pt x="1336270" y="50169"/>
                  </a:lnTo>
                  <a:lnTo>
                    <a:pt x="1344085" y="49502"/>
                  </a:lnTo>
                  <a:lnTo>
                    <a:pt x="1351899" y="48898"/>
                  </a:lnTo>
                  <a:lnTo>
                    <a:pt x="1359714" y="48336"/>
                  </a:lnTo>
                  <a:lnTo>
                    <a:pt x="1367528" y="47803"/>
                  </a:lnTo>
                  <a:lnTo>
                    <a:pt x="1375342" y="47230"/>
                  </a:lnTo>
                  <a:lnTo>
                    <a:pt x="1383157" y="46599"/>
                  </a:lnTo>
                  <a:lnTo>
                    <a:pt x="1390971" y="45889"/>
                  </a:lnTo>
                  <a:lnTo>
                    <a:pt x="1398786" y="45235"/>
                  </a:lnTo>
                  <a:lnTo>
                    <a:pt x="1406600" y="44631"/>
                  </a:lnTo>
                  <a:lnTo>
                    <a:pt x="1414415" y="44093"/>
                  </a:lnTo>
                  <a:lnTo>
                    <a:pt x="1422229" y="43486"/>
                  </a:lnTo>
                  <a:lnTo>
                    <a:pt x="1430044" y="42897"/>
                  </a:lnTo>
                  <a:lnTo>
                    <a:pt x="1437858" y="42259"/>
                  </a:lnTo>
                  <a:lnTo>
                    <a:pt x="1445672" y="41644"/>
                  </a:lnTo>
                  <a:lnTo>
                    <a:pt x="1453487" y="41026"/>
                  </a:lnTo>
                  <a:lnTo>
                    <a:pt x="1461301" y="40376"/>
                  </a:lnTo>
                  <a:lnTo>
                    <a:pt x="1469116" y="39787"/>
                  </a:lnTo>
                  <a:lnTo>
                    <a:pt x="1476930" y="39109"/>
                  </a:lnTo>
                  <a:lnTo>
                    <a:pt x="1484745" y="38509"/>
                  </a:lnTo>
                  <a:lnTo>
                    <a:pt x="1492559" y="37939"/>
                  </a:lnTo>
                  <a:lnTo>
                    <a:pt x="1500374" y="37380"/>
                  </a:lnTo>
                  <a:lnTo>
                    <a:pt x="1508188" y="36791"/>
                  </a:lnTo>
                  <a:lnTo>
                    <a:pt x="1516003" y="36247"/>
                  </a:lnTo>
                  <a:lnTo>
                    <a:pt x="1523817" y="35701"/>
                  </a:lnTo>
                  <a:lnTo>
                    <a:pt x="1531631" y="35172"/>
                  </a:lnTo>
                  <a:lnTo>
                    <a:pt x="1539446" y="34624"/>
                  </a:lnTo>
                  <a:lnTo>
                    <a:pt x="1547260" y="34019"/>
                  </a:lnTo>
                  <a:lnTo>
                    <a:pt x="1555075" y="33414"/>
                  </a:lnTo>
                  <a:lnTo>
                    <a:pt x="1562889" y="32753"/>
                  </a:lnTo>
                  <a:lnTo>
                    <a:pt x="1570704" y="32071"/>
                  </a:lnTo>
                  <a:lnTo>
                    <a:pt x="1578518" y="31405"/>
                  </a:lnTo>
                  <a:lnTo>
                    <a:pt x="1586333" y="30753"/>
                  </a:lnTo>
                  <a:lnTo>
                    <a:pt x="1594147" y="30055"/>
                  </a:lnTo>
                  <a:lnTo>
                    <a:pt x="1601961" y="29375"/>
                  </a:lnTo>
                  <a:lnTo>
                    <a:pt x="1609776" y="28750"/>
                  </a:lnTo>
                  <a:lnTo>
                    <a:pt x="1617590" y="28127"/>
                  </a:lnTo>
                  <a:lnTo>
                    <a:pt x="1625405" y="27505"/>
                  </a:lnTo>
                  <a:lnTo>
                    <a:pt x="1633219" y="26884"/>
                  </a:lnTo>
                  <a:lnTo>
                    <a:pt x="1641034" y="26224"/>
                  </a:lnTo>
                  <a:lnTo>
                    <a:pt x="1648848" y="25616"/>
                  </a:lnTo>
                  <a:lnTo>
                    <a:pt x="1656663" y="24981"/>
                  </a:lnTo>
                  <a:lnTo>
                    <a:pt x="1664477" y="24361"/>
                  </a:lnTo>
                  <a:lnTo>
                    <a:pt x="1672291" y="23793"/>
                  </a:lnTo>
                  <a:lnTo>
                    <a:pt x="1680106" y="23115"/>
                  </a:lnTo>
                  <a:lnTo>
                    <a:pt x="1687920" y="22438"/>
                  </a:lnTo>
                  <a:lnTo>
                    <a:pt x="1695735" y="21848"/>
                  </a:lnTo>
                  <a:lnTo>
                    <a:pt x="1703549" y="21275"/>
                  </a:lnTo>
                  <a:lnTo>
                    <a:pt x="1711364" y="20633"/>
                  </a:lnTo>
                  <a:lnTo>
                    <a:pt x="1719178" y="19992"/>
                  </a:lnTo>
                  <a:lnTo>
                    <a:pt x="1726993" y="19353"/>
                  </a:lnTo>
                  <a:lnTo>
                    <a:pt x="1734807" y="18723"/>
                  </a:lnTo>
                  <a:lnTo>
                    <a:pt x="1742622" y="18191"/>
                  </a:lnTo>
                  <a:lnTo>
                    <a:pt x="1750436" y="17736"/>
                  </a:lnTo>
                  <a:lnTo>
                    <a:pt x="1758250" y="17289"/>
                  </a:lnTo>
                  <a:lnTo>
                    <a:pt x="1766065" y="16831"/>
                  </a:lnTo>
                  <a:lnTo>
                    <a:pt x="1773879" y="16404"/>
                  </a:lnTo>
                  <a:lnTo>
                    <a:pt x="1781694" y="15963"/>
                  </a:lnTo>
                  <a:lnTo>
                    <a:pt x="1789508" y="15522"/>
                  </a:lnTo>
                  <a:lnTo>
                    <a:pt x="1797323" y="15050"/>
                  </a:lnTo>
                  <a:lnTo>
                    <a:pt x="1805137" y="14594"/>
                  </a:lnTo>
                  <a:lnTo>
                    <a:pt x="1812952" y="14114"/>
                  </a:lnTo>
                  <a:lnTo>
                    <a:pt x="1820766" y="13627"/>
                  </a:lnTo>
                  <a:lnTo>
                    <a:pt x="1828580" y="13141"/>
                  </a:lnTo>
                  <a:lnTo>
                    <a:pt x="1836395" y="12643"/>
                  </a:lnTo>
                  <a:lnTo>
                    <a:pt x="1844209" y="12109"/>
                  </a:lnTo>
                  <a:lnTo>
                    <a:pt x="1852024" y="11576"/>
                  </a:lnTo>
                  <a:lnTo>
                    <a:pt x="1859838" y="10919"/>
                  </a:lnTo>
                  <a:lnTo>
                    <a:pt x="1867653" y="10269"/>
                  </a:lnTo>
                  <a:lnTo>
                    <a:pt x="1875467" y="9760"/>
                  </a:lnTo>
                  <a:lnTo>
                    <a:pt x="1883282" y="9253"/>
                  </a:lnTo>
                  <a:lnTo>
                    <a:pt x="1891096" y="8746"/>
                  </a:lnTo>
                  <a:lnTo>
                    <a:pt x="1898910" y="8166"/>
                  </a:lnTo>
                  <a:lnTo>
                    <a:pt x="1906725" y="7625"/>
                  </a:lnTo>
                  <a:lnTo>
                    <a:pt x="1914539" y="7117"/>
                  </a:lnTo>
                  <a:lnTo>
                    <a:pt x="1922354" y="6654"/>
                  </a:lnTo>
                  <a:lnTo>
                    <a:pt x="1930168" y="6175"/>
                  </a:lnTo>
                  <a:lnTo>
                    <a:pt x="1937983" y="5638"/>
                  </a:lnTo>
                  <a:lnTo>
                    <a:pt x="1945797" y="5094"/>
                  </a:lnTo>
                  <a:lnTo>
                    <a:pt x="1953612" y="4583"/>
                  </a:lnTo>
                  <a:lnTo>
                    <a:pt x="1961426" y="4088"/>
                  </a:lnTo>
                  <a:lnTo>
                    <a:pt x="1969241" y="3578"/>
                  </a:lnTo>
                  <a:lnTo>
                    <a:pt x="1977055" y="2997"/>
                  </a:lnTo>
                  <a:lnTo>
                    <a:pt x="1984869" y="2466"/>
                  </a:lnTo>
                  <a:lnTo>
                    <a:pt x="1992684" y="1989"/>
                  </a:lnTo>
                  <a:lnTo>
                    <a:pt x="2000498" y="1500"/>
                  </a:lnTo>
                  <a:lnTo>
                    <a:pt x="2008313" y="1020"/>
                  </a:lnTo>
                  <a:lnTo>
                    <a:pt x="2016127" y="530"/>
                  </a:lnTo>
                  <a:lnTo>
                    <a:pt x="2023942" y="0"/>
                  </a:lnTo>
                </a:path>
              </a:pathLst>
            </a:custGeom>
            <a:ln w="1897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3"/>
            <p:cNvSpPr/>
            <p:nvPr/>
          </p:nvSpPr>
          <p:spPr>
            <a:xfrm>
              <a:off x="1223067" y="3661274"/>
              <a:ext cx="2023942" cy="59598"/>
            </a:xfrm>
            <a:custGeom>
              <a:avLst/>
              <a:pathLst>
                <a:path w="2023942" h="59598">
                  <a:moveTo>
                    <a:pt x="0" y="59598"/>
                  </a:moveTo>
                  <a:lnTo>
                    <a:pt x="7814" y="59278"/>
                  </a:lnTo>
                  <a:lnTo>
                    <a:pt x="15628" y="59101"/>
                  </a:lnTo>
                  <a:lnTo>
                    <a:pt x="23443" y="58836"/>
                  </a:lnTo>
                  <a:lnTo>
                    <a:pt x="31257" y="58709"/>
                  </a:lnTo>
                  <a:lnTo>
                    <a:pt x="39072" y="58507"/>
                  </a:lnTo>
                  <a:lnTo>
                    <a:pt x="46886" y="58310"/>
                  </a:lnTo>
                  <a:lnTo>
                    <a:pt x="54701" y="58023"/>
                  </a:lnTo>
                  <a:lnTo>
                    <a:pt x="62515" y="57848"/>
                  </a:lnTo>
                  <a:lnTo>
                    <a:pt x="70330" y="57631"/>
                  </a:lnTo>
                  <a:lnTo>
                    <a:pt x="78144" y="57371"/>
                  </a:lnTo>
                  <a:lnTo>
                    <a:pt x="85958" y="57133"/>
                  </a:lnTo>
                  <a:lnTo>
                    <a:pt x="93773" y="56904"/>
                  </a:lnTo>
                  <a:lnTo>
                    <a:pt x="101587" y="56629"/>
                  </a:lnTo>
                  <a:lnTo>
                    <a:pt x="109402" y="56408"/>
                  </a:lnTo>
                  <a:lnTo>
                    <a:pt x="117216" y="56190"/>
                  </a:lnTo>
                  <a:lnTo>
                    <a:pt x="125031" y="56019"/>
                  </a:lnTo>
                  <a:lnTo>
                    <a:pt x="132845" y="55871"/>
                  </a:lnTo>
                  <a:lnTo>
                    <a:pt x="140660" y="55726"/>
                  </a:lnTo>
                  <a:lnTo>
                    <a:pt x="148474" y="55491"/>
                  </a:lnTo>
                  <a:lnTo>
                    <a:pt x="156288" y="55254"/>
                  </a:lnTo>
                  <a:lnTo>
                    <a:pt x="164103" y="55044"/>
                  </a:lnTo>
                  <a:lnTo>
                    <a:pt x="171917" y="54932"/>
                  </a:lnTo>
                  <a:lnTo>
                    <a:pt x="179732" y="54651"/>
                  </a:lnTo>
                  <a:lnTo>
                    <a:pt x="187546" y="54409"/>
                  </a:lnTo>
                  <a:lnTo>
                    <a:pt x="195361" y="54199"/>
                  </a:lnTo>
                  <a:lnTo>
                    <a:pt x="203175" y="54011"/>
                  </a:lnTo>
                  <a:lnTo>
                    <a:pt x="210990" y="53795"/>
                  </a:lnTo>
                  <a:lnTo>
                    <a:pt x="218804" y="53590"/>
                  </a:lnTo>
                  <a:lnTo>
                    <a:pt x="226619" y="53353"/>
                  </a:lnTo>
                  <a:lnTo>
                    <a:pt x="234433" y="53161"/>
                  </a:lnTo>
                  <a:lnTo>
                    <a:pt x="242247" y="52931"/>
                  </a:lnTo>
                  <a:lnTo>
                    <a:pt x="250062" y="52793"/>
                  </a:lnTo>
                  <a:lnTo>
                    <a:pt x="257876" y="52547"/>
                  </a:lnTo>
                  <a:lnTo>
                    <a:pt x="265691" y="52398"/>
                  </a:lnTo>
                  <a:lnTo>
                    <a:pt x="273505" y="52060"/>
                  </a:lnTo>
                  <a:lnTo>
                    <a:pt x="281320" y="51814"/>
                  </a:lnTo>
                  <a:lnTo>
                    <a:pt x="289134" y="51481"/>
                  </a:lnTo>
                  <a:lnTo>
                    <a:pt x="296949" y="51199"/>
                  </a:lnTo>
                  <a:lnTo>
                    <a:pt x="304763" y="50968"/>
                  </a:lnTo>
                  <a:lnTo>
                    <a:pt x="312577" y="50715"/>
                  </a:lnTo>
                  <a:lnTo>
                    <a:pt x="320392" y="50424"/>
                  </a:lnTo>
                  <a:lnTo>
                    <a:pt x="328206" y="50219"/>
                  </a:lnTo>
                  <a:lnTo>
                    <a:pt x="336021" y="50014"/>
                  </a:lnTo>
                  <a:lnTo>
                    <a:pt x="343835" y="49803"/>
                  </a:lnTo>
                  <a:lnTo>
                    <a:pt x="351650" y="49740"/>
                  </a:lnTo>
                  <a:lnTo>
                    <a:pt x="359464" y="49453"/>
                  </a:lnTo>
                  <a:lnTo>
                    <a:pt x="367279" y="49313"/>
                  </a:lnTo>
                  <a:lnTo>
                    <a:pt x="375093" y="49079"/>
                  </a:lnTo>
                  <a:lnTo>
                    <a:pt x="382907" y="48865"/>
                  </a:lnTo>
                  <a:lnTo>
                    <a:pt x="390722" y="48515"/>
                  </a:lnTo>
                  <a:lnTo>
                    <a:pt x="398536" y="48271"/>
                  </a:lnTo>
                  <a:lnTo>
                    <a:pt x="406351" y="48059"/>
                  </a:lnTo>
                  <a:lnTo>
                    <a:pt x="414165" y="47750"/>
                  </a:lnTo>
                  <a:lnTo>
                    <a:pt x="421980" y="47577"/>
                  </a:lnTo>
                  <a:lnTo>
                    <a:pt x="429794" y="47356"/>
                  </a:lnTo>
                  <a:lnTo>
                    <a:pt x="437609" y="47109"/>
                  </a:lnTo>
                  <a:lnTo>
                    <a:pt x="445423" y="46984"/>
                  </a:lnTo>
                  <a:lnTo>
                    <a:pt x="453238" y="46782"/>
                  </a:lnTo>
                  <a:lnTo>
                    <a:pt x="461052" y="46544"/>
                  </a:lnTo>
                  <a:lnTo>
                    <a:pt x="468866" y="46342"/>
                  </a:lnTo>
                  <a:lnTo>
                    <a:pt x="476681" y="46103"/>
                  </a:lnTo>
                  <a:lnTo>
                    <a:pt x="484495" y="45849"/>
                  </a:lnTo>
                  <a:lnTo>
                    <a:pt x="492310" y="45573"/>
                  </a:lnTo>
                  <a:lnTo>
                    <a:pt x="500124" y="45283"/>
                  </a:lnTo>
                  <a:lnTo>
                    <a:pt x="507939" y="45017"/>
                  </a:lnTo>
                  <a:lnTo>
                    <a:pt x="515753" y="44734"/>
                  </a:lnTo>
                  <a:lnTo>
                    <a:pt x="523568" y="44599"/>
                  </a:lnTo>
                  <a:lnTo>
                    <a:pt x="531382" y="44248"/>
                  </a:lnTo>
                  <a:lnTo>
                    <a:pt x="539196" y="44020"/>
                  </a:lnTo>
                  <a:lnTo>
                    <a:pt x="547011" y="43757"/>
                  </a:lnTo>
                  <a:lnTo>
                    <a:pt x="554825" y="43461"/>
                  </a:lnTo>
                  <a:lnTo>
                    <a:pt x="562640" y="43194"/>
                  </a:lnTo>
                  <a:lnTo>
                    <a:pt x="570454" y="43053"/>
                  </a:lnTo>
                  <a:lnTo>
                    <a:pt x="578269" y="42830"/>
                  </a:lnTo>
                  <a:lnTo>
                    <a:pt x="586083" y="42606"/>
                  </a:lnTo>
                  <a:lnTo>
                    <a:pt x="593898" y="42278"/>
                  </a:lnTo>
                  <a:lnTo>
                    <a:pt x="601712" y="42158"/>
                  </a:lnTo>
                  <a:lnTo>
                    <a:pt x="609526" y="42037"/>
                  </a:lnTo>
                  <a:lnTo>
                    <a:pt x="617341" y="41852"/>
                  </a:lnTo>
                  <a:lnTo>
                    <a:pt x="625155" y="41593"/>
                  </a:lnTo>
                  <a:lnTo>
                    <a:pt x="632970" y="41344"/>
                  </a:lnTo>
                  <a:lnTo>
                    <a:pt x="640784" y="41145"/>
                  </a:lnTo>
                  <a:lnTo>
                    <a:pt x="648599" y="40986"/>
                  </a:lnTo>
                  <a:lnTo>
                    <a:pt x="656413" y="40696"/>
                  </a:lnTo>
                  <a:lnTo>
                    <a:pt x="664228" y="40457"/>
                  </a:lnTo>
                  <a:lnTo>
                    <a:pt x="672042" y="40243"/>
                  </a:lnTo>
                  <a:lnTo>
                    <a:pt x="679857" y="39987"/>
                  </a:lnTo>
                  <a:lnTo>
                    <a:pt x="687671" y="39735"/>
                  </a:lnTo>
                  <a:lnTo>
                    <a:pt x="695485" y="39547"/>
                  </a:lnTo>
                  <a:lnTo>
                    <a:pt x="703300" y="39341"/>
                  </a:lnTo>
                  <a:lnTo>
                    <a:pt x="711114" y="39057"/>
                  </a:lnTo>
                  <a:lnTo>
                    <a:pt x="718929" y="38755"/>
                  </a:lnTo>
                  <a:lnTo>
                    <a:pt x="726743" y="38379"/>
                  </a:lnTo>
                  <a:lnTo>
                    <a:pt x="734558" y="38153"/>
                  </a:lnTo>
                  <a:lnTo>
                    <a:pt x="742372" y="37883"/>
                  </a:lnTo>
                  <a:lnTo>
                    <a:pt x="750187" y="37673"/>
                  </a:lnTo>
                  <a:lnTo>
                    <a:pt x="758001" y="37472"/>
                  </a:lnTo>
                  <a:lnTo>
                    <a:pt x="765815" y="37254"/>
                  </a:lnTo>
                  <a:lnTo>
                    <a:pt x="773630" y="37079"/>
                  </a:lnTo>
                  <a:lnTo>
                    <a:pt x="781444" y="36864"/>
                  </a:lnTo>
                  <a:lnTo>
                    <a:pt x="789259" y="36654"/>
                  </a:lnTo>
                  <a:lnTo>
                    <a:pt x="797073" y="36426"/>
                  </a:lnTo>
                  <a:lnTo>
                    <a:pt x="804888" y="36159"/>
                  </a:lnTo>
                  <a:lnTo>
                    <a:pt x="812702" y="35930"/>
                  </a:lnTo>
                  <a:lnTo>
                    <a:pt x="820517" y="35589"/>
                  </a:lnTo>
                  <a:lnTo>
                    <a:pt x="828331" y="35379"/>
                  </a:lnTo>
                  <a:lnTo>
                    <a:pt x="836145" y="35072"/>
                  </a:lnTo>
                  <a:lnTo>
                    <a:pt x="843960" y="34793"/>
                  </a:lnTo>
                  <a:lnTo>
                    <a:pt x="851774" y="34577"/>
                  </a:lnTo>
                  <a:lnTo>
                    <a:pt x="859589" y="34343"/>
                  </a:lnTo>
                  <a:lnTo>
                    <a:pt x="867403" y="34219"/>
                  </a:lnTo>
                  <a:lnTo>
                    <a:pt x="875218" y="33960"/>
                  </a:lnTo>
                  <a:lnTo>
                    <a:pt x="883032" y="33650"/>
                  </a:lnTo>
                  <a:lnTo>
                    <a:pt x="890847" y="33371"/>
                  </a:lnTo>
                  <a:lnTo>
                    <a:pt x="898661" y="33154"/>
                  </a:lnTo>
                  <a:lnTo>
                    <a:pt x="906476" y="32996"/>
                  </a:lnTo>
                  <a:lnTo>
                    <a:pt x="914290" y="32803"/>
                  </a:lnTo>
                  <a:lnTo>
                    <a:pt x="922104" y="32568"/>
                  </a:lnTo>
                  <a:lnTo>
                    <a:pt x="929919" y="32258"/>
                  </a:lnTo>
                  <a:lnTo>
                    <a:pt x="937733" y="31970"/>
                  </a:lnTo>
                  <a:lnTo>
                    <a:pt x="945548" y="31671"/>
                  </a:lnTo>
                  <a:lnTo>
                    <a:pt x="953362" y="31423"/>
                  </a:lnTo>
                  <a:lnTo>
                    <a:pt x="961177" y="31200"/>
                  </a:lnTo>
                  <a:lnTo>
                    <a:pt x="968991" y="30880"/>
                  </a:lnTo>
                  <a:lnTo>
                    <a:pt x="976806" y="30827"/>
                  </a:lnTo>
                  <a:lnTo>
                    <a:pt x="984620" y="30603"/>
                  </a:lnTo>
                  <a:lnTo>
                    <a:pt x="992434" y="30368"/>
                  </a:lnTo>
                  <a:lnTo>
                    <a:pt x="1000249" y="30150"/>
                  </a:lnTo>
                  <a:lnTo>
                    <a:pt x="1008063" y="29934"/>
                  </a:lnTo>
                  <a:lnTo>
                    <a:pt x="1015878" y="29658"/>
                  </a:lnTo>
                  <a:lnTo>
                    <a:pt x="1023692" y="29415"/>
                  </a:lnTo>
                  <a:lnTo>
                    <a:pt x="1031507" y="29300"/>
                  </a:lnTo>
                  <a:lnTo>
                    <a:pt x="1039321" y="29011"/>
                  </a:lnTo>
                  <a:lnTo>
                    <a:pt x="1047136" y="28788"/>
                  </a:lnTo>
                  <a:lnTo>
                    <a:pt x="1054950" y="28560"/>
                  </a:lnTo>
                  <a:lnTo>
                    <a:pt x="1062765" y="28396"/>
                  </a:lnTo>
                  <a:lnTo>
                    <a:pt x="1070579" y="28160"/>
                  </a:lnTo>
                  <a:lnTo>
                    <a:pt x="1078393" y="27990"/>
                  </a:lnTo>
                  <a:lnTo>
                    <a:pt x="1086208" y="27747"/>
                  </a:lnTo>
                  <a:lnTo>
                    <a:pt x="1094022" y="27440"/>
                  </a:lnTo>
                  <a:lnTo>
                    <a:pt x="1101837" y="27216"/>
                  </a:lnTo>
                  <a:lnTo>
                    <a:pt x="1109651" y="26939"/>
                  </a:lnTo>
                  <a:lnTo>
                    <a:pt x="1117466" y="26794"/>
                  </a:lnTo>
                  <a:lnTo>
                    <a:pt x="1125280" y="26569"/>
                  </a:lnTo>
                  <a:lnTo>
                    <a:pt x="1133095" y="26319"/>
                  </a:lnTo>
                  <a:lnTo>
                    <a:pt x="1140909" y="26009"/>
                  </a:lnTo>
                  <a:lnTo>
                    <a:pt x="1148723" y="25772"/>
                  </a:lnTo>
                  <a:lnTo>
                    <a:pt x="1156538" y="25518"/>
                  </a:lnTo>
                  <a:lnTo>
                    <a:pt x="1164352" y="25376"/>
                  </a:lnTo>
                  <a:lnTo>
                    <a:pt x="1172167" y="25100"/>
                  </a:lnTo>
                  <a:lnTo>
                    <a:pt x="1179981" y="24869"/>
                  </a:lnTo>
                  <a:lnTo>
                    <a:pt x="1187796" y="24673"/>
                  </a:lnTo>
                  <a:lnTo>
                    <a:pt x="1195610" y="24470"/>
                  </a:lnTo>
                  <a:lnTo>
                    <a:pt x="1203425" y="24181"/>
                  </a:lnTo>
                  <a:lnTo>
                    <a:pt x="1211239" y="23890"/>
                  </a:lnTo>
                  <a:lnTo>
                    <a:pt x="1219053" y="23619"/>
                  </a:lnTo>
                  <a:lnTo>
                    <a:pt x="1226868" y="23467"/>
                  </a:lnTo>
                  <a:lnTo>
                    <a:pt x="1234682" y="23297"/>
                  </a:lnTo>
                  <a:lnTo>
                    <a:pt x="1242497" y="23031"/>
                  </a:lnTo>
                  <a:lnTo>
                    <a:pt x="1250311" y="22789"/>
                  </a:lnTo>
                  <a:lnTo>
                    <a:pt x="1258126" y="22631"/>
                  </a:lnTo>
                  <a:lnTo>
                    <a:pt x="1265940" y="22391"/>
                  </a:lnTo>
                  <a:lnTo>
                    <a:pt x="1273755" y="22167"/>
                  </a:lnTo>
                  <a:lnTo>
                    <a:pt x="1281569" y="21996"/>
                  </a:lnTo>
                  <a:lnTo>
                    <a:pt x="1289384" y="21772"/>
                  </a:lnTo>
                  <a:lnTo>
                    <a:pt x="1297198" y="21517"/>
                  </a:lnTo>
                  <a:lnTo>
                    <a:pt x="1305012" y="21280"/>
                  </a:lnTo>
                  <a:lnTo>
                    <a:pt x="1312827" y="20986"/>
                  </a:lnTo>
                  <a:lnTo>
                    <a:pt x="1320641" y="20676"/>
                  </a:lnTo>
                  <a:lnTo>
                    <a:pt x="1328456" y="20373"/>
                  </a:lnTo>
                  <a:lnTo>
                    <a:pt x="1336270" y="20166"/>
                  </a:lnTo>
                  <a:lnTo>
                    <a:pt x="1344085" y="19969"/>
                  </a:lnTo>
                  <a:lnTo>
                    <a:pt x="1351899" y="19726"/>
                  </a:lnTo>
                  <a:lnTo>
                    <a:pt x="1359714" y="19477"/>
                  </a:lnTo>
                  <a:lnTo>
                    <a:pt x="1367528" y="19250"/>
                  </a:lnTo>
                  <a:lnTo>
                    <a:pt x="1375342" y="18963"/>
                  </a:lnTo>
                  <a:lnTo>
                    <a:pt x="1383157" y="18707"/>
                  </a:lnTo>
                  <a:lnTo>
                    <a:pt x="1390971" y="18465"/>
                  </a:lnTo>
                  <a:lnTo>
                    <a:pt x="1398786" y="18246"/>
                  </a:lnTo>
                  <a:lnTo>
                    <a:pt x="1406600" y="18036"/>
                  </a:lnTo>
                  <a:lnTo>
                    <a:pt x="1414415" y="17863"/>
                  </a:lnTo>
                  <a:lnTo>
                    <a:pt x="1422229" y="17614"/>
                  </a:lnTo>
                  <a:lnTo>
                    <a:pt x="1430044" y="17365"/>
                  </a:lnTo>
                  <a:lnTo>
                    <a:pt x="1437858" y="17156"/>
                  </a:lnTo>
                  <a:lnTo>
                    <a:pt x="1445672" y="16857"/>
                  </a:lnTo>
                  <a:lnTo>
                    <a:pt x="1453487" y="16598"/>
                  </a:lnTo>
                  <a:lnTo>
                    <a:pt x="1461301" y="16440"/>
                  </a:lnTo>
                  <a:lnTo>
                    <a:pt x="1469116" y="16225"/>
                  </a:lnTo>
                  <a:lnTo>
                    <a:pt x="1476930" y="15965"/>
                  </a:lnTo>
                  <a:lnTo>
                    <a:pt x="1484745" y="15807"/>
                  </a:lnTo>
                  <a:lnTo>
                    <a:pt x="1492559" y="15624"/>
                  </a:lnTo>
                  <a:lnTo>
                    <a:pt x="1500374" y="15401"/>
                  </a:lnTo>
                  <a:lnTo>
                    <a:pt x="1508188" y="15144"/>
                  </a:lnTo>
                  <a:lnTo>
                    <a:pt x="1516003" y="14909"/>
                  </a:lnTo>
                  <a:lnTo>
                    <a:pt x="1523817" y="14685"/>
                  </a:lnTo>
                  <a:lnTo>
                    <a:pt x="1531631" y="14459"/>
                  </a:lnTo>
                  <a:lnTo>
                    <a:pt x="1539446" y="14279"/>
                  </a:lnTo>
                  <a:lnTo>
                    <a:pt x="1547260" y="14158"/>
                  </a:lnTo>
                  <a:lnTo>
                    <a:pt x="1555075" y="13996"/>
                  </a:lnTo>
                  <a:lnTo>
                    <a:pt x="1562889" y="13722"/>
                  </a:lnTo>
                  <a:lnTo>
                    <a:pt x="1570704" y="13464"/>
                  </a:lnTo>
                  <a:lnTo>
                    <a:pt x="1578518" y="13221"/>
                  </a:lnTo>
                  <a:lnTo>
                    <a:pt x="1586333" y="13010"/>
                  </a:lnTo>
                  <a:lnTo>
                    <a:pt x="1594147" y="12816"/>
                  </a:lnTo>
                  <a:lnTo>
                    <a:pt x="1601961" y="12551"/>
                  </a:lnTo>
                  <a:lnTo>
                    <a:pt x="1609776" y="12291"/>
                  </a:lnTo>
                  <a:lnTo>
                    <a:pt x="1617590" y="12044"/>
                  </a:lnTo>
                  <a:lnTo>
                    <a:pt x="1625405" y="11895"/>
                  </a:lnTo>
                  <a:lnTo>
                    <a:pt x="1633219" y="11513"/>
                  </a:lnTo>
                  <a:lnTo>
                    <a:pt x="1641034" y="11356"/>
                  </a:lnTo>
                  <a:lnTo>
                    <a:pt x="1648848" y="11126"/>
                  </a:lnTo>
                  <a:lnTo>
                    <a:pt x="1656663" y="10828"/>
                  </a:lnTo>
                  <a:lnTo>
                    <a:pt x="1664477" y="10575"/>
                  </a:lnTo>
                  <a:lnTo>
                    <a:pt x="1672291" y="10491"/>
                  </a:lnTo>
                  <a:lnTo>
                    <a:pt x="1680106" y="10164"/>
                  </a:lnTo>
                  <a:lnTo>
                    <a:pt x="1687920" y="9970"/>
                  </a:lnTo>
                  <a:lnTo>
                    <a:pt x="1695735" y="9775"/>
                  </a:lnTo>
                  <a:lnTo>
                    <a:pt x="1703549" y="9511"/>
                  </a:lnTo>
                  <a:lnTo>
                    <a:pt x="1711364" y="9309"/>
                  </a:lnTo>
                  <a:lnTo>
                    <a:pt x="1719178" y="9071"/>
                  </a:lnTo>
                  <a:lnTo>
                    <a:pt x="1726993" y="8871"/>
                  </a:lnTo>
                  <a:lnTo>
                    <a:pt x="1734807" y="8719"/>
                  </a:lnTo>
                  <a:lnTo>
                    <a:pt x="1742622" y="8541"/>
                  </a:lnTo>
                  <a:lnTo>
                    <a:pt x="1750436" y="8345"/>
                  </a:lnTo>
                  <a:lnTo>
                    <a:pt x="1758250" y="8154"/>
                  </a:lnTo>
                  <a:lnTo>
                    <a:pt x="1766065" y="7994"/>
                  </a:lnTo>
                  <a:lnTo>
                    <a:pt x="1773879" y="7854"/>
                  </a:lnTo>
                  <a:lnTo>
                    <a:pt x="1781694" y="7616"/>
                  </a:lnTo>
                  <a:lnTo>
                    <a:pt x="1789508" y="7403"/>
                  </a:lnTo>
                  <a:lnTo>
                    <a:pt x="1797323" y="7184"/>
                  </a:lnTo>
                  <a:lnTo>
                    <a:pt x="1805137" y="6925"/>
                  </a:lnTo>
                  <a:lnTo>
                    <a:pt x="1812952" y="6665"/>
                  </a:lnTo>
                  <a:lnTo>
                    <a:pt x="1820766" y="6449"/>
                  </a:lnTo>
                  <a:lnTo>
                    <a:pt x="1828580" y="6273"/>
                  </a:lnTo>
                  <a:lnTo>
                    <a:pt x="1836395" y="6054"/>
                  </a:lnTo>
                  <a:lnTo>
                    <a:pt x="1844209" y="5830"/>
                  </a:lnTo>
                  <a:lnTo>
                    <a:pt x="1852024" y="5628"/>
                  </a:lnTo>
                  <a:lnTo>
                    <a:pt x="1859838" y="5411"/>
                  </a:lnTo>
                  <a:lnTo>
                    <a:pt x="1867653" y="5144"/>
                  </a:lnTo>
                  <a:lnTo>
                    <a:pt x="1875467" y="4898"/>
                  </a:lnTo>
                  <a:lnTo>
                    <a:pt x="1883282" y="4685"/>
                  </a:lnTo>
                  <a:lnTo>
                    <a:pt x="1891096" y="4436"/>
                  </a:lnTo>
                  <a:lnTo>
                    <a:pt x="1898910" y="4162"/>
                  </a:lnTo>
                  <a:lnTo>
                    <a:pt x="1906725" y="3887"/>
                  </a:lnTo>
                  <a:lnTo>
                    <a:pt x="1914539" y="3621"/>
                  </a:lnTo>
                  <a:lnTo>
                    <a:pt x="1922354" y="3392"/>
                  </a:lnTo>
                  <a:lnTo>
                    <a:pt x="1930168" y="3235"/>
                  </a:lnTo>
                  <a:lnTo>
                    <a:pt x="1937983" y="3032"/>
                  </a:lnTo>
                  <a:lnTo>
                    <a:pt x="1945797" y="2772"/>
                  </a:lnTo>
                  <a:lnTo>
                    <a:pt x="1953612" y="2494"/>
                  </a:lnTo>
                  <a:lnTo>
                    <a:pt x="1961426" y="2166"/>
                  </a:lnTo>
                  <a:lnTo>
                    <a:pt x="1969241" y="1827"/>
                  </a:lnTo>
                  <a:lnTo>
                    <a:pt x="1977055" y="1553"/>
                  </a:lnTo>
                  <a:lnTo>
                    <a:pt x="1984869" y="1318"/>
                  </a:lnTo>
                  <a:lnTo>
                    <a:pt x="1992684" y="1041"/>
                  </a:lnTo>
                  <a:lnTo>
                    <a:pt x="2000498" y="775"/>
                  </a:lnTo>
                  <a:lnTo>
                    <a:pt x="2008313" y="532"/>
                  </a:lnTo>
                  <a:lnTo>
                    <a:pt x="2016127" y="279"/>
                  </a:lnTo>
                  <a:lnTo>
                    <a:pt x="2023942" y="0"/>
                  </a:lnTo>
                </a:path>
              </a:pathLst>
            </a:custGeom>
            <a:ln w="18970" cap="flat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1223067" y="3641217"/>
              <a:ext cx="2023942" cy="68606"/>
            </a:xfrm>
            <a:custGeom>
              <a:avLst/>
              <a:pathLst>
                <a:path w="2023942" h="68606">
                  <a:moveTo>
                    <a:pt x="0" y="68606"/>
                  </a:moveTo>
                  <a:lnTo>
                    <a:pt x="7814" y="68249"/>
                  </a:lnTo>
                  <a:lnTo>
                    <a:pt x="15628" y="68059"/>
                  </a:lnTo>
                  <a:lnTo>
                    <a:pt x="23443" y="67695"/>
                  </a:lnTo>
                  <a:lnTo>
                    <a:pt x="31257" y="67573"/>
                  </a:lnTo>
                  <a:lnTo>
                    <a:pt x="39072" y="67263"/>
                  </a:lnTo>
                  <a:lnTo>
                    <a:pt x="46886" y="66956"/>
                  </a:lnTo>
                  <a:lnTo>
                    <a:pt x="54701" y="66750"/>
                  </a:lnTo>
                  <a:lnTo>
                    <a:pt x="62515" y="66519"/>
                  </a:lnTo>
                  <a:lnTo>
                    <a:pt x="70330" y="66148"/>
                  </a:lnTo>
                  <a:lnTo>
                    <a:pt x="78144" y="65823"/>
                  </a:lnTo>
                  <a:lnTo>
                    <a:pt x="85958" y="65547"/>
                  </a:lnTo>
                  <a:lnTo>
                    <a:pt x="93773" y="65347"/>
                  </a:lnTo>
                  <a:lnTo>
                    <a:pt x="101587" y="65089"/>
                  </a:lnTo>
                  <a:lnTo>
                    <a:pt x="109402" y="64781"/>
                  </a:lnTo>
                  <a:lnTo>
                    <a:pt x="117216" y="64461"/>
                  </a:lnTo>
                  <a:lnTo>
                    <a:pt x="125031" y="64094"/>
                  </a:lnTo>
                  <a:lnTo>
                    <a:pt x="132845" y="63745"/>
                  </a:lnTo>
                  <a:lnTo>
                    <a:pt x="140660" y="63528"/>
                  </a:lnTo>
                  <a:lnTo>
                    <a:pt x="148474" y="63238"/>
                  </a:lnTo>
                  <a:lnTo>
                    <a:pt x="156288" y="62970"/>
                  </a:lnTo>
                  <a:lnTo>
                    <a:pt x="164103" y="62677"/>
                  </a:lnTo>
                  <a:lnTo>
                    <a:pt x="171917" y="62566"/>
                  </a:lnTo>
                  <a:lnTo>
                    <a:pt x="179732" y="62387"/>
                  </a:lnTo>
                  <a:lnTo>
                    <a:pt x="187546" y="62133"/>
                  </a:lnTo>
                  <a:lnTo>
                    <a:pt x="195361" y="61916"/>
                  </a:lnTo>
                  <a:lnTo>
                    <a:pt x="203175" y="61682"/>
                  </a:lnTo>
                  <a:lnTo>
                    <a:pt x="210990" y="61441"/>
                  </a:lnTo>
                  <a:lnTo>
                    <a:pt x="218804" y="61182"/>
                  </a:lnTo>
                  <a:lnTo>
                    <a:pt x="226619" y="60813"/>
                  </a:lnTo>
                  <a:lnTo>
                    <a:pt x="234433" y="60552"/>
                  </a:lnTo>
                  <a:lnTo>
                    <a:pt x="242247" y="60289"/>
                  </a:lnTo>
                  <a:lnTo>
                    <a:pt x="250062" y="60077"/>
                  </a:lnTo>
                  <a:lnTo>
                    <a:pt x="257876" y="59822"/>
                  </a:lnTo>
                  <a:lnTo>
                    <a:pt x="265691" y="59682"/>
                  </a:lnTo>
                  <a:lnTo>
                    <a:pt x="273505" y="59481"/>
                  </a:lnTo>
                  <a:lnTo>
                    <a:pt x="281320" y="59239"/>
                  </a:lnTo>
                  <a:lnTo>
                    <a:pt x="289134" y="58942"/>
                  </a:lnTo>
                  <a:lnTo>
                    <a:pt x="296949" y="58656"/>
                  </a:lnTo>
                  <a:lnTo>
                    <a:pt x="304763" y="58391"/>
                  </a:lnTo>
                  <a:lnTo>
                    <a:pt x="312577" y="58129"/>
                  </a:lnTo>
                  <a:lnTo>
                    <a:pt x="320392" y="57804"/>
                  </a:lnTo>
                  <a:lnTo>
                    <a:pt x="328206" y="57642"/>
                  </a:lnTo>
                  <a:lnTo>
                    <a:pt x="336021" y="57274"/>
                  </a:lnTo>
                  <a:lnTo>
                    <a:pt x="343835" y="56939"/>
                  </a:lnTo>
                  <a:lnTo>
                    <a:pt x="351650" y="56634"/>
                  </a:lnTo>
                  <a:lnTo>
                    <a:pt x="359464" y="56331"/>
                  </a:lnTo>
                  <a:lnTo>
                    <a:pt x="367279" y="56140"/>
                  </a:lnTo>
                  <a:lnTo>
                    <a:pt x="375093" y="55915"/>
                  </a:lnTo>
                  <a:lnTo>
                    <a:pt x="382907" y="55761"/>
                  </a:lnTo>
                  <a:lnTo>
                    <a:pt x="390722" y="55490"/>
                  </a:lnTo>
                  <a:lnTo>
                    <a:pt x="398536" y="55184"/>
                  </a:lnTo>
                  <a:lnTo>
                    <a:pt x="406351" y="54922"/>
                  </a:lnTo>
                  <a:lnTo>
                    <a:pt x="414165" y="54593"/>
                  </a:lnTo>
                  <a:lnTo>
                    <a:pt x="421980" y="54311"/>
                  </a:lnTo>
                  <a:lnTo>
                    <a:pt x="429794" y="54124"/>
                  </a:lnTo>
                  <a:lnTo>
                    <a:pt x="437609" y="53910"/>
                  </a:lnTo>
                  <a:lnTo>
                    <a:pt x="445423" y="53655"/>
                  </a:lnTo>
                  <a:lnTo>
                    <a:pt x="453238" y="53357"/>
                  </a:lnTo>
                  <a:lnTo>
                    <a:pt x="461052" y="53138"/>
                  </a:lnTo>
                  <a:lnTo>
                    <a:pt x="468866" y="52734"/>
                  </a:lnTo>
                  <a:lnTo>
                    <a:pt x="476681" y="52523"/>
                  </a:lnTo>
                  <a:lnTo>
                    <a:pt x="484495" y="52278"/>
                  </a:lnTo>
                  <a:lnTo>
                    <a:pt x="492310" y="52050"/>
                  </a:lnTo>
                  <a:lnTo>
                    <a:pt x="500124" y="51839"/>
                  </a:lnTo>
                  <a:lnTo>
                    <a:pt x="507939" y="51594"/>
                  </a:lnTo>
                  <a:lnTo>
                    <a:pt x="515753" y="51351"/>
                  </a:lnTo>
                  <a:lnTo>
                    <a:pt x="523568" y="51014"/>
                  </a:lnTo>
                  <a:lnTo>
                    <a:pt x="531382" y="50694"/>
                  </a:lnTo>
                  <a:lnTo>
                    <a:pt x="539196" y="50417"/>
                  </a:lnTo>
                  <a:lnTo>
                    <a:pt x="547011" y="50166"/>
                  </a:lnTo>
                  <a:lnTo>
                    <a:pt x="554825" y="49751"/>
                  </a:lnTo>
                  <a:lnTo>
                    <a:pt x="562640" y="49479"/>
                  </a:lnTo>
                  <a:lnTo>
                    <a:pt x="570454" y="49176"/>
                  </a:lnTo>
                  <a:lnTo>
                    <a:pt x="578269" y="48911"/>
                  </a:lnTo>
                  <a:lnTo>
                    <a:pt x="586083" y="48621"/>
                  </a:lnTo>
                  <a:lnTo>
                    <a:pt x="593898" y="48391"/>
                  </a:lnTo>
                  <a:lnTo>
                    <a:pt x="601712" y="48122"/>
                  </a:lnTo>
                  <a:lnTo>
                    <a:pt x="609526" y="47875"/>
                  </a:lnTo>
                  <a:lnTo>
                    <a:pt x="617341" y="47692"/>
                  </a:lnTo>
                  <a:lnTo>
                    <a:pt x="625155" y="47416"/>
                  </a:lnTo>
                  <a:lnTo>
                    <a:pt x="632970" y="47212"/>
                  </a:lnTo>
                  <a:lnTo>
                    <a:pt x="640784" y="46915"/>
                  </a:lnTo>
                  <a:lnTo>
                    <a:pt x="648599" y="46709"/>
                  </a:lnTo>
                  <a:lnTo>
                    <a:pt x="656413" y="46412"/>
                  </a:lnTo>
                  <a:lnTo>
                    <a:pt x="664228" y="46154"/>
                  </a:lnTo>
                  <a:lnTo>
                    <a:pt x="672042" y="45850"/>
                  </a:lnTo>
                  <a:lnTo>
                    <a:pt x="679857" y="45581"/>
                  </a:lnTo>
                  <a:lnTo>
                    <a:pt x="687671" y="45318"/>
                  </a:lnTo>
                  <a:lnTo>
                    <a:pt x="695485" y="45074"/>
                  </a:lnTo>
                  <a:lnTo>
                    <a:pt x="703300" y="44729"/>
                  </a:lnTo>
                  <a:lnTo>
                    <a:pt x="711114" y="44449"/>
                  </a:lnTo>
                  <a:lnTo>
                    <a:pt x="718929" y="44209"/>
                  </a:lnTo>
                  <a:lnTo>
                    <a:pt x="726743" y="43900"/>
                  </a:lnTo>
                  <a:lnTo>
                    <a:pt x="734558" y="43577"/>
                  </a:lnTo>
                  <a:lnTo>
                    <a:pt x="742372" y="43320"/>
                  </a:lnTo>
                  <a:lnTo>
                    <a:pt x="750187" y="42985"/>
                  </a:lnTo>
                  <a:lnTo>
                    <a:pt x="758001" y="42680"/>
                  </a:lnTo>
                  <a:lnTo>
                    <a:pt x="765815" y="42419"/>
                  </a:lnTo>
                  <a:lnTo>
                    <a:pt x="773630" y="42076"/>
                  </a:lnTo>
                  <a:lnTo>
                    <a:pt x="781444" y="41788"/>
                  </a:lnTo>
                  <a:lnTo>
                    <a:pt x="789259" y="41604"/>
                  </a:lnTo>
                  <a:lnTo>
                    <a:pt x="797073" y="41363"/>
                  </a:lnTo>
                  <a:lnTo>
                    <a:pt x="804888" y="41061"/>
                  </a:lnTo>
                  <a:lnTo>
                    <a:pt x="812702" y="40835"/>
                  </a:lnTo>
                  <a:lnTo>
                    <a:pt x="820517" y="40706"/>
                  </a:lnTo>
                  <a:lnTo>
                    <a:pt x="828331" y="40552"/>
                  </a:lnTo>
                  <a:lnTo>
                    <a:pt x="836145" y="40247"/>
                  </a:lnTo>
                  <a:lnTo>
                    <a:pt x="843960" y="39802"/>
                  </a:lnTo>
                  <a:lnTo>
                    <a:pt x="851774" y="39556"/>
                  </a:lnTo>
                  <a:lnTo>
                    <a:pt x="859589" y="39268"/>
                  </a:lnTo>
                  <a:lnTo>
                    <a:pt x="867403" y="39049"/>
                  </a:lnTo>
                  <a:lnTo>
                    <a:pt x="875218" y="38809"/>
                  </a:lnTo>
                  <a:lnTo>
                    <a:pt x="883032" y="38362"/>
                  </a:lnTo>
                  <a:lnTo>
                    <a:pt x="890847" y="38099"/>
                  </a:lnTo>
                  <a:lnTo>
                    <a:pt x="898661" y="37833"/>
                  </a:lnTo>
                  <a:lnTo>
                    <a:pt x="906476" y="37514"/>
                  </a:lnTo>
                  <a:lnTo>
                    <a:pt x="914290" y="37142"/>
                  </a:lnTo>
                  <a:lnTo>
                    <a:pt x="922104" y="36864"/>
                  </a:lnTo>
                  <a:lnTo>
                    <a:pt x="929919" y="36606"/>
                  </a:lnTo>
                  <a:lnTo>
                    <a:pt x="937733" y="36249"/>
                  </a:lnTo>
                  <a:lnTo>
                    <a:pt x="945548" y="35960"/>
                  </a:lnTo>
                  <a:lnTo>
                    <a:pt x="953362" y="35733"/>
                  </a:lnTo>
                  <a:lnTo>
                    <a:pt x="961177" y="35526"/>
                  </a:lnTo>
                  <a:lnTo>
                    <a:pt x="968991" y="35266"/>
                  </a:lnTo>
                  <a:lnTo>
                    <a:pt x="976806" y="34962"/>
                  </a:lnTo>
                  <a:lnTo>
                    <a:pt x="984620" y="34715"/>
                  </a:lnTo>
                  <a:lnTo>
                    <a:pt x="992434" y="34472"/>
                  </a:lnTo>
                  <a:lnTo>
                    <a:pt x="1000249" y="34168"/>
                  </a:lnTo>
                  <a:lnTo>
                    <a:pt x="1008063" y="33934"/>
                  </a:lnTo>
                  <a:lnTo>
                    <a:pt x="1015878" y="33648"/>
                  </a:lnTo>
                  <a:lnTo>
                    <a:pt x="1023692" y="33382"/>
                  </a:lnTo>
                  <a:lnTo>
                    <a:pt x="1031507" y="33147"/>
                  </a:lnTo>
                  <a:lnTo>
                    <a:pt x="1039321" y="32852"/>
                  </a:lnTo>
                  <a:lnTo>
                    <a:pt x="1047136" y="32548"/>
                  </a:lnTo>
                  <a:lnTo>
                    <a:pt x="1054950" y="32277"/>
                  </a:lnTo>
                  <a:lnTo>
                    <a:pt x="1062765" y="32033"/>
                  </a:lnTo>
                  <a:lnTo>
                    <a:pt x="1070579" y="31834"/>
                  </a:lnTo>
                  <a:lnTo>
                    <a:pt x="1078393" y="31549"/>
                  </a:lnTo>
                  <a:lnTo>
                    <a:pt x="1086208" y="31271"/>
                  </a:lnTo>
                  <a:lnTo>
                    <a:pt x="1094022" y="31088"/>
                  </a:lnTo>
                  <a:lnTo>
                    <a:pt x="1101837" y="30838"/>
                  </a:lnTo>
                  <a:lnTo>
                    <a:pt x="1109651" y="30521"/>
                  </a:lnTo>
                  <a:lnTo>
                    <a:pt x="1117466" y="30375"/>
                  </a:lnTo>
                  <a:lnTo>
                    <a:pt x="1125280" y="30070"/>
                  </a:lnTo>
                  <a:lnTo>
                    <a:pt x="1133095" y="29844"/>
                  </a:lnTo>
                  <a:lnTo>
                    <a:pt x="1140909" y="29477"/>
                  </a:lnTo>
                  <a:lnTo>
                    <a:pt x="1148723" y="29219"/>
                  </a:lnTo>
                  <a:lnTo>
                    <a:pt x="1156538" y="28989"/>
                  </a:lnTo>
                  <a:lnTo>
                    <a:pt x="1164352" y="28697"/>
                  </a:lnTo>
                  <a:lnTo>
                    <a:pt x="1172167" y="28476"/>
                  </a:lnTo>
                  <a:lnTo>
                    <a:pt x="1179981" y="28209"/>
                  </a:lnTo>
                  <a:lnTo>
                    <a:pt x="1187796" y="27980"/>
                  </a:lnTo>
                  <a:lnTo>
                    <a:pt x="1195610" y="27769"/>
                  </a:lnTo>
                  <a:lnTo>
                    <a:pt x="1203425" y="27480"/>
                  </a:lnTo>
                  <a:lnTo>
                    <a:pt x="1211239" y="27171"/>
                  </a:lnTo>
                  <a:lnTo>
                    <a:pt x="1219053" y="26864"/>
                  </a:lnTo>
                  <a:lnTo>
                    <a:pt x="1226868" y="26647"/>
                  </a:lnTo>
                  <a:lnTo>
                    <a:pt x="1234682" y="26386"/>
                  </a:lnTo>
                  <a:lnTo>
                    <a:pt x="1242497" y="26081"/>
                  </a:lnTo>
                  <a:lnTo>
                    <a:pt x="1250311" y="25813"/>
                  </a:lnTo>
                  <a:lnTo>
                    <a:pt x="1258126" y="25447"/>
                  </a:lnTo>
                  <a:lnTo>
                    <a:pt x="1265940" y="25258"/>
                  </a:lnTo>
                  <a:lnTo>
                    <a:pt x="1273755" y="25058"/>
                  </a:lnTo>
                  <a:lnTo>
                    <a:pt x="1281569" y="24925"/>
                  </a:lnTo>
                  <a:lnTo>
                    <a:pt x="1289384" y="24655"/>
                  </a:lnTo>
                  <a:lnTo>
                    <a:pt x="1297198" y="24328"/>
                  </a:lnTo>
                  <a:lnTo>
                    <a:pt x="1305012" y="24032"/>
                  </a:lnTo>
                  <a:lnTo>
                    <a:pt x="1312827" y="23757"/>
                  </a:lnTo>
                  <a:lnTo>
                    <a:pt x="1320641" y="23523"/>
                  </a:lnTo>
                  <a:lnTo>
                    <a:pt x="1328456" y="23361"/>
                  </a:lnTo>
                  <a:lnTo>
                    <a:pt x="1336270" y="23058"/>
                  </a:lnTo>
                  <a:lnTo>
                    <a:pt x="1344085" y="22742"/>
                  </a:lnTo>
                  <a:lnTo>
                    <a:pt x="1351899" y="22386"/>
                  </a:lnTo>
                  <a:lnTo>
                    <a:pt x="1359714" y="22156"/>
                  </a:lnTo>
                  <a:lnTo>
                    <a:pt x="1367528" y="21887"/>
                  </a:lnTo>
                  <a:lnTo>
                    <a:pt x="1375342" y="21691"/>
                  </a:lnTo>
                  <a:lnTo>
                    <a:pt x="1383157" y="21489"/>
                  </a:lnTo>
                  <a:lnTo>
                    <a:pt x="1390971" y="21190"/>
                  </a:lnTo>
                  <a:lnTo>
                    <a:pt x="1398786" y="20911"/>
                  </a:lnTo>
                  <a:lnTo>
                    <a:pt x="1406600" y="20685"/>
                  </a:lnTo>
                  <a:lnTo>
                    <a:pt x="1414415" y="20504"/>
                  </a:lnTo>
                  <a:lnTo>
                    <a:pt x="1422229" y="20288"/>
                  </a:lnTo>
                  <a:lnTo>
                    <a:pt x="1430044" y="19986"/>
                  </a:lnTo>
                  <a:lnTo>
                    <a:pt x="1437858" y="19714"/>
                  </a:lnTo>
                  <a:lnTo>
                    <a:pt x="1445672" y="19420"/>
                  </a:lnTo>
                  <a:lnTo>
                    <a:pt x="1453487" y="19119"/>
                  </a:lnTo>
                  <a:lnTo>
                    <a:pt x="1461301" y="18844"/>
                  </a:lnTo>
                  <a:lnTo>
                    <a:pt x="1469116" y="18509"/>
                  </a:lnTo>
                  <a:lnTo>
                    <a:pt x="1476930" y="18253"/>
                  </a:lnTo>
                  <a:lnTo>
                    <a:pt x="1484745" y="17985"/>
                  </a:lnTo>
                  <a:lnTo>
                    <a:pt x="1492559" y="17717"/>
                  </a:lnTo>
                  <a:lnTo>
                    <a:pt x="1500374" y="17444"/>
                  </a:lnTo>
                  <a:lnTo>
                    <a:pt x="1508188" y="17118"/>
                  </a:lnTo>
                  <a:lnTo>
                    <a:pt x="1516003" y="16801"/>
                  </a:lnTo>
                  <a:lnTo>
                    <a:pt x="1523817" y="16412"/>
                  </a:lnTo>
                  <a:lnTo>
                    <a:pt x="1531631" y="16146"/>
                  </a:lnTo>
                  <a:lnTo>
                    <a:pt x="1539446" y="15934"/>
                  </a:lnTo>
                  <a:lnTo>
                    <a:pt x="1547260" y="15683"/>
                  </a:lnTo>
                  <a:lnTo>
                    <a:pt x="1555075" y="15429"/>
                  </a:lnTo>
                  <a:lnTo>
                    <a:pt x="1562889" y="15123"/>
                  </a:lnTo>
                  <a:lnTo>
                    <a:pt x="1570704" y="14809"/>
                  </a:lnTo>
                  <a:lnTo>
                    <a:pt x="1578518" y="14545"/>
                  </a:lnTo>
                  <a:lnTo>
                    <a:pt x="1586333" y="14283"/>
                  </a:lnTo>
                  <a:lnTo>
                    <a:pt x="1594147" y="14051"/>
                  </a:lnTo>
                  <a:lnTo>
                    <a:pt x="1601961" y="13802"/>
                  </a:lnTo>
                  <a:lnTo>
                    <a:pt x="1609776" y="13545"/>
                  </a:lnTo>
                  <a:lnTo>
                    <a:pt x="1617590" y="13292"/>
                  </a:lnTo>
                  <a:lnTo>
                    <a:pt x="1625405" y="13053"/>
                  </a:lnTo>
                  <a:lnTo>
                    <a:pt x="1633219" y="12798"/>
                  </a:lnTo>
                  <a:lnTo>
                    <a:pt x="1641034" y="12509"/>
                  </a:lnTo>
                  <a:lnTo>
                    <a:pt x="1648848" y="12190"/>
                  </a:lnTo>
                  <a:lnTo>
                    <a:pt x="1656663" y="11956"/>
                  </a:lnTo>
                  <a:lnTo>
                    <a:pt x="1664477" y="11733"/>
                  </a:lnTo>
                  <a:lnTo>
                    <a:pt x="1672291" y="11526"/>
                  </a:lnTo>
                  <a:lnTo>
                    <a:pt x="1680106" y="11267"/>
                  </a:lnTo>
                  <a:lnTo>
                    <a:pt x="1687920" y="11027"/>
                  </a:lnTo>
                  <a:lnTo>
                    <a:pt x="1695735" y="10773"/>
                  </a:lnTo>
                  <a:lnTo>
                    <a:pt x="1703549" y="10482"/>
                  </a:lnTo>
                  <a:lnTo>
                    <a:pt x="1711364" y="10199"/>
                  </a:lnTo>
                  <a:lnTo>
                    <a:pt x="1719178" y="9917"/>
                  </a:lnTo>
                  <a:lnTo>
                    <a:pt x="1726993" y="9697"/>
                  </a:lnTo>
                  <a:lnTo>
                    <a:pt x="1734807" y="9460"/>
                  </a:lnTo>
                  <a:lnTo>
                    <a:pt x="1742622" y="9226"/>
                  </a:lnTo>
                  <a:lnTo>
                    <a:pt x="1750436" y="8974"/>
                  </a:lnTo>
                  <a:lnTo>
                    <a:pt x="1758250" y="8743"/>
                  </a:lnTo>
                  <a:lnTo>
                    <a:pt x="1766065" y="8519"/>
                  </a:lnTo>
                  <a:lnTo>
                    <a:pt x="1773879" y="8249"/>
                  </a:lnTo>
                  <a:lnTo>
                    <a:pt x="1781694" y="8003"/>
                  </a:lnTo>
                  <a:lnTo>
                    <a:pt x="1789508" y="7749"/>
                  </a:lnTo>
                  <a:lnTo>
                    <a:pt x="1797323" y="7453"/>
                  </a:lnTo>
                  <a:lnTo>
                    <a:pt x="1805137" y="7228"/>
                  </a:lnTo>
                  <a:lnTo>
                    <a:pt x="1812952" y="6961"/>
                  </a:lnTo>
                  <a:lnTo>
                    <a:pt x="1820766" y="6674"/>
                  </a:lnTo>
                  <a:lnTo>
                    <a:pt x="1828580" y="6420"/>
                  </a:lnTo>
                  <a:lnTo>
                    <a:pt x="1836395" y="6122"/>
                  </a:lnTo>
                  <a:lnTo>
                    <a:pt x="1844209" y="5841"/>
                  </a:lnTo>
                  <a:lnTo>
                    <a:pt x="1852024" y="5605"/>
                  </a:lnTo>
                  <a:lnTo>
                    <a:pt x="1859838" y="5369"/>
                  </a:lnTo>
                  <a:lnTo>
                    <a:pt x="1867653" y="5133"/>
                  </a:lnTo>
                  <a:lnTo>
                    <a:pt x="1875467" y="4911"/>
                  </a:lnTo>
                  <a:lnTo>
                    <a:pt x="1883282" y="4673"/>
                  </a:lnTo>
                  <a:lnTo>
                    <a:pt x="1891096" y="4427"/>
                  </a:lnTo>
                  <a:lnTo>
                    <a:pt x="1898910" y="4191"/>
                  </a:lnTo>
                  <a:lnTo>
                    <a:pt x="1906725" y="3956"/>
                  </a:lnTo>
                  <a:lnTo>
                    <a:pt x="1914539" y="3721"/>
                  </a:lnTo>
                  <a:lnTo>
                    <a:pt x="1922354" y="3415"/>
                  </a:lnTo>
                  <a:lnTo>
                    <a:pt x="1930168" y="3067"/>
                  </a:lnTo>
                  <a:lnTo>
                    <a:pt x="1937983" y="2863"/>
                  </a:lnTo>
                  <a:lnTo>
                    <a:pt x="1945797" y="2672"/>
                  </a:lnTo>
                  <a:lnTo>
                    <a:pt x="1953612" y="2439"/>
                  </a:lnTo>
                  <a:lnTo>
                    <a:pt x="1961426" y="2113"/>
                  </a:lnTo>
                  <a:lnTo>
                    <a:pt x="1969241" y="1855"/>
                  </a:lnTo>
                  <a:lnTo>
                    <a:pt x="1977055" y="1595"/>
                  </a:lnTo>
                  <a:lnTo>
                    <a:pt x="1984869" y="1346"/>
                  </a:lnTo>
                  <a:lnTo>
                    <a:pt x="1992684" y="1099"/>
                  </a:lnTo>
                  <a:lnTo>
                    <a:pt x="2000498" y="854"/>
                  </a:lnTo>
                  <a:lnTo>
                    <a:pt x="2008313" y="608"/>
                  </a:lnTo>
                  <a:lnTo>
                    <a:pt x="2016127" y="304"/>
                  </a:lnTo>
                  <a:lnTo>
                    <a:pt x="2023942" y="0"/>
                  </a:lnTo>
                </a:path>
              </a:pathLst>
            </a:custGeom>
            <a:ln w="18970" cap="flat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1223067" y="3744517"/>
              <a:ext cx="2023942" cy="45465"/>
            </a:xfrm>
            <a:custGeom>
              <a:avLst/>
              <a:pathLst>
                <a:path w="2023942" h="45465">
                  <a:moveTo>
                    <a:pt x="0" y="45465"/>
                  </a:moveTo>
                  <a:lnTo>
                    <a:pt x="7814" y="45169"/>
                  </a:lnTo>
                  <a:lnTo>
                    <a:pt x="15628" y="44983"/>
                  </a:lnTo>
                  <a:lnTo>
                    <a:pt x="23443" y="44870"/>
                  </a:lnTo>
                  <a:lnTo>
                    <a:pt x="31257" y="44664"/>
                  </a:lnTo>
                  <a:lnTo>
                    <a:pt x="39072" y="44487"/>
                  </a:lnTo>
                  <a:lnTo>
                    <a:pt x="46886" y="44275"/>
                  </a:lnTo>
                  <a:lnTo>
                    <a:pt x="54701" y="44162"/>
                  </a:lnTo>
                  <a:lnTo>
                    <a:pt x="62515" y="43877"/>
                  </a:lnTo>
                  <a:lnTo>
                    <a:pt x="70330" y="43776"/>
                  </a:lnTo>
                  <a:lnTo>
                    <a:pt x="78144" y="43645"/>
                  </a:lnTo>
                  <a:lnTo>
                    <a:pt x="85958" y="43523"/>
                  </a:lnTo>
                  <a:lnTo>
                    <a:pt x="93773" y="43364"/>
                  </a:lnTo>
                  <a:lnTo>
                    <a:pt x="101587" y="43258"/>
                  </a:lnTo>
                  <a:lnTo>
                    <a:pt x="109402" y="43080"/>
                  </a:lnTo>
                  <a:lnTo>
                    <a:pt x="117216" y="42923"/>
                  </a:lnTo>
                  <a:lnTo>
                    <a:pt x="125031" y="42827"/>
                  </a:lnTo>
                  <a:lnTo>
                    <a:pt x="132845" y="42718"/>
                  </a:lnTo>
                  <a:lnTo>
                    <a:pt x="140660" y="42512"/>
                  </a:lnTo>
                  <a:lnTo>
                    <a:pt x="148474" y="42364"/>
                  </a:lnTo>
                  <a:lnTo>
                    <a:pt x="156288" y="42360"/>
                  </a:lnTo>
                  <a:lnTo>
                    <a:pt x="164103" y="42185"/>
                  </a:lnTo>
                  <a:lnTo>
                    <a:pt x="171917" y="42095"/>
                  </a:lnTo>
                  <a:lnTo>
                    <a:pt x="179732" y="41974"/>
                  </a:lnTo>
                  <a:lnTo>
                    <a:pt x="187546" y="41908"/>
                  </a:lnTo>
                  <a:lnTo>
                    <a:pt x="195361" y="41720"/>
                  </a:lnTo>
                  <a:lnTo>
                    <a:pt x="203175" y="41339"/>
                  </a:lnTo>
                  <a:lnTo>
                    <a:pt x="210990" y="41284"/>
                  </a:lnTo>
                  <a:lnTo>
                    <a:pt x="218804" y="41094"/>
                  </a:lnTo>
                  <a:lnTo>
                    <a:pt x="226619" y="40919"/>
                  </a:lnTo>
                  <a:lnTo>
                    <a:pt x="234433" y="40814"/>
                  </a:lnTo>
                  <a:lnTo>
                    <a:pt x="242247" y="40702"/>
                  </a:lnTo>
                  <a:lnTo>
                    <a:pt x="250062" y="40586"/>
                  </a:lnTo>
                  <a:lnTo>
                    <a:pt x="257876" y="40487"/>
                  </a:lnTo>
                  <a:lnTo>
                    <a:pt x="265691" y="40328"/>
                  </a:lnTo>
                  <a:lnTo>
                    <a:pt x="273505" y="40174"/>
                  </a:lnTo>
                  <a:lnTo>
                    <a:pt x="281320" y="39949"/>
                  </a:lnTo>
                  <a:lnTo>
                    <a:pt x="289134" y="39879"/>
                  </a:lnTo>
                  <a:lnTo>
                    <a:pt x="296949" y="39588"/>
                  </a:lnTo>
                  <a:lnTo>
                    <a:pt x="304763" y="39366"/>
                  </a:lnTo>
                  <a:lnTo>
                    <a:pt x="312577" y="39121"/>
                  </a:lnTo>
                  <a:lnTo>
                    <a:pt x="320392" y="38751"/>
                  </a:lnTo>
                  <a:lnTo>
                    <a:pt x="328206" y="38493"/>
                  </a:lnTo>
                  <a:lnTo>
                    <a:pt x="336021" y="38221"/>
                  </a:lnTo>
                  <a:lnTo>
                    <a:pt x="343835" y="37930"/>
                  </a:lnTo>
                  <a:lnTo>
                    <a:pt x="351650" y="37676"/>
                  </a:lnTo>
                  <a:lnTo>
                    <a:pt x="359464" y="37670"/>
                  </a:lnTo>
                  <a:lnTo>
                    <a:pt x="367279" y="37461"/>
                  </a:lnTo>
                  <a:lnTo>
                    <a:pt x="375093" y="37342"/>
                  </a:lnTo>
                  <a:lnTo>
                    <a:pt x="382907" y="37357"/>
                  </a:lnTo>
                  <a:lnTo>
                    <a:pt x="390722" y="37307"/>
                  </a:lnTo>
                  <a:lnTo>
                    <a:pt x="398536" y="37248"/>
                  </a:lnTo>
                  <a:lnTo>
                    <a:pt x="406351" y="37120"/>
                  </a:lnTo>
                  <a:lnTo>
                    <a:pt x="414165" y="36932"/>
                  </a:lnTo>
                  <a:lnTo>
                    <a:pt x="421980" y="36613"/>
                  </a:lnTo>
                  <a:lnTo>
                    <a:pt x="429794" y="36597"/>
                  </a:lnTo>
                  <a:lnTo>
                    <a:pt x="437609" y="36562"/>
                  </a:lnTo>
                  <a:lnTo>
                    <a:pt x="445423" y="36558"/>
                  </a:lnTo>
                  <a:lnTo>
                    <a:pt x="453238" y="36524"/>
                  </a:lnTo>
                  <a:lnTo>
                    <a:pt x="461052" y="36514"/>
                  </a:lnTo>
                  <a:lnTo>
                    <a:pt x="468866" y="36456"/>
                  </a:lnTo>
                  <a:lnTo>
                    <a:pt x="476681" y="36274"/>
                  </a:lnTo>
                  <a:lnTo>
                    <a:pt x="484495" y="36140"/>
                  </a:lnTo>
                  <a:lnTo>
                    <a:pt x="492310" y="36184"/>
                  </a:lnTo>
                  <a:lnTo>
                    <a:pt x="500124" y="35944"/>
                  </a:lnTo>
                  <a:lnTo>
                    <a:pt x="507939" y="35785"/>
                  </a:lnTo>
                  <a:lnTo>
                    <a:pt x="515753" y="35559"/>
                  </a:lnTo>
                  <a:lnTo>
                    <a:pt x="523568" y="35301"/>
                  </a:lnTo>
                  <a:lnTo>
                    <a:pt x="531382" y="34926"/>
                  </a:lnTo>
                  <a:lnTo>
                    <a:pt x="539196" y="34754"/>
                  </a:lnTo>
                  <a:lnTo>
                    <a:pt x="547011" y="34739"/>
                  </a:lnTo>
                  <a:lnTo>
                    <a:pt x="554825" y="34655"/>
                  </a:lnTo>
                  <a:lnTo>
                    <a:pt x="562640" y="34390"/>
                  </a:lnTo>
                  <a:lnTo>
                    <a:pt x="570454" y="34033"/>
                  </a:lnTo>
                  <a:lnTo>
                    <a:pt x="578269" y="33792"/>
                  </a:lnTo>
                  <a:lnTo>
                    <a:pt x="586083" y="33641"/>
                  </a:lnTo>
                  <a:lnTo>
                    <a:pt x="593898" y="33557"/>
                  </a:lnTo>
                  <a:lnTo>
                    <a:pt x="601712" y="33490"/>
                  </a:lnTo>
                  <a:lnTo>
                    <a:pt x="609526" y="33318"/>
                  </a:lnTo>
                  <a:lnTo>
                    <a:pt x="617341" y="33096"/>
                  </a:lnTo>
                  <a:lnTo>
                    <a:pt x="625155" y="32972"/>
                  </a:lnTo>
                  <a:lnTo>
                    <a:pt x="632970" y="32597"/>
                  </a:lnTo>
                  <a:lnTo>
                    <a:pt x="640784" y="32360"/>
                  </a:lnTo>
                  <a:lnTo>
                    <a:pt x="648599" y="31965"/>
                  </a:lnTo>
                  <a:lnTo>
                    <a:pt x="656413" y="31923"/>
                  </a:lnTo>
                  <a:lnTo>
                    <a:pt x="664228" y="31704"/>
                  </a:lnTo>
                  <a:lnTo>
                    <a:pt x="672042" y="31513"/>
                  </a:lnTo>
                  <a:lnTo>
                    <a:pt x="679857" y="31462"/>
                  </a:lnTo>
                  <a:lnTo>
                    <a:pt x="687671" y="31308"/>
                  </a:lnTo>
                  <a:lnTo>
                    <a:pt x="695485" y="31085"/>
                  </a:lnTo>
                  <a:lnTo>
                    <a:pt x="703300" y="30975"/>
                  </a:lnTo>
                  <a:lnTo>
                    <a:pt x="711114" y="30678"/>
                  </a:lnTo>
                  <a:lnTo>
                    <a:pt x="718929" y="30377"/>
                  </a:lnTo>
                  <a:lnTo>
                    <a:pt x="726743" y="30085"/>
                  </a:lnTo>
                  <a:lnTo>
                    <a:pt x="734558" y="29686"/>
                  </a:lnTo>
                  <a:lnTo>
                    <a:pt x="742372" y="29530"/>
                  </a:lnTo>
                  <a:lnTo>
                    <a:pt x="750187" y="29339"/>
                  </a:lnTo>
                  <a:lnTo>
                    <a:pt x="758001" y="29165"/>
                  </a:lnTo>
                  <a:lnTo>
                    <a:pt x="765815" y="28835"/>
                  </a:lnTo>
                  <a:lnTo>
                    <a:pt x="773630" y="28655"/>
                  </a:lnTo>
                  <a:lnTo>
                    <a:pt x="781444" y="28615"/>
                  </a:lnTo>
                  <a:lnTo>
                    <a:pt x="789259" y="28405"/>
                  </a:lnTo>
                  <a:lnTo>
                    <a:pt x="797073" y="28139"/>
                  </a:lnTo>
                  <a:lnTo>
                    <a:pt x="804888" y="28244"/>
                  </a:lnTo>
                  <a:lnTo>
                    <a:pt x="812702" y="28061"/>
                  </a:lnTo>
                  <a:lnTo>
                    <a:pt x="820517" y="28055"/>
                  </a:lnTo>
                  <a:lnTo>
                    <a:pt x="828331" y="27934"/>
                  </a:lnTo>
                  <a:lnTo>
                    <a:pt x="836145" y="27881"/>
                  </a:lnTo>
                  <a:lnTo>
                    <a:pt x="843960" y="27698"/>
                  </a:lnTo>
                  <a:lnTo>
                    <a:pt x="851774" y="27383"/>
                  </a:lnTo>
                  <a:lnTo>
                    <a:pt x="859589" y="27276"/>
                  </a:lnTo>
                  <a:lnTo>
                    <a:pt x="867403" y="27345"/>
                  </a:lnTo>
                  <a:lnTo>
                    <a:pt x="875218" y="27200"/>
                  </a:lnTo>
                  <a:lnTo>
                    <a:pt x="883032" y="27019"/>
                  </a:lnTo>
                  <a:lnTo>
                    <a:pt x="890847" y="26990"/>
                  </a:lnTo>
                  <a:lnTo>
                    <a:pt x="898661" y="26850"/>
                  </a:lnTo>
                  <a:lnTo>
                    <a:pt x="906476" y="26771"/>
                  </a:lnTo>
                  <a:lnTo>
                    <a:pt x="914290" y="26521"/>
                  </a:lnTo>
                  <a:lnTo>
                    <a:pt x="922104" y="26286"/>
                  </a:lnTo>
                  <a:lnTo>
                    <a:pt x="929919" y="25979"/>
                  </a:lnTo>
                  <a:lnTo>
                    <a:pt x="937733" y="25724"/>
                  </a:lnTo>
                  <a:lnTo>
                    <a:pt x="945548" y="25485"/>
                  </a:lnTo>
                  <a:lnTo>
                    <a:pt x="953362" y="25372"/>
                  </a:lnTo>
                  <a:lnTo>
                    <a:pt x="961177" y="25103"/>
                  </a:lnTo>
                  <a:lnTo>
                    <a:pt x="968991" y="24945"/>
                  </a:lnTo>
                  <a:lnTo>
                    <a:pt x="976806" y="24710"/>
                  </a:lnTo>
                  <a:lnTo>
                    <a:pt x="984620" y="24375"/>
                  </a:lnTo>
                  <a:lnTo>
                    <a:pt x="992434" y="24135"/>
                  </a:lnTo>
                  <a:lnTo>
                    <a:pt x="1000249" y="24004"/>
                  </a:lnTo>
                  <a:lnTo>
                    <a:pt x="1008063" y="23869"/>
                  </a:lnTo>
                  <a:lnTo>
                    <a:pt x="1015878" y="23673"/>
                  </a:lnTo>
                  <a:lnTo>
                    <a:pt x="1023692" y="23468"/>
                  </a:lnTo>
                  <a:lnTo>
                    <a:pt x="1031507" y="23228"/>
                  </a:lnTo>
                  <a:lnTo>
                    <a:pt x="1039321" y="23002"/>
                  </a:lnTo>
                  <a:lnTo>
                    <a:pt x="1047136" y="22858"/>
                  </a:lnTo>
                  <a:lnTo>
                    <a:pt x="1054950" y="22614"/>
                  </a:lnTo>
                  <a:lnTo>
                    <a:pt x="1062765" y="22396"/>
                  </a:lnTo>
                  <a:lnTo>
                    <a:pt x="1070579" y="22137"/>
                  </a:lnTo>
                  <a:lnTo>
                    <a:pt x="1078393" y="21908"/>
                  </a:lnTo>
                  <a:lnTo>
                    <a:pt x="1086208" y="21652"/>
                  </a:lnTo>
                  <a:lnTo>
                    <a:pt x="1094022" y="21452"/>
                  </a:lnTo>
                  <a:lnTo>
                    <a:pt x="1101837" y="21218"/>
                  </a:lnTo>
                  <a:lnTo>
                    <a:pt x="1109651" y="21114"/>
                  </a:lnTo>
                  <a:lnTo>
                    <a:pt x="1117466" y="20885"/>
                  </a:lnTo>
                  <a:lnTo>
                    <a:pt x="1125280" y="20645"/>
                  </a:lnTo>
                  <a:lnTo>
                    <a:pt x="1133095" y="20333"/>
                  </a:lnTo>
                  <a:lnTo>
                    <a:pt x="1140909" y="20260"/>
                  </a:lnTo>
                  <a:lnTo>
                    <a:pt x="1148723" y="20099"/>
                  </a:lnTo>
                  <a:lnTo>
                    <a:pt x="1156538" y="19892"/>
                  </a:lnTo>
                  <a:lnTo>
                    <a:pt x="1164352" y="19693"/>
                  </a:lnTo>
                  <a:lnTo>
                    <a:pt x="1172167" y="19463"/>
                  </a:lnTo>
                  <a:lnTo>
                    <a:pt x="1179981" y="19287"/>
                  </a:lnTo>
                  <a:lnTo>
                    <a:pt x="1187796" y="19074"/>
                  </a:lnTo>
                  <a:lnTo>
                    <a:pt x="1195610" y="18926"/>
                  </a:lnTo>
                  <a:lnTo>
                    <a:pt x="1203425" y="18559"/>
                  </a:lnTo>
                  <a:lnTo>
                    <a:pt x="1211239" y="18301"/>
                  </a:lnTo>
                  <a:lnTo>
                    <a:pt x="1219053" y="18068"/>
                  </a:lnTo>
                  <a:lnTo>
                    <a:pt x="1226868" y="17964"/>
                  </a:lnTo>
                  <a:lnTo>
                    <a:pt x="1234682" y="17833"/>
                  </a:lnTo>
                  <a:lnTo>
                    <a:pt x="1242497" y="17623"/>
                  </a:lnTo>
                  <a:lnTo>
                    <a:pt x="1250311" y="17382"/>
                  </a:lnTo>
                  <a:lnTo>
                    <a:pt x="1258126" y="17142"/>
                  </a:lnTo>
                  <a:lnTo>
                    <a:pt x="1265940" y="16923"/>
                  </a:lnTo>
                  <a:lnTo>
                    <a:pt x="1273755" y="16786"/>
                  </a:lnTo>
                  <a:lnTo>
                    <a:pt x="1281569" y="16650"/>
                  </a:lnTo>
                  <a:lnTo>
                    <a:pt x="1289384" y="16372"/>
                  </a:lnTo>
                  <a:lnTo>
                    <a:pt x="1297198" y="16177"/>
                  </a:lnTo>
                  <a:lnTo>
                    <a:pt x="1305012" y="15893"/>
                  </a:lnTo>
                  <a:lnTo>
                    <a:pt x="1312827" y="15755"/>
                  </a:lnTo>
                  <a:lnTo>
                    <a:pt x="1320641" y="15605"/>
                  </a:lnTo>
                  <a:lnTo>
                    <a:pt x="1328456" y="15399"/>
                  </a:lnTo>
                  <a:lnTo>
                    <a:pt x="1336270" y="15354"/>
                  </a:lnTo>
                  <a:lnTo>
                    <a:pt x="1344085" y="15311"/>
                  </a:lnTo>
                  <a:lnTo>
                    <a:pt x="1351899" y="15051"/>
                  </a:lnTo>
                  <a:lnTo>
                    <a:pt x="1359714" y="14938"/>
                  </a:lnTo>
                  <a:lnTo>
                    <a:pt x="1367528" y="14803"/>
                  </a:lnTo>
                  <a:lnTo>
                    <a:pt x="1375342" y="14711"/>
                  </a:lnTo>
                  <a:lnTo>
                    <a:pt x="1383157" y="14575"/>
                  </a:lnTo>
                  <a:lnTo>
                    <a:pt x="1390971" y="14438"/>
                  </a:lnTo>
                  <a:lnTo>
                    <a:pt x="1398786" y="14256"/>
                  </a:lnTo>
                  <a:lnTo>
                    <a:pt x="1406600" y="14060"/>
                  </a:lnTo>
                  <a:lnTo>
                    <a:pt x="1414415" y="13947"/>
                  </a:lnTo>
                  <a:lnTo>
                    <a:pt x="1422229" y="13727"/>
                  </a:lnTo>
                  <a:lnTo>
                    <a:pt x="1430044" y="13535"/>
                  </a:lnTo>
                  <a:lnTo>
                    <a:pt x="1437858" y="13337"/>
                  </a:lnTo>
                  <a:lnTo>
                    <a:pt x="1445672" y="13137"/>
                  </a:lnTo>
                  <a:lnTo>
                    <a:pt x="1453487" y="13028"/>
                  </a:lnTo>
                  <a:lnTo>
                    <a:pt x="1461301" y="12931"/>
                  </a:lnTo>
                  <a:lnTo>
                    <a:pt x="1469116" y="12810"/>
                  </a:lnTo>
                  <a:lnTo>
                    <a:pt x="1476930" y="12511"/>
                  </a:lnTo>
                  <a:lnTo>
                    <a:pt x="1484745" y="12323"/>
                  </a:lnTo>
                  <a:lnTo>
                    <a:pt x="1492559" y="12068"/>
                  </a:lnTo>
                  <a:lnTo>
                    <a:pt x="1500374" y="11802"/>
                  </a:lnTo>
                  <a:lnTo>
                    <a:pt x="1508188" y="11636"/>
                  </a:lnTo>
                  <a:lnTo>
                    <a:pt x="1516003" y="11460"/>
                  </a:lnTo>
                  <a:lnTo>
                    <a:pt x="1523817" y="11244"/>
                  </a:lnTo>
                  <a:lnTo>
                    <a:pt x="1531631" y="11027"/>
                  </a:lnTo>
                  <a:lnTo>
                    <a:pt x="1539446" y="10810"/>
                  </a:lnTo>
                  <a:lnTo>
                    <a:pt x="1547260" y="10627"/>
                  </a:lnTo>
                  <a:lnTo>
                    <a:pt x="1555075" y="10518"/>
                  </a:lnTo>
                  <a:lnTo>
                    <a:pt x="1562889" y="10409"/>
                  </a:lnTo>
                  <a:lnTo>
                    <a:pt x="1570704" y="10300"/>
                  </a:lnTo>
                  <a:lnTo>
                    <a:pt x="1578518" y="10191"/>
                  </a:lnTo>
                  <a:lnTo>
                    <a:pt x="1586333" y="10081"/>
                  </a:lnTo>
                  <a:lnTo>
                    <a:pt x="1594147" y="9900"/>
                  </a:lnTo>
                  <a:lnTo>
                    <a:pt x="1601961" y="9619"/>
                  </a:lnTo>
                  <a:lnTo>
                    <a:pt x="1609776" y="9496"/>
                  </a:lnTo>
                  <a:lnTo>
                    <a:pt x="1617590" y="9379"/>
                  </a:lnTo>
                  <a:lnTo>
                    <a:pt x="1625405" y="9109"/>
                  </a:lnTo>
                  <a:lnTo>
                    <a:pt x="1633219" y="8988"/>
                  </a:lnTo>
                  <a:lnTo>
                    <a:pt x="1641034" y="8794"/>
                  </a:lnTo>
                  <a:lnTo>
                    <a:pt x="1648848" y="8580"/>
                  </a:lnTo>
                  <a:lnTo>
                    <a:pt x="1656663" y="8406"/>
                  </a:lnTo>
                  <a:lnTo>
                    <a:pt x="1664477" y="8276"/>
                  </a:lnTo>
                  <a:lnTo>
                    <a:pt x="1672291" y="8146"/>
                  </a:lnTo>
                  <a:lnTo>
                    <a:pt x="1680106" y="8016"/>
                  </a:lnTo>
                  <a:lnTo>
                    <a:pt x="1687920" y="7885"/>
                  </a:lnTo>
                  <a:lnTo>
                    <a:pt x="1695735" y="7771"/>
                  </a:lnTo>
                  <a:lnTo>
                    <a:pt x="1703549" y="7667"/>
                  </a:lnTo>
                  <a:lnTo>
                    <a:pt x="1711364" y="7564"/>
                  </a:lnTo>
                  <a:lnTo>
                    <a:pt x="1719178" y="7460"/>
                  </a:lnTo>
                  <a:lnTo>
                    <a:pt x="1726993" y="7357"/>
                  </a:lnTo>
                  <a:lnTo>
                    <a:pt x="1734807" y="7253"/>
                  </a:lnTo>
                  <a:lnTo>
                    <a:pt x="1742622" y="7149"/>
                  </a:lnTo>
                  <a:lnTo>
                    <a:pt x="1750436" y="6908"/>
                  </a:lnTo>
                  <a:lnTo>
                    <a:pt x="1758250" y="6708"/>
                  </a:lnTo>
                  <a:lnTo>
                    <a:pt x="1766065" y="6579"/>
                  </a:lnTo>
                  <a:lnTo>
                    <a:pt x="1773879" y="6422"/>
                  </a:lnTo>
                  <a:lnTo>
                    <a:pt x="1781694" y="6313"/>
                  </a:lnTo>
                  <a:lnTo>
                    <a:pt x="1789508" y="6181"/>
                  </a:lnTo>
                  <a:lnTo>
                    <a:pt x="1797323" y="6045"/>
                  </a:lnTo>
                  <a:lnTo>
                    <a:pt x="1805137" y="5801"/>
                  </a:lnTo>
                  <a:lnTo>
                    <a:pt x="1812952" y="5525"/>
                  </a:lnTo>
                  <a:lnTo>
                    <a:pt x="1820766" y="5249"/>
                  </a:lnTo>
                  <a:lnTo>
                    <a:pt x="1828580" y="5010"/>
                  </a:lnTo>
                  <a:lnTo>
                    <a:pt x="1836395" y="4832"/>
                  </a:lnTo>
                  <a:lnTo>
                    <a:pt x="1844209" y="4654"/>
                  </a:lnTo>
                  <a:lnTo>
                    <a:pt x="1852024" y="4475"/>
                  </a:lnTo>
                  <a:lnTo>
                    <a:pt x="1859838" y="4223"/>
                  </a:lnTo>
                  <a:lnTo>
                    <a:pt x="1867653" y="3969"/>
                  </a:lnTo>
                  <a:lnTo>
                    <a:pt x="1875467" y="3715"/>
                  </a:lnTo>
                  <a:lnTo>
                    <a:pt x="1883282" y="3391"/>
                  </a:lnTo>
                  <a:lnTo>
                    <a:pt x="1891096" y="3009"/>
                  </a:lnTo>
                  <a:lnTo>
                    <a:pt x="1898910" y="2762"/>
                  </a:lnTo>
                  <a:lnTo>
                    <a:pt x="1906725" y="2554"/>
                  </a:lnTo>
                  <a:lnTo>
                    <a:pt x="1914539" y="2346"/>
                  </a:lnTo>
                  <a:lnTo>
                    <a:pt x="1922354" y="2138"/>
                  </a:lnTo>
                  <a:lnTo>
                    <a:pt x="1930168" y="1923"/>
                  </a:lnTo>
                  <a:lnTo>
                    <a:pt x="1937983" y="1783"/>
                  </a:lnTo>
                  <a:lnTo>
                    <a:pt x="1945797" y="1653"/>
                  </a:lnTo>
                  <a:lnTo>
                    <a:pt x="1953612" y="1457"/>
                  </a:lnTo>
                  <a:lnTo>
                    <a:pt x="1961426" y="1245"/>
                  </a:lnTo>
                  <a:lnTo>
                    <a:pt x="1969241" y="1048"/>
                  </a:lnTo>
                  <a:lnTo>
                    <a:pt x="1977055" y="886"/>
                  </a:lnTo>
                  <a:lnTo>
                    <a:pt x="1984869" y="724"/>
                  </a:lnTo>
                  <a:lnTo>
                    <a:pt x="1992684" y="562"/>
                  </a:lnTo>
                  <a:lnTo>
                    <a:pt x="2000498" y="400"/>
                  </a:lnTo>
                  <a:lnTo>
                    <a:pt x="2008313" y="238"/>
                  </a:lnTo>
                  <a:lnTo>
                    <a:pt x="2016127" y="92"/>
                  </a:lnTo>
                  <a:lnTo>
                    <a:pt x="2023942" y="0"/>
                  </a:lnTo>
                </a:path>
              </a:pathLst>
            </a:custGeom>
            <a:ln w="18970" cap="flat">
              <a:solidFill>
                <a:srgbClr val="FFC0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rc66"/>
            <p:cNvSpPr/>
            <p:nvPr/>
          </p:nvSpPr>
          <p:spPr>
            <a:xfrm>
              <a:off x="1121870" y="3322206"/>
              <a:ext cx="2226336" cy="742778"/>
            </a:xfrm>
            <a:prstGeom prst="rect">
              <a:avLst/>
            </a:prstGeom>
            <a:ln w="1084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rc67"/>
            <p:cNvSpPr/>
            <p:nvPr/>
          </p:nvSpPr>
          <p:spPr>
            <a:xfrm>
              <a:off x="1121870" y="4247864"/>
              <a:ext cx="2226336" cy="74277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1121870" y="4850326"/>
              <a:ext cx="2226336" cy="0"/>
            </a:xfrm>
            <a:custGeom>
              <a:avLst/>
              <a:pathLst>
                <a:path w="2226336" h="0">
                  <a:moveTo>
                    <a:pt x="0" y="0"/>
                  </a:moveTo>
                  <a:lnTo>
                    <a:pt x="2226336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1121870" y="4648718"/>
              <a:ext cx="2226336" cy="0"/>
            </a:xfrm>
            <a:custGeom>
              <a:avLst/>
              <a:pathLst>
                <a:path w="2226336" h="0">
                  <a:moveTo>
                    <a:pt x="0" y="0"/>
                  </a:moveTo>
                  <a:lnTo>
                    <a:pt x="2226336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1121870" y="4447110"/>
              <a:ext cx="2226336" cy="0"/>
            </a:xfrm>
            <a:custGeom>
              <a:avLst/>
              <a:pathLst>
                <a:path w="2226336" h="0">
                  <a:moveTo>
                    <a:pt x="0" y="0"/>
                  </a:moveTo>
                  <a:lnTo>
                    <a:pt x="2226336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1140099" y="4247864"/>
              <a:ext cx="0" cy="742778"/>
            </a:xfrm>
            <a:custGeom>
              <a:avLst/>
              <a:pathLst>
                <a:path w="0" h="742778">
                  <a:moveTo>
                    <a:pt x="0" y="742778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1657062" y="4247864"/>
              <a:ext cx="0" cy="742778"/>
            </a:xfrm>
            <a:custGeom>
              <a:avLst/>
              <a:pathLst>
                <a:path w="0" h="742778">
                  <a:moveTo>
                    <a:pt x="0" y="742778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3"/>
            <p:cNvSpPr/>
            <p:nvPr/>
          </p:nvSpPr>
          <p:spPr>
            <a:xfrm>
              <a:off x="2174025" y="4247864"/>
              <a:ext cx="0" cy="742778"/>
            </a:xfrm>
            <a:custGeom>
              <a:avLst/>
              <a:pathLst>
                <a:path w="0" h="742778">
                  <a:moveTo>
                    <a:pt x="0" y="742778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4"/>
            <p:cNvSpPr/>
            <p:nvPr/>
          </p:nvSpPr>
          <p:spPr>
            <a:xfrm>
              <a:off x="2690988" y="4247864"/>
              <a:ext cx="0" cy="742778"/>
            </a:xfrm>
            <a:custGeom>
              <a:avLst/>
              <a:pathLst>
                <a:path w="0" h="742778">
                  <a:moveTo>
                    <a:pt x="0" y="742778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l75"/>
            <p:cNvSpPr/>
            <p:nvPr/>
          </p:nvSpPr>
          <p:spPr>
            <a:xfrm>
              <a:off x="3207952" y="4247864"/>
              <a:ext cx="0" cy="742778"/>
            </a:xfrm>
            <a:custGeom>
              <a:avLst/>
              <a:pathLst>
                <a:path w="0" h="742778">
                  <a:moveTo>
                    <a:pt x="0" y="742778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l76"/>
            <p:cNvSpPr/>
            <p:nvPr/>
          </p:nvSpPr>
          <p:spPr>
            <a:xfrm>
              <a:off x="1121870" y="4648718"/>
              <a:ext cx="2226336" cy="0"/>
            </a:xfrm>
            <a:custGeom>
              <a:avLst/>
              <a:pathLst>
                <a:path w="2226336" h="0">
                  <a:moveTo>
                    <a:pt x="0" y="0"/>
                  </a:moveTo>
                  <a:lnTo>
                    <a:pt x="2226336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8" name="pg77"/>
            <p:cNvSpPr/>
            <p:nvPr/>
          </p:nvSpPr>
          <p:spPr>
            <a:xfrm>
              <a:off x="1223067" y="4603953"/>
              <a:ext cx="2023942" cy="103204"/>
            </a:xfrm>
            <a:custGeom>
              <a:avLst/>
              <a:pathLst>
                <a:path w="2023942" h="103204">
                  <a:moveTo>
                    <a:pt x="0" y="0"/>
                  </a:moveTo>
                  <a:lnTo>
                    <a:pt x="7814" y="938"/>
                  </a:lnTo>
                  <a:lnTo>
                    <a:pt x="15628" y="1941"/>
                  </a:lnTo>
                  <a:lnTo>
                    <a:pt x="23443" y="2885"/>
                  </a:lnTo>
                  <a:lnTo>
                    <a:pt x="31257" y="3818"/>
                  </a:lnTo>
                  <a:lnTo>
                    <a:pt x="39072" y="4746"/>
                  </a:lnTo>
                  <a:lnTo>
                    <a:pt x="46886" y="5699"/>
                  </a:lnTo>
                  <a:lnTo>
                    <a:pt x="54701" y="6688"/>
                  </a:lnTo>
                  <a:lnTo>
                    <a:pt x="62515" y="7617"/>
                  </a:lnTo>
                  <a:lnTo>
                    <a:pt x="70330" y="8521"/>
                  </a:lnTo>
                  <a:lnTo>
                    <a:pt x="78144" y="9421"/>
                  </a:lnTo>
                  <a:lnTo>
                    <a:pt x="85958" y="10328"/>
                  </a:lnTo>
                  <a:lnTo>
                    <a:pt x="93773" y="11279"/>
                  </a:lnTo>
                  <a:lnTo>
                    <a:pt x="101587" y="12173"/>
                  </a:lnTo>
                  <a:lnTo>
                    <a:pt x="109402" y="13061"/>
                  </a:lnTo>
                  <a:lnTo>
                    <a:pt x="117216" y="13944"/>
                  </a:lnTo>
                  <a:lnTo>
                    <a:pt x="125031" y="14820"/>
                  </a:lnTo>
                  <a:lnTo>
                    <a:pt x="132845" y="15691"/>
                  </a:lnTo>
                  <a:lnTo>
                    <a:pt x="140660" y="16556"/>
                  </a:lnTo>
                  <a:lnTo>
                    <a:pt x="148474" y="17472"/>
                  </a:lnTo>
                  <a:lnTo>
                    <a:pt x="156288" y="18386"/>
                  </a:lnTo>
                  <a:lnTo>
                    <a:pt x="164103" y="19291"/>
                  </a:lnTo>
                  <a:lnTo>
                    <a:pt x="171917" y="20156"/>
                  </a:lnTo>
                  <a:lnTo>
                    <a:pt x="179732" y="20988"/>
                  </a:lnTo>
                  <a:lnTo>
                    <a:pt x="187546" y="21814"/>
                  </a:lnTo>
                  <a:lnTo>
                    <a:pt x="195361" y="22638"/>
                  </a:lnTo>
                  <a:lnTo>
                    <a:pt x="203175" y="23480"/>
                  </a:lnTo>
                  <a:lnTo>
                    <a:pt x="210990" y="24314"/>
                  </a:lnTo>
                  <a:lnTo>
                    <a:pt x="218804" y="25101"/>
                  </a:lnTo>
                  <a:lnTo>
                    <a:pt x="226619" y="25862"/>
                  </a:lnTo>
                  <a:lnTo>
                    <a:pt x="234433" y="26637"/>
                  </a:lnTo>
                  <a:lnTo>
                    <a:pt x="242247" y="27419"/>
                  </a:lnTo>
                  <a:lnTo>
                    <a:pt x="250062" y="28195"/>
                  </a:lnTo>
                  <a:lnTo>
                    <a:pt x="257876" y="28965"/>
                  </a:lnTo>
                  <a:lnTo>
                    <a:pt x="265691" y="29729"/>
                  </a:lnTo>
                  <a:lnTo>
                    <a:pt x="273505" y="30488"/>
                  </a:lnTo>
                  <a:lnTo>
                    <a:pt x="281320" y="31235"/>
                  </a:lnTo>
                  <a:lnTo>
                    <a:pt x="289134" y="31965"/>
                  </a:lnTo>
                  <a:lnTo>
                    <a:pt x="296949" y="32691"/>
                  </a:lnTo>
                  <a:lnTo>
                    <a:pt x="304763" y="33414"/>
                  </a:lnTo>
                  <a:lnTo>
                    <a:pt x="312577" y="34136"/>
                  </a:lnTo>
                  <a:lnTo>
                    <a:pt x="320392" y="34864"/>
                  </a:lnTo>
                  <a:lnTo>
                    <a:pt x="328206" y="35570"/>
                  </a:lnTo>
                  <a:lnTo>
                    <a:pt x="336021" y="36271"/>
                  </a:lnTo>
                  <a:lnTo>
                    <a:pt x="343835" y="36983"/>
                  </a:lnTo>
                  <a:lnTo>
                    <a:pt x="351650" y="37691"/>
                  </a:lnTo>
                  <a:lnTo>
                    <a:pt x="359464" y="38392"/>
                  </a:lnTo>
                  <a:lnTo>
                    <a:pt x="367279" y="39086"/>
                  </a:lnTo>
                  <a:lnTo>
                    <a:pt x="375093" y="39768"/>
                  </a:lnTo>
                  <a:lnTo>
                    <a:pt x="382907" y="40452"/>
                  </a:lnTo>
                  <a:lnTo>
                    <a:pt x="390722" y="41123"/>
                  </a:lnTo>
                  <a:lnTo>
                    <a:pt x="398536" y="41790"/>
                  </a:lnTo>
                  <a:lnTo>
                    <a:pt x="406351" y="42456"/>
                  </a:lnTo>
                  <a:lnTo>
                    <a:pt x="414165" y="43117"/>
                  </a:lnTo>
                  <a:lnTo>
                    <a:pt x="421980" y="43771"/>
                  </a:lnTo>
                  <a:lnTo>
                    <a:pt x="429794" y="44419"/>
                  </a:lnTo>
                  <a:lnTo>
                    <a:pt x="437609" y="44791"/>
                  </a:lnTo>
                  <a:lnTo>
                    <a:pt x="445423" y="44848"/>
                  </a:lnTo>
                  <a:lnTo>
                    <a:pt x="453238" y="44905"/>
                  </a:lnTo>
                  <a:lnTo>
                    <a:pt x="461052" y="44962"/>
                  </a:lnTo>
                  <a:lnTo>
                    <a:pt x="468866" y="45020"/>
                  </a:lnTo>
                  <a:lnTo>
                    <a:pt x="476681" y="45076"/>
                  </a:lnTo>
                  <a:lnTo>
                    <a:pt x="484495" y="45133"/>
                  </a:lnTo>
                  <a:lnTo>
                    <a:pt x="492310" y="45190"/>
                  </a:lnTo>
                  <a:lnTo>
                    <a:pt x="500124" y="45247"/>
                  </a:lnTo>
                  <a:lnTo>
                    <a:pt x="507939" y="45303"/>
                  </a:lnTo>
                  <a:lnTo>
                    <a:pt x="515753" y="45360"/>
                  </a:lnTo>
                  <a:lnTo>
                    <a:pt x="523568" y="45416"/>
                  </a:lnTo>
                  <a:lnTo>
                    <a:pt x="531382" y="45473"/>
                  </a:lnTo>
                  <a:lnTo>
                    <a:pt x="539196" y="45529"/>
                  </a:lnTo>
                  <a:lnTo>
                    <a:pt x="547011" y="45585"/>
                  </a:lnTo>
                  <a:lnTo>
                    <a:pt x="554825" y="45641"/>
                  </a:lnTo>
                  <a:lnTo>
                    <a:pt x="562640" y="45697"/>
                  </a:lnTo>
                  <a:lnTo>
                    <a:pt x="570454" y="45753"/>
                  </a:lnTo>
                  <a:lnTo>
                    <a:pt x="578269" y="45809"/>
                  </a:lnTo>
                  <a:lnTo>
                    <a:pt x="586083" y="45865"/>
                  </a:lnTo>
                  <a:lnTo>
                    <a:pt x="593898" y="45921"/>
                  </a:lnTo>
                  <a:lnTo>
                    <a:pt x="601712" y="45976"/>
                  </a:lnTo>
                  <a:lnTo>
                    <a:pt x="609526" y="46032"/>
                  </a:lnTo>
                  <a:lnTo>
                    <a:pt x="617341" y="46087"/>
                  </a:lnTo>
                  <a:lnTo>
                    <a:pt x="625155" y="46142"/>
                  </a:lnTo>
                  <a:lnTo>
                    <a:pt x="632970" y="46198"/>
                  </a:lnTo>
                  <a:lnTo>
                    <a:pt x="640784" y="46253"/>
                  </a:lnTo>
                  <a:lnTo>
                    <a:pt x="648599" y="46308"/>
                  </a:lnTo>
                  <a:lnTo>
                    <a:pt x="656413" y="46363"/>
                  </a:lnTo>
                  <a:lnTo>
                    <a:pt x="664228" y="46418"/>
                  </a:lnTo>
                  <a:lnTo>
                    <a:pt x="672042" y="46473"/>
                  </a:lnTo>
                  <a:lnTo>
                    <a:pt x="679857" y="46527"/>
                  </a:lnTo>
                  <a:lnTo>
                    <a:pt x="687671" y="46582"/>
                  </a:lnTo>
                  <a:lnTo>
                    <a:pt x="695485" y="46637"/>
                  </a:lnTo>
                  <a:lnTo>
                    <a:pt x="703300" y="46691"/>
                  </a:lnTo>
                  <a:lnTo>
                    <a:pt x="711114" y="46745"/>
                  </a:lnTo>
                  <a:lnTo>
                    <a:pt x="718929" y="46800"/>
                  </a:lnTo>
                  <a:lnTo>
                    <a:pt x="726743" y="46854"/>
                  </a:lnTo>
                  <a:lnTo>
                    <a:pt x="734558" y="46908"/>
                  </a:lnTo>
                  <a:lnTo>
                    <a:pt x="742372" y="46962"/>
                  </a:lnTo>
                  <a:lnTo>
                    <a:pt x="750187" y="47016"/>
                  </a:lnTo>
                  <a:lnTo>
                    <a:pt x="758001" y="47070"/>
                  </a:lnTo>
                  <a:lnTo>
                    <a:pt x="765815" y="47124"/>
                  </a:lnTo>
                  <a:lnTo>
                    <a:pt x="773630" y="47178"/>
                  </a:lnTo>
                  <a:lnTo>
                    <a:pt x="781444" y="47231"/>
                  </a:lnTo>
                  <a:lnTo>
                    <a:pt x="789259" y="47285"/>
                  </a:lnTo>
                  <a:lnTo>
                    <a:pt x="797073" y="47338"/>
                  </a:lnTo>
                  <a:lnTo>
                    <a:pt x="804888" y="47392"/>
                  </a:lnTo>
                  <a:lnTo>
                    <a:pt x="812702" y="47445"/>
                  </a:lnTo>
                  <a:lnTo>
                    <a:pt x="820517" y="47498"/>
                  </a:lnTo>
                  <a:lnTo>
                    <a:pt x="828331" y="47551"/>
                  </a:lnTo>
                  <a:lnTo>
                    <a:pt x="836145" y="47605"/>
                  </a:lnTo>
                  <a:lnTo>
                    <a:pt x="843960" y="47658"/>
                  </a:lnTo>
                  <a:lnTo>
                    <a:pt x="851774" y="47710"/>
                  </a:lnTo>
                  <a:lnTo>
                    <a:pt x="859589" y="47763"/>
                  </a:lnTo>
                  <a:lnTo>
                    <a:pt x="867403" y="47816"/>
                  </a:lnTo>
                  <a:lnTo>
                    <a:pt x="875218" y="47869"/>
                  </a:lnTo>
                  <a:lnTo>
                    <a:pt x="883032" y="47921"/>
                  </a:lnTo>
                  <a:lnTo>
                    <a:pt x="890847" y="47974"/>
                  </a:lnTo>
                  <a:lnTo>
                    <a:pt x="898661" y="48026"/>
                  </a:lnTo>
                  <a:lnTo>
                    <a:pt x="906476" y="48079"/>
                  </a:lnTo>
                  <a:lnTo>
                    <a:pt x="914290" y="48131"/>
                  </a:lnTo>
                  <a:lnTo>
                    <a:pt x="922104" y="48183"/>
                  </a:lnTo>
                  <a:lnTo>
                    <a:pt x="929919" y="48235"/>
                  </a:lnTo>
                  <a:lnTo>
                    <a:pt x="937733" y="48287"/>
                  </a:lnTo>
                  <a:lnTo>
                    <a:pt x="945548" y="48339"/>
                  </a:lnTo>
                  <a:lnTo>
                    <a:pt x="953362" y="48391"/>
                  </a:lnTo>
                  <a:lnTo>
                    <a:pt x="961177" y="48443"/>
                  </a:lnTo>
                  <a:lnTo>
                    <a:pt x="968991" y="48494"/>
                  </a:lnTo>
                  <a:lnTo>
                    <a:pt x="976806" y="48546"/>
                  </a:lnTo>
                  <a:lnTo>
                    <a:pt x="984620" y="48597"/>
                  </a:lnTo>
                  <a:lnTo>
                    <a:pt x="992434" y="48649"/>
                  </a:lnTo>
                  <a:lnTo>
                    <a:pt x="1000249" y="48700"/>
                  </a:lnTo>
                  <a:lnTo>
                    <a:pt x="1008063" y="48752"/>
                  </a:lnTo>
                  <a:lnTo>
                    <a:pt x="1015878" y="48803"/>
                  </a:lnTo>
                  <a:lnTo>
                    <a:pt x="1023692" y="48854"/>
                  </a:lnTo>
                  <a:lnTo>
                    <a:pt x="1031507" y="48905"/>
                  </a:lnTo>
                  <a:lnTo>
                    <a:pt x="1039321" y="48956"/>
                  </a:lnTo>
                  <a:lnTo>
                    <a:pt x="1047136" y="49007"/>
                  </a:lnTo>
                  <a:lnTo>
                    <a:pt x="1054950" y="49058"/>
                  </a:lnTo>
                  <a:lnTo>
                    <a:pt x="1062765" y="49108"/>
                  </a:lnTo>
                  <a:lnTo>
                    <a:pt x="1070579" y="49159"/>
                  </a:lnTo>
                  <a:lnTo>
                    <a:pt x="1078393" y="49210"/>
                  </a:lnTo>
                  <a:lnTo>
                    <a:pt x="1086208" y="49260"/>
                  </a:lnTo>
                  <a:lnTo>
                    <a:pt x="1094022" y="49310"/>
                  </a:lnTo>
                  <a:lnTo>
                    <a:pt x="1101837" y="49361"/>
                  </a:lnTo>
                  <a:lnTo>
                    <a:pt x="1109651" y="49411"/>
                  </a:lnTo>
                  <a:lnTo>
                    <a:pt x="1117466" y="49461"/>
                  </a:lnTo>
                  <a:lnTo>
                    <a:pt x="1125280" y="49511"/>
                  </a:lnTo>
                  <a:lnTo>
                    <a:pt x="1133095" y="49561"/>
                  </a:lnTo>
                  <a:lnTo>
                    <a:pt x="1140909" y="49611"/>
                  </a:lnTo>
                  <a:lnTo>
                    <a:pt x="1148723" y="49661"/>
                  </a:lnTo>
                  <a:lnTo>
                    <a:pt x="1156538" y="49711"/>
                  </a:lnTo>
                  <a:lnTo>
                    <a:pt x="1164352" y="49761"/>
                  </a:lnTo>
                  <a:lnTo>
                    <a:pt x="1172167" y="49810"/>
                  </a:lnTo>
                  <a:lnTo>
                    <a:pt x="1179981" y="49860"/>
                  </a:lnTo>
                  <a:lnTo>
                    <a:pt x="1187796" y="49909"/>
                  </a:lnTo>
                  <a:lnTo>
                    <a:pt x="1195610" y="49959"/>
                  </a:lnTo>
                  <a:lnTo>
                    <a:pt x="1203425" y="50008"/>
                  </a:lnTo>
                  <a:lnTo>
                    <a:pt x="1211239" y="50058"/>
                  </a:lnTo>
                  <a:lnTo>
                    <a:pt x="1219053" y="50107"/>
                  </a:lnTo>
                  <a:lnTo>
                    <a:pt x="1226868" y="50156"/>
                  </a:lnTo>
                  <a:lnTo>
                    <a:pt x="1234682" y="50205"/>
                  </a:lnTo>
                  <a:lnTo>
                    <a:pt x="1242497" y="50254"/>
                  </a:lnTo>
                  <a:lnTo>
                    <a:pt x="1250311" y="50303"/>
                  </a:lnTo>
                  <a:lnTo>
                    <a:pt x="1258126" y="50352"/>
                  </a:lnTo>
                  <a:lnTo>
                    <a:pt x="1265940" y="50401"/>
                  </a:lnTo>
                  <a:lnTo>
                    <a:pt x="1273755" y="50450"/>
                  </a:lnTo>
                  <a:lnTo>
                    <a:pt x="1281569" y="50498"/>
                  </a:lnTo>
                  <a:lnTo>
                    <a:pt x="1289384" y="50547"/>
                  </a:lnTo>
                  <a:lnTo>
                    <a:pt x="1297198" y="50595"/>
                  </a:lnTo>
                  <a:lnTo>
                    <a:pt x="1305012" y="50644"/>
                  </a:lnTo>
                  <a:lnTo>
                    <a:pt x="1312827" y="50692"/>
                  </a:lnTo>
                  <a:lnTo>
                    <a:pt x="1320641" y="50740"/>
                  </a:lnTo>
                  <a:lnTo>
                    <a:pt x="1328456" y="50789"/>
                  </a:lnTo>
                  <a:lnTo>
                    <a:pt x="1336270" y="50837"/>
                  </a:lnTo>
                  <a:lnTo>
                    <a:pt x="1344085" y="50885"/>
                  </a:lnTo>
                  <a:lnTo>
                    <a:pt x="1351899" y="50933"/>
                  </a:lnTo>
                  <a:lnTo>
                    <a:pt x="1359714" y="50981"/>
                  </a:lnTo>
                  <a:lnTo>
                    <a:pt x="1367528" y="51029"/>
                  </a:lnTo>
                  <a:lnTo>
                    <a:pt x="1375342" y="51076"/>
                  </a:lnTo>
                  <a:lnTo>
                    <a:pt x="1383157" y="51124"/>
                  </a:lnTo>
                  <a:lnTo>
                    <a:pt x="1390971" y="51172"/>
                  </a:lnTo>
                  <a:lnTo>
                    <a:pt x="1398786" y="51219"/>
                  </a:lnTo>
                  <a:lnTo>
                    <a:pt x="1406600" y="51267"/>
                  </a:lnTo>
                  <a:lnTo>
                    <a:pt x="1414415" y="51314"/>
                  </a:lnTo>
                  <a:lnTo>
                    <a:pt x="1422229" y="51362"/>
                  </a:lnTo>
                  <a:lnTo>
                    <a:pt x="1430044" y="51409"/>
                  </a:lnTo>
                  <a:lnTo>
                    <a:pt x="1437858" y="51456"/>
                  </a:lnTo>
                  <a:lnTo>
                    <a:pt x="1445672" y="51503"/>
                  </a:lnTo>
                  <a:lnTo>
                    <a:pt x="1453487" y="51550"/>
                  </a:lnTo>
                  <a:lnTo>
                    <a:pt x="1461301" y="51597"/>
                  </a:lnTo>
                  <a:lnTo>
                    <a:pt x="1469116" y="51644"/>
                  </a:lnTo>
                  <a:lnTo>
                    <a:pt x="1476930" y="51691"/>
                  </a:lnTo>
                  <a:lnTo>
                    <a:pt x="1484745" y="51738"/>
                  </a:lnTo>
                  <a:lnTo>
                    <a:pt x="1492559" y="51784"/>
                  </a:lnTo>
                  <a:lnTo>
                    <a:pt x="1500374" y="51831"/>
                  </a:lnTo>
                  <a:lnTo>
                    <a:pt x="1508188" y="51876"/>
                  </a:lnTo>
                  <a:lnTo>
                    <a:pt x="1516003" y="51920"/>
                  </a:lnTo>
                  <a:lnTo>
                    <a:pt x="1523817" y="51964"/>
                  </a:lnTo>
                  <a:lnTo>
                    <a:pt x="1531631" y="52008"/>
                  </a:lnTo>
                  <a:lnTo>
                    <a:pt x="1539446" y="52051"/>
                  </a:lnTo>
                  <a:lnTo>
                    <a:pt x="1547260" y="52095"/>
                  </a:lnTo>
                  <a:lnTo>
                    <a:pt x="1555075" y="52139"/>
                  </a:lnTo>
                  <a:lnTo>
                    <a:pt x="1562889" y="52182"/>
                  </a:lnTo>
                  <a:lnTo>
                    <a:pt x="1570704" y="52225"/>
                  </a:lnTo>
                  <a:lnTo>
                    <a:pt x="1578518" y="52269"/>
                  </a:lnTo>
                  <a:lnTo>
                    <a:pt x="1586333" y="52312"/>
                  </a:lnTo>
                  <a:lnTo>
                    <a:pt x="1594147" y="52355"/>
                  </a:lnTo>
                  <a:lnTo>
                    <a:pt x="1601961" y="52398"/>
                  </a:lnTo>
                  <a:lnTo>
                    <a:pt x="1609776" y="52441"/>
                  </a:lnTo>
                  <a:lnTo>
                    <a:pt x="1617590" y="52483"/>
                  </a:lnTo>
                  <a:lnTo>
                    <a:pt x="1625405" y="52526"/>
                  </a:lnTo>
                  <a:lnTo>
                    <a:pt x="1633219" y="52569"/>
                  </a:lnTo>
                  <a:lnTo>
                    <a:pt x="1641034" y="52611"/>
                  </a:lnTo>
                  <a:lnTo>
                    <a:pt x="1648848" y="52653"/>
                  </a:lnTo>
                  <a:lnTo>
                    <a:pt x="1656663" y="52696"/>
                  </a:lnTo>
                  <a:lnTo>
                    <a:pt x="1664477" y="52738"/>
                  </a:lnTo>
                  <a:lnTo>
                    <a:pt x="1672291" y="52780"/>
                  </a:lnTo>
                  <a:lnTo>
                    <a:pt x="1680106" y="52822"/>
                  </a:lnTo>
                  <a:lnTo>
                    <a:pt x="1687920" y="52864"/>
                  </a:lnTo>
                  <a:lnTo>
                    <a:pt x="1695735" y="52906"/>
                  </a:lnTo>
                  <a:lnTo>
                    <a:pt x="1703549" y="52947"/>
                  </a:lnTo>
                  <a:lnTo>
                    <a:pt x="1711364" y="52989"/>
                  </a:lnTo>
                  <a:lnTo>
                    <a:pt x="1719178" y="53030"/>
                  </a:lnTo>
                  <a:lnTo>
                    <a:pt x="1726993" y="53072"/>
                  </a:lnTo>
                  <a:lnTo>
                    <a:pt x="1734807" y="53113"/>
                  </a:lnTo>
                  <a:lnTo>
                    <a:pt x="1742622" y="53154"/>
                  </a:lnTo>
                  <a:lnTo>
                    <a:pt x="1750436" y="53195"/>
                  </a:lnTo>
                  <a:lnTo>
                    <a:pt x="1758250" y="53236"/>
                  </a:lnTo>
                  <a:lnTo>
                    <a:pt x="1766065" y="53277"/>
                  </a:lnTo>
                  <a:lnTo>
                    <a:pt x="1773879" y="53318"/>
                  </a:lnTo>
                  <a:lnTo>
                    <a:pt x="1781694" y="53359"/>
                  </a:lnTo>
                  <a:lnTo>
                    <a:pt x="1789508" y="53399"/>
                  </a:lnTo>
                  <a:lnTo>
                    <a:pt x="1797323" y="53436"/>
                  </a:lnTo>
                  <a:lnTo>
                    <a:pt x="1805137" y="53470"/>
                  </a:lnTo>
                  <a:lnTo>
                    <a:pt x="1812952" y="53503"/>
                  </a:lnTo>
                  <a:lnTo>
                    <a:pt x="1820766" y="53537"/>
                  </a:lnTo>
                  <a:lnTo>
                    <a:pt x="1828580" y="53570"/>
                  </a:lnTo>
                  <a:lnTo>
                    <a:pt x="1836395" y="53604"/>
                  </a:lnTo>
                  <a:lnTo>
                    <a:pt x="1844209" y="53637"/>
                  </a:lnTo>
                  <a:lnTo>
                    <a:pt x="1852024" y="53670"/>
                  </a:lnTo>
                  <a:lnTo>
                    <a:pt x="1859838" y="53703"/>
                  </a:lnTo>
                  <a:lnTo>
                    <a:pt x="1867653" y="53735"/>
                  </a:lnTo>
                  <a:lnTo>
                    <a:pt x="1875467" y="53768"/>
                  </a:lnTo>
                  <a:lnTo>
                    <a:pt x="1883282" y="53800"/>
                  </a:lnTo>
                  <a:lnTo>
                    <a:pt x="1891096" y="53833"/>
                  </a:lnTo>
                  <a:lnTo>
                    <a:pt x="1898910" y="53865"/>
                  </a:lnTo>
                  <a:lnTo>
                    <a:pt x="1906725" y="53897"/>
                  </a:lnTo>
                  <a:lnTo>
                    <a:pt x="1914539" y="53929"/>
                  </a:lnTo>
                  <a:lnTo>
                    <a:pt x="1922354" y="53961"/>
                  </a:lnTo>
                  <a:lnTo>
                    <a:pt x="1930168" y="53992"/>
                  </a:lnTo>
                  <a:lnTo>
                    <a:pt x="1937983" y="54024"/>
                  </a:lnTo>
                  <a:lnTo>
                    <a:pt x="1945797" y="54055"/>
                  </a:lnTo>
                  <a:lnTo>
                    <a:pt x="1953612" y="54086"/>
                  </a:lnTo>
                  <a:lnTo>
                    <a:pt x="1961426" y="54128"/>
                  </a:lnTo>
                  <a:lnTo>
                    <a:pt x="1969241" y="54171"/>
                  </a:lnTo>
                  <a:lnTo>
                    <a:pt x="1977055" y="54214"/>
                  </a:lnTo>
                  <a:lnTo>
                    <a:pt x="1984869" y="54256"/>
                  </a:lnTo>
                  <a:lnTo>
                    <a:pt x="1992684" y="54299"/>
                  </a:lnTo>
                  <a:lnTo>
                    <a:pt x="2000498" y="54341"/>
                  </a:lnTo>
                  <a:lnTo>
                    <a:pt x="2008313" y="54384"/>
                  </a:lnTo>
                  <a:lnTo>
                    <a:pt x="2016127" y="54426"/>
                  </a:lnTo>
                  <a:lnTo>
                    <a:pt x="2023942" y="54469"/>
                  </a:lnTo>
                  <a:lnTo>
                    <a:pt x="2023942" y="103204"/>
                  </a:lnTo>
                  <a:lnTo>
                    <a:pt x="2016127" y="103136"/>
                  </a:lnTo>
                  <a:lnTo>
                    <a:pt x="2008313" y="103067"/>
                  </a:lnTo>
                  <a:lnTo>
                    <a:pt x="2000498" y="102997"/>
                  </a:lnTo>
                  <a:lnTo>
                    <a:pt x="1992684" y="102926"/>
                  </a:lnTo>
                  <a:lnTo>
                    <a:pt x="1984869" y="102854"/>
                  </a:lnTo>
                  <a:lnTo>
                    <a:pt x="1977055" y="102781"/>
                  </a:lnTo>
                  <a:lnTo>
                    <a:pt x="1969241" y="102708"/>
                  </a:lnTo>
                  <a:lnTo>
                    <a:pt x="1961426" y="102633"/>
                  </a:lnTo>
                  <a:lnTo>
                    <a:pt x="1953612" y="102557"/>
                  </a:lnTo>
                  <a:lnTo>
                    <a:pt x="1945797" y="102480"/>
                  </a:lnTo>
                  <a:lnTo>
                    <a:pt x="1937983" y="102401"/>
                  </a:lnTo>
                  <a:lnTo>
                    <a:pt x="1930168" y="102322"/>
                  </a:lnTo>
                  <a:lnTo>
                    <a:pt x="1922354" y="102241"/>
                  </a:lnTo>
                  <a:lnTo>
                    <a:pt x="1914539" y="102160"/>
                  </a:lnTo>
                  <a:lnTo>
                    <a:pt x="1906725" y="102077"/>
                  </a:lnTo>
                  <a:lnTo>
                    <a:pt x="1898910" y="101993"/>
                  </a:lnTo>
                  <a:lnTo>
                    <a:pt x="1891096" y="101909"/>
                  </a:lnTo>
                  <a:lnTo>
                    <a:pt x="1883282" y="101823"/>
                  </a:lnTo>
                  <a:lnTo>
                    <a:pt x="1875467" y="101736"/>
                  </a:lnTo>
                  <a:lnTo>
                    <a:pt x="1867653" y="101638"/>
                  </a:lnTo>
                  <a:lnTo>
                    <a:pt x="1859838" y="101499"/>
                  </a:lnTo>
                  <a:lnTo>
                    <a:pt x="1852024" y="101359"/>
                  </a:lnTo>
                  <a:lnTo>
                    <a:pt x="1844209" y="101217"/>
                  </a:lnTo>
                  <a:lnTo>
                    <a:pt x="1836395" y="101075"/>
                  </a:lnTo>
                  <a:lnTo>
                    <a:pt x="1828580" y="100931"/>
                  </a:lnTo>
                  <a:lnTo>
                    <a:pt x="1820766" y="100785"/>
                  </a:lnTo>
                  <a:lnTo>
                    <a:pt x="1812952" y="100637"/>
                  </a:lnTo>
                  <a:lnTo>
                    <a:pt x="1805137" y="100488"/>
                  </a:lnTo>
                  <a:lnTo>
                    <a:pt x="1797323" y="100337"/>
                  </a:lnTo>
                  <a:lnTo>
                    <a:pt x="1789508" y="100186"/>
                  </a:lnTo>
                  <a:lnTo>
                    <a:pt x="1781694" y="100033"/>
                  </a:lnTo>
                  <a:lnTo>
                    <a:pt x="1773879" y="99909"/>
                  </a:lnTo>
                  <a:lnTo>
                    <a:pt x="1766065" y="99789"/>
                  </a:lnTo>
                  <a:lnTo>
                    <a:pt x="1758250" y="99668"/>
                  </a:lnTo>
                  <a:lnTo>
                    <a:pt x="1750436" y="99546"/>
                  </a:lnTo>
                  <a:lnTo>
                    <a:pt x="1742622" y="99372"/>
                  </a:lnTo>
                  <a:lnTo>
                    <a:pt x="1734807" y="99275"/>
                  </a:lnTo>
                  <a:lnTo>
                    <a:pt x="1726993" y="99107"/>
                  </a:lnTo>
                  <a:lnTo>
                    <a:pt x="1719178" y="98937"/>
                  </a:lnTo>
                  <a:lnTo>
                    <a:pt x="1711364" y="98820"/>
                  </a:lnTo>
                  <a:lnTo>
                    <a:pt x="1703549" y="98717"/>
                  </a:lnTo>
                  <a:lnTo>
                    <a:pt x="1695735" y="98612"/>
                  </a:lnTo>
                  <a:lnTo>
                    <a:pt x="1687920" y="98496"/>
                  </a:lnTo>
                  <a:lnTo>
                    <a:pt x="1680106" y="98274"/>
                  </a:lnTo>
                  <a:lnTo>
                    <a:pt x="1672291" y="98049"/>
                  </a:lnTo>
                  <a:lnTo>
                    <a:pt x="1664477" y="97824"/>
                  </a:lnTo>
                  <a:lnTo>
                    <a:pt x="1656663" y="97597"/>
                  </a:lnTo>
                  <a:lnTo>
                    <a:pt x="1648848" y="97370"/>
                  </a:lnTo>
                  <a:lnTo>
                    <a:pt x="1641034" y="97164"/>
                  </a:lnTo>
                  <a:lnTo>
                    <a:pt x="1633219" y="96979"/>
                  </a:lnTo>
                  <a:lnTo>
                    <a:pt x="1625405" y="96791"/>
                  </a:lnTo>
                  <a:lnTo>
                    <a:pt x="1617590" y="96601"/>
                  </a:lnTo>
                  <a:lnTo>
                    <a:pt x="1609776" y="96410"/>
                  </a:lnTo>
                  <a:lnTo>
                    <a:pt x="1601961" y="96218"/>
                  </a:lnTo>
                  <a:lnTo>
                    <a:pt x="1594147" y="96023"/>
                  </a:lnTo>
                  <a:lnTo>
                    <a:pt x="1586333" y="95828"/>
                  </a:lnTo>
                  <a:lnTo>
                    <a:pt x="1578518" y="95630"/>
                  </a:lnTo>
                  <a:lnTo>
                    <a:pt x="1570704" y="95432"/>
                  </a:lnTo>
                  <a:lnTo>
                    <a:pt x="1562889" y="95231"/>
                  </a:lnTo>
                  <a:lnTo>
                    <a:pt x="1555075" y="95030"/>
                  </a:lnTo>
                  <a:lnTo>
                    <a:pt x="1547260" y="94826"/>
                  </a:lnTo>
                  <a:lnTo>
                    <a:pt x="1539446" y="94621"/>
                  </a:lnTo>
                  <a:lnTo>
                    <a:pt x="1531631" y="94416"/>
                  </a:lnTo>
                  <a:lnTo>
                    <a:pt x="1523817" y="94214"/>
                  </a:lnTo>
                  <a:lnTo>
                    <a:pt x="1516003" y="94012"/>
                  </a:lnTo>
                  <a:lnTo>
                    <a:pt x="1508188" y="93868"/>
                  </a:lnTo>
                  <a:lnTo>
                    <a:pt x="1500374" y="93734"/>
                  </a:lnTo>
                  <a:lnTo>
                    <a:pt x="1492559" y="93515"/>
                  </a:lnTo>
                  <a:lnTo>
                    <a:pt x="1484745" y="93369"/>
                  </a:lnTo>
                  <a:lnTo>
                    <a:pt x="1476930" y="93221"/>
                  </a:lnTo>
                  <a:lnTo>
                    <a:pt x="1469116" y="93071"/>
                  </a:lnTo>
                  <a:lnTo>
                    <a:pt x="1461301" y="92917"/>
                  </a:lnTo>
                  <a:lnTo>
                    <a:pt x="1453487" y="92706"/>
                  </a:lnTo>
                  <a:lnTo>
                    <a:pt x="1445672" y="92556"/>
                  </a:lnTo>
                  <a:lnTo>
                    <a:pt x="1437858" y="92404"/>
                  </a:lnTo>
                  <a:lnTo>
                    <a:pt x="1430044" y="92251"/>
                  </a:lnTo>
                  <a:lnTo>
                    <a:pt x="1422229" y="92095"/>
                  </a:lnTo>
                  <a:lnTo>
                    <a:pt x="1414415" y="91937"/>
                  </a:lnTo>
                  <a:lnTo>
                    <a:pt x="1406600" y="91777"/>
                  </a:lnTo>
                  <a:lnTo>
                    <a:pt x="1398786" y="91616"/>
                  </a:lnTo>
                  <a:lnTo>
                    <a:pt x="1390971" y="91451"/>
                  </a:lnTo>
                  <a:lnTo>
                    <a:pt x="1383157" y="91285"/>
                  </a:lnTo>
                  <a:lnTo>
                    <a:pt x="1375342" y="91114"/>
                  </a:lnTo>
                  <a:lnTo>
                    <a:pt x="1367528" y="90938"/>
                  </a:lnTo>
                  <a:lnTo>
                    <a:pt x="1359714" y="90752"/>
                  </a:lnTo>
                  <a:lnTo>
                    <a:pt x="1351899" y="90482"/>
                  </a:lnTo>
                  <a:lnTo>
                    <a:pt x="1344085" y="90272"/>
                  </a:lnTo>
                  <a:lnTo>
                    <a:pt x="1336270" y="90030"/>
                  </a:lnTo>
                  <a:lnTo>
                    <a:pt x="1328456" y="89784"/>
                  </a:lnTo>
                  <a:lnTo>
                    <a:pt x="1320641" y="89536"/>
                  </a:lnTo>
                  <a:lnTo>
                    <a:pt x="1312827" y="89285"/>
                  </a:lnTo>
                  <a:lnTo>
                    <a:pt x="1305012" y="89044"/>
                  </a:lnTo>
                  <a:lnTo>
                    <a:pt x="1297198" y="88811"/>
                  </a:lnTo>
                  <a:lnTo>
                    <a:pt x="1289384" y="88536"/>
                  </a:lnTo>
                  <a:lnTo>
                    <a:pt x="1281569" y="88279"/>
                  </a:lnTo>
                  <a:lnTo>
                    <a:pt x="1273755" y="88055"/>
                  </a:lnTo>
                  <a:lnTo>
                    <a:pt x="1265940" y="87829"/>
                  </a:lnTo>
                  <a:lnTo>
                    <a:pt x="1258126" y="87568"/>
                  </a:lnTo>
                  <a:lnTo>
                    <a:pt x="1250311" y="87299"/>
                  </a:lnTo>
                  <a:lnTo>
                    <a:pt x="1242497" y="87027"/>
                  </a:lnTo>
                  <a:lnTo>
                    <a:pt x="1234682" y="86791"/>
                  </a:lnTo>
                  <a:lnTo>
                    <a:pt x="1226868" y="86560"/>
                  </a:lnTo>
                  <a:lnTo>
                    <a:pt x="1219053" y="86326"/>
                  </a:lnTo>
                  <a:lnTo>
                    <a:pt x="1211239" y="86091"/>
                  </a:lnTo>
                  <a:lnTo>
                    <a:pt x="1203425" y="85854"/>
                  </a:lnTo>
                  <a:lnTo>
                    <a:pt x="1195610" y="85613"/>
                  </a:lnTo>
                  <a:lnTo>
                    <a:pt x="1187796" y="85369"/>
                  </a:lnTo>
                  <a:lnTo>
                    <a:pt x="1179981" y="85123"/>
                  </a:lnTo>
                  <a:lnTo>
                    <a:pt x="1172167" y="84874"/>
                  </a:lnTo>
                  <a:lnTo>
                    <a:pt x="1164352" y="84622"/>
                  </a:lnTo>
                  <a:lnTo>
                    <a:pt x="1156538" y="84367"/>
                  </a:lnTo>
                  <a:lnTo>
                    <a:pt x="1148723" y="84110"/>
                  </a:lnTo>
                  <a:lnTo>
                    <a:pt x="1140909" y="83850"/>
                  </a:lnTo>
                  <a:lnTo>
                    <a:pt x="1133095" y="83587"/>
                  </a:lnTo>
                  <a:lnTo>
                    <a:pt x="1125280" y="83320"/>
                  </a:lnTo>
                  <a:lnTo>
                    <a:pt x="1117466" y="83051"/>
                  </a:lnTo>
                  <a:lnTo>
                    <a:pt x="1109651" y="82779"/>
                  </a:lnTo>
                  <a:lnTo>
                    <a:pt x="1101837" y="82498"/>
                  </a:lnTo>
                  <a:lnTo>
                    <a:pt x="1094022" y="82179"/>
                  </a:lnTo>
                  <a:lnTo>
                    <a:pt x="1086208" y="81858"/>
                  </a:lnTo>
                  <a:lnTo>
                    <a:pt x="1078393" y="81599"/>
                  </a:lnTo>
                  <a:lnTo>
                    <a:pt x="1070579" y="81294"/>
                  </a:lnTo>
                  <a:lnTo>
                    <a:pt x="1062765" y="80972"/>
                  </a:lnTo>
                  <a:lnTo>
                    <a:pt x="1054950" y="80648"/>
                  </a:lnTo>
                  <a:lnTo>
                    <a:pt x="1047136" y="80321"/>
                  </a:lnTo>
                  <a:lnTo>
                    <a:pt x="1039321" y="79991"/>
                  </a:lnTo>
                  <a:lnTo>
                    <a:pt x="1031507" y="79658"/>
                  </a:lnTo>
                  <a:lnTo>
                    <a:pt x="1023692" y="79323"/>
                  </a:lnTo>
                  <a:lnTo>
                    <a:pt x="1015878" y="78985"/>
                  </a:lnTo>
                  <a:lnTo>
                    <a:pt x="1008063" y="78644"/>
                  </a:lnTo>
                  <a:lnTo>
                    <a:pt x="1000249" y="78300"/>
                  </a:lnTo>
                  <a:lnTo>
                    <a:pt x="992434" y="77953"/>
                  </a:lnTo>
                  <a:lnTo>
                    <a:pt x="984620" y="77604"/>
                  </a:lnTo>
                  <a:lnTo>
                    <a:pt x="976806" y="77295"/>
                  </a:lnTo>
                  <a:lnTo>
                    <a:pt x="968991" y="77003"/>
                  </a:lnTo>
                  <a:lnTo>
                    <a:pt x="961177" y="76708"/>
                  </a:lnTo>
                  <a:lnTo>
                    <a:pt x="953362" y="76408"/>
                  </a:lnTo>
                  <a:lnTo>
                    <a:pt x="945548" y="76105"/>
                  </a:lnTo>
                  <a:lnTo>
                    <a:pt x="937733" y="75797"/>
                  </a:lnTo>
                  <a:lnTo>
                    <a:pt x="929919" y="75485"/>
                  </a:lnTo>
                  <a:lnTo>
                    <a:pt x="922104" y="75166"/>
                  </a:lnTo>
                  <a:lnTo>
                    <a:pt x="914290" y="74808"/>
                  </a:lnTo>
                  <a:lnTo>
                    <a:pt x="906476" y="74446"/>
                  </a:lnTo>
                  <a:lnTo>
                    <a:pt x="898661" y="74081"/>
                  </a:lnTo>
                  <a:lnTo>
                    <a:pt x="890847" y="73711"/>
                  </a:lnTo>
                  <a:lnTo>
                    <a:pt x="883032" y="73337"/>
                  </a:lnTo>
                  <a:lnTo>
                    <a:pt x="875218" y="72966"/>
                  </a:lnTo>
                  <a:lnTo>
                    <a:pt x="867403" y="72609"/>
                  </a:lnTo>
                  <a:lnTo>
                    <a:pt x="859589" y="72196"/>
                  </a:lnTo>
                  <a:lnTo>
                    <a:pt x="851774" y="71804"/>
                  </a:lnTo>
                  <a:lnTo>
                    <a:pt x="843960" y="71412"/>
                  </a:lnTo>
                  <a:lnTo>
                    <a:pt x="836145" y="71016"/>
                  </a:lnTo>
                  <a:lnTo>
                    <a:pt x="828331" y="70616"/>
                  </a:lnTo>
                  <a:lnTo>
                    <a:pt x="820517" y="70213"/>
                  </a:lnTo>
                  <a:lnTo>
                    <a:pt x="812702" y="69843"/>
                  </a:lnTo>
                  <a:lnTo>
                    <a:pt x="804888" y="69471"/>
                  </a:lnTo>
                  <a:lnTo>
                    <a:pt x="797073" y="69093"/>
                  </a:lnTo>
                  <a:lnTo>
                    <a:pt x="789259" y="68709"/>
                  </a:lnTo>
                  <a:lnTo>
                    <a:pt x="781444" y="68252"/>
                  </a:lnTo>
                  <a:lnTo>
                    <a:pt x="773630" y="67789"/>
                  </a:lnTo>
                  <a:lnTo>
                    <a:pt x="765815" y="67323"/>
                  </a:lnTo>
                  <a:lnTo>
                    <a:pt x="758001" y="66868"/>
                  </a:lnTo>
                  <a:lnTo>
                    <a:pt x="750187" y="66476"/>
                  </a:lnTo>
                  <a:lnTo>
                    <a:pt x="742372" y="66077"/>
                  </a:lnTo>
                  <a:lnTo>
                    <a:pt x="734558" y="65664"/>
                  </a:lnTo>
                  <a:lnTo>
                    <a:pt x="726743" y="65198"/>
                  </a:lnTo>
                  <a:lnTo>
                    <a:pt x="718929" y="64728"/>
                  </a:lnTo>
                  <a:lnTo>
                    <a:pt x="711114" y="64255"/>
                  </a:lnTo>
                  <a:lnTo>
                    <a:pt x="703300" y="63777"/>
                  </a:lnTo>
                  <a:lnTo>
                    <a:pt x="695485" y="63295"/>
                  </a:lnTo>
                  <a:lnTo>
                    <a:pt x="687671" y="62809"/>
                  </a:lnTo>
                  <a:lnTo>
                    <a:pt x="679857" y="62320"/>
                  </a:lnTo>
                  <a:lnTo>
                    <a:pt x="672042" y="61826"/>
                  </a:lnTo>
                  <a:lnTo>
                    <a:pt x="664228" y="61328"/>
                  </a:lnTo>
                  <a:lnTo>
                    <a:pt x="656413" y="60826"/>
                  </a:lnTo>
                  <a:lnTo>
                    <a:pt x="648599" y="60322"/>
                  </a:lnTo>
                  <a:lnTo>
                    <a:pt x="640784" y="59856"/>
                  </a:lnTo>
                  <a:lnTo>
                    <a:pt x="632970" y="59388"/>
                  </a:lnTo>
                  <a:lnTo>
                    <a:pt x="625155" y="58909"/>
                  </a:lnTo>
                  <a:lnTo>
                    <a:pt x="617341" y="58386"/>
                  </a:lnTo>
                  <a:lnTo>
                    <a:pt x="609526" y="57858"/>
                  </a:lnTo>
                  <a:lnTo>
                    <a:pt x="601712" y="57326"/>
                  </a:lnTo>
                  <a:lnTo>
                    <a:pt x="593898" y="56789"/>
                  </a:lnTo>
                  <a:lnTo>
                    <a:pt x="586083" y="56250"/>
                  </a:lnTo>
                  <a:lnTo>
                    <a:pt x="578269" y="55703"/>
                  </a:lnTo>
                  <a:lnTo>
                    <a:pt x="570454" y="55151"/>
                  </a:lnTo>
                  <a:lnTo>
                    <a:pt x="562640" y="54596"/>
                  </a:lnTo>
                  <a:lnTo>
                    <a:pt x="554825" y="54036"/>
                  </a:lnTo>
                  <a:lnTo>
                    <a:pt x="547011" y="53471"/>
                  </a:lnTo>
                  <a:lnTo>
                    <a:pt x="539196" y="52902"/>
                  </a:lnTo>
                  <a:lnTo>
                    <a:pt x="531382" y="52328"/>
                  </a:lnTo>
                  <a:lnTo>
                    <a:pt x="523568" y="51749"/>
                  </a:lnTo>
                  <a:lnTo>
                    <a:pt x="515753" y="51165"/>
                  </a:lnTo>
                  <a:lnTo>
                    <a:pt x="507939" y="50576"/>
                  </a:lnTo>
                  <a:lnTo>
                    <a:pt x="500124" y="49982"/>
                  </a:lnTo>
                  <a:lnTo>
                    <a:pt x="492310" y="49384"/>
                  </a:lnTo>
                  <a:lnTo>
                    <a:pt x="484495" y="48781"/>
                  </a:lnTo>
                  <a:lnTo>
                    <a:pt x="476681" y="48173"/>
                  </a:lnTo>
                  <a:lnTo>
                    <a:pt x="468866" y="47560"/>
                  </a:lnTo>
                  <a:lnTo>
                    <a:pt x="461052" y="46944"/>
                  </a:lnTo>
                  <a:lnTo>
                    <a:pt x="453238" y="46323"/>
                  </a:lnTo>
                  <a:lnTo>
                    <a:pt x="445423" y="45695"/>
                  </a:lnTo>
                  <a:lnTo>
                    <a:pt x="437609" y="45060"/>
                  </a:lnTo>
                  <a:lnTo>
                    <a:pt x="429794" y="44733"/>
                  </a:lnTo>
                  <a:lnTo>
                    <a:pt x="421980" y="44676"/>
                  </a:lnTo>
                  <a:lnTo>
                    <a:pt x="414165" y="44618"/>
                  </a:lnTo>
                  <a:lnTo>
                    <a:pt x="406351" y="44561"/>
                  </a:lnTo>
                  <a:lnTo>
                    <a:pt x="398536" y="44503"/>
                  </a:lnTo>
                  <a:lnTo>
                    <a:pt x="390722" y="44445"/>
                  </a:lnTo>
                  <a:lnTo>
                    <a:pt x="382907" y="44386"/>
                  </a:lnTo>
                  <a:lnTo>
                    <a:pt x="375093" y="44328"/>
                  </a:lnTo>
                  <a:lnTo>
                    <a:pt x="367279" y="44270"/>
                  </a:lnTo>
                  <a:lnTo>
                    <a:pt x="359464" y="44212"/>
                  </a:lnTo>
                  <a:lnTo>
                    <a:pt x="351650" y="44153"/>
                  </a:lnTo>
                  <a:lnTo>
                    <a:pt x="343835" y="44095"/>
                  </a:lnTo>
                  <a:lnTo>
                    <a:pt x="336021" y="44036"/>
                  </a:lnTo>
                  <a:lnTo>
                    <a:pt x="328206" y="43978"/>
                  </a:lnTo>
                  <a:lnTo>
                    <a:pt x="320392" y="43919"/>
                  </a:lnTo>
                  <a:lnTo>
                    <a:pt x="312577" y="43861"/>
                  </a:lnTo>
                  <a:lnTo>
                    <a:pt x="304763" y="43802"/>
                  </a:lnTo>
                  <a:lnTo>
                    <a:pt x="296949" y="43743"/>
                  </a:lnTo>
                  <a:lnTo>
                    <a:pt x="289134" y="43684"/>
                  </a:lnTo>
                  <a:lnTo>
                    <a:pt x="281320" y="43625"/>
                  </a:lnTo>
                  <a:lnTo>
                    <a:pt x="273505" y="43566"/>
                  </a:lnTo>
                  <a:lnTo>
                    <a:pt x="265691" y="43507"/>
                  </a:lnTo>
                  <a:lnTo>
                    <a:pt x="257876" y="43448"/>
                  </a:lnTo>
                  <a:lnTo>
                    <a:pt x="250062" y="43389"/>
                  </a:lnTo>
                  <a:lnTo>
                    <a:pt x="242247" y="43329"/>
                  </a:lnTo>
                  <a:lnTo>
                    <a:pt x="234433" y="43270"/>
                  </a:lnTo>
                  <a:lnTo>
                    <a:pt x="226619" y="43210"/>
                  </a:lnTo>
                  <a:lnTo>
                    <a:pt x="218804" y="43149"/>
                  </a:lnTo>
                  <a:lnTo>
                    <a:pt x="210990" y="43089"/>
                  </a:lnTo>
                  <a:lnTo>
                    <a:pt x="203175" y="43028"/>
                  </a:lnTo>
                  <a:lnTo>
                    <a:pt x="195361" y="42967"/>
                  </a:lnTo>
                  <a:lnTo>
                    <a:pt x="187546" y="42906"/>
                  </a:lnTo>
                  <a:lnTo>
                    <a:pt x="179732" y="42844"/>
                  </a:lnTo>
                  <a:lnTo>
                    <a:pt x="171917" y="42783"/>
                  </a:lnTo>
                  <a:lnTo>
                    <a:pt x="164103" y="42721"/>
                  </a:lnTo>
                  <a:lnTo>
                    <a:pt x="156288" y="42660"/>
                  </a:lnTo>
                  <a:lnTo>
                    <a:pt x="148474" y="42598"/>
                  </a:lnTo>
                  <a:lnTo>
                    <a:pt x="140660" y="42536"/>
                  </a:lnTo>
                  <a:lnTo>
                    <a:pt x="132845" y="42474"/>
                  </a:lnTo>
                  <a:lnTo>
                    <a:pt x="125031" y="42411"/>
                  </a:lnTo>
                  <a:lnTo>
                    <a:pt x="117216" y="42349"/>
                  </a:lnTo>
                  <a:lnTo>
                    <a:pt x="109402" y="42286"/>
                  </a:lnTo>
                  <a:lnTo>
                    <a:pt x="101587" y="42224"/>
                  </a:lnTo>
                  <a:lnTo>
                    <a:pt x="93773" y="42161"/>
                  </a:lnTo>
                  <a:lnTo>
                    <a:pt x="85958" y="42098"/>
                  </a:lnTo>
                  <a:lnTo>
                    <a:pt x="78144" y="42034"/>
                  </a:lnTo>
                  <a:lnTo>
                    <a:pt x="70330" y="41971"/>
                  </a:lnTo>
                  <a:lnTo>
                    <a:pt x="62515" y="41908"/>
                  </a:lnTo>
                  <a:lnTo>
                    <a:pt x="54701" y="41844"/>
                  </a:lnTo>
                  <a:lnTo>
                    <a:pt x="46886" y="41780"/>
                  </a:lnTo>
                  <a:lnTo>
                    <a:pt x="39072" y="41716"/>
                  </a:lnTo>
                  <a:lnTo>
                    <a:pt x="31257" y="41652"/>
                  </a:lnTo>
                  <a:lnTo>
                    <a:pt x="23443" y="41588"/>
                  </a:lnTo>
                  <a:lnTo>
                    <a:pt x="15628" y="41523"/>
                  </a:lnTo>
                  <a:lnTo>
                    <a:pt x="7814" y="41459"/>
                  </a:lnTo>
                  <a:lnTo>
                    <a:pt x="0" y="41394"/>
                  </a:lnTo>
                  <a:close/>
                </a:path>
              </a:pathLst>
            </a:custGeom>
            <a:solidFill>
              <a:srgbClr val="009E73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79" name="pl78"/>
            <p:cNvSpPr/>
            <p:nvPr/>
          </p:nvSpPr>
          <p:spPr>
            <a:xfrm>
              <a:off x="1223067" y="4603953"/>
              <a:ext cx="2023942" cy="54469"/>
            </a:xfrm>
            <a:custGeom>
              <a:avLst/>
              <a:pathLst>
                <a:path w="2023942" h="54469">
                  <a:moveTo>
                    <a:pt x="0" y="0"/>
                  </a:moveTo>
                  <a:lnTo>
                    <a:pt x="7814" y="938"/>
                  </a:lnTo>
                  <a:lnTo>
                    <a:pt x="15628" y="1941"/>
                  </a:lnTo>
                  <a:lnTo>
                    <a:pt x="23443" y="2885"/>
                  </a:lnTo>
                  <a:lnTo>
                    <a:pt x="31257" y="3818"/>
                  </a:lnTo>
                  <a:lnTo>
                    <a:pt x="39072" y="4746"/>
                  </a:lnTo>
                  <a:lnTo>
                    <a:pt x="46886" y="5699"/>
                  </a:lnTo>
                  <a:lnTo>
                    <a:pt x="54701" y="6688"/>
                  </a:lnTo>
                  <a:lnTo>
                    <a:pt x="62515" y="7617"/>
                  </a:lnTo>
                  <a:lnTo>
                    <a:pt x="70330" y="8521"/>
                  </a:lnTo>
                  <a:lnTo>
                    <a:pt x="78144" y="9421"/>
                  </a:lnTo>
                  <a:lnTo>
                    <a:pt x="85958" y="10328"/>
                  </a:lnTo>
                  <a:lnTo>
                    <a:pt x="93773" y="11279"/>
                  </a:lnTo>
                  <a:lnTo>
                    <a:pt x="101587" y="12173"/>
                  </a:lnTo>
                  <a:lnTo>
                    <a:pt x="109402" y="13061"/>
                  </a:lnTo>
                  <a:lnTo>
                    <a:pt x="117216" y="13944"/>
                  </a:lnTo>
                  <a:lnTo>
                    <a:pt x="125031" y="14820"/>
                  </a:lnTo>
                  <a:lnTo>
                    <a:pt x="132845" y="15691"/>
                  </a:lnTo>
                  <a:lnTo>
                    <a:pt x="140660" y="16556"/>
                  </a:lnTo>
                  <a:lnTo>
                    <a:pt x="148474" y="17472"/>
                  </a:lnTo>
                  <a:lnTo>
                    <a:pt x="156288" y="18386"/>
                  </a:lnTo>
                  <a:lnTo>
                    <a:pt x="164103" y="19291"/>
                  </a:lnTo>
                  <a:lnTo>
                    <a:pt x="171917" y="20156"/>
                  </a:lnTo>
                  <a:lnTo>
                    <a:pt x="179732" y="20988"/>
                  </a:lnTo>
                  <a:lnTo>
                    <a:pt x="187546" y="21814"/>
                  </a:lnTo>
                  <a:lnTo>
                    <a:pt x="195361" y="22638"/>
                  </a:lnTo>
                  <a:lnTo>
                    <a:pt x="203175" y="23480"/>
                  </a:lnTo>
                  <a:lnTo>
                    <a:pt x="210990" y="24314"/>
                  </a:lnTo>
                  <a:lnTo>
                    <a:pt x="218804" y="25101"/>
                  </a:lnTo>
                  <a:lnTo>
                    <a:pt x="226619" y="25862"/>
                  </a:lnTo>
                  <a:lnTo>
                    <a:pt x="234433" y="26637"/>
                  </a:lnTo>
                  <a:lnTo>
                    <a:pt x="242247" y="27419"/>
                  </a:lnTo>
                  <a:lnTo>
                    <a:pt x="250062" y="28195"/>
                  </a:lnTo>
                  <a:lnTo>
                    <a:pt x="257876" y="28965"/>
                  </a:lnTo>
                  <a:lnTo>
                    <a:pt x="265691" y="29729"/>
                  </a:lnTo>
                  <a:lnTo>
                    <a:pt x="273505" y="30488"/>
                  </a:lnTo>
                  <a:lnTo>
                    <a:pt x="281320" y="31235"/>
                  </a:lnTo>
                  <a:lnTo>
                    <a:pt x="289134" y="31965"/>
                  </a:lnTo>
                  <a:lnTo>
                    <a:pt x="296949" y="32691"/>
                  </a:lnTo>
                  <a:lnTo>
                    <a:pt x="304763" y="33414"/>
                  </a:lnTo>
                  <a:lnTo>
                    <a:pt x="312577" y="34136"/>
                  </a:lnTo>
                  <a:lnTo>
                    <a:pt x="320392" y="34864"/>
                  </a:lnTo>
                  <a:lnTo>
                    <a:pt x="328206" y="35570"/>
                  </a:lnTo>
                  <a:lnTo>
                    <a:pt x="336021" y="36271"/>
                  </a:lnTo>
                  <a:lnTo>
                    <a:pt x="343835" y="36983"/>
                  </a:lnTo>
                  <a:lnTo>
                    <a:pt x="351650" y="37691"/>
                  </a:lnTo>
                  <a:lnTo>
                    <a:pt x="359464" y="38392"/>
                  </a:lnTo>
                  <a:lnTo>
                    <a:pt x="367279" y="39086"/>
                  </a:lnTo>
                  <a:lnTo>
                    <a:pt x="375093" y="39768"/>
                  </a:lnTo>
                  <a:lnTo>
                    <a:pt x="382907" y="40452"/>
                  </a:lnTo>
                  <a:lnTo>
                    <a:pt x="390722" y="41123"/>
                  </a:lnTo>
                  <a:lnTo>
                    <a:pt x="398536" y="41790"/>
                  </a:lnTo>
                  <a:lnTo>
                    <a:pt x="406351" y="42456"/>
                  </a:lnTo>
                  <a:lnTo>
                    <a:pt x="414165" y="43117"/>
                  </a:lnTo>
                  <a:lnTo>
                    <a:pt x="421980" y="43771"/>
                  </a:lnTo>
                  <a:lnTo>
                    <a:pt x="429794" y="44419"/>
                  </a:lnTo>
                  <a:lnTo>
                    <a:pt x="437609" y="44791"/>
                  </a:lnTo>
                  <a:lnTo>
                    <a:pt x="445423" y="44848"/>
                  </a:lnTo>
                  <a:lnTo>
                    <a:pt x="453238" y="44905"/>
                  </a:lnTo>
                  <a:lnTo>
                    <a:pt x="461052" y="44962"/>
                  </a:lnTo>
                  <a:lnTo>
                    <a:pt x="468866" y="45020"/>
                  </a:lnTo>
                  <a:lnTo>
                    <a:pt x="476681" y="45076"/>
                  </a:lnTo>
                  <a:lnTo>
                    <a:pt x="484495" y="45133"/>
                  </a:lnTo>
                  <a:lnTo>
                    <a:pt x="492310" y="45190"/>
                  </a:lnTo>
                  <a:lnTo>
                    <a:pt x="500124" y="45247"/>
                  </a:lnTo>
                  <a:lnTo>
                    <a:pt x="507939" y="45303"/>
                  </a:lnTo>
                  <a:lnTo>
                    <a:pt x="515753" y="45360"/>
                  </a:lnTo>
                  <a:lnTo>
                    <a:pt x="523568" y="45416"/>
                  </a:lnTo>
                  <a:lnTo>
                    <a:pt x="531382" y="45473"/>
                  </a:lnTo>
                  <a:lnTo>
                    <a:pt x="539196" y="45529"/>
                  </a:lnTo>
                  <a:lnTo>
                    <a:pt x="547011" y="45585"/>
                  </a:lnTo>
                  <a:lnTo>
                    <a:pt x="554825" y="45641"/>
                  </a:lnTo>
                  <a:lnTo>
                    <a:pt x="562640" y="45697"/>
                  </a:lnTo>
                  <a:lnTo>
                    <a:pt x="570454" y="45753"/>
                  </a:lnTo>
                  <a:lnTo>
                    <a:pt x="578269" y="45809"/>
                  </a:lnTo>
                  <a:lnTo>
                    <a:pt x="586083" y="45865"/>
                  </a:lnTo>
                  <a:lnTo>
                    <a:pt x="593898" y="45921"/>
                  </a:lnTo>
                  <a:lnTo>
                    <a:pt x="601712" y="45976"/>
                  </a:lnTo>
                  <a:lnTo>
                    <a:pt x="609526" y="46032"/>
                  </a:lnTo>
                  <a:lnTo>
                    <a:pt x="617341" y="46087"/>
                  </a:lnTo>
                  <a:lnTo>
                    <a:pt x="625155" y="46142"/>
                  </a:lnTo>
                  <a:lnTo>
                    <a:pt x="632970" y="46198"/>
                  </a:lnTo>
                  <a:lnTo>
                    <a:pt x="640784" y="46253"/>
                  </a:lnTo>
                  <a:lnTo>
                    <a:pt x="648599" y="46308"/>
                  </a:lnTo>
                  <a:lnTo>
                    <a:pt x="656413" y="46363"/>
                  </a:lnTo>
                  <a:lnTo>
                    <a:pt x="664228" y="46418"/>
                  </a:lnTo>
                  <a:lnTo>
                    <a:pt x="672042" y="46473"/>
                  </a:lnTo>
                  <a:lnTo>
                    <a:pt x="679857" y="46527"/>
                  </a:lnTo>
                  <a:lnTo>
                    <a:pt x="687671" y="46582"/>
                  </a:lnTo>
                  <a:lnTo>
                    <a:pt x="695485" y="46637"/>
                  </a:lnTo>
                  <a:lnTo>
                    <a:pt x="703300" y="46691"/>
                  </a:lnTo>
                  <a:lnTo>
                    <a:pt x="711114" y="46745"/>
                  </a:lnTo>
                  <a:lnTo>
                    <a:pt x="718929" y="46800"/>
                  </a:lnTo>
                  <a:lnTo>
                    <a:pt x="726743" y="46854"/>
                  </a:lnTo>
                  <a:lnTo>
                    <a:pt x="734558" y="46908"/>
                  </a:lnTo>
                  <a:lnTo>
                    <a:pt x="742372" y="46962"/>
                  </a:lnTo>
                  <a:lnTo>
                    <a:pt x="750187" y="47016"/>
                  </a:lnTo>
                  <a:lnTo>
                    <a:pt x="758001" y="47070"/>
                  </a:lnTo>
                  <a:lnTo>
                    <a:pt x="765815" y="47124"/>
                  </a:lnTo>
                  <a:lnTo>
                    <a:pt x="773630" y="47178"/>
                  </a:lnTo>
                  <a:lnTo>
                    <a:pt x="781444" y="47231"/>
                  </a:lnTo>
                  <a:lnTo>
                    <a:pt x="789259" y="47285"/>
                  </a:lnTo>
                  <a:lnTo>
                    <a:pt x="797073" y="47338"/>
                  </a:lnTo>
                  <a:lnTo>
                    <a:pt x="804888" y="47392"/>
                  </a:lnTo>
                  <a:lnTo>
                    <a:pt x="812702" y="47445"/>
                  </a:lnTo>
                  <a:lnTo>
                    <a:pt x="820517" y="47498"/>
                  </a:lnTo>
                  <a:lnTo>
                    <a:pt x="828331" y="47551"/>
                  </a:lnTo>
                  <a:lnTo>
                    <a:pt x="836145" y="47605"/>
                  </a:lnTo>
                  <a:lnTo>
                    <a:pt x="843960" y="47658"/>
                  </a:lnTo>
                  <a:lnTo>
                    <a:pt x="851774" y="47710"/>
                  </a:lnTo>
                  <a:lnTo>
                    <a:pt x="859589" y="47763"/>
                  </a:lnTo>
                  <a:lnTo>
                    <a:pt x="867403" y="47816"/>
                  </a:lnTo>
                  <a:lnTo>
                    <a:pt x="875218" y="47869"/>
                  </a:lnTo>
                  <a:lnTo>
                    <a:pt x="883032" y="47921"/>
                  </a:lnTo>
                  <a:lnTo>
                    <a:pt x="890847" y="47974"/>
                  </a:lnTo>
                  <a:lnTo>
                    <a:pt x="898661" y="48026"/>
                  </a:lnTo>
                  <a:lnTo>
                    <a:pt x="906476" y="48079"/>
                  </a:lnTo>
                  <a:lnTo>
                    <a:pt x="914290" y="48131"/>
                  </a:lnTo>
                  <a:lnTo>
                    <a:pt x="922104" y="48183"/>
                  </a:lnTo>
                  <a:lnTo>
                    <a:pt x="929919" y="48235"/>
                  </a:lnTo>
                  <a:lnTo>
                    <a:pt x="937733" y="48287"/>
                  </a:lnTo>
                  <a:lnTo>
                    <a:pt x="945548" y="48339"/>
                  </a:lnTo>
                  <a:lnTo>
                    <a:pt x="953362" y="48391"/>
                  </a:lnTo>
                  <a:lnTo>
                    <a:pt x="961177" y="48443"/>
                  </a:lnTo>
                  <a:lnTo>
                    <a:pt x="968991" y="48494"/>
                  </a:lnTo>
                  <a:lnTo>
                    <a:pt x="976806" y="48546"/>
                  </a:lnTo>
                  <a:lnTo>
                    <a:pt x="984620" y="48597"/>
                  </a:lnTo>
                  <a:lnTo>
                    <a:pt x="992434" y="48649"/>
                  </a:lnTo>
                  <a:lnTo>
                    <a:pt x="1000249" y="48700"/>
                  </a:lnTo>
                  <a:lnTo>
                    <a:pt x="1008063" y="48752"/>
                  </a:lnTo>
                  <a:lnTo>
                    <a:pt x="1015878" y="48803"/>
                  </a:lnTo>
                  <a:lnTo>
                    <a:pt x="1023692" y="48854"/>
                  </a:lnTo>
                  <a:lnTo>
                    <a:pt x="1031507" y="48905"/>
                  </a:lnTo>
                  <a:lnTo>
                    <a:pt x="1039321" y="48956"/>
                  </a:lnTo>
                  <a:lnTo>
                    <a:pt x="1047136" y="49007"/>
                  </a:lnTo>
                  <a:lnTo>
                    <a:pt x="1054950" y="49058"/>
                  </a:lnTo>
                  <a:lnTo>
                    <a:pt x="1062765" y="49108"/>
                  </a:lnTo>
                  <a:lnTo>
                    <a:pt x="1070579" y="49159"/>
                  </a:lnTo>
                  <a:lnTo>
                    <a:pt x="1078393" y="49210"/>
                  </a:lnTo>
                  <a:lnTo>
                    <a:pt x="1086208" y="49260"/>
                  </a:lnTo>
                  <a:lnTo>
                    <a:pt x="1094022" y="49310"/>
                  </a:lnTo>
                  <a:lnTo>
                    <a:pt x="1101837" y="49361"/>
                  </a:lnTo>
                  <a:lnTo>
                    <a:pt x="1109651" y="49411"/>
                  </a:lnTo>
                  <a:lnTo>
                    <a:pt x="1117466" y="49461"/>
                  </a:lnTo>
                  <a:lnTo>
                    <a:pt x="1125280" y="49511"/>
                  </a:lnTo>
                  <a:lnTo>
                    <a:pt x="1133095" y="49561"/>
                  </a:lnTo>
                  <a:lnTo>
                    <a:pt x="1140909" y="49611"/>
                  </a:lnTo>
                  <a:lnTo>
                    <a:pt x="1148723" y="49661"/>
                  </a:lnTo>
                  <a:lnTo>
                    <a:pt x="1156538" y="49711"/>
                  </a:lnTo>
                  <a:lnTo>
                    <a:pt x="1164352" y="49761"/>
                  </a:lnTo>
                  <a:lnTo>
                    <a:pt x="1172167" y="49810"/>
                  </a:lnTo>
                  <a:lnTo>
                    <a:pt x="1179981" y="49860"/>
                  </a:lnTo>
                  <a:lnTo>
                    <a:pt x="1187796" y="49909"/>
                  </a:lnTo>
                  <a:lnTo>
                    <a:pt x="1195610" y="49959"/>
                  </a:lnTo>
                  <a:lnTo>
                    <a:pt x="1203425" y="50008"/>
                  </a:lnTo>
                  <a:lnTo>
                    <a:pt x="1211239" y="50058"/>
                  </a:lnTo>
                  <a:lnTo>
                    <a:pt x="1219053" y="50107"/>
                  </a:lnTo>
                  <a:lnTo>
                    <a:pt x="1226868" y="50156"/>
                  </a:lnTo>
                  <a:lnTo>
                    <a:pt x="1234682" y="50205"/>
                  </a:lnTo>
                  <a:lnTo>
                    <a:pt x="1242497" y="50254"/>
                  </a:lnTo>
                  <a:lnTo>
                    <a:pt x="1250311" y="50303"/>
                  </a:lnTo>
                  <a:lnTo>
                    <a:pt x="1258126" y="50352"/>
                  </a:lnTo>
                  <a:lnTo>
                    <a:pt x="1265940" y="50401"/>
                  </a:lnTo>
                  <a:lnTo>
                    <a:pt x="1273755" y="50450"/>
                  </a:lnTo>
                  <a:lnTo>
                    <a:pt x="1281569" y="50498"/>
                  </a:lnTo>
                  <a:lnTo>
                    <a:pt x="1289384" y="50547"/>
                  </a:lnTo>
                  <a:lnTo>
                    <a:pt x="1297198" y="50595"/>
                  </a:lnTo>
                  <a:lnTo>
                    <a:pt x="1305012" y="50644"/>
                  </a:lnTo>
                  <a:lnTo>
                    <a:pt x="1312827" y="50692"/>
                  </a:lnTo>
                  <a:lnTo>
                    <a:pt x="1320641" y="50740"/>
                  </a:lnTo>
                  <a:lnTo>
                    <a:pt x="1328456" y="50789"/>
                  </a:lnTo>
                  <a:lnTo>
                    <a:pt x="1336270" y="50837"/>
                  </a:lnTo>
                  <a:lnTo>
                    <a:pt x="1344085" y="50885"/>
                  </a:lnTo>
                  <a:lnTo>
                    <a:pt x="1351899" y="50933"/>
                  </a:lnTo>
                  <a:lnTo>
                    <a:pt x="1359714" y="50981"/>
                  </a:lnTo>
                  <a:lnTo>
                    <a:pt x="1367528" y="51029"/>
                  </a:lnTo>
                  <a:lnTo>
                    <a:pt x="1375342" y="51076"/>
                  </a:lnTo>
                  <a:lnTo>
                    <a:pt x="1383157" y="51124"/>
                  </a:lnTo>
                  <a:lnTo>
                    <a:pt x="1390971" y="51172"/>
                  </a:lnTo>
                  <a:lnTo>
                    <a:pt x="1398786" y="51219"/>
                  </a:lnTo>
                  <a:lnTo>
                    <a:pt x="1406600" y="51267"/>
                  </a:lnTo>
                  <a:lnTo>
                    <a:pt x="1414415" y="51314"/>
                  </a:lnTo>
                  <a:lnTo>
                    <a:pt x="1422229" y="51362"/>
                  </a:lnTo>
                  <a:lnTo>
                    <a:pt x="1430044" y="51409"/>
                  </a:lnTo>
                  <a:lnTo>
                    <a:pt x="1437858" y="51456"/>
                  </a:lnTo>
                  <a:lnTo>
                    <a:pt x="1445672" y="51503"/>
                  </a:lnTo>
                  <a:lnTo>
                    <a:pt x="1453487" y="51550"/>
                  </a:lnTo>
                  <a:lnTo>
                    <a:pt x="1461301" y="51597"/>
                  </a:lnTo>
                  <a:lnTo>
                    <a:pt x="1469116" y="51644"/>
                  </a:lnTo>
                  <a:lnTo>
                    <a:pt x="1476930" y="51691"/>
                  </a:lnTo>
                  <a:lnTo>
                    <a:pt x="1484745" y="51738"/>
                  </a:lnTo>
                  <a:lnTo>
                    <a:pt x="1492559" y="51784"/>
                  </a:lnTo>
                  <a:lnTo>
                    <a:pt x="1500374" y="51831"/>
                  </a:lnTo>
                  <a:lnTo>
                    <a:pt x="1508188" y="51876"/>
                  </a:lnTo>
                  <a:lnTo>
                    <a:pt x="1516003" y="51920"/>
                  </a:lnTo>
                  <a:lnTo>
                    <a:pt x="1523817" y="51964"/>
                  </a:lnTo>
                  <a:lnTo>
                    <a:pt x="1531631" y="52008"/>
                  </a:lnTo>
                  <a:lnTo>
                    <a:pt x="1539446" y="52051"/>
                  </a:lnTo>
                  <a:lnTo>
                    <a:pt x="1547260" y="52095"/>
                  </a:lnTo>
                  <a:lnTo>
                    <a:pt x="1555075" y="52139"/>
                  </a:lnTo>
                  <a:lnTo>
                    <a:pt x="1562889" y="52182"/>
                  </a:lnTo>
                  <a:lnTo>
                    <a:pt x="1570704" y="52225"/>
                  </a:lnTo>
                  <a:lnTo>
                    <a:pt x="1578518" y="52269"/>
                  </a:lnTo>
                  <a:lnTo>
                    <a:pt x="1586333" y="52312"/>
                  </a:lnTo>
                  <a:lnTo>
                    <a:pt x="1594147" y="52355"/>
                  </a:lnTo>
                  <a:lnTo>
                    <a:pt x="1601961" y="52398"/>
                  </a:lnTo>
                  <a:lnTo>
                    <a:pt x="1609776" y="52441"/>
                  </a:lnTo>
                  <a:lnTo>
                    <a:pt x="1617590" y="52483"/>
                  </a:lnTo>
                  <a:lnTo>
                    <a:pt x="1625405" y="52526"/>
                  </a:lnTo>
                  <a:lnTo>
                    <a:pt x="1633219" y="52569"/>
                  </a:lnTo>
                  <a:lnTo>
                    <a:pt x="1641034" y="52611"/>
                  </a:lnTo>
                  <a:lnTo>
                    <a:pt x="1648848" y="52653"/>
                  </a:lnTo>
                  <a:lnTo>
                    <a:pt x="1656663" y="52696"/>
                  </a:lnTo>
                  <a:lnTo>
                    <a:pt x="1664477" y="52738"/>
                  </a:lnTo>
                  <a:lnTo>
                    <a:pt x="1672291" y="52780"/>
                  </a:lnTo>
                  <a:lnTo>
                    <a:pt x="1680106" y="52822"/>
                  </a:lnTo>
                  <a:lnTo>
                    <a:pt x="1687920" y="52864"/>
                  </a:lnTo>
                  <a:lnTo>
                    <a:pt x="1695735" y="52906"/>
                  </a:lnTo>
                  <a:lnTo>
                    <a:pt x="1703549" y="52947"/>
                  </a:lnTo>
                  <a:lnTo>
                    <a:pt x="1711364" y="52989"/>
                  </a:lnTo>
                  <a:lnTo>
                    <a:pt x="1719178" y="53030"/>
                  </a:lnTo>
                  <a:lnTo>
                    <a:pt x="1726993" y="53072"/>
                  </a:lnTo>
                  <a:lnTo>
                    <a:pt x="1734807" y="53113"/>
                  </a:lnTo>
                  <a:lnTo>
                    <a:pt x="1742622" y="53154"/>
                  </a:lnTo>
                  <a:lnTo>
                    <a:pt x="1750436" y="53195"/>
                  </a:lnTo>
                  <a:lnTo>
                    <a:pt x="1758250" y="53236"/>
                  </a:lnTo>
                  <a:lnTo>
                    <a:pt x="1766065" y="53277"/>
                  </a:lnTo>
                  <a:lnTo>
                    <a:pt x="1773879" y="53318"/>
                  </a:lnTo>
                  <a:lnTo>
                    <a:pt x="1781694" y="53359"/>
                  </a:lnTo>
                  <a:lnTo>
                    <a:pt x="1789508" y="53399"/>
                  </a:lnTo>
                  <a:lnTo>
                    <a:pt x="1797323" y="53436"/>
                  </a:lnTo>
                  <a:lnTo>
                    <a:pt x="1805137" y="53470"/>
                  </a:lnTo>
                  <a:lnTo>
                    <a:pt x="1812952" y="53503"/>
                  </a:lnTo>
                  <a:lnTo>
                    <a:pt x="1820766" y="53537"/>
                  </a:lnTo>
                  <a:lnTo>
                    <a:pt x="1828580" y="53570"/>
                  </a:lnTo>
                  <a:lnTo>
                    <a:pt x="1836395" y="53604"/>
                  </a:lnTo>
                  <a:lnTo>
                    <a:pt x="1844209" y="53637"/>
                  </a:lnTo>
                  <a:lnTo>
                    <a:pt x="1852024" y="53670"/>
                  </a:lnTo>
                  <a:lnTo>
                    <a:pt x="1859838" y="53703"/>
                  </a:lnTo>
                  <a:lnTo>
                    <a:pt x="1867653" y="53735"/>
                  </a:lnTo>
                  <a:lnTo>
                    <a:pt x="1875467" y="53768"/>
                  </a:lnTo>
                  <a:lnTo>
                    <a:pt x="1883282" y="53800"/>
                  </a:lnTo>
                  <a:lnTo>
                    <a:pt x="1891096" y="53833"/>
                  </a:lnTo>
                  <a:lnTo>
                    <a:pt x="1898910" y="53865"/>
                  </a:lnTo>
                  <a:lnTo>
                    <a:pt x="1906725" y="53897"/>
                  </a:lnTo>
                  <a:lnTo>
                    <a:pt x="1914539" y="53929"/>
                  </a:lnTo>
                  <a:lnTo>
                    <a:pt x="1922354" y="53961"/>
                  </a:lnTo>
                  <a:lnTo>
                    <a:pt x="1930168" y="53992"/>
                  </a:lnTo>
                  <a:lnTo>
                    <a:pt x="1937983" y="54024"/>
                  </a:lnTo>
                  <a:lnTo>
                    <a:pt x="1945797" y="54055"/>
                  </a:lnTo>
                  <a:lnTo>
                    <a:pt x="1953612" y="54086"/>
                  </a:lnTo>
                  <a:lnTo>
                    <a:pt x="1961426" y="54128"/>
                  </a:lnTo>
                  <a:lnTo>
                    <a:pt x="1969241" y="54171"/>
                  </a:lnTo>
                  <a:lnTo>
                    <a:pt x="1977055" y="54214"/>
                  </a:lnTo>
                  <a:lnTo>
                    <a:pt x="1984869" y="54256"/>
                  </a:lnTo>
                  <a:lnTo>
                    <a:pt x="1992684" y="54299"/>
                  </a:lnTo>
                  <a:lnTo>
                    <a:pt x="2000498" y="54341"/>
                  </a:lnTo>
                  <a:lnTo>
                    <a:pt x="2008313" y="54384"/>
                  </a:lnTo>
                  <a:lnTo>
                    <a:pt x="2016127" y="54426"/>
                  </a:lnTo>
                  <a:lnTo>
                    <a:pt x="2023942" y="544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0" name="pl79"/>
            <p:cNvSpPr/>
            <p:nvPr/>
          </p:nvSpPr>
          <p:spPr>
            <a:xfrm>
              <a:off x="1223067" y="4645348"/>
              <a:ext cx="2023942" cy="61810"/>
            </a:xfrm>
            <a:custGeom>
              <a:avLst/>
              <a:pathLst>
                <a:path w="2023942" h="61810">
                  <a:moveTo>
                    <a:pt x="2023942" y="61810"/>
                  </a:moveTo>
                  <a:lnTo>
                    <a:pt x="2016127" y="61742"/>
                  </a:lnTo>
                  <a:lnTo>
                    <a:pt x="2008313" y="61672"/>
                  </a:lnTo>
                  <a:lnTo>
                    <a:pt x="2000498" y="61602"/>
                  </a:lnTo>
                  <a:lnTo>
                    <a:pt x="1992684" y="61532"/>
                  </a:lnTo>
                  <a:lnTo>
                    <a:pt x="1984869" y="61460"/>
                  </a:lnTo>
                  <a:lnTo>
                    <a:pt x="1977055" y="61387"/>
                  </a:lnTo>
                  <a:lnTo>
                    <a:pt x="1969241" y="61313"/>
                  </a:lnTo>
                  <a:lnTo>
                    <a:pt x="1961426" y="61239"/>
                  </a:lnTo>
                  <a:lnTo>
                    <a:pt x="1953612" y="61163"/>
                  </a:lnTo>
                  <a:lnTo>
                    <a:pt x="1945797" y="61086"/>
                  </a:lnTo>
                  <a:lnTo>
                    <a:pt x="1937983" y="61007"/>
                  </a:lnTo>
                  <a:lnTo>
                    <a:pt x="1930168" y="60927"/>
                  </a:lnTo>
                  <a:lnTo>
                    <a:pt x="1922354" y="60847"/>
                  </a:lnTo>
                  <a:lnTo>
                    <a:pt x="1914539" y="60765"/>
                  </a:lnTo>
                  <a:lnTo>
                    <a:pt x="1906725" y="60683"/>
                  </a:lnTo>
                  <a:lnTo>
                    <a:pt x="1898910" y="60599"/>
                  </a:lnTo>
                  <a:lnTo>
                    <a:pt x="1891096" y="60514"/>
                  </a:lnTo>
                  <a:lnTo>
                    <a:pt x="1883282" y="60428"/>
                  </a:lnTo>
                  <a:lnTo>
                    <a:pt x="1875467" y="60342"/>
                  </a:lnTo>
                  <a:lnTo>
                    <a:pt x="1867653" y="60244"/>
                  </a:lnTo>
                  <a:lnTo>
                    <a:pt x="1859838" y="60105"/>
                  </a:lnTo>
                  <a:lnTo>
                    <a:pt x="1852024" y="59965"/>
                  </a:lnTo>
                  <a:lnTo>
                    <a:pt x="1844209" y="59823"/>
                  </a:lnTo>
                  <a:lnTo>
                    <a:pt x="1836395" y="59680"/>
                  </a:lnTo>
                  <a:lnTo>
                    <a:pt x="1828580" y="59537"/>
                  </a:lnTo>
                  <a:lnTo>
                    <a:pt x="1820766" y="59390"/>
                  </a:lnTo>
                  <a:lnTo>
                    <a:pt x="1812952" y="59242"/>
                  </a:lnTo>
                  <a:lnTo>
                    <a:pt x="1805137" y="59093"/>
                  </a:lnTo>
                  <a:lnTo>
                    <a:pt x="1797323" y="58943"/>
                  </a:lnTo>
                  <a:lnTo>
                    <a:pt x="1789508" y="58791"/>
                  </a:lnTo>
                  <a:lnTo>
                    <a:pt x="1781694" y="58639"/>
                  </a:lnTo>
                  <a:lnTo>
                    <a:pt x="1773879" y="58514"/>
                  </a:lnTo>
                  <a:lnTo>
                    <a:pt x="1766065" y="58395"/>
                  </a:lnTo>
                  <a:lnTo>
                    <a:pt x="1758250" y="58274"/>
                  </a:lnTo>
                  <a:lnTo>
                    <a:pt x="1750436" y="58152"/>
                  </a:lnTo>
                  <a:lnTo>
                    <a:pt x="1742622" y="57977"/>
                  </a:lnTo>
                  <a:lnTo>
                    <a:pt x="1734807" y="57881"/>
                  </a:lnTo>
                  <a:lnTo>
                    <a:pt x="1726993" y="57713"/>
                  </a:lnTo>
                  <a:lnTo>
                    <a:pt x="1719178" y="57543"/>
                  </a:lnTo>
                  <a:lnTo>
                    <a:pt x="1711364" y="57426"/>
                  </a:lnTo>
                  <a:lnTo>
                    <a:pt x="1703549" y="57322"/>
                  </a:lnTo>
                  <a:lnTo>
                    <a:pt x="1695735" y="57218"/>
                  </a:lnTo>
                  <a:lnTo>
                    <a:pt x="1687920" y="57102"/>
                  </a:lnTo>
                  <a:lnTo>
                    <a:pt x="1680106" y="56879"/>
                  </a:lnTo>
                  <a:lnTo>
                    <a:pt x="1672291" y="56655"/>
                  </a:lnTo>
                  <a:lnTo>
                    <a:pt x="1664477" y="56430"/>
                  </a:lnTo>
                  <a:lnTo>
                    <a:pt x="1656663" y="56203"/>
                  </a:lnTo>
                  <a:lnTo>
                    <a:pt x="1648848" y="55975"/>
                  </a:lnTo>
                  <a:lnTo>
                    <a:pt x="1641034" y="55770"/>
                  </a:lnTo>
                  <a:lnTo>
                    <a:pt x="1633219" y="55585"/>
                  </a:lnTo>
                  <a:lnTo>
                    <a:pt x="1625405" y="55397"/>
                  </a:lnTo>
                  <a:lnTo>
                    <a:pt x="1617590" y="55207"/>
                  </a:lnTo>
                  <a:lnTo>
                    <a:pt x="1609776" y="55016"/>
                  </a:lnTo>
                  <a:lnTo>
                    <a:pt x="1601961" y="54823"/>
                  </a:lnTo>
                  <a:lnTo>
                    <a:pt x="1594147" y="54629"/>
                  </a:lnTo>
                  <a:lnTo>
                    <a:pt x="1586333" y="54433"/>
                  </a:lnTo>
                  <a:lnTo>
                    <a:pt x="1578518" y="54236"/>
                  </a:lnTo>
                  <a:lnTo>
                    <a:pt x="1570704" y="54037"/>
                  </a:lnTo>
                  <a:lnTo>
                    <a:pt x="1562889" y="53837"/>
                  </a:lnTo>
                  <a:lnTo>
                    <a:pt x="1555075" y="53635"/>
                  </a:lnTo>
                  <a:lnTo>
                    <a:pt x="1547260" y="53432"/>
                  </a:lnTo>
                  <a:lnTo>
                    <a:pt x="1539446" y="53227"/>
                  </a:lnTo>
                  <a:lnTo>
                    <a:pt x="1531631" y="53021"/>
                  </a:lnTo>
                  <a:lnTo>
                    <a:pt x="1523817" y="52820"/>
                  </a:lnTo>
                  <a:lnTo>
                    <a:pt x="1516003" y="52617"/>
                  </a:lnTo>
                  <a:lnTo>
                    <a:pt x="1508188" y="52473"/>
                  </a:lnTo>
                  <a:lnTo>
                    <a:pt x="1500374" y="52340"/>
                  </a:lnTo>
                  <a:lnTo>
                    <a:pt x="1492559" y="52120"/>
                  </a:lnTo>
                  <a:lnTo>
                    <a:pt x="1484745" y="51975"/>
                  </a:lnTo>
                  <a:lnTo>
                    <a:pt x="1476930" y="51827"/>
                  </a:lnTo>
                  <a:lnTo>
                    <a:pt x="1469116" y="51677"/>
                  </a:lnTo>
                  <a:lnTo>
                    <a:pt x="1461301" y="51523"/>
                  </a:lnTo>
                  <a:lnTo>
                    <a:pt x="1453487" y="51311"/>
                  </a:lnTo>
                  <a:lnTo>
                    <a:pt x="1445672" y="51162"/>
                  </a:lnTo>
                  <a:lnTo>
                    <a:pt x="1437858" y="51010"/>
                  </a:lnTo>
                  <a:lnTo>
                    <a:pt x="1430044" y="50856"/>
                  </a:lnTo>
                  <a:lnTo>
                    <a:pt x="1422229" y="50701"/>
                  </a:lnTo>
                  <a:lnTo>
                    <a:pt x="1414415" y="50543"/>
                  </a:lnTo>
                  <a:lnTo>
                    <a:pt x="1406600" y="50383"/>
                  </a:lnTo>
                  <a:lnTo>
                    <a:pt x="1398786" y="50221"/>
                  </a:lnTo>
                  <a:lnTo>
                    <a:pt x="1390971" y="50057"/>
                  </a:lnTo>
                  <a:lnTo>
                    <a:pt x="1383157" y="49891"/>
                  </a:lnTo>
                  <a:lnTo>
                    <a:pt x="1375342" y="49720"/>
                  </a:lnTo>
                  <a:lnTo>
                    <a:pt x="1367528" y="49543"/>
                  </a:lnTo>
                  <a:lnTo>
                    <a:pt x="1359714" y="49358"/>
                  </a:lnTo>
                  <a:lnTo>
                    <a:pt x="1351899" y="49087"/>
                  </a:lnTo>
                  <a:lnTo>
                    <a:pt x="1344085" y="48877"/>
                  </a:lnTo>
                  <a:lnTo>
                    <a:pt x="1336270" y="48636"/>
                  </a:lnTo>
                  <a:lnTo>
                    <a:pt x="1328456" y="48389"/>
                  </a:lnTo>
                  <a:lnTo>
                    <a:pt x="1320641" y="48141"/>
                  </a:lnTo>
                  <a:lnTo>
                    <a:pt x="1312827" y="47891"/>
                  </a:lnTo>
                  <a:lnTo>
                    <a:pt x="1305012" y="47650"/>
                  </a:lnTo>
                  <a:lnTo>
                    <a:pt x="1297198" y="47417"/>
                  </a:lnTo>
                  <a:lnTo>
                    <a:pt x="1289384" y="47142"/>
                  </a:lnTo>
                  <a:lnTo>
                    <a:pt x="1281569" y="46885"/>
                  </a:lnTo>
                  <a:lnTo>
                    <a:pt x="1273755" y="46661"/>
                  </a:lnTo>
                  <a:lnTo>
                    <a:pt x="1265940" y="46435"/>
                  </a:lnTo>
                  <a:lnTo>
                    <a:pt x="1258126" y="46174"/>
                  </a:lnTo>
                  <a:lnTo>
                    <a:pt x="1250311" y="45905"/>
                  </a:lnTo>
                  <a:lnTo>
                    <a:pt x="1242497" y="45633"/>
                  </a:lnTo>
                  <a:lnTo>
                    <a:pt x="1234682" y="45397"/>
                  </a:lnTo>
                  <a:lnTo>
                    <a:pt x="1226868" y="45166"/>
                  </a:lnTo>
                  <a:lnTo>
                    <a:pt x="1219053" y="44932"/>
                  </a:lnTo>
                  <a:lnTo>
                    <a:pt x="1211239" y="44696"/>
                  </a:lnTo>
                  <a:lnTo>
                    <a:pt x="1203425" y="44459"/>
                  </a:lnTo>
                  <a:lnTo>
                    <a:pt x="1195610" y="44219"/>
                  </a:lnTo>
                  <a:lnTo>
                    <a:pt x="1187796" y="43975"/>
                  </a:lnTo>
                  <a:lnTo>
                    <a:pt x="1179981" y="43729"/>
                  </a:lnTo>
                  <a:lnTo>
                    <a:pt x="1172167" y="43480"/>
                  </a:lnTo>
                  <a:lnTo>
                    <a:pt x="1164352" y="43228"/>
                  </a:lnTo>
                  <a:lnTo>
                    <a:pt x="1156538" y="42973"/>
                  </a:lnTo>
                  <a:lnTo>
                    <a:pt x="1148723" y="42716"/>
                  </a:lnTo>
                  <a:lnTo>
                    <a:pt x="1140909" y="42455"/>
                  </a:lnTo>
                  <a:lnTo>
                    <a:pt x="1133095" y="42192"/>
                  </a:lnTo>
                  <a:lnTo>
                    <a:pt x="1125280" y="41926"/>
                  </a:lnTo>
                  <a:lnTo>
                    <a:pt x="1117466" y="41657"/>
                  </a:lnTo>
                  <a:lnTo>
                    <a:pt x="1109651" y="41385"/>
                  </a:lnTo>
                  <a:lnTo>
                    <a:pt x="1101837" y="41104"/>
                  </a:lnTo>
                  <a:lnTo>
                    <a:pt x="1094022" y="40785"/>
                  </a:lnTo>
                  <a:lnTo>
                    <a:pt x="1086208" y="40464"/>
                  </a:lnTo>
                  <a:lnTo>
                    <a:pt x="1078393" y="40205"/>
                  </a:lnTo>
                  <a:lnTo>
                    <a:pt x="1070579" y="39900"/>
                  </a:lnTo>
                  <a:lnTo>
                    <a:pt x="1062765" y="39578"/>
                  </a:lnTo>
                  <a:lnTo>
                    <a:pt x="1054950" y="39254"/>
                  </a:lnTo>
                  <a:lnTo>
                    <a:pt x="1047136" y="38927"/>
                  </a:lnTo>
                  <a:lnTo>
                    <a:pt x="1039321" y="38597"/>
                  </a:lnTo>
                  <a:lnTo>
                    <a:pt x="1031507" y="38264"/>
                  </a:lnTo>
                  <a:lnTo>
                    <a:pt x="1023692" y="37929"/>
                  </a:lnTo>
                  <a:lnTo>
                    <a:pt x="1015878" y="37591"/>
                  </a:lnTo>
                  <a:lnTo>
                    <a:pt x="1008063" y="37250"/>
                  </a:lnTo>
                  <a:lnTo>
                    <a:pt x="1000249" y="36906"/>
                  </a:lnTo>
                  <a:lnTo>
                    <a:pt x="992434" y="36559"/>
                  </a:lnTo>
                  <a:lnTo>
                    <a:pt x="984620" y="36210"/>
                  </a:lnTo>
                  <a:lnTo>
                    <a:pt x="976806" y="35900"/>
                  </a:lnTo>
                  <a:lnTo>
                    <a:pt x="968991" y="35609"/>
                  </a:lnTo>
                  <a:lnTo>
                    <a:pt x="961177" y="35313"/>
                  </a:lnTo>
                  <a:lnTo>
                    <a:pt x="953362" y="35014"/>
                  </a:lnTo>
                  <a:lnTo>
                    <a:pt x="945548" y="34710"/>
                  </a:lnTo>
                  <a:lnTo>
                    <a:pt x="937733" y="34403"/>
                  </a:lnTo>
                  <a:lnTo>
                    <a:pt x="929919" y="34091"/>
                  </a:lnTo>
                  <a:lnTo>
                    <a:pt x="922104" y="33772"/>
                  </a:lnTo>
                  <a:lnTo>
                    <a:pt x="914290" y="33414"/>
                  </a:lnTo>
                  <a:lnTo>
                    <a:pt x="906476" y="33052"/>
                  </a:lnTo>
                  <a:lnTo>
                    <a:pt x="898661" y="32686"/>
                  </a:lnTo>
                  <a:lnTo>
                    <a:pt x="890847" y="32317"/>
                  </a:lnTo>
                  <a:lnTo>
                    <a:pt x="883032" y="31942"/>
                  </a:lnTo>
                  <a:lnTo>
                    <a:pt x="875218" y="31571"/>
                  </a:lnTo>
                  <a:lnTo>
                    <a:pt x="867403" y="31214"/>
                  </a:lnTo>
                  <a:lnTo>
                    <a:pt x="859589" y="30801"/>
                  </a:lnTo>
                  <a:lnTo>
                    <a:pt x="851774" y="30409"/>
                  </a:lnTo>
                  <a:lnTo>
                    <a:pt x="843960" y="30018"/>
                  </a:lnTo>
                  <a:lnTo>
                    <a:pt x="836145" y="29622"/>
                  </a:lnTo>
                  <a:lnTo>
                    <a:pt x="828331" y="29222"/>
                  </a:lnTo>
                  <a:lnTo>
                    <a:pt x="820517" y="28818"/>
                  </a:lnTo>
                  <a:lnTo>
                    <a:pt x="812702" y="28449"/>
                  </a:lnTo>
                  <a:lnTo>
                    <a:pt x="804888" y="28076"/>
                  </a:lnTo>
                  <a:lnTo>
                    <a:pt x="797073" y="27698"/>
                  </a:lnTo>
                  <a:lnTo>
                    <a:pt x="789259" y="27315"/>
                  </a:lnTo>
                  <a:lnTo>
                    <a:pt x="781444" y="26858"/>
                  </a:lnTo>
                  <a:lnTo>
                    <a:pt x="773630" y="26395"/>
                  </a:lnTo>
                  <a:lnTo>
                    <a:pt x="765815" y="25929"/>
                  </a:lnTo>
                  <a:lnTo>
                    <a:pt x="758001" y="25473"/>
                  </a:lnTo>
                  <a:lnTo>
                    <a:pt x="750187" y="25081"/>
                  </a:lnTo>
                  <a:lnTo>
                    <a:pt x="742372" y="24683"/>
                  </a:lnTo>
                  <a:lnTo>
                    <a:pt x="734558" y="24270"/>
                  </a:lnTo>
                  <a:lnTo>
                    <a:pt x="726743" y="23804"/>
                  </a:lnTo>
                  <a:lnTo>
                    <a:pt x="718929" y="23334"/>
                  </a:lnTo>
                  <a:lnTo>
                    <a:pt x="711114" y="22860"/>
                  </a:lnTo>
                  <a:lnTo>
                    <a:pt x="703300" y="22383"/>
                  </a:lnTo>
                  <a:lnTo>
                    <a:pt x="695485" y="21901"/>
                  </a:lnTo>
                  <a:lnTo>
                    <a:pt x="687671" y="21415"/>
                  </a:lnTo>
                  <a:lnTo>
                    <a:pt x="679857" y="20925"/>
                  </a:lnTo>
                  <a:lnTo>
                    <a:pt x="672042" y="20432"/>
                  </a:lnTo>
                  <a:lnTo>
                    <a:pt x="664228" y="19934"/>
                  </a:lnTo>
                  <a:lnTo>
                    <a:pt x="656413" y="19432"/>
                  </a:lnTo>
                  <a:lnTo>
                    <a:pt x="648599" y="18927"/>
                  </a:lnTo>
                  <a:lnTo>
                    <a:pt x="640784" y="18462"/>
                  </a:lnTo>
                  <a:lnTo>
                    <a:pt x="632970" y="17993"/>
                  </a:lnTo>
                  <a:lnTo>
                    <a:pt x="625155" y="17514"/>
                  </a:lnTo>
                  <a:lnTo>
                    <a:pt x="617341" y="16991"/>
                  </a:lnTo>
                  <a:lnTo>
                    <a:pt x="609526" y="16464"/>
                  </a:lnTo>
                  <a:lnTo>
                    <a:pt x="601712" y="15931"/>
                  </a:lnTo>
                  <a:lnTo>
                    <a:pt x="593898" y="15395"/>
                  </a:lnTo>
                  <a:lnTo>
                    <a:pt x="586083" y="14855"/>
                  </a:lnTo>
                  <a:lnTo>
                    <a:pt x="578269" y="14308"/>
                  </a:lnTo>
                  <a:lnTo>
                    <a:pt x="570454" y="13757"/>
                  </a:lnTo>
                  <a:lnTo>
                    <a:pt x="562640" y="13202"/>
                  </a:lnTo>
                  <a:lnTo>
                    <a:pt x="554825" y="12642"/>
                  </a:lnTo>
                  <a:lnTo>
                    <a:pt x="547011" y="12077"/>
                  </a:lnTo>
                  <a:lnTo>
                    <a:pt x="539196" y="11508"/>
                  </a:lnTo>
                  <a:lnTo>
                    <a:pt x="531382" y="10933"/>
                  </a:lnTo>
                  <a:lnTo>
                    <a:pt x="523568" y="10354"/>
                  </a:lnTo>
                  <a:lnTo>
                    <a:pt x="515753" y="9770"/>
                  </a:lnTo>
                  <a:lnTo>
                    <a:pt x="507939" y="9182"/>
                  </a:lnTo>
                  <a:lnTo>
                    <a:pt x="500124" y="8588"/>
                  </a:lnTo>
                  <a:lnTo>
                    <a:pt x="492310" y="7990"/>
                  </a:lnTo>
                  <a:lnTo>
                    <a:pt x="484495" y="7387"/>
                  </a:lnTo>
                  <a:lnTo>
                    <a:pt x="476681" y="6778"/>
                  </a:lnTo>
                  <a:lnTo>
                    <a:pt x="468866" y="6165"/>
                  </a:lnTo>
                  <a:lnTo>
                    <a:pt x="461052" y="5550"/>
                  </a:lnTo>
                  <a:lnTo>
                    <a:pt x="453238" y="4928"/>
                  </a:lnTo>
                  <a:lnTo>
                    <a:pt x="445423" y="4300"/>
                  </a:lnTo>
                  <a:lnTo>
                    <a:pt x="437609" y="3666"/>
                  </a:lnTo>
                  <a:lnTo>
                    <a:pt x="429794" y="3339"/>
                  </a:lnTo>
                  <a:lnTo>
                    <a:pt x="421980" y="3282"/>
                  </a:lnTo>
                  <a:lnTo>
                    <a:pt x="414165" y="3224"/>
                  </a:lnTo>
                  <a:lnTo>
                    <a:pt x="406351" y="3166"/>
                  </a:lnTo>
                  <a:lnTo>
                    <a:pt x="398536" y="3108"/>
                  </a:lnTo>
                  <a:lnTo>
                    <a:pt x="390722" y="3050"/>
                  </a:lnTo>
                  <a:lnTo>
                    <a:pt x="382907" y="2992"/>
                  </a:lnTo>
                  <a:lnTo>
                    <a:pt x="375093" y="2934"/>
                  </a:lnTo>
                  <a:lnTo>
                    <a:pt x="367279" y="2876"/>
                  </a:lnTo>
                  <a:lnTo>
                    <a:pt x="359464" y="2817"/>
                  </a:lnTo>
                  <a:lnTo>
                    <a:pt x="351650" y="2759"/>
                  </a:lnTo>
                  <a:lnTo>
                    <a:pt x="343835" y="2701"/>
                  </a:lnTo>
                  <a:lnTo>
                    <a:pt x="336021" y="2642"/>
                  </a:lnTo>
                  <a:lnTo>
                    <a:pt x="328206" y="2584"/>
                  </a:lnTo>
                  <a:lnTo>
                    <a:pt x="320392" y="2525"/>
                  </a:lnTo>
                  <a:lnTo>
                    <a:pt x="312577" y="2466"/>
                  </a:lnTo>
                  <a:lnTo>
                    <a:pt x="304763" y="2408"/>
                  </a:lnTo>
                  <a:lnTo>
                    <a:pt x="296949" y="2349"/>
                  </a:lnTo>
                  <a:lnTo>
                    <a:pt x="289134" y="2290"/>
                  </a:lnTo>
                  <a:lnTo>
                    <a:pt x="281320" y="2231"/>
                  </a:lnTo>
                  <a:lnTo>
                    <a:pt x="273505" y="2172"/>
                  </a:lnTo>
                  <a:lnTo>
                    <a:pt x="265691" y="2113"/>
                  </a:lnTo>
                  <a:lnTo>
                    <a:pt x="257876" y="2054"/>
                  </a:lnTo>
                  <a:lnTo>
                    <a:pt x="250062" y="1994"/>
                  </a:lnTo>
                  <a:lnTo>
                    <a:pt x="242247" y="1935"/>
                  </a:lnTo>
                  <a:lnTo>
                    <a:pt x="234433" y="1876"/>
                  </a:lnTo>
                  <a:lnTo>
                    <a:pt x="226619" y="1815"/>
                  </a:lnTo>
                  <a:lnTo>
                    <a:pt x="218804" y="1755"/>
                  </a:lnTo>
                  <a:lnTo>
                    <a:pt x="210990" y="1694"/>
                  </a:lnTo>
                  <a:lnTo>
                    <a:pt x="203175" y="1633"/>
                  </a:lnTo>
                  <a:lnTo>
                    <a:pt x="195361" y="1572"/>
                  </a:lnTo>
                  <a:lnTo>
                    <a:pt x="187546" y="1511"/>
                  </a:lnTo>
                  <a:lnTo>
                    <a:pt x="179732" y="1450"/>
                  </a:lnTo>
                  <a:lnTo>
                    <a:pt x="171917" y="1389"/>
                  </a:lnTo>
                  <a:lnTo>
                    <a:pt x="164103" y="1327"/>
                  </a:lnTo>
                  <a:lnTo>
                    <a:pt x="156288" y="1265"/>
                  </a:lnTo>
                  <a:lnTo>
                    <a:pt x="148474" y="1204"/>
                  </a:lnTo>
                  <a:lnTo>
                    <a:pt x="140660" y="1142"/>
                  </a:lnTo>
                  <a:lnTo>
                    <a:pt x="132845" y="1079"/>
                  </a:lnTo>
                  <a:lnTo>
                    <a:pt x="125031" y="1017"/>
                  </a:lnTo>
                  <a:lnTo>
                    <a:pt x="117216" y="955"/>
                  </a:lnTo>
                  <a:lnTo>
                    <a:pt x="109402" y="892"/>
                  </a:lnTo>
                  <a:lnTo>
                    <a:pt x="101587" y="829"/>
                  </a:lnTo>
                  <a:lnTo>
                    <a:pt x="93773" y="766"/>
                  </a:lnTo>
                  <a:lnTo>
                    <a:pt x="85958" y="703"/>
                  </a:lnTo>
                  <a:lnTo>
                    <a:pt x="78144" y="640"/>
                  </a:lnTo>
                  <a:lnTo>
                    <a:pt x="70330" y="577"/>
                  </a:lnTo>
                  <a:lnTo>
                    <a:pt x="62515" y="513"/>
                  </a:lnTo>
                  <a:lnTo>
                    <a:pt x="54701" y="450"/>
                  </a:lnTo>
                  <a:lnTo>
                    <a:pt x="46886" y="386"/>
                  </a:lnTo>
                  <a:lnTo>
                    <a:pt x="39072" y="322"/>
                  </a:lnTo>
                  <a:lnTo>
                    <a:pt x="31257" y="258"/>
                  </a:lnTo>
                  <a:lnTo>
                    <a:pt x="23443" y="193"/>
                  </a:lnTo>
                  <a:lnTo>
                    <a:pt x="15628" y="129"/>
                  </a:lnTo>
                  <a:lnTo>
                    <a:pt x="7814" y="6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1" name="pg80"/>
            <p:cNvSpPr/>
            <p:nvPr/>
          </p:nvSpPr>
          <p:spPr>
            <a:xfrm>
              <a:off x="1223067" y="4598092"/>
              <a:ext cx="2023942" cy="108673"/>
            </a:xfrm>
            <a:custGeom>
              <a:avLst/>
              <a:pathLst>
                <a:path w="2023942" h="108673">
                  <a:moveTo>
                    <a:pt x="0" y="0"/>
                  </a:moveTo>
                  <a:lnTo>
                    <a:pt x="7814" y="1028"/>
                  </a:lnTo>
                  <a:lnTo>
                    <a:pt x="15628" y="1901"/>
                  </a:lnTo>
                  <a:lnTo>
                    <a:pt x="23443" y="2658"/>
                  </a:lnTo>
                  <a:lnTo>
                    <a:pt x="31257" y="3778"/>
                  </a:lnTo>
                  <a:lnTo>
                    <a:pt x="39072" y="4689"/>
                  </a:lnTo>
                  <a:lnTo>
                    <a:pt x="46886" y="5291"/>
                  </a:lnTo>
                  <a:lnTo>
                    <a:pt x="54701" y="6033"/>
                  </a:lnTo>
                  <a:lnTo>
                    <a:pt x="62515" y="7045"/>
                  </a:lnTo>
                  <a:lnTo>
                    <a:pt x="70330" y="7923"/>
                  </a:lnTo>
                  <a:lnTo>
                    <a:pt x="78144" y="8969"/>
                  </a:lnTo>
                  <a:lnTo>
                    <a:pt x="85958" y="9824"/>
                  </a:lnTo>
                  <a:lnTo>
                    <a:pt x="93773" y="10571"/>
                  </a:lnTo>
                  <a:lnTo>
                    <a:pt x="101587" y="11328"/>
                  </a:lnTo>
                  <a:lnTo>
                    <a:pt x="109402" y="12070"/>
                  </a:lnTo>
                  <a:lnTo>
                    <a:pt x="117216" y="12914"/>
                  </a:lnTo>
                  <a:lnTo>
                    <a:pt x="125031" y="14006"/>
                  </a:lnTo>
                  <a:lnTo>
                    <a:pt x="132845" y="15150"/>
                  </a:lnTo>
                  <a:lnTo>
                    <a:pt x="140660" y="15960"/>
                  </a:lnTo>
                  <a:lnTo>
                    <a:pt x="148474" y="16769"/>
                  </a:lnTo>
                  <a:lnTo>
                    <a:pt x="156288" y="17857"/>
                  </a:lnTo>
                  <a:lnTo>
                    <a:pt x="164103" y="18615"/>
                  </a:lnTo>
                  <a:lnTo>
                    <a:pt x="171917" y="19257"/>
                  </a:lnTo>
                  <a:lnTo>
                    <a:pt x="179732" y="19862"/>
                  </a:lnTo>
                  <a:lnTo>
                    <a:pt x="187546" y="20644"/>
                  </a:lnTo>
                  <a:lnTo>
                    <a:pt x="195361" y="21369"/>
                  </a:lnTo>
                  <a:lnTo>
                    <a:pt x="203175" y="22192"/>
                  </a:lnTo>
                  <a:lnTo>
                    <a:pt x="210990" y="22800"/>
                  </a:lnTo>
                  <a:lnTo>
                    <a:pt x="218804" y="23482"/>
                  </a:lnTo>
                  <a:lnTo>
                    <a:pt x="226619" y="24197"/>
                  </a:lnTo>
                  <a:lnTo>
                    <a:pt x="234433" y="24874"/>
                  </a:lnTo>
                  <a:lnTo>
                    <a:pt x="242247" y="25645"/>
                  </a:lnTo>
                  <a:lnTo>
                    <a:pt x="250062" y="26399"/>
                  </a:lnTo>
                  <a:lnTo>
                    <a:pt x="257876" y="26997"/>
                  </a:lnTo>
                  <a:lnTo>
                    <a:pt x="265691" y="27580"/>
                  </a:lnTo>
                  <a:lnTo>
                    <a:pt x="273505" y="28041"/>
                  </a:lnTo>
                  <a:lnTo>
                    <a:pt x="281320" y="28618"/>
                  </a:lnTo>
                  <a:lnTo>
                    <a:pt x="289134" y="29361"/>
                  </a:lnTo>
                  <a:lnTo>
                    <a:pt x="296949" y="29857"/>
                  </a:lnTo>
                  <a:lnTo>
                    <a:pt x="304763" y="30326"/>
                  </a:lnTo>
                  <a:lnTo>
                    <a:pt x="312577" y="30699"/>
                  </a:lnTo>
                  <a:lnTo>
                    <a:pt x="320392" y="31290"/>
                  </a:lnTo>
                  <a:lnTo>
                    <a:pt x="328206" y="31676"/>
                  </a:lnTo>
                  <a:lnTo>
                    <a:pt x="336021" y="32247"/>
                  </a:lnTo>
                  <a:lnTo>
                    <a:pt x="343835" y="32558"/>
                  </a:lnTo>
                  <a:lnTo>
                    <a:pt x="351650" y="32924"/>
                  </a:lnTo>
                  <a:lnTo>
                    <a:pt x="359464" y="33445"/>
                  </a:lnTo>
                  <a:lnTo>
                    <a:pt x="367279" y="33637"/>
                  </a:lnTo>
                  <a:lnTo>
                    <a:pt x="375093" y="34166"/>
                  </a:lnTo>
                  <a:lnTo>
                    <a:pt x="382907" y="34694"/>
                  </a:lnTo>
                  <a:lnTo>
                    <a:pt x="390722" y="35047"/>
                  </a:lnTo>
                  <a:lnTo>
                    <a:pt x="398536" y="35341"/>
                  </a:lnTo>
                  <a:lnTo>
                    <a:pt x="406351" y="35631"/>
                  </a:lnTo>
                  <a:lnTo>
                    <a:pt x="414165" y="35930"/>
                  </a:lnTo>
                  <a:lnTo>
                    <a:pt x="421980" y="36278"/>
                  </a:lnTo>
                  <a:lnTo>
                    <a:pt x="429794" y="36535"/>
                  </a:lnTo>
                  <a:lnTo>
                    <a:pt x="437609" y="36758"/>
                  </a:lnTo>
                  <a:lnTo>
                    <a:pt x="445423" y="36920"/>
                  </a:lnTo>
                  <a:lnTo>
                    <a:pt x="453238" y="37147"/>
                  </a:lnTo>
                  <a:lnTo>
                    <a:pt x="461052" y="37503"/>
                  </a:lnTo>
                  <a:lnTo>
                    <a:pt x="468866" y="37733"/>
                  </a:lnTo>
                  <a:lnTo>
                    <a:pt x="476681" y="37732"/>
                  </a:lnTo>
                  <a:lnTo>
                    <a:pt x="484495" y="37844"/>
                  </a:lnTo>
                  <a:lnTo>
                    <a:pt x="492310" y="38032"/>
                  </a:lnTo>
                  <a:lnTo>
                    <a:pt x="500124" y="38071"/>
                  </a:lnTo>
                  <a:lnTo>
                    <a:pt x="507939" y="38339"/>
                  </a:lnTo>
                  <a:lnTo>
                    <a:pt x="515753" y="38597"/>
                  </a:lnTo>
                  <a:lnTo>
                    <a:pt x="523568" y="38788"/>
                  </a:lnTo>
                  <a:lnTo>
                    <a:pt x="531382" y="38906"/>
                  </a:lnTo>
                  <a:lnTo>
                    <a:pt x="539196" y="38994"/>
                  </a:lnTo>
                  <a:lnTo>
                    <a:pt x="547011" y="39090"/>
                  </a:lnTo>
                  <a:lnTo>
                    <a:pt x="554825" y="39247"/>
                  </a:lnTo>
                  <a:lnTo>
                    <a:pt x="562640" y="39304"/>
                  </a:lnTo>
                  <a:lnTo>
                    <a:pt x="570454" y="39374"/>
                  </a:lnTo>
                  <a:lnTo>
                    <a:pt x="578269" y="39598"/>
                  </a:lnTo>
                  <a:lnTo>
                    <a:pt x="586083" y="39690"/>
                  </a:lnTo>
                  <a:lnTo>
                    <a:pt x="593898" y="39850"/>
                  </a:lnTo>
                  <a:lnTo>
                    <a:pt x="601712" y="39972"/>
                  </a:lnTo>
                  <a:lnTo>
                    <a:pt x="609526" y="40079"/>
                  </a:lnTo>
                  <a:lnTo>
                    <a:pt x="617341" y="40122"/>
                  </a:lnTo>
                  <a:lnTo>
                    <a:pt x="625155" y="40160"/>
                  </a:lnTo>
                  <a:lnTo>
                    <a:pt x="632970" y="40188"/>
                  </a:lnTo>
                  <a:lnTo>
                    <a:pt x="640784" y="40159"/>
                  </a:lnTo>
                  <a:lnTo>
                    <a:pt x="648599" y="40279"/>
                  </a:lnTo>
                  <a:lnTo>
                    <a:pt x="656413" y="40456"/>
                  </a:lnTo>
                  <a:lnTo>
                    <a:pt x="664228" y="40594"/>
                  </a:lnTo>
                  <a:lnTo>
                    <a:pt x="672042" y="40561"/>
                  </a:lnTo>
                  <a:lnTo>
                    <a:pt x="679857" y="40610"/>
                  </a:lnTo>
                  <a:lnTo>
                    <a:pt x="687671" y="40719"/>
                  </a:lnTo>
                  <a:lnTo>
                    <a:pt x="695485" y="40644"/>
                  </a:lnTo>
                  <a:lnTo>
                    <a:pt x="703300" y="40597"/>
                  </a:lnTo>
                  <a:lnTo>
                    <a:pt x="711114" y="40594"/>
                  </a:lnTo>
                  <a:lnTo>
                    <a:pt x="718929" y="40637"/>
                  </a:lnTo>
                  <a:lnTo>
                    <a:pt x="726743" y="40674"/>
                  </a:lnTo>
                  <a:lnTo>
                    <a:pt x="734558" y="40712"/>
                  </a:lnTo>
                  <a:lnTo>
                    <a:pt x="742372" y="40749"/>
                  </a:lnTo>
                  <a:lnTo>
                    <a:pt x="750187" y="40788"/>
                  </a:lnTo>
                  <a:lnTo>
                    <a:pt x="758001" y="40872"/>
                  </a:lnTo>
                  <a:lnTo>
                    <a:pt x="765815" y="40893"/>
                  </a:lnTo>
                  <a:lnTo>
                    <a:pt x="773630" y="40906"/>
                  </a:lnTo>
                  <a:lnTo>
                    <a:pt x="781444" y="40944"/>
                  </a:lnTo>
                  <a:lnTo>
                    <a:pt x="789259" y="40962"/>
                  </a:lnTo>
                  <a:lnTo>
                    <a:pt x="797073" y="40964"/>
                  </a:lnTo>
                  <a:lnTo>
                    <a:pt x="804888" y="40984"/>
                  </a:lnTo>
                  <a:lnTo>
                    <a:pt x="812702" y="41064"/>
                  </a:lnTo>
                  <a:lnTo>
                    <a:pt x="820517" y="41140"/>
                  </a:lnTo>
                  <a:lnTo>
                    <a:pt x="828331" y="41134"/>
                  </a:lnTo>
                  <a:lnTo>
                    <a:pt x="836145" y="41183"/>
                  </a:lnTo>
                  <a:lnTo>
                    <a:pt x="843960" y="41234"/>
                  </a:lnTo>
                  <a:lnTo>
                    <a:pt x="851774" y="41155"/>
                  </a:lnTo>
                  <a:lnTo>
                    <a:pt x="859589" y="41014"/>
                  </a:lnTo>
                  <a:lnTo>
                    <a:pt x="867403" y="40858"/>
                  </a:lnTo>
                  <a:lnTo>
                    <a:pt x="875218" y="40798"/>
                  </a:lnTo>
                  <a:lnTo>
                    <a:pt x="883032" y="40779"/>
                  </a:lnTo>
                  <a:lnTo>
                    <a:pt x="890847" y="40748"/>
                  </a:lnTo>
                  <a:lnTo>
                    <a:pt x="898661" y="40671"/>
                  </a:lnTo>
                  <a:lnTo>
                    <a:pt x="906476" y="40656"/>
                  </a:lnTo>
                  <a:lnTo>
                    <a:pt x="914290" y="40565"/>
                  </a:lnTo>
                  <a:lnTo>
                    <a:pt x="922104" y="40498"/>
                  </a:lnTo>
                  <a:lnTo>
                    <a:pt x="929919" y="40428"/>
                  </a:lnTo>
                  <a:lnTo>
                    <a:pt x="937733" y="40429"/>
                  </a:lnTo>
                  <a:lnTo>
                    <a:pt x="945548" y="40416"/>
                  </a:lnTo>
                  <a:lnTo>
                    <a:pt x="953362" y="40309"/>
                  </a:lnTo>
                  <a:lnTo>
                    <a:pt x="961177" y="40201"/>
                  </a:lnTo>
                  <a:lnTo>
                    <a:pt x="968991" y="40094"/>
                  </a:lnTo>
                  <a:lnTo>
                    <a:pt x="976806" y="39965"/>
                  </a:lnTo>
                  <a:lnTo>
                    <a:pt x="984620" y="39888"/>
                  </a:lnTo>
                  <a:lnTo>
                    <a:pt x="992434" y="39809"/>
                  </a:lnTo>
                  <a:lnTo>
                    <a:pt x="1000249" y="39732"/>
                  </a:lnTo>
                  <a:lnTo>
                    <a:pt x="1008063" y="39717"/>
                  </a:lnTo>
                  <a:lnTo>
                    <a:pt x="1015878" y="39718"/>
                  </a:lnTo>
                  <a:lnTo>
                    <a:pt x="1023692" y="39718"/>
                  </a:lnTo>
                  <a:lnTo>
                    <a:pt x="1031507" y="39716"/>
                  </a:lnTo>
                  <a:lnTo>
                    <a:pt x="1039321" y="39713"/>
                  </a:lnTo>
                  <a:lnTo>
                    <a:pt x="1047136" y="39712"/>
                  </a:lnTo>
                  <a:lnTo>
                    <a:pt x="1054950" y="39712"/>
                  </a:lnTo>
                  <a:lnTo>
                    <a:pt x="1062765" y="39711"/>
                  </a:lnTo>
                  <a:lnTo>
                    <a:pt x="1070579" y="39711"/>
                  </a:lnTo>
                  <a:lnTo>
                    <a:pt x="1078393" y="39572"/>
                  </a:lnTo>
                  <a:lnTo>
                    <a:pt x="1086208" y="39391"/>
                  </a:lnTo>
                  <a:lnTo>
                    <a:pt x="1094022" y="39260"/>
                  </a:lnTo>
                  <a:lnTo>
                    <a:pt x="1101837" y="39227"/>
                  </a:lnTo>
                  <a:lnTo>
                    <a:pt x="1109651" y="39198"/>
                  </a:lnTo>
                  <a:lnTo>
                    <a:pt x="1117466" y="39140"/>
                  </a:lnTo>
                  <a:lnTo>
                    <a:pt x="1125280" y="39014"/>
                  </a:lnTo>
                  <a:lnTo>
                    <a:pt x="1133095" y="39016"/>
                  </a:lnTo>
                  <a:lnTo>
                    <a:pt x="1140909" y="39019"/>
                  </a:lnTo>
                  <a:lnTo>
                    <a:pt x="1148723" y="38961"/>
                  </a:lnTo>
                  <a:lnTo>
                    <a:pt x="1156538" y="38882"/>
                  </a:lnTo>
                  <a:lnTo>
                    <a:pt x="1164352" y="38956"/>
                  </a:lnTo>
                  <a:lnTo>
                    <a:pt x="1172167" y="38964"/>
                  </a:lnTo>
                  <a:lnTo>
                    <a:pt x="1179981" y="38935"/>
                  </a:lnTo>
                  <a:lnTo>
                    <a:pt x="1187796" y="38813"/>
                  </a:lnTo>
                  <a:lnTo>
                    <a:pt x="1195610" y="38684"/>
                  </a:lnTo>
                  <a:lnTo>
                    <a:pt x="1203425" y="38662"/>
                  </a:lnTo>
                  <a:lnTo>
                    <a:pt x="1211239" y="38642"/>
                  </a:lnTo>
                  <a:lnTo>
                    <a:pt x="1219053" y="38622"/>
                  </a:lnTo>
                  <a:lnTo>
                    <a:pt x="1226868" y="38603"/>
                  </a:lnTo>
                  <a:lnTo>
                    <a:pt x="1234682" y="38583"/>
                  </a:lnTo>
                  <a:lnTo>
                    <a:pt x="1242497" y="38564"/>
                  </a:lnTo>
                  <a:lnTo>
                    <a:pt x="1250311" y="38479"/>
                  </a:lnTo>
                  <a:lnTo>
                    <a:pt x="1258126" y="38327"/>
                  </a:lnTo>
                  <a:lnTo>
                    <a:pt x="1265940" y="38325"/>
                  </a:lnTo>
                  <a:lnTo>
                    <a:pt x="1273755" y="38371"/>
                  </a:lnTo>
                  <a:lnTo>
                    <a:pt x="1281569" y="38416"/>
                  </a:lnTo>
                  <a:lnTo>
                    <a:pt x="1289384" y="38446"/>
                  </a:lnTo>
                  <a:lnTo>
                    <a:pt x="1297198" y="38426"/>
                  </a:lnTo>
                  <a:lnTo>
                    <a:pt x="1305012" y="38406"/>
                  </a:lnTo>
                  <a:lnTo>
                    <a:pt x="1312827" y="38387"/>
                  </a:lnTo>
                  <a:lnTo>
                    <a:pt x="1320641" y="38367"/>
                  </a:lnTo>
                  <a:lnTo>
                    <a:pt x="1328456" y="38347"/>
                  </a:lnTo>
                  <a:lnTo>
                    <a:pt x="1336270" y="38328"/>
                  </a:lnTo>
                  <a:lnTo>
                    <a:pt x="1344085" y="38308"/>
                  </a:lnTo>
                  <a:lnTo>
                    <a:pt x="1351899" y="38278"/>
                  </a:lnTo>
                  <a:lnTo>
                    <a:pt x="1359714" y="38248"/>
                  </a:lnTo>
                  <a:lnTo>
                    <a:pt x="1367528" y="38218"/>
                  </a:lnTo>
                  <a:lnTo>
                    <a:pt x="1375342" y="38188"/>
                  </a:lnTo>
                  <a:lnTo>
                    <a:pt x="1383157" y="38158"/>
                  </a:lnTo>
                  <a:lnTo>
                    <a:pt x="1390971" y="38128"/>
                  </a:lnTo>
                  <a:lnTo>
                    <a:pt x="1398786" y="38098"/>
                  </a:lnTo>
                  <a:lnTo>
                    <a:pt x="1406600" y="38068"/>
                  </a:lnTo>
                  <a:lnTo>
                    <a:pt x="1414415" y="38038"/>
                  </a:lnTo>
                  <a:lnTo>
                    <a:pt x="1422229" y="38008"/>
                  </a:lnTo>
                  <a:lnTo>
                    <a:pt x="1430044" y="37978"/>
                  </a:lnTo>
                  <a:lnTo>
                    <a:pt x="1437858" y="37948"/>
                  </a:lnTo>
                  <a:lnTo>
                    <a:pt x="1445672" y="37826"/>
                  </a:lnTo>
                  <a:lnTo>
                    <a:pt x="1453487" y="37682"/>
                  </a:lnTo>
                  <a:lnTo>
                    <a:pt x="1461301" y="37538"/>
                  </a:lnTo>
                  <a:lnTo>
                    <a:pt x="1469116" y="37393"/>
                  </a:lnTo>
                  <a:lnTo>
                    <a:pt x="1476930" y="37248"/>
                  </a:lnTo>
                  <a:lnTo>
                    <a:pt x="1484745" y="37109"/>
                  </a:lnTo>
                  <a:lnTo>
                    <a:pt x="1492559" y="37068"/>
                  </a:lnTo>
                  <a:lnTo>
                    <a:pt x="1500374" y="37029"/>
                  </a:lnTo>
                  <a:lnTo>
                    <a:pt x="1508188" y="36991"/>
                  </a:lnTo>
                  <a:lnTo>
                    <a:pt x="1516003" y="36953"/>
                  </a:lnTo>
                  <a:lnTo>
                    <a:pt x="1523817" y="36915"/>
                  </a:lnTo>
                  <a:lnTo>
                    <a:pt x="1531631" y="36876"/>
                  </a:lnTo>
                  <a:lnTo>
                    <a:pt x="1539446" y="36838"/>
                  </a:lnTo>
                  <a:lnTo>
                    <a:pt x="1547260" y="36800"/>
                  </a:lnTo>
                  <a:lnTo>
                    <a:pt x="1555075" y="36762"/>
                  </a:lnTo>
                  <a:lnTo>
                    <a:pt x="1562889" y="36699"/>
                  </a:lnTo>
                  <a:lnTo>
                    <a:pt x="1570704" y="36607"/>
                  </a:lnTo>
                  <a:lnTo>
                    <a:pt x="1578518" y="36608"/>
                  </a:lnTo>
                  <a:lnTo>
                    <a:pt x="1586333" y="36608"/>
                  </a:lnTo>
                  <a:lnTo>
                    <a:pt x="1594147" y="36570"/>
                  </a:lnTo>
                  <a:lnTo>
                    <a:pt x="1601961" y="36532"/>
                  </a:lnTo>
                  <a:lnTo>
                    <a:pt x="1609776" y="36493"/>
                  </a:lnTo>
                  <a:lnTo>
                    <a:pt x="1617590" y="36455"/>
                  </a:lnTo>
                  <a:lnTo>
                    <a:pt x="1625405" y="36417"/>
                  </a:lnTo>
                  <a:lnTo>
                    <a:pt x="1633219" y="36378"/>
                  </a:lnTo>
                  <a:lnTo>
                    <a:pt x="1641034" y="36340"/>
                  </a:lnTo>
                  <a:lnTo>
                    <a:pt x="1648848" y="36301"/>
                  </a:lnTo>
                  <a:lnTo>
                    <a:pt x="1656663" y="36263"/>
                  </a:lnTo>
                  <a:lnTo>
                    <a:pt x="1664477" y="36224"/>
                  </a:lnTo>
                  <a:lnTo>
                    <a:pt x="1672291" y="36185"/>
                  </a:lnTo>
                  <a:lnTo>
                    <a:pt x="1680106" y="36147"/>
                  </a:lnTo>
                  <a:lnTo>
                    <a:pt x="1687920" y="36108"/>
                  </a:lnTo>
                  <a:lnTo>
                    <a:pt x="1695735" y="36070"/>
                  </a:lnTo>
                  <a:lnTo>
                    <a:pt x="1703549" y="36031"/>
                  </a:lnTo>
                  <a:lnTo>
                    <a:pt x="1711364" y="35992"/>
                  </a:lnTo>
                  <a:lnTo>
                    <a:pt x="1719178" y="35954"/>
                  </a:lnTo>
                  <a:lnTo>
                    <a:pt x="1726993" y="35915"/>
                  </a:lnTo>
                  <a:lnTo>
                    <a:pt x="1734807" y="35876"/>
                  </a:lnTo>
                  <a:lnTo>
                    <a:pt x="1742622" y="35838"/>
                  </a:lnTo>
                  <a:lnTo>
                    <a:pt x="1750436" y="35799"/>
                  </a:lnTo>
                  <a:lnTo>
                    <a:pt x="1758250" y="35760"/>
                  </a:lnTo>
                  <a:lnTo>
                    <a:pt x="1766065" y="35721"/>
                  </a:lnTo>
                  <a:lnTo>
                    <a:pt x="1773879" y="35682"/>
                  </a:lnTo>
                  <a:lnTo>
                    <a:pt x="1781694" y="35644"/>
                  </a:lnTo>
                  <a:lnTo>
                    <a:pt x="1789508" y="35605"/>
                  </a:lnTo>
                  <a:lnTo>
                    <a:pt x="1797323" y="35566"/>
                  </a:lnTo>
                  <a:lnTo>
                    <a:pt x="1805137" y="35527"/>
                  </a:lnTo>
                  <a:lnTo>
                    <a:pt x="1812952" y="35488"/>
                  </a:lnTo>
                  <a:lnTo>
                    <a:pt x="1820766" y="35449"/>
                  </a:lnTo>
                  <a:lnTo>
                    <a:pt x="1828580" y="35410"/>
                  </a:lnTo>
                  <a:lnTo>
                    <a:pt x="1836395" y="35371"/>
                  </a:lnTo>
                  <a:lnTo>
                    <a:pt x="1844209" y="35332"/>
                  </a:lnTo>
                  <a:lnTo>
                    <a:pt x="1852024" y="35293"/>
                  </a:lnTo>
                  <a:lnTo>
                    <a:pt x="1859838" y="35254"/>
                  </a:lnTo>
                  <a:lnTo>
                    <a:pt x="1867653" y="35215"/>
                  </a:lnTo>
                  <a:lnTo>
                    <a:pt x="1875467" y="35135"/>
                  </a:lnTo>
                  <a:lnTo>
                    <a:pt x="1883282" y="35086"/>
                  </a:lnTo>
                  <a:lnTo>
                    <a:pt x="1891096" y="35047"/>
                  </a:lnTo>
                  <a:lnTo>
                    <a:pt x="1898910" y="35009"/>
                  </a:lnTo>
                  <a:lnTo>
                    <a:pt x="1906725" y="34971"/>
                  </a:lnTo>
                  <a:lnTo>
                    <a:pt x="1914539" y="34934"/>
                  </a:lnTo>
                  <a:lnTo>
                    <a:pt x="1922354" y="34877"/>
                  </a:lnTo>
                  <a:lnTo>
                    <a:pt x="1930168" y="34819"/>
                  </a:lnTo>
                  <a:lnTo>
                    <a:pt x="1937983" y="34779"/>
                  </a:lnTo>
                  <a:lnTo>
                    <a:pt x="1945797" y="34766"/>
                  </a:lnTo>
                  <a:lnTo>
                    <a:pt x="1953612" y="34746"/>
                  </a:lnTo>
                  <a:lnTo>
                    <a:pt x="1961426" y="34708"/>
                  </a:lnTo>
                  <a:lnTo>
                    <a:pt x="1969241" y="34669"/>
                  </a:lnTo>
                  <a:lnTo>
                    <a:pt x="1977055" y="34631"/>
                  </a:lnTo>
                  <a:lnTo>
                    <a:pt x="1984869" y="34592"/>
                  </a:lnTo>
                  <a:lnTo>
                    <a:pt x="1992684" y="34554"/>
                  </a:lnTo>
                  <a:lnTo>
                    <a:pt x="2000498" y="34516"/>
                  </a:lnTo>
                  <a:lnTo>
                    <a:pt x="2008313" y="34456"/>
                  </a:lnTo>
                  <a:lnTo>
                    <a:pt x="2016127" y="34346"/>
                  </a:lnTo>
                  <a:lnTo>
                    <a:pt x="2023942" y="34236"/>
                  </a:lnTo>
                  <a:lnTo>
                    <a:pt x="2023942" y="108673"/>
                  </a:lnTo>
                  <a:lnTo>
                    <a:pt x="2016127" y="108622"/>
                  </a:lnTo>
                  <a:lnTo>
                    <a:pt x="2008313" y="108555"/>
                  </a:lnTo>
                  <a:lnTo>
                    <a:pt x="2000498" y="108455"/>
                  </a:lnTo>
                  <a:lnTo>
                    <a:pt x="1992684" y="108404"/>
                  </a:lnTo>
                  <a:lnTo>
                    <a:pt x="1984869" y="108343"/>
                  </a:lnTo>
                  <a:lnTo>
                    <a:pt x="1977055" y="108190"/>
                  </a:lnTo>
                  <a:lnTo>
                    <a:pt x="1969241" y="108038"/>
                  </a:lnTo>
                  <a:lnTo>
                    <a:pt x="1961426" y="107932"/>
                  </a:lnTo>
                  <a:lnTo>
                    <a:pt x="1953612" y="107826"/>
                  </a:lnTo>
                  <a:lnTo>
                    <a:pt x="1945797" y="107748"/>
                  </a:lnTo>
                  <a:lnTo>
                    <a:pt x="1937983" y="107669"/>
                  </a:lnTo>
                  <a:lnTo>
                    <a:pt x="1930168" y="107589"/>
                  </a:lnTo>
                  <a:lnTo>
                    <a:pt x="1922354" y="107508"/>
                  </a:lnTo>
                  <a:lnTo>
                    <a:pt x="1914539" y="107427"/>
                  </a:lnTo>
                  <a:lnTo>
                    <a:pt x="1906725" y="107344"/>
                  </a:lnTo>
                  <a:lnTo>
                    <a:pt x="1898910" y="107260"/>
                  </a:lnTo>
                  <a:lnTo>
                    <a:pt x="1891096" y="107174"/>
                  </a:lnTo>
                  <a:lnTo>
                    <a:pt x="1883282" y="107062"/>
                  </a:lnTo>
                  <a:lnTo>
                    <a:pt x="1875467" y="106976"/>
                  </a:lnTo>
                  <a:lnTo>
                    <a:pt x="1867653" y="106891"/>
                  </a:lnTo>
                  <a:lnTo>
                    <a:pt x="1859838" y="106805"/>
                  </a:lnTo>
                  <a:lnTo>
                    <a:pt x="1852024" y="106718"/>
                  </a:lnTo>
                  <a:lnTo>
                    <a:pt x="1844209" y="106631"/>
                  </a:lnTo>
                  <a:lnTo>
                    <a:pt x="1836395" y="106542"/>
                  </a:lnTo>
                  <a:lnTo>
                    <a:pt x="1828580" y="106452"/>
                  </a:lnTo>
                  <a:lnTo>
                    <a:pt x="1820766" y="106361"/>
                  </a:lnTo>
                  <a:lnTo>
                    <a:pt x="1812952" y="106269"/>
                  </a:lnTo>
                  <a:lnTo>
                    <a:pt x="1805137" y="106175"/>
                  </a:lnTo>
                  <a:lnTo>
                    <a:pt x="1797323" y="106064"/>
                  </a:lnTo>
                  <a:lnTo>
                    <a:pt x="1789508" y="105949"/>
                  </a:lnTo>
                  <a:lnTo>
                    <a:pt x="1781694" y="105790"/>
                  </a:lnTo>
                  <a:lnTo>
                    <a:pt x="1773879" y="105683"/>
                  </a:lnTo>
                  <a:lnTo>
                    <a:pt x="1766065" y="105597"/>
                  </a:lnTo>
                  <a:lnTo>
                    <a:pt x="1758250" y="105478"/>
                  </a:lnTo>
                  <a:lnTo>
                    <a:pt x="1750436" y="105375"/>
                  </a:lnTo>
                  <a:lnTo>
                    <a:pt x="1742622" y="105272"/>
                  </a:lnTo>
                  <a:lnTo>
                    <a:pt x="1734807" y="105168"/>
                  </a:lnTo>
                  <a:lnTo>
                    <a:pt x="1726993" y="105090"/>
                  </a:lnTo>
                  <a:lnTo>
                    <a:pt x="1719178" y="105013"/>
                  </a:lnTo>
                  <a:lnTo>
                    <a:pt x="1711364" y="104935"/>
                  </a:lnTo>
                  <a:lnTo>
                    <a:pt x="1703549" y="104856"/>
                  </a:lnTo>
                  <a:lnTo>
                    <a:pt x="1695735" y="104754"/>
                  </a:lnTo>
                  <a:lnTo>
                    <a:pt x="1687920" y="104645"/>
                  </a:lnTo>
                  <a:lnTo>
                    <a:pt x="1680106" y="104533"/>
                  </a:lnTo>
                  <a:lnTo>
                    <a:pt x="1672291" y="104420"/>
                  </a:lnTo>
                  <a:lnTo>
                    <a:pt x="1664477" y="104304"/>
                  </a:lnTo>
                  <a:lnTo>
                    <a:pt x="1656663" y="104144"/>
                  </a:lnTo>
                  <a:lnTo>
                    <a:pt x="1648848" y="103964"/>
                  </a:lnTo>
                  <a:lnTo>
                    <a:pt x="1641034" y="103800"/>
                  </a:lnTo>
                  <a:lnTo>
                    <a:pt x="1633219" y="103687"/>
                  </a:lnTo>
                  <a:lnTo>
                    <a:pt x="1625405" y="103564"/>
                  </a:lnTo>
                  <a:lnTo>
                    <a:pt x="1617590" y="103427"/>
                  </a:lnTo>
                  <a:lnTo>
                    <a:pt x="1609776" y="103237"/>
                  </a:lnTo>
                  <a:lnTo>
                    <a:pt x="1601961" y="103047"/>
                  </a:lnTo>
                  <a:lnTo>
                    <a:pt x="1594147" y="102856"/>
                  </a:lnTo>
                  <a:lnTo>
                    <a:pt x="1586333" y="102664"/>
                  </a:lnTo>
                  <a:lnTo>
                    <a:pt x="1578518" y="102472"/>
                  </a:lnTo>
                  <a:lnTo>
                    <a:pt x="1570704" y="102278"/>
                  </a:lnTo>
                  <a:lnTo>
                    <a:pt x="1562889" y="102132"/>
                  </a:lnTo>
                  <a:lnTo>
                    <a:pt x="1555075" y="102006"/>
                  </a:lnTo>
                  <a:lnTo>
                    <a:pt x="1547260" y="101879"/>
                  </a:lnTo>
                  <a:lnTo>
                    <a:pt x="1539446" y="101751"/>
                  </a:lnTo>
                  <a:lnTo>
                    <a:pt x="1531631" y="101622"/>
                  </a:lnTo>
                  <a:lnTo>
                    <a:pt x="1523817" y="101530"/>
                  </a:lnTo>
                  <a:lnTo>
                    <a:pt x="1516003" y="101438"/>
                  </a:lnTo>
                  <a:lnTo>
                    <a:pt x="1508188" y="101345"/>
                  </a:lnTo>
                  <a:lnTo>
                    <a:pt x="1500374" y="101211"/>
                  </a:lnTo>
                  <a:lnTo>
                    <a:pt x="1492559" y="101022"/>
                  </a:lnTo>
                  <a:lnTo>
                    <a:pt x="1484745" y="100893"/>
                  </a:lnTo>
                  <a:lnTo>
                    <a:pt x="1476930" y="100777"/>
                  </a:lnTo>
                  <a:lnTo>
                    <a:pt x="1469116" y="100664"/>
                  </a:lnTo>
                  <a:lnTo>
                    <a:pt x="1461301" y="100548"/>
                  </a:lnTo>
                  <a:lnTo>
                    <a:pt x="1453487" y="100429"/>
                  </a:lnTo>
                  <a:lnTo>
                    <a:pt x="1445672" y="100284"/>
                  </a:lnTo>
                  <a:lnTo>
                    <a:pt x="1437858" y="100122"/>
                  </a:lnTo>
                  <a:lnTo>
                    <a:pt x="1430044" y="99957"/>
                  </a:lnTo>
                  <a:lnTo>
                    <a:pt x="1422229" y="99791"/>
                  </a:lnTo>
                  <a:lnTo>
                    <a:pt x="1414415" y="99623"/>
                  </a:lnTo>
                  <a:lnTo>
                    <a:pt x="1406600" y="99475"/>
                  </a:lnTo>
                  <a:lnTo>
                    <a:pt x="1398786" y="99351"/>
                  </a:lnTo>
                  <a:lnTo>
                    <a:pt x="1390971" y="99224"/>
                  </a:lnTo>
                  <a:lnTo>
                    <a:pt x="1383157" y="99110"/>
                  </a:lnTo>
                  <a:lnTo>
                    <a:pt x="1375342" y="99012"/>
                  </a:lnTo>
                  <a:lnTo>
                    <a:pt x="1367528" y="98853"/>
                  </a:lnTo>
                  <a:lnTo>
                    <a:pt x="1359714" y="98704"/>
                  </a:lnTo>
                  <a:lnTo>
                    <a:pt x="1351899" y="98571"/>
                  </a:lnTo>
                  <a:lnTo>
                    <a:pt x="1344085" y="98435"/>
                  </a:lnTo>
                  <a:lnTo>
                    <a:pt x="1336270" y="98295"/>
                  </a:lnTo>
                  <a:lnTo>
                    <a:pt x="1328456" y="98046"/>
                  </a:lnTo>
                  <a:lnTo>
                    <a:pt x="1320641" y="97874"/>
                  </a:lnTo>
                  <a:lnTo>
                    <a:pt x="1312827" y="97741"/>
                  </a:lnTo>
                  <a:lnTo>
                    <a:pt x="1305012" y="97602"/>
                  </a:lnTo>
                  <a:lnTo>
                    <a:pt x="1297198" y="97405"/>
                  </a:lnTo>
                  <a:lnTo>
                    <a:pt x="1289384" y="97192"/>
                  </a:lnTo>
                  <a:lnTo>
                    <a:pt x="1281569" y="96975"/>
                  </a:lnTo>
                  <a:lnTo>
                    <a:pt x="1273755" y="96756"/>
                  </a:lnTo>
                  <a:lnTo>
                    <a:pt x="1265940" y="96535"/>
                  </a:lnTo>
                  <a:lnTo>
                    <a:pt x="1258126" y="96320"/>
                  </a:lnTo>
                  <a:lnTo>
                    <a:pt x="1250311" y="96089"/>
                  </a:lnTo>
                  <a:lnTo>
                    <a:pt x="1242497" y="95954"/>
                  </a:lnTo>
                  <a:lnTo>
                    <a:pt x="1234682" y="95791"/>
                  </a:lnTo>
                  <a:lnTo>
                    <a:pt x="1226868" y="95612"/>
                  </a:lnTo>
                  <a:lnTo>
                    <a:pt x="1219053" y="95430"/>
                  </a:lnTo>
                  <a:lnTo>
                    <a:pt x="1211239" y="95246"/>
                  </a:lnTo>
                  <a:lnTo>
                    <a:pt x="1203425" y="95060"/>
                  </a:lnTo>
                  <a:lnTo>
                    <a:pt x="1195610" y="94873"/>
                  </a:lnTo>
                  <a:lnTo>
                    <a:pt x="1187796" y="94636"/>
                  </a:lnTo>
                  <a:lnTo>
                    <a:pt x="1179981" y="94276"/>
                  </a:lnTo>
                  <a:lnTo>
                    <a:pt x="1172167" y="93911"/>
                  </a:lnTo>
                  <a:lnTo>
                    <a:pt x="1164352" y="93574"/>
                  </a:lnTo>
                  <a:lnTo>
                    <a:pt x="1156538" y="93375"/>
                  </a:lnTo>
                  <a:lnTo>
                    <a:pt x="1148723" y="93174"/>
                  </a:lnTo>
                  <a:lnTo>
                    <a:pt x="1140909" y="92971"/>
                  </a:lnTo>
                  <a:lnTo>
                    <a:pt x="1133095" y="92766"/>
                  </a:lnTo>
                  <a:lnTo>
                    <a:pt x="1125280" y="92543"/>
                  </a:lnTo>
                  <a:lnTo>
                    <a:pt x="1117466" y="92270"/>
                  </a:lnTo>
                  <a:lnTo>
                    <a:pt x="1109651" y="91993"/>
                  </a:lnTo>
                  <a:lnTo>
                    <a:pt x="1101837" y="91714"/>
                  </a:lnTo>
                  <a:lnTo>
                    <a:pt x="1094022" y="91510"/>
                  </a:lnTo>
                  <a:lnTo>
                    <a:pt x="1086208" y="91324"/>
                  </a:lnTo>
                  <a:lnTo>
                    <a:pt x="1078393" y="91135"/>
                  </a:lnTo>
                  <a:lnTo>
                    <a:pt x="1070579" y="90944"/>
                  </a:lnTo>
                  <a:lnTo>
                    <a:pt x="1062765" y="90753"/>
                  </a:lnTo>
                  <a:lnTo>
                    <a:pt x="1054950" y="90507"/>
                  </a:lnTo>
                  <a:lnTo>
                    <a:pt x="1047136" y="90147"/>
                  </a:lnTo>
                  <a:lnTo>
                    <a:pt x="1039321" y="89853"/>
                  </a:lnTo>
                  <a:lnTo>
                    <a:pt x="1031507" y="89574"/>
                  </a:lnTo>
                  <a:lnTo>
                    <a:pt x="1023692" y="89291"/>
                  </a:lnTo>
                  <a:lnTo>
                    <a:pt x="1015878" y="89004"/>
                  </a:lnTo>
                  <a:lnTo>
                    <a:pt x="1008063" y="88714"/>
                  </a:lnTo>
                  <a:lnTo>
                    <a:pt x="1000249" y="88439"/>
                  </a:lnTo>
                  <a:lnTo>
                    <a:pt x="992434" y="88127"/>
                  </a:lnTo>
                  <a:lnTo>
                    <a:pt x="984620" y="87832"/>
                  </a:lnTo>
                  <a:lnTo>
                    <a:pt x="976806" y="87533"/>
                  </a:lnTo>
                  <a:lnTo>
                    <a:pt x="968991" y="87231"/>
                  </a:lnTo>
                  <a:lnTo>
                    <a:pt x="961177" y="86941"/>
                  </a:lnTo>
                  <a:lnTo>
                    <a:pt x="953362" y="86721"/>
                  </a:lnTo>
                  <a:lnTo>
                    <a:pt x="945548" y="86499"/>
                  </a:lnTo>
                  <a:lnTo>
                    <a:pt x="937733" y="86274"/>
                  </a:lnTo>
                  <a:lnTo>
                    <a:pt x="929919" y="86047"/>
                  </a:lnTo>
                  <a:lnTo>
                    <a:pt x="922104" y="85811"/>
                  </a:lnTo>
                  <a:lnTo>
                    <a:pt x="914290" y="85528"/>
                  </a:lnTo>
                  <a:lnTo>
                    <a:pt x="906476" y="85209"/>
                  </a:lnTo>
                  <a:lnTo>
                    <a:pt x="898661" y="84849"/>
                  </a:lnTo>
                  <a:lnTo>
                    <a:pt x="890847" y="84636"/>
                  </a:lnTo>
                  <a:lnTo>
                    <a:pt x="883032" y="84330"/>
                  </a:lnTo>
                  <a:lnTo>
                    <a:pt x="875218" y="83936"/>
                  </a:lnTo>
                  <a:lnTo>
                    <a:pt x="867403" y="83719"/>
                  </a:lnTo>
                  <a:lnTo>
                    <a:pt x="859589" y="83449"/>
                  </a:lnTo>
                  <a:lnTo>
                    <a:pt x="851774" y="83138"/>
                  </a:lnTo>
                  <a:lnTo>
                    <a:pt x="843960" y="82825"/>
                  </a:lnTo>
                  <a:lnTo>
                    <a:pt x="836145" y="82510"/>
                  </a:lnTo>
                  <a:lnTo>
                    <a:pt x="828331" y="82193"/>
                  </a:lnTo>
                  <a:lnTo>
                    <a:pt x="820517" y="81874"/>
                  </a:lnTo>
                  <a:lnTo>
                    <a:pt x="812702" y="81549"/>
                  </a:lnTo>
                  <a:lnTo>
                    <a:pt x="804888" y="81221"/>
                  </a:lnTo>
                  <a:lnTo>
                    <a:pt x="797073" y="80890"/>
                  </a:lnTo>
                  <a:lnTo>
                    <a:pt x="789259" y="80558"/>
                  </a:lnTo>
                  <a:lnTo>
                    <a:pt x="781444" y="80223"/>
                  </a:lnTo>
                  <a:lnTo>
                    <a:pt x="773630" y="79886"/>
                  </a:lnTo>
                  <a:lnTo>
                    <a:pt x="765815" y="79414"/>
                  </a:lnTo>
                  <a:lnTo>
                    <a:pt x="758001" y="78998"/>
                  </a:lnTo>
                  <a:lnTo>
                    <a:pt x="750187" y="78708"/>
                  </a:lnTo>
                  <a:lnTo>
                    <a:pt x="742372" y="78326"/>
                  </a:lnTo>
                  <a:lnTo>
                    <a:pt x="734558" y="77997"/>
                  </a:lnTo>
                  <a:lnTo>
                    <a:pt x="726743" y="77660"/>
                  </a:lnTo>
                  <a:lnTo>
                    <a:pt x="718929" y="77264"/>
                  </a:lnTo>
                  <a:lnTo>
                    <a:pt x="711114" y="76722"/>
                  </a:lnTo>
                  <a:lnTo>
                    <a:pt x="703300" y="76205"/>
                  </a:lnTo>
                  <a:lnTo>
                    <a:pt x="695485" y="75892"/>
                  </a:lnTo>
                  <a:lnTo>
                    <a:pt x="687671" y="75575"/>
                  </a:lnTo>
                  <a:lnTo>
                    <a:pt x="679857" y="75334"/>
                  </a:lnTo>
                  <a:lnTo>
                    <a:pt x="672042" y="75151"/>
                  </a:lnTo>
                  <a:lnTo>
                    <a:pt x="664228" y="74701"/>
                  </a:lnTo>
                  <a:lnTo>
                    <a:pt x="656413" y="74270"/>
                  </a:lnTo>
                  <a:lnTo>
                    <a:pt x="648599" y="73931"/>
                  </a:lnTo>
                  <a:lnTo>
                    <a:pt x="640784" y="73527"/>
                  </a:lnTo>
                  <a:lnTo>
                    <a:pt x="632970" y="73238"/>
                  </a:lnTo>
                  <a:lnTo>
                    <a:pt x="625155" y="72904"/>
                  </a:lnTo>
                  <a:lnTo>
                    <a:pt x="617341" y="72489"/>
                  </a:lnTo>
                  <a:lnTo>
                    <a:pt x="609526" y="71951"/>
                  </a:lnTo>
                  <a:lnTo>
                    <a:pt x="601712" y="71624"/>
                  </a:lnTo>
                  <a:lnTo>
                    <a:pt x="593898" y="71067"/>
                  </a:lnTo>
                  <a:lnTo>
                    <a:pt x="586083" y="70536"/>
                  </a:lnTo>
                  <a:lnTo>
                    <a:pt x="578269" y="70099"/>
                  </a:lnTo>
                  <a:lnTo>
                    <a:pt x="570454" y="69635"/>
                  </a:lnTo>
                  <a:lnTo>
                    <a:pt x="562640" y="69296"/>
                  </a:lnTo>
                  <a:lnTo>
                    <a:pt x="554825" y="68992"/>
                  </a:lnTo>
                  <a:lnTo>
                    <a:pt x="547011" y="68671"/>
                  </a:lnTo>
                  <a:lnTo>
                    <a:pt x="539196" y="68162"/>
                  </a:lnTo>
                  <a:lnTo>
                    <a:pt x="531382" y="67662"/>
                  </a:lnTo>
                  <a:lnTo>
                    <a:pt x="523568" y="67337"/>
                  </a:lnTo>
                  <a:lnTo>
                    <a:pt x="515753" y="66979"/>
                  </a:lnTo>
                  <a:lnTo>
                    <a:pt x="507939" y="66603"/>
                  </a:lnTo>
                  <a:lnTo>
                    <a:pt x="500124" y="66146"/>
                  </a:lnTo>
                  <a:lnTo>
                    <a:pt x="492310" y="65922"/>
                  </a:lnTo>
                  <a:lnTo>
                    <a:pt x="484495" y="65630"/>
                  </a:lnTo>
                  <a:lnTo>
                    <a:pt x="476681" y="65340"/>
                  </a:lnTo>
                  <a:lnTo>
                    <a:pt x="468866" y="64999"/>
                  </a:lnTo>
                  <a:lnTo>
                    <a:pt x="461052" y="64573"/>
                  </a:lnTo>
                  <a:lnTo>
                    <a:pt x="453238" y="64154"/>
                  </a:lnTo>
                  <a:lnTo>
                    <a:pt x="445423" y="63726"/>
                  </a:lnTo>
                  <a:lnTo>
                    <a:pt x="437609" y="63362"/>
                  </a:lnTo>
                  <a:lnTo>
                    <a:pt x="429794" y="63070"/>
                  </a:lnTo>
                  <a:lnTo>
                    <a:pt x="421980" y="62792"/>
                  </a:lnTo>
                  <a:lnTo>
                    <a:pt x="414165" y="62440"/>
                  </a:lnTo>
                  <a:lnTo>
                    <a:pt x="406351" y="62199"/>
                  </a:lnTo>
                  <a:lnTo>
                    <a:pt x="398536" y="61868"/>
                  </a:lnTo>
                  <a:lnTo>
                    <a:pt x="390722" y="61469"/>
                  </a:lnTo>
                  <a:lnTo>
                    <a:pt x="382907" y="61029"/>
                  </a:lnTo>
                  <a:lnTo>
                    <a:pt x="375093" y="60527"/>
                  </a:lnTo>
                  <a:lnTo>
                    <a:pt x="367279" y="60198"/>
                  </a:lnTo>
                  <a:lnTo>
                    <a:pt x="359464" y="59883"/>
                  </a:lnTo>
                  <a:lnTo>
                    <a:pt x="351650" y="59487"/>
                  </a:lnTo>
                  <a:lnTo>
                    <a:pt x="343835" y="59054"/>
                  </a:lnTo>
                  <a:lnTo>
                    <a:pt x="336021" y="58808"/>
                  </a:lnTo>
                  <a:lnTo>
                    <a:pt x="328206" y="58564"/>
                  </a:lnTo>
                  <a:lnTo>
                    <a:pt x="320392" y="58297"/>
                  </a:lnTo>
                  <a:lnTo>
                    <a:pt x="312577" y="58073"/>
                  </a:lnTo>
                  <a:lnTo>
                    <a:pt x="304763" y="57877"/>
                  </a:lnTo>
                  <a:lnTo>
                    <a:pt x="296949" y="57532"/>
                  </a:lnTo>
                  <a:lnTo>
                    <a:pt x="289134" y="57289"/>
                  </a:lnTo>
                  <a:lnTo>
                    <a:pt x="281320" y="57065"/>
                  </a:lnTo>
                  <a:lnTo>
                    <a:pt x="273505" y="56800"/>
                  </a:lnTo>
                  <a:lnTo>
                    <a:pt x="265691" y="56481"/>
                  </a:lnTo>
                  <a:lnTo>
                    <a:pt x="257876" y="56278"/>
                  </a:lnTo>
                  <a:lnTo>
                    <a:pt x="250062" y="55945"/>
                  </a:lnTo>
                  <a:lnTo>
                    <a:pt x="242247" y="55810"/>
                  </a:lnTo>
                  <a:lnTo>
                    <a:pt x="234433" y="55745"/>
                  </a:lnTo>
                  <a:lnTo>
                    <a:pt x="226619" y="55601"/>
                  </a:lnTo>
                  <a:lnTo>
                    <a:pt x="218804" y="55524"/>
                  </a:lnTo>
                  <a:lnTo>
                    <a:pt x="210990" y="55385"/>
                  </a:lnTo>
                  <a:lnTo>
                    <a:pt x="203175" y="55269"/>
                  </a:lnTo>
                  <a:lnTo>
                    <a:pt x="195361" y="55140"/>
                  </a:lnTo>
                  <a:lnTo>
                    <a:pt x="187546" y="54722"/>
                  </a:lnTo>
                  <a:lnTo>
                    <a:pt x="179732" y="54649"/>
                  </a:lnTo>
                  <a:lnTo>
                    <a:pt x="171917" y="54432"/>
                  </a:lnTo>
                  <a:lnTo>
                    <a:pt x="164103" y="54285"/>
                  </a:lnTo>
                  <a:lnTo>
                    <a:pt x="156288" y="54248"/>
                  </a:lnTo>
                  <a:lnTo>
                    <a:pt x="148474" y="54097"/>
                  </a:lnTo>
                  <a:lnTo>
                    <a:pt x="140660" y="53953"/>
                  </a:lnTo>
                  <a:lnTo>
                    <a:pt x="132845" y="53820"/>
                  </a:lnTo>
                  <a:lnTo>
                    <a:pt x="125031" y="53796"/>
                  </a:lnTo>
                  <a:lnTo>
                    <a:pt x="117216" y="53725"/>
                  </a:lnTo>
                  <a:lnTo>
                    <a:pt x="109402" y="53631"/>
                  </a:lnTo>
                  <a:lnTo>
                    <a:pt x="101587" y="53592"/>
                  </a:lnTo>
                  <a:lnTo>
                    <a:pt x="93773" y="53526"/>
                  </a:lnTo>
                  <a:lnTo>
                    <a:pt x="85958" y="53524"/>
                  </a:lnTo>
                  <a:lnTo>
                    <a:pt x="78144" y="53528"/>
                  </a:lnTo>
                  <a:lnTo>
                    <a:pt x="70330" y="53621"/>
                  </a:lnTo>
                  <a:lnTo>
                    <a:pt x="62515" y="53639"/>
                  </a:lnTo>
                  <a:lnTo>
                    <a:pt x="54701" y="53686"/>
                  </a:lnTo>
                  <a:lnTo>
                    <a:pt x="46886" y="53603"/>
                  </a:lnTo>
                  <a:lnTo>
                    <a:pt x="39072" y="53484"/>
                  </a:lnTo>
                  <a:lnTo>
                    <a:pt x="31257" y="53500"/>
                  </a:lnTo>
                  <a:lnTo>
                    <a:pt x="23443" y="53453"/>
                  </a:lnTo>
                  <a:lnTo>
                    <a:pt x="15628" y="53477"/>
                  </a:lnTo>
                  <a:lnTo>
                    <a:pt x="7814" y="53483"/>
                  </a:lnTo>
                  <a:lnTo>
                    <a:pt x="0" y="53263"/>
                  </a:lnTo>
                  <a:close/>
                </a:path>
              </a:pathLst>
            </a:custGeom>
            <a:solidFill>
              <a:srgbClr val="0072B2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82" name="pl81"/>
            <p:cNvSpPr/>
            <p:nvPr/>
          </p:nvSpPr>
          <p:spPr>
            <a:xfrm>
              <a:off x="1223067" y="4598092"/>
              <a:ext cx="2023942" cy="41234"/>
            </a:xfrm>
            <a:custGeom>
              <a:avLst/>
              <a:pathLst>
                <a:path w="2023942" h="41234">
                  <a:moveTo>
                    <a:pt x="0" y="0"/>
                  </a:moveTo>
                  <a:lnTo>
                    <a:pt x="7814" y="1028"/>
                  </a:lnTo>
                  <a:lnTo>
                    <a:pt x="15628" y="1901"/>
                  </a:lnTo>
                  <a:lnTo>
                    <a:pt x="23443" y="2658"/>
                  </a:lnTo>
                  <a:lnTo>
                    <a:pt x="31257" y="3778"/>
                  </a:lnTo>
                  <a:lnTo>
                    <a:pt x="39072" y="4689"/>
                  </a:lnTo>
                  <a:lnTo>
                    <a:pt x="46886" y="5291"/>
                  </a:lnTo>
                  <a:lnTo>
                    <a:pt x="54701" y="6033"/>
                  </a:lnTo>
                  <a:lnTo>
                    <a:pt x="62515" y="7045"/>
                  </a:lnTo>
                  <a:lnTo>
                    <a:pt x="70330" y="7923"/>
                  </a:lnTo>
                  <a:lnTo>
                    <a:pt x="78144" y="8969"/>
                  </a:lnTo>
                  <a:lnTo>
                    <a:pt x="85958" y="9824"/>
                  </a:lnTo>
                  <a:lnTo>
                    <a:pt x="93773" y="10571"/>
                  </a:lnTo>
                  <a:lnTo>
                    <a:pt x="101587" y="11328"/>
                  </a:lnTo>
                  <a:lnTo>
                    <a:pt x="109402" y="12070"/>
                  </a:lnTo>
                  <a:lnTo>
                    <a:pt x="117216" y="12914"/>
                  </a:lnTo>
                  <a:lnTo>
                    <a:pt x="125031" y="14006"/>
                  </a:lnTo>
                  <a:lnTo>
                    <a:pt x="132845" y="15150"/>
                  </a:lnTo>
                  <a:lnTo>
                    <a:pt x="140660" y="15960"/>
                  </a:lnTo>
                  <a:lnTo>
                    <a:pt x="148474" y="16769"/>
                  </a:lnTo>
                  <a:lnTo>
                    <a:pt x="156288" y="17857"/>
                  </a:lnTo>
                  <a:lnTo>
                    <a:pt x="164103" y="18615"/>
                  </a:lnTo>
                  <a:lnTo>
                    <a:pt x="171917" y="19257"/>
                  </a:lnTo>
                  <a:lnTo>
                    <a:pt x="179732" y="19862"/>
                  </a:lnTo>
                  <a:lnTo>
                    <a:pt x="187546" y="20644"/>
                  </a:lnTo>
                  <a:lnTo>
                    <a:pt x="195361" y="21369"/>
                  </a:lnTo>
                  <a:lnTo>
                    <a:pt x="203175" y="22192"/>
                  </a:lnTo>
                  <a:lnTo>
                    <a:pt x="210990" y="22800"/>
                  </a:lnTo>
                  <a:lnTo>
                    <a:pt x="218804" y="23482"/>
                  </a:lnTo>
                  <a:lnTo>
                    <a:pt x="226619" y="24197"/>
                  </a:lnTo>
                  <a:lnTo>
                    <a:pt x="234433" y="24874"/>
                  </a:lnTo>
                  <a:lnTo>
                    <a:pt x="242247" y="25645"/>
                  </a:lnTo>
                  <a:lnTo>
                    <a:pt x="250062" y="26399"/>
                  </a:lnTo>
                  <a:lnTo>
                    <a:pt x="257876" y="26997"/>
                  </a:lnTo>
                  <a:lnTo>
                    <a:pt x="265691" y="27580"/>
                  </a:lnTo>
                  <a:lnTo>
                    <a:pt x="273505" y="28041"/>
                  </a:lnTo>
                  <a:lnTo>
                    <a:pt x="281320" y="28618"/>
                  </a:lnTo>
                  <a:lnTo>
                    <a:pt x="289134" y="29361"/>
                  </a:lnTo>
                  <a:lnTo>
                    <a:pt x="296949" y="29857"/>
                  </a:lnTo>
                  <a:lnTo>
                    <a:pt x="304763" y="30326"/>
                  </a:lnTo>
                  <a:lnTo>
                    <a:pt x="312577" y="30699"/>
                  </a:lnTo>
                  <a:lnTo>
                    <a:pt x="320392" y="31290"/>
                  </a:lnTo>
                  <a:lnTo>
                    <a:pt x="328206" y="31676"/>
                  </a:lnTo>
                  <a:lnTo>
                    <a:pt x="336021" y="32247"/>
                  </a:lnTo>
                  <a:lnTo>
                    <a:pt x="343835" y="32558"/>
                  </a:lnTo>
                  <a:lnTo>
                    <a:pt x="351650" y="32924"/>
                  </a:lnTo>
                  <a:lnTo>
                    <a:pt x="359464" y="33445"/>
                  </a:lnTo>
                  <a:lnTo>
                    <a:pt x="367279" y="33637"/>
                  </a:lnTo>
                  <a:lnTo>
                    <a:pt x="375093" y="34166"/>
                  </a:lnTo>
                  <a:lnTo>
                    <a:pt x="382907" y="34694"/>
                  </a:lnTo>
                  <a:lnTo>
                    <a:pt x="390722" y="35047"/>
                  </a:lnTo>
                  <a:lnTo>
                    <a:pt x="398536" y="35341"/>
                  </a:lnTo>
                  <a:lnTo>
                    <a:pt x="406351" y="35631"/>
                  </a:lnTo>
                  <a:lnTo>
                    <a:pt x="414165" y="35930"/>
                  </a:lnTo>
                  <a:lnTo>
                    <a:pt x="421980" y="36278"/>
                  </a:lnTo>
                  <a:lnTo>
                    <a:pt x="429794" y="36535"/>
                  </a:lnTo>
                  <a:lnTo>
                    <a:pt x="437609" y="36758"/>
                  </a:lnTo>
                  <a:lnTo>
                    <a:pt x="445423" y="36920"/>
                  </a:lnTo>
                  <a:lnTo>
                    <a:pt x="453238" y="37147"/>
                  </a:lnTo>
                  <a:lnTo>
                    <a:pt x="461052" y="37503"/>
                  </a:lnTo>
                  <a:lnTo>
                    <a:pt x="468866" y="37733"/>
                  </a:lnTo>
                  <a:lnTo>
                    <a:pt x="476681" y="37732"/>
                  </a:lnTo>
                  <a:lnTo>
                    <a:pt x="484495" y="37844"/>
                  </a:lnTo>
                  <a:lnTo>
                    <a:pt x="492310" y="38032"/>
                  </a:lnTo>
                  <a:lnTo>
                    <a:pt x="500124" y="38071"/>
                  </a:lnTo>
                  <a:lnTo>
                    <a:pt x="507939" y="38339"/>
                  </a:lnTo>
                  <a:lnTo>
                    <a:pt x="515753" y="38597"/>
                  </a:lnTo>
                  <a:lnTo>
                    <a:pt x="523568" y="38788"/>
                  </a:lnTo>
                  <a:lnTo>
                    <a:pt x="531382" y="38906"/>
                  </a:lnTo>
                  <a:lnTo>
                    <a:pt x="539196" y="38994"/>
                  </a:lnTo>
                  <a:lnTo>
                    <a:pt x="547011" y="39090"/>
                  </a:lnTo>
                  <a:lnTo>
                    <a:pt x="554825" y="39247"/>
                  </a:lnTo>
                  <a:lnTo>
                    <a:pt x="562640" y="39304"/>
                  </a:lnTo>
                  <a:lnTo>
                    <a:pt x="570454" y="39374"/>
                  </a:lnTo>
                  <a:lnTo>
                    <a:pt x="578269" y="39598"/>
                  </a:lnTo>
                  <a:lnTo>
                    <a:pt x="586083" y="39690"/>
                  </a:lnTo>
                  <a:lnTo>
                    <a:pt x="593898" y="39850"/>
                  </a:lnTo>
                  <a:lnTo>
                    <a:pt x="601712" y="39972"/>
                  </a:lnTo>
                  <a:lnTo>
                    <a:pt x="609526" y="40079"/>
                  </a:lnTo>
                  <a:lnTo>
                    <a:pt x="617341" y="40122"/>
                  </a:lnTo>
                  <a:lnTo>
                    <a:pt x="625155" y="40160"/>
                  </a:lnTo>
                  <a:lnTo>
                    <a:pt x="632970" y="40188"/>
                  </a:lnTo>
                  <a:lnTo>
                    <a:pt x="640784" y="40159"/>
                  </a:lnTo>
                  <a:lnTo>
                    <a:pt x="648599" y="40279"/>
                  </a:lnTo>
                  <a:lnTo>
                    <a:pt x="656413" y="40456"/>
                  </a:lnTo>
                  <a:lnTo>
                    <a:pt x="664228" y="40594"/>
                  </a:lnTo>
                  <a:lnTo>
                    <a:pt x="672042" y="40561"/>
                  </a:lnTo>
                  <a:lnTo>
                    <a:pt x="679857" y="40610"/>
                  </a:lnTo>
                  <a:lnTo>
                    <a:pt x="687671" y="40719"/>
                  </a:lnTo>
                  <a:lnTo>
                    <a:pt x="695485" y="40644"/>
                  </a:lnTo>
                  <a:lnTo>
                    <a:pt x="703300" y="40597"/>
                  </a:lnTo>
                  <a:lnTo>
                    <a:pt x="711114" y="40594"/>
                  </a:lnTo>
                  <a:lnTo>
                    <a:pt x="718929" y="40637"/>
                  </a:lnTo>
                  <a:lnTo>
                    <a:pt x="726743" y="40674"/>
                  </a:lnTo>
                  <a:lnTo>
                    <a:pt x="734558" y="40712"/>
                  </a:lnTo>
                  <a:lnTo>
                    <a:pt x="742372" y="40749"/>
                  </a:lnTo>
                  <a:lnTo>
                    <a:pt x="750187" y="40788"/>
                  </a:lnTo>
                  <a:lnTo>
                    <a:pt x="758001" y="40872"/>
                  </a:lnTo>
                  <a:lnTo>
                    <a:pt x="765815" y="40893"/>
                  </a:lnTo>
                  <a:lnTo>
                    <a:pt x="773630" y="40906"/>
                  </a:lnTo>
                  <a:lnTo>
                    <a:pt x="781444" y="40944"/>
                  </a:lnTo>
                  <a:lnTo>
                    <a:pt x="789259" y="40962"/>
                  </a:lnTo>
                  <a:lnTo>
                    <a:pt x="797073" y="40964"/>
                  </a:lnTo>
                  <a:lnTo>
                    <a:pt x="804888" y="40984"/>
                  </a:lnTo>
                  <a:lnTo>
                    <a:pt x="812702" y="41064"/>
                  </a:lnTo>
                  <a:lnTo>
                    <a:pt x="820517" y="41140"/>
                  </a:lnTo>
                  <a:lnTo>
                    <a:pt x="828331" y="41134"/>
                  </a:lnTo>
                  <a:lnTo>
                    <a:pt x="836145" y="41183"/>
                  </a:lnTo>
                  <a:lnTo>
                    <a:pt x="843960" y="41234"/>
                  </a:lnTo>
                  <a:lnTo>
                    <a:pt x="851774" y="41155"/>
                  </a:lnTo>
                  <a:lnTo>
                    <a:pt x="859589" y="41014"/>
                  </a:lnTo>
                  <a:lnTo>
                    <a:pt x="867403" y="40858"/>
                  </a:lnTo>
                  <a:lnTo>
                    <a:pt x="875218" y="40798"/>
                  </a:lnTo>
                  <a:lnTo>
                    <a:pt x="883032" y="40779"/>
                  </a:lnTo>
                  <a:lnTo>
                    <a:pt x="890847" y="40748"/>
                  </a:lnTo>
                  <a:lnTo>
                    <a:pt x="898661" y="40671"/>
                  </a:lnTo>
                  <a:lnTo>
                    <a:pt x="906476" y="40656"/>
                  </a:lnTo>
                  <a:lnTo>
                    <a:pt x="914290" y="40565"/>
                  </a:lnTo>
                  <a:lnTo>
                    <a:pt x="922104" y="40498"/>
                  </a:lnTo>
                  <a:lnTo>
                    <a:pt x="929919" y="40428"/>
                  </a:lnTo>
                  <a:lnTo>
                    <a:pt x="937733" y="40429"/>
                  </a:lnTo>
                  <a:lnTo>
                    <a:pt x="945548" y="40416"/>
                  </a:lnTo>
                  <a:lnTo>
                    <a:pt x="953362" y="40309"/>
                  </a:lnTo>
                  <a:lnTo>
                    <a:pt x="961177" y="40201"/>
                  </a:lnTo>
                  <a:lnTo>
                    <a:pt x="968991" y="40094"/>
                  </a:lnTo>
                  <a:lnTo>
                    <a:pt x="976806" y="39965"/>
                  </a:lnTo>
                  <a:lnTo>
                    <a:pt x="984620" y="39888"/>
                  </a:lnTo>
                  <a:lnTo>
                    <a:pt x="992434" y="39809"/>
                  </a:lnTo>
                  <a:lnTo>
                    <a:pt x="1000249" y="39732"/>
                  </a:lnTo>
                  <a:lnTo>
                    <a:pt x="1008063" y="39717"/>
                  </a:lnTo>
                  <a:lnTo>
                    <a:pt x="1015878" y="39718"/>
                  </a:lnTo>
                  <a:lnTo>
                    <a:pt x="1023692" y="39718"/>
                  </a:lnTo>
                  <a:lnTo>
                    <a:pt x="1031507" y="39716"/>
                  </a:lnTo>
                  <a:lnTo>
                    <a:pt x="1039321" y="39713"/>
                  </a:lnTo>
                  <a:lnTo>
                    <a:pt x="1047136" y="39712"/>
                  </a:lnTo>
                  <a:lnTo>
                    <a:pt x="1054950" y="39712"/>
                  </a:lnTo>
                  <a:lnTo>
                    <a:pt x="1062765" y="39711"/>
                  </a:lnTo>
                  <a:lnTo>
                    <a:pt x="1070579" y="39711"/>
                  </a:lnTo>
                  <a:lnTo>
                    <a:pt x="1078393" y="39572"/>
                  </a:lnTo>
                  <a:lnTo>
                    <a:pt x="1086208" y="39391"/>
                  </a:lnTo>
                  <a:lnTo>
                    <a:pt x="1094022" y="39260"/>
                  </a:lnTo>
                  <a:lnTo>
                    <a:pt x="1101837" y="39227"/>
                  </a:lnTo>
                  <a:lnTo>
                    <a:pt x="1109651" y="39198"/>
                  </a:lnTo>
                  <a:lnTo>
                    <a:pt x="1117466" y="39140"/>
                  </a:lnTo>
                  <a:lnTo>
                    <a:pt x="1125280" y="39014"/>
                  </a:lnTo>
                  <a:lnTo>
                    <a:pt x="1133095" y="39016"/>
                  </a:lnTo>
                  <a:lnTo>
                    <a:pt x="1140909" y="39019"/>
                  </a:lnTo>
                  <a:lnTo>
                    <a:pt x="1148723" y="38961"/>
                  </a:lnTo>
                  <a:lnTo>
                    <a:pt x="1156538" y="38882"/>
                  </a:lnTo>
                  <a:lnTo>
                    <a:pt x="1164352" y="38956"/>
                  </a:lnTo>
                  <a:lnTo>
                    <a:pt x="1172167" y="38964"/>
                  </a:lnTo>
                  <a:lnTo>
                    <a:pt x="1179981" y="38935"/>
                  </a:lnTo>
                  <a:lnTo>
                    <a:pt x="1187796" y="38813"/>
                  </a:lnTo>
                  <a:lnTo>
                    <a:pt x="1195610" y="38684"/>
                  </a:lnTo>
                  <a:lnTo>
                    <a:pt x="1203425" y="38662"/>
                  </a:lnTo>
                  <a:lnTo>
                    <a:pt x="1211239" y="38642"/>
                  </a:lnTo>
                  <a:lnTo>
                    <a:pt x="1219053" y="38622"/>
                  </a:lnTo>
                  <a:lnTo>
                    <a:pt x="1226868" y="38603"/>
                  </a:lnTo>
                  <a:lnTo>
                    <a:pt x="1234682" y="38583"/>
                  </a:lnTo>
                  <a:lnTo>
                    <a:pt x="1242497" y="38564"/>
                  </a:lnTo>
                  <a:lnTo>
                    <a:pt x="1250311" y="38479"/>
                  </a:lnTo>
                  <a:lnTo>
                    <a:pt x="1258126" y="38327"/>
                  </a:lnTo>
                  <a:lnTo>
                    <a:pt x="1265940" y="38325"/>
                  </a:lnTo>
                  <a:lnTo>
                    <a:pt x="1273755" y="38371"/>
                  </a:lnTo>
                  <a:lnTo>
                    <a:pt x="1281569" y="38416"/>
                  </a:lnTo>
                  <a:lnTo>
                    <a:pt x="1289384" y="38446"/>
                  </a:lnTo>
                  <a:lnTo>
                    <a:pt x="1297198" y="38426"/>
                  </a:lnTo>
                  <a:lnTo>
                    <a:pt x="1305012" y="38406"/>
                  </a:lnTo>
                  <a:lnTo>
                    <a:pt x="1312827" y="38387"/>
                  </a:lnTo>
                  <a:lnTo>
                    <a:pt x="1320641" y="38367"/>
                  </a:lnTo>
                  <a:lnTo>
                    <a:pt x="1328456" y="38347"/>
                  </a:lnTo>
                  <a:lnTo>
                    <a:pt x="1336270" y="38328"/>
                  </a:lnTo>
                  <a:lnTo>
                    <a:pt x="1344085" y="38308"/>
                  </a:lnTo>
                  <a:lnTo>
                    <a:pt x="1351899" y="38278"/>
                  </a:lnTo>
                  <a:lnTo>
                    <a:pt x="1359714" y="38248"/>
                  </a:lnTo>
                  <a:lnTo>
                    <a:pt x="1367528" y="38218"/>
                  </a:lnTo>
                  <a:lnTo>
                    <a:pt x="1375342" y="38188"/>
                  </a:lnTo>
                  <a:lnTo>
                    <a:pt x="1383157" y="38158"/>
                  </a:lnTo>
                  <a:lnTo>
                    <a:pt x="1390971" y="38128"/>
                  </a:lnTo>
                  <a:lnTo>
                    <a:pt x="1398786" y="38098"/>
                  </a:lnTo>
                  <a:lnTo>
                    <a:pt x="1406600" y="38068"/>
                  </a:lnTo>
                  <a:lnTo>
                    <a:pt x="1414415" y="38038"/>
                  </a:lnTo>
                  <a:lnTo>
                    <a:pt x="1422229" y="38008"/>
                  </a:lnTo>
                  <a:lnTo>
                    <a:pt x="1430044" y="37978"/>
                  </a:lnTo>
                  <a:lnTo>
                    <a:pt x="1437858" y="37948"/>
                  </a:lnTo>
                  <a:lnTo>
                    <a:pt x="1445672" y="37826"/>
                  </a:lnTo>
                  <a:lnTo>
                    <a:pt x="1453487" y="37682"/>
                  </a:lnTo>
                  <a:lnTo>
                    <a:pt x="1461301" y="37538"/>
                  </a:lnTo>
                  <a:lnTo>
                    <a:pt x="1469116" y="37393"/>
                  </a:lnTo>
                  <a:lnTo>
                    <a:pt x="1476930" y="37248"/>
                  </a:lnTo>
                  <a:lnTo>
                    <a:pt x="1484745" y="37109"/>
                  </a:lnTo>
                  <a:lnTo>
                    <a:pt x="1492559" y="37068"/>
                  </a:lnTo>
                  <a:lnTo>
                    <a:pt x="1500374" y="37029"/>
                  </a:lnTo>
                  <a:lnTo>
                    <a:pt x="1508188" y="36991"/>
                  </a:lnTo>
                  <a:lnTo>
                    <a:pt x="1516003" y="36953"/>
                  </a:lnTo>
                  <a:lnTo>
                    <a:pt x="1523817" y="36915"/>
                  </a:lnTo>
                  <a:lnTo>
                    <a:pt x="1531631" y="36876"/>
                  </a:lnTo>
                  <a:lnTo>
                    <a:pt x="1539446" y="36838"/>
                  </a:lnTo>
                  <a:lnTo>
                    <a:pt x="1547260" y="36800"/>
                  </a:lnTo>
                  <a:lnTo>
                    <a:pt x="1555075" y="36762"/>
                  </a:lnTo>
                  <a:lnTo>
                    <a:pt x="1562889" y="36699"/>
                  </a:lnTo>
                  <a:lnTo>
                    <a:pt x="1570704" y="36607"/>
                  </a:lnTo>
                  <a:lnTo>
                    <a:pt x="1578518" y="36608"/>
                  </a:lnTo>
                  <a:lnTo>
                    <a:pt x="1586333" y="36608"/>
                  </a:lnTo>
                  <a:lnTo>
                    <a:pt x="1594147" y="36570"/>
                  </a:lnTo>
                  <a:lnTo>
                    <a:pt x="1601961" y="36532"/>
                  </a:lnTo>
                  <a:lnTo>
                    <a:pt x="1609776" y="36493"/>
                  </a:lnTo>
                  <a:lnTo>
                    <a:pt x="1617590" y="36455"/>
                  </a:lnTo>
                  <a:lnTo>
                    <a:pt x="1625405" y="36417"/>
                  </a:lnTo>
                  <a:lnTo>
                    <a:pt x="1633219" y="36378"/>
                  </a:lnTo>
                  <a:lnTo>
                    <a:pt x="1641034" y="36340"/>
                  </a:lnTo>
                  <a:lnTo>
                    <a:pt x="1648848" y="36301"/>
                  </a:lnTo>
                  <a:lnTo>
                    <a:pt x="1656663" y="36263"/>
                  </a:lnTo>
                  <a:lnTo>
                    <a:pt x="1664477" y="36224"/>
                  </a:lnTo>
                  <a:lnTo>
                    <a:pt x="1672291" y="36185"/>
                  </a:lnTo>
                  <a:lnTo>
                    <a:pt x="1680106" y="36147"/>
                  </a:lnTo>
                  <a:lnTo>
                    <a:pt x="1687920" y="36108"/>
                  </a:lnTo>
                  <a:lnTo>
                    <a:pt x="1695735" y="36070"/>
                  </a:lnTo>
                  <a:lnTo>
                    <a:pt x="1703549" y="36031"/>
                  </a:lnTo>
                  <a:lnTo>
                    <a:pt x="1711364" y="35992"/>
                  </a:lnTo>
                  <a:lnTo>
                    <a:pt x="1719178" y="35954"/>
                  </a:lnTo>
                  <a:lnTo>
                    <a:pt x="1726993" y="35915"/>
                  </a:lnTo>
                  <a:lnTo>
                    <a:pt x="1734807" y="35876"/>
                  </a:lnTo>
                  <a:lnTo>
                    <a:pt x="1742622" y="35838"/>
                  </a:lnTo>
                  <a:lnTo>
                    <a:pt x="1750436" y="35799"/>
                  </a:lnTo>
                  <a:lnTo>
                    <a:pt x="1758250" y="35760"/>
                  </a:lnTo>
                  <a:lnTo>
                    <a:pt x="1766065" y="35721"/>
                  </a:lnTo>
                  <a:lnTo>
                    <a:pt x="1773879" y="35682"/>
                  </a:lnTo>
                  <a:lnTo>
                    <a:pt x="1781694" y="35644"/>
                  </a:lnTo>
                  <a:lnTo>
                    <a:pt x="1789508" y="35605"/>
                  </a:lnTo>
                  <a:lnTo>
                    <a:pt x="1797323" y="35566"/>
                  </a:lnTo>
                  <a:lnTo>
                    <a:pt x="1805137" y="35527"/>
                  </a:lnTo>
                  <a:lnTo>
                    <a:pt x="1812952" y="35488"/>
                  </a:lnTo>
                  <a:lnTo>
                    <a:pt x="1820766" y="35449"/>
                  </a:lnTo>
                  <a:lnTo>
                    <a:pt x="1828580" y="35410"/>
                  </a:lnTo>
                  <a:lnTo>
                    <a:pt x="1836395" y="35371"/>
                  </a:lnTo>
                  <a:lnTo>
                    <a:pt x="1844209" y="35332"/>
                  </a:lnTo>
                  <a:lnTo>
                    <a:pt x="1852024" y="35293"/>
                  </a:lnTo>
                  <a:lnTo>
                    <a:pt x="1859838" y="35254"/>
                  </a:lnTo>
                  <a:lnTo>
                    <a:pt x="1867653" y="35215"/>
                  </a:lnTo>
                  <a:lnTo>
                    <a:pt x="1875467" y="35135"/>
                  </a:lnTo>
                  <a:lnTo>
                    <a:pt x="1883282" y="35086"/>
                  </a:lnTo>
                  <a:lnTo>
                    <a:pt x="1891096" y="35047"/>
                  </a:lnTo>
                  <a:lnTo>
                    <a:pt x="1898910" y="35009"/>
                  </a:lnTo>
                  <a:lnTo>
                    <a:pt x="1906725" y="34971"/>
                  </a:lnTo>
                  <a:lnTo>
                    <a:pt x="1914539" y="34934"/>
                  </a:lnTo>
                  <a:lnTo>
                    <a:pt x="1922354" y="34877"/>
                  </a:lnTo>
                  <a:lnTo>
                    <a:pt x="1930168" y="34819"/>
                  </a:lnTo>
                  <a:lnTo>
                    <a:pt x="1937983" y="34779"/>
                  </a:lnTo>
                  <a:lnTo>
                    <a:pt x="1945797" y="34766"/>
                  </a:lnTo>
                  <a:lnTo>
                    <a:pt x="1953612" y="34746"/>
                  </a:lnTo>
                  <a:lnTo>
                    <a:pt x="1961426" y="34708"/>
                  </a:lnTo>
                  <a:lnTo>
                    <a:pt x="1969241" y="34669"/>
                  </a:lnTo>
                  <a:lnTo>
                    <a:pt x="1977055" y="34631"/>
                  </a:lnTo>
                  <a:lnTo>
                    <a:pt x="1984869" y="34592"/>
                  </a:lnTo>
                  <a:lnTo>
                    <a:pt x="1992684" y="34554"/>
                  </a:lnTo>
                  <a:lnTo>
                    <a:pt x="2000498" y="34516"/>
                  </a:lnTo>
                  <a:lnTo>
                    <a:pt x="2008313" y="34456"/>
                  </a:lnTo>
                  <a:lnTo>
                    <a:pt x="2016127" y="34346"/>
                  </a:lnTo>
                  <a:lnTo>
                    <a:pt x="2023942" y="342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3" name="pl82"/>
            <p:cNvSpPr/>
            <p:nvPr/>
          </p:nvSpPr>
          <p:spPr>
            <a:xfrm>
              <a:off x="1223067" y="4651356"/>
              <a:ext cx="2023942" cy="55410"/>
            </a:xfrm>
            <a:custGeom>
              <a:avLst/>
              <a:pathLst>
                <a:path w="2023942" h="55410">
                  <a:moveTo>
                    <a:pt x="2023942" y="55410"/>
                  </a:moveTo>
                  <a:lnTo>
                    <a:pt x="2016127" y="55359"/>
                  </a:lnTo>
                  <a:lnTo>
                    <a:pt x="2008313" y="55292"/>
                  </a:lnTo>
                  <a:lnTo>
                    <a:pt x="2000498" y="55191"/>
                  </a:lnTo>
                  <a:lnTo>
                    <a:pt x="1992684" y="55141"/>
                  </a:lnTo>
                  <a:lnTo>
                    <a:pt x="1984869" y="55080"/>
                  </a:lnTo>
                  <a:lnTo>
                    <a:pt x="1977055" y="54927"/>
                  </a:lnTo>
                  <a:lnTo>
                    <a:pt x="1969241" y="54775"/>
                  </a:lnTo>
                  <a:lnTo>
                    <a:pt x="1961426" y="54669"/>
                  </a:lnTo>
                  <a:lnTo>
                    <a:pt x="1953612" y="54563"/>
                  </a:lnTo>
                  <a:lnTo>
                    <a:pt x="1945797" y="54485"/>
                  </a:lnTo>
                  <a:lnTo>
                    <a:pt x="1937983" y="54406"/>
                  </a:lnTo>
                  <a:lnTo>
                    <a:pt x="1930168" y="54326"/>
                  </a:lnTo>
                  <a:lnTo>
                    <a:pt x="1922354" y="54245"/>
                  </a:lnTo>
                  <a:lnTo>
                    <a:pt x="1914539" y="54163"/>
                  </a:lnTo>
                  <a:lnTo>
                    <a:pt x="1906725" y="54081"/>
                  </a:lnTo>
                  <a:lnTo>
                    <a:pt x="1898910" y="53997"/>
                  </a:lnTo>
                  <a:lnTo>
                    <a:pt x="1891096" y="53911"/>
                  </a:lnTo>
                  <a:lnTo>
                    <a:pt x="1883282" y="53799"/>
                  </a:lnTo>
                  <a:lnTo>
                    <a:pt x="1875467" y="53713"/>
                  </a:lnTo>
                  <a:lnTo>
                    <a:pt x="1867653" y="53628"/>
                  </a:lnTo>
                  <a:lnTo>
                    <a:pt x="1859838" y="53542"/>
                  </a:lnTo>
                  <a:lnTo>
                    <a:pt x="1852024" y="53455"/>
                  </a:lnTo>
                  <a:lnTo>
                    <a:pt x="1844209" y="53367"/>
                  </a:lnTo>
                  <a:lnTo>
                    <a:pt x="1836395" y="53279"/>
                  </a:lnTo>
                  <a:lnTo>
                    <a:pt x="1828580" y="53189"/>
                  </a:lnTo>
                  <a:lnTo>
                    <a:pt x="1820766" y="53098"/>
                  </a:lnTo>
                  <a:lnTo>
                    <a:pt x="1812952" y="53006"/>
                  </a:lnTo>
                  <a:lnTo>
                    <a:pt x="1805137" y="52912"/>
                  </a:lnTo>
                  <a:lnTo>
                    <a:pt x="1797323" y="52801"/>
                  </a:lnTo>
                  <a:lnTo>
                    <a:pt x="1789508" y="52686"/>
                  </a:lnTo>
                  <a:lnTo>
                    <a:pt x="1781694" y="52527"/>
                  </a:lnTo>
                  <a:lnTo>
                    <a:pt x="1773879" y="52420"/>
                  </a:lnTo>
                  <a:lnTo>
                    <a:pt x="1766065" y="52334"/>
                  </a:lnTo>
                  <a:lnTo>
                    <a:pt x="1758250" y="52215"/>
                  </a:lnTo>
                  <a:lnTo>
                    <a:pt x="1750436" y="52112"/>
                  </a:lnTo>
                  <a:lnTo>
                    <a:pt x="1742622" y="52009"/>
                  </a:lnTo>
                  <a:lnTo>
                    <a:pt x="1734807" y="51904"/>
                  </a:lnTo>
                  <a:lnTo>
                    <a:pt x="1726993" y="51826"/>
                  </a:lnTo>
                  <a:lnTo>
                    <a:pt x="1719178" y="51750"/>
                  </a:lnTo>
                  <a:lnTo>
                    <a:pt x="1711364" y="51672"/>
                  </a:lnTo>
                  <a:lnTo>
                    <a:pt x="1703549" y="51593"/>
                  </a:lnTo>
                  <a:lnTo>
                    <a:pt x="1695735" y="51491"/>
                  </a:lnTo>
                  <a:lnTo>
                    <a:pt x="1687920" y="51381"/>
                  </a:lnTo>
                  <a:lnTo>
                    <a:pt x="1680106" y="51270"/>
                  </a:lnTo>
                  <a:lnTo>
                    <a:pt x="1672291" y="51157"/>
                  </a:lnTo>
                  <a:lnTo>
                    <a:pt x="1664477" y="51041"/>
                  </a:lnTo>
                  <a:lnTo>
                    <a:pt x="1656663" y="50881"/>
                  </a:lnTo>
                  <a:lnTo>
                    <a:pt x="1648848" y="50701"/>
                  </a:lnTo>
                  <a:lnTo>
                    <a:pt x="1641034" y="50537"/>
                  </a:lnTo>
                  <a:lnTo>
                    <a:pt x="1633219" y="50423"/>
                  </a:lnTo>
                  <a:lnTo>
                    <a:pt x="1625405" y="50300"/>
                  </a:lnTo>
                  <a:lnTo>
                    <a:pt x="1617590" y="50163"/>
                  </a:lnTo>
                  <a:lnTo>
                    <a:pt x="1609776" y="49974"/>
                  </a:lnTo>
                  <a:lnTo>
                    <a:pt x="1601961" y="49784"/>
                  </a:lnTo>
                  <a:lnTo>
                    <a:pt x="1594147" y="49593"/>
                  </a:lnTo>
                  <a:lnTo>
                    <a:pt x="1586333" y="49401"/>
                  </a:lnTo>
                  <a:lnTo>
                    <a:pt x="1578518" y="49208"/>
                  </a:lnTo>
                  <a:lnTo>
                    <a:pt x="1570704" y="49015"/>
                  </a:lnTo>
                  <a:lnTo>
                    <a:pt x="1562889" y="48869"/>
                  </a:lnTo>
                  <a:lnTo>
                    <a:pt x="1555075" y="48743"/>
                  </a:lnTo>
                  <a:lnTo>
                    <a:pt x="1547260" y="48616"/>
                  </a:lnTo>
                  <a:lnTo>
                    <a:pt x="1539446" y="48488"/>
                  </a:lnTo>
                  <a:lnTo>
                    <a:pt x="1531631" y="48359"/>
                  </a:lnTo>
                  <a:lnTo>
                    <a:pt x="1523817" y="48267"/>
                  </a:lnTo>
                  <a:lnTo>
                    <a:pt x="1516003" y="48175"/>
                  </a:lnTo>
                  <a:lnTo>
                    <a:pt x="1508188" y="48081"/>
                  </a:lnTo>
                  <a:lnTo>
                    <a:pt x="1500374" y="47948"/>
                  </a:lnTo>
                  <a:lnTo>
                    <a:pt x="1492559" y="47758"/>
                  </a:lnTo>
                  <a:lnTo>
                    <a:pt x="1484745" y="47630"/>
                  </a:lnTo>
                  <a:lnTo>
                    <a:pt x="1476930" y="47514"/>
                  </a:lnTo>
                  <a:lnTo>
                    <a:pt x="1469116" y="47401"/>
                  </a:lnTo>
                  <a:lnTo>
                    <a:pt x="1461301" y="47285"/>
                  </a:lnTo>
                  <a:lnTo>
                    <a:pt x="1453487" y="47166"/>
                  </a:lnTo>
                  <a:lnTo>
                    <a:pt x="1445672" y="47021"/>
                  </a:lnTo>
                  <a:lnTo>
                    <a:pt x="1437858" y="46858"/>
                  </a:lnTo>
                  <a:lnTo>
                    <a:pt x="1430044" y="46694"/>
                  </a:lnTo>
                  <a:lnTo>
                    <a:pt x="1422229" y="46528"/>
                  </a:lnTo>
                  <a:lnTo>
                    <a:pt x="1414415" y="46360"/>
                  </a:lnTo>
                  <a:lnTo>
                    <a:pt x="1406600" y="46212"/>
                  </a:lnTo>
                  <a:lnTo>
                    <a:pt x="1398786" y="46088"/>
                  </a:lnTo>
                  <a:lnTo>
                    <a:pt x="1390971" y="45961"/>
                  </a:lnTo>
                  <a:lnTo>
                    <a:pt x="1383157" y="45847"/>
                  </a:lnTo>
                  <a:lnTo>
                    <a:pt x="1375342" y="45749"/>
                  </a:lnTo>
                  <a:lnTo>
                    <a:pt x="1367528" y="45589"/>
                  </a:lnTo>
                  <a:lnTo>
                    <a:pt x="1359714" y="45441"/>
                  </a:lnTo>
                  <a:lnTo>
                    <a:pt x="1351899" y="45308"/>
                  </a:lnTo>
                  <a:lnTo>
                    <a:pt x="1344085" y="45172"/>
                  </a:lnTo>
                  <a:lnTo>
                    <a:pt x="1336270" y="45032"/>
                  </a:lnTo>
                  <a:lnTo>
                    <a:pt x="1328456" y="44783"/>
                  </a:lnTo>
                  <a:lnTo>
                    <a:pt x="1320641" y="44611"/>
                  </a:lnTo>
                  <a:lnTo>
                    <a:pt x="1312827" y="44478"/>
                  </a:lnTo>
                  <a:lnTo>
                    <a:pt x="1305012" y="44339"/>
                  </a:lnTo>
                  <a:lnTo>
                    <a:pt x="1297198" y="44142"/>
                  </a:lnTo>
                  <a:lnTo>
                    <a:pt x="1289384" y="43928"/>
                  </a:lnTo>
                  <a:lnTo>
                    <a:pt x="1281569" y="43712"/>
                  </a:lnTo>
                  <a:lnTo>
                    <a:pt x="1273755" y="43493"/>
                  </a:lnTo>
                  <a:lnTo>
                    <a:pt x="1265940" y="43272"/>
                  </a:lnTo>
                  <a:lnTo>
                    <a:pt x="1258126" y="43056"/>
                  </a:lnTo>
                  <a:lnTo>
                    <a:pt x="1250311" y="42826"/>
                  </a:lnTo>
                  <a:lnTo>
                    <a:pt x="1242497" y="42691"/>
                  </a:lnTo>
                  <a:lnTo>
                    <a:pt x="1234682" y="42527"/>
                  </a:lnTo>
                  <a:lnTo>
                    <a:pt x="1226868" y="42349"/>
                  </a:lnTo>
                  <a:lnTo>
                    <a:pt x="1219053" y="42167"/>
                  </a:lnTo>
                  <a:lnTo>
                    <a:pt x="1211239" y="41983"/>
                  </a:lnTo>
                  <a:lnTo>
                    <a:pt x="1203425" y="41797"/>
                  </a:lnTo>
                  <a:lnTo>
                    <a:pt x="1195610" y="41609"/>
                  </a:lnTo>
                  <a:lnTo>
                    <a:pt x="1187796" y="41373"/>
                  </a:lnTo>
                  <a:lnTo>
                    <a:pt x="1179981" y="41012"/>
                  </a:lnTo>
                  <a:lnTo>
                    <a:pt x="1172167" y="40648"/>
                  </a:lnTo>
                  <a:lnTo>
                    <a:pt x="1164352" y="40311"/>
                  </a:lnTo>
                  <a:lnTo>
                    <a:pt x="1156538" y="40112"/>
                  </a:lnTo>
                  <a:lnTo>
                    <a:pt x="1148723" y="39911"/>
                  </a:lnTo>
                  <a:lnTo>
                    <a:pt x="1140909" y="39708"/>
                  </a:lnTo>
                  <a:lnTo>
                    <a:pt x="1133095" y="39503"/>
                  </a:lnTo>
                  <a:lnTo>
                    <a:pt x="1125280" y="39280"/>
                  </a:lnTo>
                  <a:lnTo>
                    <a:pt x="1117466" y="39006"/>
                  </a:lnTo>
                  <a:lnTo>
                    <a:pt x="1109651" y="38730"/>
                  </a:lnTo>
                  <a:lnTo>
                    <a:pt x="1101837" y="38451"/>
                  </a:lnTo>
                  <a:lnTo>
                    <a:pt x="1094022" y="38247"/>
                  </a:lnTo>
                  <a:lnTo>
                    <a:pt x="1086208" y="38061"/>
                  </a:lnTo>
                  <a:lnTo>
                    <a:pt x="1078393" y="37872"/>
                  </a:lnTo>
                  <a:lnTo>
                    <a:pt x="1070579" y="37681"/>
                  </a:lnTo>
                  <a:lnTo>
                    <a:pt x="1062765" y="37490"/>
                  </a:lnTo>
                  <a:lnTo>
                    <a:pt x="1054950" y="37244"/>
                  </a:lnTo>
                  <a:lnTo>
                    <a:pt x="1047136" y="36884"/>
                  </a:lnTo>
                  <a:lnTo>
                    <a:pt x="1039321" y="36590"/>
                  </a:lnTo>
                  <a:lnTo>
                    <a:pt x="1031507" y="36311"/>
                  </a:lnTo>
                  <a:lnTo>
                    <a:pt x="1023692" y="36028"/>
                  </a:lnTo>
                  <a:lnTo>
                    <a:pt x="1015878" y="35741"/>
                  </a:lnTo>
                  <a:lnTo>
                    <a:pt x="1008063" y="35451"/>
                  </a:lnTo>
                  <a:lnTo>
                    <a:pt x="1000249" y="35176"/>
                  </a:lnTo>
                  <a:lnTo>
                    <a:pt x="992434" y="34864"/>
                  </a:lnTo>
                  <a:lnTo>
                    <a:pt x="984620" y="34568"/>
                  </a:lnTo>
                  <a:lnTo>
                    <a:pt x="976806" y="34270"/>
                  </a:lnTo>
                  <a:lnTo>
                    <a:pt x="968991" y="33968"/>
                  </a:lnTo>
                  <a:lnTo>
                    <a:pt x="961177" y="33678"/>
                  </a:lnTo>
                  <a:lnTo>
                    <a:pt x="953362" y="33458"/>
                  </a:lnTo>
                  <a:lnTo>
                    <a:pt x="945548" y="33235"/>
                  </a:lnTo>
                  <a:lnTo>
                    <a:pt x="937733" y="33011"/>
                  </a:lnTo>
                  <a:lnTo>
                    <a:pt x="929919" y="32784"/>
                  </a:lnTo>
                  <a:lnTo>
                    <a:pt x="922104" y="32548"/>
                  </a:lnTo>
                  <a:lnTo>
                    <a:pt x="914290" y="32265"/>
                  </a:lnTo>
                  <a:lnTo>
                    <a:pt x="906476" y="31946"/>
                  </a:lnTo>
                  <a:lnTo>
                    <a:pt x="898661" y="31586"/>
                  </a:lnTo>
                  <a:lnTo>
                    <a:pt x="890847" y="31373"/>
                  </a:lnTo>
                  <a:lnTo>
                    <a:pt x="883032" y="31067"/>
                  </a:lnTo>
                  <a:lnTo>
                    <a:pt x="875218" y="30673"/>
                  </a:lnTo>
                  <a:lnTo>
                    <a:pt x="867403" y="30456"/>
                  </a:lnTo>
                  <a:lnTo>
                    <a:pt x="859589" y="30186"/>
                  </a:lnTo>
                  <a:lnTo>
                    <a:pt x="851774" y="29875"/>
                  </a:lnTo>
                  <a:lnTo>
                    <a:pt x="843960" y="29562"/>
                  </a:lnTo>
                  <a:lnTo>
                    <a:pt x="836145" y="29247"/>
                  </a:lnTo>
                  <a:lnTo>
                    <a:pt x="828331" y="28930"/>
                  </a:lnTo>
                  <a:lnTo>
                    <a:pt x="820517" y="28611"/>
                  </a:lnTo>
                  <a:lnTo>
                    <a:pt x="812702" y="28285"/>
                  </a:lnTo>
                  <a:lnTo>
                    <a:pt x="804888" y="27957"/>
                  </a:lnTo>
                  <a:lnTo>
                    <a:pt x="797073" y="27627"/>
                  </a:lnTo>
                  <a:lnTo>
                    <a:pt x="789259" y="27295"/>
                  </a:lnTo>
                  <a:lnTo>
                    <a:pt x="781444" y="26960"/>
                  </a:lnTo>
                  <a:lnTo>
                    <a:pt x="773630" y="26623"/>
                  </a:lnTo>
                  <a:lnTo>
                    <a:pt x="765815" y="26151"/>
                  </a:lnTo>
                  <a:lnTo>
                    <a:pt x="758001" y="25735"/>
                  </a:lnTo>
                  <a:lnTo>
                    <a:pt x="750187" y="25445"/>
                  </a:lnTo>
                  <a:lnTo>
                    <a:pt x="742372" y="25063"/>
                  </a:lnTo>
                  <a:lnTo>
                    <a:pt x="734558" y="24733"/>
                  </a:lnTo>
                  <a:lnTo>
                    <a:pt x="726743" y="24396"/>
                  </a:lnTo>
                  <a:lnTo>
                    <a:pt x="718929" y="24001"/>
                  </a:lnTo>
                  <a:lnTo>
                    <a:pt x="711114" y="23459"/>
                  </a:lnTo>
                  <a:lnTo>
                    <a:pt x="703300" y="22942"/>
                  </a:lnTo>
                  <a:lnTo>
                    <a:pt x="695485" y="22629"/>
                  </a:lnTo>
                  <a:lnTo>
                    <a:pt x="687671" y="22312"/>
                  </a:lnTo>
                  <a:lnTo>
                    <a:pt x="679857" y="22071"/>
                  </a:lnTo>
                  <a:lnTo>
                    <a:pt x="672042" y="21888"/>
                  </a:lnTo>
                  <a:lnTo>
                    <a:pt x="664228" y="21437"/>
                  </a:lnTo>
                  <a:lnTo>
                    <a:pt x="656413" y="21006"/>
                  </a:lnTo>
                  <a:lnTo>
                    <a:pt x="648599" y="20668"/>
                  </a:lnTo>
                  <a:lnTo>
                    <a:pt x="640784" y="20264"/>
                  </a:lnTo>
                  <a:lnTo>
                    <a:pt x="632970" y="19975"/>
                  </a:lnTo>
                  <a:lnTo>
                    <a:pt x="625155" y="19641"/>
                  </a:lnTo>
                  <a:lnTo>
                    <a:pt x="617341" y="19226"/>
                  </a:lnTo>
                  <a:lnTo>
                    <a:pt x="609526" y="18688"/>
                  </a:lnTo>
                  <a:lnTo>
                    <a:pt x="601712" y="18361"/>
                  </a:lnTo>
                  <a:lnTo>
                    <a:pt x="593898" y="17804"/>
                  </a:lnTo>
                  <a:lnTo>
                    <a:pt x="586083" y="17273"/>
                  </a:lnTo>
                  <a:lnTo>
                    <a:pt x="578269" y="16836"/>
                  </a:lnTo>
                  <a:lnTo>
                    <a:pt x="570454" y="16372"/>
                  </a:lnTo>
                  <a:lnTo>
                    <a:pt x="562640" y="16033"/>
                  </a:lnTo>
                  <a:lnTo>
                    <a:pt x="554825" y="15728"/>
                  </a:lnTo>
                  <a:lnTo>
                    <a:pt x="547011" y="15408"/>
                  </a:lnTo>
                  <a:lnTo>
                    <a:pt x="539196" y="14898"/>
                  </a:lnTo>
                  <a:lnTo>
                    <a:pt x="531382" y="14399"/>
                  </a:lnTo>
                  <a:lnTo>
                    <a:pt x="523568" y="14074"/>
                  </a:lnTo>
                  <a:lnTo>
                    <a:pt x="515753" y="13716"/>
                  </a:lnTo>
                  <a:lnTo>
                    <a:pt x="507939" y="13340"/>
                  </a:lnTo>
                  <a:lnTo>
                    <a:pt x="500124" y="12882"/>
                  </a:lnTo>
                  <a:lnTo>
                    <a:pt x="492310" y="12659"/>
                  </a:lnTo>
                  <a:lnTo>
                    <a:pt x="484495" y="12366"/>
                  </a:lnTo>
                  <a:lnTo>
                    <a:pt x="476681" y="12076"/>
                  </a:lnTo>
                  <a:lnTo>
                    <a:pt x="468866" y="11736"/>
                  </a:lnTo>
                  <a:lnTo>
                    <a:pt x="461052" y="11310"/>
                  </a:lnTo>
                  <a:lnTo>
                    <a:pt x="453238" y="10891"/>
                  </a:lnTo>
                  <a:lnTo>
                    <a:pt x="445423" y="10462"/>
                  </a:lnTo>
                  <a:lnTo>
                    <a:pt x="437609" y="10099"/>
                  </a:lnTo>
                  <a:lnTo>
                    <a:pt x="429794" y="9807"/>
                  </a:lnTo>
                  <a:lnTo>
                    <a:pt x="421980" y="9529"/>
                  </a:lnTo>
                  <a:lnTo>
                    <a:pt x="414165" y="9177"/>
                  </a:lnTo>
                  <a:lnTo>
                    <a:pt x="406351" y="8936"/>
                  </a:lnTo>
                  <a:lnTo>
                    <a:pt x="398536" y="8605"/>
                  </a:lnTo>
                  <a:lnTo>
                    <a:pt x="390722" y="8205"/>
                  </a:lnTo>
                  <a:lnTo>
                    <a:pt x="382907" y="7766"/>
                  </a:lnTo>
                  <a:lnTo>
                    <a:pt x="375093" y="7264"/>
                  </a:lnTo>
                  <a:lnTo>
                    <a:pt x="367279" y="6935"/>
                  </a:lnTo>
                  <a:lnTo>
                    <a:pt x="359464" y="6620"/>
                  </a:lnTo>
                  <a:lnTo>
                    <a:pt x="351650" y="6224"/>
                  </a:lnTo>
                  <a:lnTo>
                    <a:pt x="343835" y="5791"/>
                  </a:lnTo>
                  <a:lnTo>
                    <a:pt x="336021" y="5545"/>
                  </a:lnTo>
                  <a:lnTo>
                    <a:pt x="328206" y="5300"/>
                  </a:lnTo>
                  <a:lnTo>
                    <a:pt x="320392" y="5034"/>
                  </a:lnTo>
                  <a:lnTo>
                    <a:pt x="312577" y="4810"/>
                  </a:lnTo>
                  <a:lnTo>
                    <a:pt x="304763" y="4613"/>
                  </a:lnTo>
                  <a:lnTo>
                    <a:pt x="296949" y="4269"/>
                  </a:lnTo>
                  <a:lnTo>
                    <a:pt x="289134" y="4026"/>
                  </a:lnTo>
                  <a:lnTo>
                    <a:pt x="281320" y="3801"/>
                  </a:lnTo>
                  <a:lnTo>
                    <a:pt x="273505" y="3537"/>
                  </a:lnTo>
                  <a:lnTo>
                    <a:pt x="265691" y="3218"/>
                  </a:lnTo>
                  <a:lnTo>
                    <a:pt x="257876" y="3015"/>
                  </a:lnTo>
                  <a:lnTo>
                    <a:pt x="250062" y="2682"/>
                  </a:lnTo>
                  <a:lnTo>
                    <a:pt x="242247" y="2546"/>
                  </a:lnTo>
                  <a:lnTo>
                    <a:pt x="234433" y="2482"/>
                  </a:lnTo>
                  <a:lnTo>
                    <a:pt x="226619" y="2338"/>
                  </a:lnTo>
                  <a:lnTo>
                    <a:pt x="218804" y="2261"/>
                  </a:lnTo>
                  <a:lnTo>
                    <a:pt x="210990" y="2122"/>
                  </a:lnTo>
                  <a:lnTo>
                    <a:pt x="203175" y="2006"/>
                  </a:lnTo>
                  <a:lnTo>
                    <a:pt x="195361" y="1877"/>
                  </a:lnTo>
                  <a:lnTo>
                    <a:pt x="187546" y="1459"/>
                  </a:lnTo>
                  <a:lnTo>
                    <a:pt x="179732" y="1386"/>
                  </a:lnTo>
                  <a:lnTo>
                    <a:pt x="171917" y="1169"/>
                  </a:lnTo>
                  <a:lnTo>
                    <a:pt x="164103" y="1022"/>
                  </a:lnTo>
                  <a:lnTo>
                    <a:pt x="156288" y="985"/>
                  </a:lnTo>
                  <a:lnTo>
                    <a:pt x="148474" y="833"/>
                  </a:lnTo>
                  <a:lnTo>
                    <a:pt x="140660" y="689"/>
                  </a:lnTo>
                  <a:lnTo>
                    <a:pt x="132845" y="557"/>
                  </a:lnTo>
                  <a:lnTo>
                    <a:pt x="125031" y="533"/>
                  </a:lnTo>
                  <a:lnTo>
                    <a:pt x="117216" y="462"/>
                  </a:lnTo>
                  <a:lnTo>
                    <a:pt x="109402" y="368"/>
                  </a:lnTo>
                  <a:lnTo>
                    <a:pt x="101587" y="329"/>
                  </a:lnTo>
                  <a:lnTo>
                    <a:pt x="93773" y="263"/>
                  </a:lnTo>
                  <a:lnTo>
                    <a:pt x="85958" y="261"/>
                  </a:lnTo>
                  <a:lnTo>
                    <a:pt x="78144" y="265"/>
                  </a:lnTo>
                  <a:lnTo>
                    <a:pt x="70330" y="357"/>
                  </a:lnTo>
                  <a:lnTo>
                    <a:pt x="62515" y="376"/>
                  </a:lnTo>
                  <a:lnTo>
                    <a:pt x="54701" y="422"/>
                  </a:lnTo>
                  <a:lnTo>
                    <a:pt x="46886" y="340"/>
                  </a:lnTo>
                  <a:lnTo>
                    <a:pt x="39072" y="221"/>
                  </a:lnTo>
                  <a:lnTo>
                    <a:pt x="31257" y="236"/>
                  </a:lnTo>
                  <a:lnTo>
                    <a:pt x="23443" y="190"/>
                  </a:lnTo>
                  <a:lnTo>
                    <a:pt x="15628" y="213"/>
                  </a:lnTo>
                  <a:lnTo>
                    <a:pt x="7814" y="22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4" name="pg83"/>
            <p:cNvSpPr/>
            <p:nvPr/>
          </p:nvSpPr>
          <p:spPr>
            <a:xfrm>
              <a:off x="1223067" y="4612503"/>
              <a:ext cx="2023942" cy="93569"/>
            </a:xfrm>
            <a:custGeom>
              <a:avLst/>
              <a:pathLst>
                <a:path w="2023942" h="93569">
                  <a:moveTo>
                    <a:pt x="0" y="0"/>
                  </a:moveTo>
                  <a:lnTo>
                    <a:pt x="7814" y="560"/>
                  </a:lnTo>
                  <a:lnTo>
                    <a:pt x="15628" y="1111"/>
                  </a:lnTo>
                  <a:lnTo>
                    <a:pt x="23443" y="1662"/>
                  </a:lnTo>
                  <a:lnTo>
                    <a:pt x="31257" y="2247"/>
                  </a:lnTo>
                  <a:lnTo>
                    <a:pt x="39072" y="2973"/>
                  </a:lnTo>
                  <a:lnTo>
                    <a:pt x="46886" y="3692"/>
                  </a:lnTo>
                  <a:lnTo>
                    <a:pt x="54701" y="4479"/>
                  </a:lnTo>
                  <a:lnTo>
                    <a:pt x="62515" y="5311"/>
                  </a:lnTo>
                  <a:lnTo>
                    <a:pt x="70330" y="5946"/>
                  </a:lnTo>
                  <a:lnTo>
                    <a:pt x="78144" y="6521"/>
                  </a:lnTo>
                  <a:lnTo>
                    <a:pt x="85958" y="7118"/>
                  </a:lnTo>
                  <a:lnTo>
                    <a:pt x="93773" y="7789"/>
                  </a:lnTo>
                  <a:lnTo>
                    <a:pt x="101587" y="8439"/>
                  </a:lnTo>
                  <a:lnTo>
                    <a:pt x="109402" y="9171"/>
                  </a:lnTo>
                  <a:lnTo>
                    <a:pt x="117216" y="9860"/>
                  </a:lnTo>
                  <a:lnTo>
                    <a:pt x="125031" y="10551"/>
                  </a:lnTo>
                  <a:lnTo>
                    <a:pt x="132845" y="11273"/>
                  </a:lnTo>
                  <a:lnTo>
                    <a:pt x="140660" y="11908"/>
                  </a:lnTo>
                  <a:lnTo>
                    <a:pt x="148474" y="12578"/>
                  </a:lnTo>
                  <a:lnTo>
                    <a:pt x="156288" y="13251"/>
                  </a:lnTo>
                  <a:lnTo>
                    <a:pt x="164103" y="13865"/>
                  </a:lnTo>
                  <a:lnTo>
                    <a:pt x="171917" y="14399"/>
                  </a:lnTo>
                  <a:lnTo>
                    <a:pt x="179732" y="15006"/>
                  </a:lnTo>
                  <a:lnTo>
                    <a:pt x="187546" y="15716"/>
                  </a:lnTo>
                  <a:lnTo>
                    <a:pt x="195361" y="16363"/>
                  </a:lnTo>
                  <a:lnTo>
                    <a:pt x="203175" y="16785"/>
                  </a:lnTo>
                  <a:lnTo>
                    <a:pt x="210990" y="17215"/>
                  </a:lnTo>
                  <a:lnTo>
                    <a:pt x="218804" y="17824"/>
                  </a:lnTo>
                  <a:lnTo>
                    <a:pt x="226619" y="18620"/>
                  </a:lnTo>
                  <a:lnTo>
                    <a:pt x="234433" y="19142"/>
                  </a:lnTo>
                  <a:lnTo>
                    <a:pt x="242247" y="19590"/>
                  </a:lnTo>
                  <a:lnTo>
                    <a:pt x="250062" y="20205"/>
                  </a:lnTo>
                  <a:lnTo>
                    <a:pt x="257876" y="20704"/>
                  </a:lnTo>
                  <a:lnTo>
                    <a:pt x="265691" y="21090"/>
                  </a:lnTo>
                  <a:lnTo>
                    <a:pt x="273505" y="21664"/>
                  </a:lnTo>
                  <a:lnTo>
                    <a:pt x="281320" y="21968"/>
                  </a:lnTo>
                  <a:lnTo>
                    <a:pt x="289134" y="22300"/>
                  </a:lnTo>
                  <a:lnTo>
                    <a:pt x="296949" y="22794"/>
                  </a:lnTo>
                  <a:lnTo>
                    <a:pt x="304763" y="23421"/>
                  </a:lnTo>
                  <a:lnTo>
                    <a:pt x="312577" y="23537"/>
                  </a:lnTo>
                  <a:lnTo>
                    <a:pt x="320392" y="23898"/>
                  </a:lnTo>
                  <a:lnTo>
                    <a:pt x="328206" y="24489"/>
                  </a:lnTo>
                  <a:lnTo>
                    <a:pt x="336021" y="24833"/>
                  </a:lnTo>
                  <a:lnTo>
                    <a:pt x="343835" y="25438"/>
                  </a:lnTo>
                  <a:lnTo>
                    <a:pt x="351650" y="25757"/>
                  </a:lnTo>
                  <a:lnTo>
                    <a:pt x="359464" y="26213"/>
                  </a:lnTo>
                  <a:lnTo>
                    <a:pt x="367279" y="26696"/>
                  </a:lnTo>
                  <a:lnTo>
                    <a:pt x="375093" y="27218"/>
                  </a:lnTo>
                  <a:lnTo>
                    <a:pt x="382907" y="27473"/>
                  </a:lnTo>
                  <a:lnTo>
                    <a:pt x="390722" y="27703"/>
                  </a:lnTo>
                  <a:lnTo>
                    <a:pt x="398536" y="27983"/>
                  </a:lnTo>
                  <a:lnTo>
                    <a:pt x="406351" y="28277"/>
                  </a:lnTo>
                  <a:lnTo>
                    <a:pt x="414165" y="28609"/>
                  </a:lnTo>
                  <a:lnTo>
                    <a:pt x="421980" y="28939"/>
                  </a:lnTo>
                  <a:lnTo>
                    <a:pt x="429794" y="29206"/>
                  </a:lnTo>
                  <a:lnTo>
                    <a:pt x="437609" y="29592"/>
                  </a:lnTo>
                  <a:lnTo>
                    <a:pt x="445423" y="29911"/>
                  </a:lnTo>
                  <a:lnTo>
                    <a:pt x="453238" y="30100"/>
                  </a:lnTo>
                  <a:lnTo>
                    <a:pt x="461052" y="30465"/>
                  </a:lnTo>
                  <a:lnTo>
                    <a:pt x="468866" y="30656"/>
                  </a:lnTo>
                  <a:lnTo>
                    <a:pt x="476681" y="30998"/>
                  </a:lnTo>
                  <a:lnTo>
                    <a:pt x="484495" y="31320"/>
                  </a:lnTo>
                  <a:lnTo>
                    <a:pt x="492310" y="31595"/>
                  </a:lnTo>
                  <a:lnTo>
                    <a:pt x="500124" y="31760"/>
                  </a:lnTo>
                  <a:lnTo>
                    <a:pt x="507939" y="31792"/>
                  </a:lnTo>
                  <a:lnTo>
                    <a:pt x="515753" y="31992"/>
                  </a:lnTo>
                  <a:lnTo>
                    <a:pt x="523568" y="32329"/>
                  </a:lnTo>
                  <a:lnTo>
                    <a:pt x="531382" y="32427"/>
                  </a:lnTo>
                  <a:lnTo>
                    <a:pt x="539196" y="32700"/>
                  </a:lnTo>
                  <a:lnTo>
                    <a:pt x="547011" y="32757"/>
                  </a:lnTo>
                  <a:lnTo>
                    <a:pt x="554825" y="32958"/>
                  </a:lnTo>
                  <a:lnTo>
                    <a:pt x="562640" y="33183"/>
                  </a:lnTo>
                  <a:lnTo>
                    <a:pt x="570454" y="33375"/>
                  </a:lnTo>
                  <a:lnTo>
                    <a:pt x="578269" y="33539"/>
                  </a:lnTo>
                  <a:lnTo>
                    <a:pt x="586083" y="33602"/>
                  </a:lnTo>
                  <a:lnTo>
                    <a:pt x="593898" y="33697"/>
                  </a:lnTo>
                  <a:lnTo>
                    <a:pt x="601712" y="33827"/>
                  </a:lnTo>
                  <a:lnTo>
                    <a:pt x="609526" y="34021"/>
                  </a:lnTo>
                  <a:lnTo>
                    <a:pt x="617341" y="34219"/>
                  </a:lnTo>
                  <a:lnTo>
                    <a:pt x="625155" y="34339"/>
                  </a:lnTo>
                  <a:lnTo>
                    <a:pt x="632970" y="34395"/>
                  </a:lnTo>
                  <a:lnTo>
                    <a:pt x="640784" y="34471"/>
                  </a:lnTo>
                  <a:lnTo>
                    <a:pt x="648599" y="34655"/>
                  </a:lnTo>
                  <a:lnTo>
                    <a:pt x="656413" y="34825"/>
                  </a:lnTo>
                  <a:lnTo>
                    <a:pt x="664228" y="35030"/>
                  </a:lnTo>
                  <a:lnTo>
                    <a:pt x="672042" y="35265"/>
                  </a:lnTo>
                  <a:lnTo>
                    <a:pt x="679857" y="35439"/>
                  </a:lnTo>
                  <a:lnTo>
                    <a:pt x="687671" y="35622"/>
                  </a:lnTo>
                  <a:lnTo>
                    <a:pt x="695485" y="35766"/>
                  </a:lnTo>
                  <a:lnTo>
                    <a:pt x="703300" y="35833"/>
                  </a:lnTo>
                  <a:lnTo>
                    <a:pt x="711114" y="35884"/>
                  </a:lnTo>
                  <a:lnTo>
                    <a:pt x="718929" y="35906"/>
                  </a:lnTo>
                  <a:lnTo>
                    <a:pt x="726743" y="35903"/>
                  </a:lnTo>
                  <a:lnTo>
                    <a:pt x="734558" y="35912"/>
                  </a:lnTo>
                  <a:lnTo>
                    <a:pt x="742372" y="35918"/>
                  </a:lnTo>
                  <a:lnTo>
                    <a:pt x="750187" y="36052"/>
                  </a:lnTo>
                  <a:lnTo>
                    <a:pt x="758001" y="36097"/>
                  </a:lnTo>
                  <a:lnTo>
                    <a:pt x="765815" y="36232"/>
                  </a:lnTo>
                  <a:lnTo>
                    <a:pt x="773630" y="36341"/>
                  </a:lnTo>
                  <a:lnTo>
                    <a:pt x="781444" y="36399"/>
                  </a:lnTo>
                  <a:lnTo>
                    <a:pt x="789259" y="36429"/>
                  </a:lnTo>
                  <a:lnTo>
                    <a:pt x="797073" y="36513"/>
                  </a:lnTo>
                  <a:lnTo>
                    <a:pt x="804888" y="36600"/>
                  </a:lnTo>
                  <a:lnTo>
                    <a:pt x="812702" y="36689"/>
                  </a:lnTo>
                  <a:lnTo>
                    <a:pt x="820517" y="36740"/>
                  </a:lnTo>
                  <a:lnTo>
                    <a:pt x="828331" y="36760"/>
                  </a:lnTo>
                  <a:lnTo>
                    <a:pt x="836145" y="36796"/>
                  </a:lnTo>
                  <a:lnTo>
                    <a:pt x="843960" y="36856"/>
                  </a:lnTo>
                  <a:lnTo>
                    <a:pt x="851774" y="36986"/>
                  </a:lnTo>
                  <a:lnTo>
                    <a:pt x="859589" y="37084"/>
                  </a:lnTo>
                  <a:lnTo>
                    <a:pt x="867403" y="37147"/>
                  </a:lnTo>
                  <a:lnTo>
                    <a:pt x="875218" y="37266"/>
                  </a:lnTo>
                  <a:lnTo>
                    <a:pt x="883032" y="37370"/>
                  </a:lnTo>
                  <a:lnTo>
                    <a:pt x="890847" y="37441"/>
                  </a:lnTo>
                  <a:lnTo>
                    <a:pt x="898661" y="37516"/>
                  </a:lnTo>
                  <a:lnTo>
                    <a:pt x="906476" y="37535"/>
                  </a:lnTo>
                  <a:lnTo>
                    <a:pt x="914290" y="37676"/>
                  </a:lnTo>
                  <a:lnTo>
                    <a:pt x="922104" y="37625"/>
                  </a:lnTo>
                  <a:lnTo>
                    <a:pt x="929919" y="37615"/>
                  </a:lnTo>
                  <a:lnTo>
                    <a:pt x="937733" y="37653"/>
                  </a:lnTo>
                  <a:lnTo>
                    <a:pt x="945548" y="37692"/>
                  </a:lnTo>
                  <a:lnTo>
                    <a:pt x="953362" y="37733"/>
                  </a:lnTo>
                  <a:lnTo>
                    <a:pt x="961177" y="37749"/>
                  </a:lnTo>
                  <a:lnTo>
                    <a:pt x="968991" y="37728"/>
                  </a:lnTo>
                  <a:lnTo>
                    <a:pt x="976806" y="37769"/>
                  </a:lnTo>
                  <a:lnTo>
                    <a:pt x="984620" y="37822"/>
                  </a:lnTo>
                  <a:lnTo>
                    <a:pt x="992434" y="37876"/>
                  </a:lnTo>
                  <a:lnTo>
                    <a:pt x="1000249" y="37950"/>
                  </a:lnTo>
                  <a:lnTo>
                    <a:pt x="1008063" y="38013"/>
                  </a:lnTo>
                  <a:lnTo>
                    <a:pt x="1015878" y="38033"/>
                  </a:lnTo>
                  <a:lnTo>
                    <a:pt x="1023692" y="38084"/>
                  </a:lnTo>
                  <a:lnTo>
                    <a:pt x="1031507" y="38129"/>
                  </a:lnTo>
                  <a:lnTo>
                    <a:pt x="1039321" y="38190"/>
                  </a:lnTo>
                  <a:lnTo>
                    <a:pt x="1047136" y="38242"/>
                  </a:lnTo>
                  <a:lnTo>
                    <a:pt x="1054950" y="38293"/>
                  </a:lnTo>
                  <a:lnTo>
                    <a:pt x="1062765" y="38395"/>
                  </a:lnTo>
                  <a:lnTo>
                    <a:pt x="1070579" y="38602"/>
                  </a:lnTo>
                  <a:lnTo>
                    <a:pt x="1078393" y="38641"/>
                  </a:lnTo>
                  <a:lnTo>
                    <a:pt x="1086208" y="38626"/>
                  </a:lnTo>
                  <a:lnTo>
                    <a:pt x="1094022" y="38599"/>
                  </a:lnTo>
                  <a:lnTo>
                    <a:pt x="1101837" y="38594"/>
                  </a:lnTo>
                  <a:lnTo>
                    <a:pt x="1109651" y="38577"/>
                  </a:lnTo>
                  <a:lnTo>
                    <a:pt x="1117466" y="38665"/>
                  </a:lnTo>
                  <a:lnTo>
                    <a:pt x="1125280" y="38609"/>
                  </a:lnTo>
                  <a:lnTo>
                    <a:pt x="1133095" y="38634"/>
                  </a:lnTo>
                  <a:lnTo>
                    <a:pt x="1140909" y="38671"/>
                  </a:lnTo>
                  <a:lnTo>
                    <a:pt x="1148723" y="38708"/>
                  </a:lnTo>
                  <a:lnTo>
                    <a:pt x="1156538" y="38713"/>
                  </a:lnTo>
                  <a:lnTo>
                    <a:pt x="1164352" y="38695"/>
                  </a:lnTo>
                  <a:lnTo>
                    <a:pt x="1172167" y="38682"/>
                  </a:lnTo>
                  <a:lnTo>
                    <a:pt x="1179981" y="38739"/>
                  </a:lnTo>
                  <a:lnTo>
                    <a:pt x="1187796" y="38796"/>
                  </a:lnTo>
                  <a:lnTo>
                    <a:pt x="1195610" y="38853"/>
                  </a:lnTo>
                  <a:lnTo>
                    <a:pt x="1203425" y="38893"/>
                  </a:lnTo>
                  <a:lnTo>
                    <a:pt x="1211239" y="38895"/>
                  </a:lnTo>
                  <a:lnTo>
                    <a:pt x="1219053" y="38897"/>
                  </a:lnTo>
                  <a:lnTo>
                    <a:pt x="1226868" y="38899"/>
                  </a:lnTo>
                  <a:lnTo>
                    <a:pt x="1234682" y="38903"/>
                  </a:lnTo>
                  <a:lnTo>
                    <a:pt x="1242497" y="38907"/>
                  </a:lnTo>
                  <a:lnTo>
                    <a:pt x="1250311" y="38910"/>
                  </a:lnTo>
                  <a:lnTo>
                    <a:pt x="1258126" y="38914"/>
                  </a:lnTo>
                  <a:lnTo>
                    <a:pt x="1265940" y="38917"/>
                  </a:lnTo>
                  <a:lnTo>
                    <a:pt x="1273755" y="38921"/>
                  </a:lnTo>
                  <a:lnTo>
                    <a:pt x="1281569" y="38925"/>
                  </a:lnTo>
                  <a:lnTo>
                    <a:pt x="1289384" y="38937"/>
                  </a:lnTo>
                  <a:lnTo>
                    <a:pt x="1297198" y="39007"/>
                  </a:lnTo>
                  <a:lnTo>
                    <a:pt x="1305012" y="39083"/>
                  </a:lnTo>
                  <a:lnTo>
                    <a:pt x="1312827" y="39144"/>
                  </a:lnTo>
                  <a:lnTo>
                    <a:pt x="1320641" y="39212"/>
                  </a:lnTo>
                  <a:lnTo>
                    <a:pt x="1328456" y="39280"/>
                  </a:lnTo>
                  <a:lnTo>
                    <a:pt x="1336270" y="39348"/>
                  </a:lnTo>
                  <a:lnTo>
                    <a:pt x="1344085" y="39417"/>
                  </a:lnTo>
                  <a:lnTo>
                    <a:pt x="1351899" y="39456"/>
                  </a:lnTo>
                  <a:lnTo>
                    <a:pt x="1359714" y="39419"/>
                  </a:lnTo>
                  <a:lnTo>
                    <a:pt x="1367528" y="39382"/>
                  </a:lnTo>
                  <a:lnTo>
                    <a:pt x="1375342" y="39351"/>
                  </a:lnTo>
                  <a:lnTo>
                    <a:pt x="1383157" y="39403"/>
                  </a:lnTo>
                  <a:lnTo>
                    <a:pt x="1390971" y="39456"/>
                  </a:lnTo>
                  <a:lnTo>
                    <a:pt x="1398786" y="39508"/>
                  </a:lnTo>
                  <a:lnTo>
                    <a:pt x="1406600" y="39561"/>
                  </a:lnTo>
                  <a:lnTo>
                    <a:pt x="1414415" y="39613"/>
                  </a:lnTo>
                  <a:lnTo>
                    <a:pt x="1422229" y="39620"/>
                  </a:lnTo>
                  <a:lnTo>
                    <a:pt x="1430044" y="39643"/>
                  </a:lnTo>
                  <a:lnTo>
                    <a:pt x="1437858" y="39684"/>
                  </a:lnTo>
                  <a:lnTo>
                    <a:pt x="1445672" y="39710"/>
                  </a:lnTo>
                  <a:lnTo>
                    <a:pt x="1453487" y="39675"/>
                  </a:lnTo>
                  <a:lnTo>
                    <a:pt x="1461301" y="39719"/>
                  </a:lnTo>
                  <a:lnTo>
                    <a:pt x="1469116" y="39715"/>
                  </a:lnTo>
                  <a:lnTo>
                    <a:pt x="1476930" y="39639"/>
                  </a:lnTo>
                  <a:lnTo>
                    <a:pt x="1484745" y="39626"/>
                  </a:lnTo>
                  <a:lnTo>
                    <a:pt x="1492559" y="39661"/>
                  </a:lnTo>
                  <a:lnTo>
                    <a:pt x="1500374" y="39690"/>
                  </a:lnTo>
                  <a:lnTo>
                    <a:pt x="1508188" y="39721"/>
                  </a:lnTo>
                  <a:lnTo>
                    <a:pt x="1516003" y="39752"/>
                  </a:lnTo>
                  <a:lnTo>
                    <a:pt x="1523817" y="39782"/>
                  </a:lnTo>
                  <a:lnTo>
                    <a:pt x="1531631" y="39813"/>
                  </a:lnTo>
                  <a:lnTo>
                    <a:pt x="1539446" y="39844"/>
                  </a:lnTo>
                  <a:lnTo>
                    <a:pt x="1547260" y="39845"/>
                  </a:lnTo>
                  <a:lnTo>
                    <a:pt x="1555075" y="39811"/>
                  </a:lnTo>
                  <a:lnTo>
                    <a:pt x="1562889" y="39777"/>
                  </a:lnTo>
                  <a:lnTo>
                    <a:pt x="1570704" y="39741"/>
                  </a:lnTo>
                  <a:lnTo>
                    <a:pt x="1578518" y="39697"/>
                  </a:lnTo>
                  <a:lnTo>
                    <a:pt x="1586333" y="39670"/>
                  </a:lnTo>
                  <a:lnTo>
                    <a:pt x="1594147" y="39639"/>
                  </a:lnTo>
                  <a:lnTo>
                    <a:pt x="1601961" y="39604"/>
                  </a:lnTo>
                  <a:lnTo>
                    <a:pt x="1609776" y="39623"/>
                  </a:lnTo>
                  <a:lnTo>
                    <a:pt x="1617590" y="39662"/>
                  </a:lnTo>
                  <a:lnTo>
                    <a:pt x="1625405" y="39704"/>
                  </a:lnTo>
                  <a:lnTo>
                    <a:pt x="1633219" y="39747"/>
                  </a:lnTo>
                  <a:lnTo>
                    <a:pt x="1641034" y="39790"/>
                  </a:lnTo>
                  <a:lnTo>
                    <a:pt x="1648848" y="39832"/>
                  </a:lnTo>
                  <a:lnTo>
                    <a:pt x="1656663" y="39875"/>
                  </a:lnTo>
                  <a:lnTo>
                    <a:pt x="1664477" y="39918"/>
                  </a:lnTo>
                  <a:lnTo>
                    <a:pt x="1672291" y="39962"/>
                  </a:lnTo>
                  <a:lnTo>
                    <a:pt x="1680106" y="40036"/>
                  </a:lnTo>
                  <a:lnTo>
                    <a:pt x="1687920" y="40069"/>
                  </a:lnTo>
                  <a:lnTo>
                    <a:pt x="1695735" y="40089"/>
                  </a:lnTo>
                  <a:lnTo>
                    <a:pt x="1703549" y="40127"/>
                  </a:lnTo>
                  <a:lnTo>
                    <a:pt x="1711364" y="40156"/>
                  </a:lnTo>
                  <a:lnTo>
                    <a:pt x="1719178" y="40186"/>
                  </a:lnTo>
                  <a:lnTo>
                    <a:pt x="1726993" y="40216"/>
                  </a:lnTo>
                  <a:lnTo>
                    <a:pt x="1734807" y="40246"/>
                  </a:lnTo>
                  <a:lnTo>
                    <a:pt x="1742622" y="40276"/>
                  </a:lnTo>
                  <a:lnTo>
                    <a:pt x="1750436" y="40306"/>
                  </a:lnTo>
                  <a:lnTo>
                    <a:pt x="1758250" y="40292"/>
                  </a:lnTo>
                  <a:lnTo>
                    <a:pt x="1766065" y="40262"/>
                  </a:lnTo>
                  <a:lnTo>
                    <a:pt x="1773879" y="40231"/>
                  </a:lnTo>
                  <a:lnTo>
                    <a:pt x="1781694" y="40233"/>
                  </a:lnTo>
                  <a:lnTo>
                    <a:pt x="1789508" y="40259"/>
                  </a:lnTo>
                  <a:lnTo>
                    <a:pt x="1797323" y="40285"/>
                  </a:lnTo>
                  <a:lnTo>
                    <a:pt x="1805137" y="40311"/>
                  </a:lnTo>
                  <a:lnTo>
                    <a:pt x="1812952" y="40337"/>
                  </a:lnTo>
                  <a:lnTo>
                    <a:pt x="1820766" y="40364"/>
                  </a:lnTo>
                  <a:lnTo>
                    <a:pt x="1828580" y="40392"/>
                  </a:lnTo>
                  <a:lnTo>
                    <a:pt x="1836395" y="40419"/>
                  </a:lnTo>
                  <a:lnTo>
                    <a:pt x="1844209" y="40447"/>
                  </a:lnTo>
                  <a:lnTo>
                    <a:pt x="1852024" y="40474"/>
                  </a:lnTo>
                  <a:lnTo>
                    <a:pt x="1859838" y="40472"/>
                  </a:lnTo>
                  <a:lnTo>
                    <a:pt x="1867653" y="40464"/>
                  </a:lnTo>
                  <a:lnTo>
                    <a:pt x="1875467" y="40457"/>
                  </a:lnTo>
                  <a:lnTo>
                    <a:pt x="1883282" y="40449"/>
                  </a:lnTo>
                  <a:lnTo>
                    <a:pt x="1891096" y="40441"/>
                  </a:lnTo>
                  <a:lnTo>
                    <a:pt x="1898910" y="40434"/>
                  </a:lnTo>
                  <a:lnTo>
                    <a:pt x="1906725" y="40426"/>
                  </a:lnTo>
                  <a:lnTo>
                    <a:pt x="1914539" y="40435"/>
                  </a:lnTo>
                  <a:lnTo>
                    <a:pt x="1922354" y="40471"/>
                  </a:lnTo>
                  <a:lnTo>
                    <a:pt x="1930168" y="40489"/>
                  </a:lnTo>
                  <a:lnTo>
                    <a:pt x="1937983" y="40490"/>
                  </a:lnTo>
                  <a:lnTo>
                    <a:pt x="1945797" y="40516"/>
                  </a:lnTo>
                  <a:lnTo>
                    <a:pt x="1953612" y="40543"/>
                  </a:lnTo>
                  <a:lnTo>
                    <a:pt x="1961426" y="40569"/>
                  </a:lnTo>
                  <a:lnTo>
                    <a:pt x="1969241" y="40595"/>
                  </a:lnTo>
                  <a:lnTo>
                    <a:pt x="1977055" y="40621"/>
                  </a:lnTo>
                  <a:lnTo>
                    <a:pt x="1984869" y="40624"/>
                  </a:lnTo>
                  <a:lnTo>
                    <a:pt x="1992684" y="40606"/>
                  </a:lnTo>
                  <a:lnTo>
                    <a:pt x="2000498" y="40587"/>
                  </a:lnTo>
                  <a:lnTo>
                    <a:pt x="2008313" y="40569"/>
                  </a:lnTo>
                  <a:lnTo>
                    <a:pt x="2016127" y="40550"/>
                  </a:lnTo>
                  <a:lnTo>
                    <a:pt x="2023942" y="40532"/>
                  </a:lnTo>
                  <a:lnTo>
                    <a:pt x="2023942" y="93569"/>
                  </a:lnTo>
                  <a:lnTo>
                    <a:pt x="2016127" y="93494"/>
                  </a:lnTo>
                  <a:lnTo>
                    <a:pt x="2008313" y="93402"/>
                  </a:lnTo>
                  <a:lnTo>
                    <a:pt x="2000498" y="93296"/>
                  </a:lnTo>
                  <a:lnTo>
                    <a:pt x="1992684" y="93189"/>
                  </a:lnTo>
                  <a:lnTo>
                    <a:pt x="1984869" y="93080"/>
                  </a:lnTo>
                  <a:lnTo>
                    <a:pt x="1977055" y="92989"/>
                  </a:lnTo>
                  <a:lnTo>
                    <a:pt x="1969241" y="92877"/>
                  </a:lnTo>
                  <a:lnTo>
                    <a:pt x="1961426" y="92764"/>
                  </a:lnTo>
                  <a:lnTo>
                    <a:pt x="1953612" y="92650"/>
                  </a:lnTo>
                  <a:lnTo>
                    <a:pt x="1945797" y="92536"/>
                  </a:lnTo>
                  <a:lnTo>
                    <a:pt x="1937983" y="92420"/>
                  </a:lnTo>
                  <a:lnTo>
                    <a:pt x="1930168" y="92302"/>
                  </a:lnTo>
                  <a:lnTo>
                    <a:pt x="1922354" y="92184"/>
                  </a:lnTo>
                  <a:lnTo>
                    <a:pt x="1914539" y="92066"/>
                  </a:lnTo>
                  <a:lnTo>
                    <a:pt x="1906725" y="91947"/>
                  </a:lnTo>
                  <a:lnTo>
                    <a:pt x="1898910" y="91827"/>
                  </a:lnTo>
                  <a:lnTo>
                    <a:pt x="1891096" y="91705"/>
                  </a:lnTo>
                  <a:lnTo>
                    <a:pt x="1883282" y="91583"/>
                  </a:lnTo>
                  <a:lnTo>
                    <a:pt x="1875467" y="91460"/>
                  </a:lnTo>
                  <a:lnTo>
                    <a:pt x="1867653" y="91335"/>
                  </a:lnTo>
                  <a:lnTo>
                    <a:pt x="1859838" y="91209"/>
                  </a:lnTo>
                  <a:lnTo>
                    <a:pt x="1852024" y="91082"/>
                  </a:lnTo>
                  <a:lnTo>
                    <a:pt x="1844209" y="90955"/>
                  </a:lnTo>
                  <a:lnTo>
                    <a:pt x="1836395" y="90827"/>
                  </a:lnTo>
                  <a:lnTo>
                    <a:pt x="1828580" y="90698"/>
                  </a:lnTo>
                  <a:lnTo>
                    <a:pt x="1820766" y="90568"/>
                  </a:lnTo>
                  <a:lnTo>
                    <a:pt x="1812952" y="90437"/>
                  </a:lnTo>
                  <a:lnTo>
                    <a:pt x="1805137" y="90305"/>
                  </a:lnTo>
                  <a:lnTo>
                    <a:pt x="1797323" y="90196"/>
                  </a:lnTo>
                  <a:lnTo>
                    <a:pt x="1789508" y="90089"/>
                  </a:lnTo>
                  <a:lnTo>
                    <a:pt x="1781694" y="89982"/>
                  </a:lnTo>
                  <a:lnTo>
                    <a:pt x="1773879" y="89873"/>
                  </a:lnTo>
                  <a:lnTo>
                    <a:pt x="1766065" y="89763"/>
                  </a:lnTo>
                  <a:lnTo>
                    <a:pt x="1758250" y="89652"/>
                  </a:lnTo>
                  <a:lnTo>
                    <a:pt x="1750436" y="89541"/>
                  </a:lnTo>
                  <a:lnTo>
                    <a:pt x="1742622" y="89428"/>
                  </a:lnTo>
                  <a:lnTo>
                    <a:pt x="1734807" y="89315"/>
                  </a:lnTo>
                  <a:lnTo>
                    <a:pt x="1726993" y="89201"/>
                  </a:lnTo>
                  <a:lnTo>
                    <a:pt x="1719178" y="89086"/>
                  </a:lnTo>
                  <a:lnTo>
                    <a:pt x="1711364" y="88970"/>
                  </a:lnTo>
                  <a:lnTo>
                    <a:pt x="1703549" y="88853"/>
                  </a:lnTo>
                  <a:lnTo>
                    <a:pt x="1695735" y="88736"/>
                  </a:lnTo>
                  <a:lnTo>
                    <a:pt x="1687920" y="88617"/>
                  </a:lnTo>
                  <a:lnTo>
                    <a:pt x="1680106" y="88498"/>
                  </a:lnTo>
                  <a:lnTo>
                    <a:pt x="1672291" y="88386"/>
                  </a:lnTo>
                  <a:lnTo>
                    <a:pt x="1664477" y="88317"/>
                  </a:lnTo>
                  <a:lnTo>
                    <a:pt x="1656663" y="88167"/>
                  </a:lnTo>
                  <a:lnTo>
                    <a:pt x="1648848" y="88015"/>
                  </a:lnTo>
                  <a:lnTo>
                    <a:pt x="1641034" y="87893"/>
                  </a:lnTo>
                  <a:lnTo>
                    <a:pt x="1633219" y="87770"/>
                  </a:lnTo>
                  <a:lnTo>
                    <a:pt x="1625405" y="87645"/>
                  </a:lnTo>
                  <a:lnTo>
                    <a:pt x="1617590" y="87518"/>
                  </a:lnTo>
                  <a:lnTo>
                    <a:pt x="1609776" y="87391"/>
                  </a:lnTo>
                  <a:lnTo>
                    <a:pt x="1601961" y="87262"/>
                  </a:lnTo>
                  <a:lnTo>
                    <a:pt x="1594147" y="87133"/>
                  </a:lnTo>
                  <a:lnTo>
                    <a:pt x="1586333" y="87003"/>
                  </a:lnTo>
                  <a:lnTo>
                    <a:pt x="1578518" y="86890"/>
                  </a:lnTo>
                  <a:lnTo>
                    <a:pt x="1570704" y="86796"/>
                  </a:lnTo>
                  <a:lnTo>
                    <a:pt x="1562889" y="86702"/>
                  </a:lnTo>
                  <a:lnTo>
                    <a:pt x="1555075" y="86555"/>
                  </a:lnTo>
                  <a:lnTo>
                    <a:pt x="1547260" y="86400"/>
                  </a:lnTo>
                  <a:lnTo>
                    <a:pt x="1539446" y="86243"/>
                  </a:lnTo>
                  <a:lnTo>
                    <a:pt x="1531631" y="86083"/>
                  </a:lnTo>
                  <a:lnTo>
                    <a:pt x="1523817" y="85929"/>
                  </a:lnTo>
                  <a:lnTo>
                    <a:pt x="1516003" y="85787"/>
                  </a:lnTo>
                  <a:lnTo>
                    <a:pt x="1508188" y="85648"/>
                  </a:lnTo>
                  <a:lnTo>
                    <a:pt x="1500374" y="85514"/>
                  </a:lnTo>
                  <a:lnTo>
                    <a:pt x="1492559" y="85390"/>
                  </a:lnTo>
                  <a:lnTo>
                    <a:pt x="1484745" y="85266"/>
                  </a:lnTo>
                  <a:lnTo>
                    <a:pt x="1476930" y="85141"/>
                  </a:lnTo>
                  <a:lnTo>
                    <a:pt x="1469116" y="85014"/>
                  </a:lnTo>
                  <a:lnTo>
                    <a:pt x="1461301" y="84888"/>
                  </a:lnTo>
                  <a:lnTo>
                    <a:pt x="1453487" y="84760"/>
                  </a:lnTo>
                  <a:lnTo>
                    <a:pt x="1445672" y="84630"/>
                  </a:lnTo>
                  <a:lnTo>
                    <a:pt x="1437858" y="84499"/>
                  </a:lnTo>
                  <a:lnTo>
                    <a:pt x="1430044" y="84367"/>
                  </a:lnTo>
                  <a:lnTo>
                    <a:pt x="1422229" y="84234"/>
                  </a:lnTo>
                  <a:lnTo>
                    <a:pt x="1414415" y="84100"/>
                  </a:lnTo>
                  <a:lnTo>
                    <a:pt x="1406600" y="83904"/>
                  </a:lnTo>
                  <a:lnTo>
                    <a:pt x="1398786" y="83703"/>
                  </a:lnTo>
                  <a:lnTo>
                    <a:pt x="1390971" y="83501"/>
                  </a:lnTo>
                  <a:lnTo>
                    <a:pt x="1383157" y="83297"/>
                  </a:lnTo>
                  <a:lnTo>
                    <a:pt x="1375342" y="83104"/>
                  </a:lnTo>
                  <a:lnTo>
                    <a:pt x="1367528" y="82943"/>
                  </a:lnTo>
                  <a:lnTo>
                    <a:pt x="1359714" y="82781"/>
                  </a:lnTo>
                  <a:lnTo>
                    <a:pt x="1351899" y="82618"/>
                  </a:lnTo>
                  <a:lnTo>
                    <a:pt x="1344085" y="82453"/>
                  </a:lnTo>
                  <a:lnTo>
                    <a:pt x="1336270" y="82287"/>
                  </a:lnTo>
                  <a:lnTo>
                    <a:pt x="1328456" y="82077"/>
                  </a:lnTo>
                  <a:lnTo>
                    <a:pt x="1320641" y="81786"/>
                  </a:lnTo>
                  <a:lnTo>
                    <a:pt x="1312827" y="81492"/>
                  </a:lnTo>
                  <a:lnTo>
                    <a:pt x="1305012" y="81196"/>
                  </a:lnTo>
                  <a:lnTo>
                    <a:pt x="1297198" y="80933"/>
                  </a:lnTo>
                  <a:lnTo>
                    <a:pt x="1289384" y="80708"/>
                  </a:lnTo>
                  <a:lnTo>
                    <a:pt x="1281569" y="80514"/>
                  </a:lnTo>
                  <a:lnTo>
                    <a:pt x="1273755" y="80371"/>
                  </a:lnTo>
                  <a:lnTo>
                    <a:pt x="1265940" y="80144"/>
                  </a:lnTo>
                  <a:lnTo>
                    <a:pt x="1258126" y="79958"/>
                  </a:lnTo>
                  <a:lnTo>
                    <a:pt x="1250311" y="79771"/>
                  </a:lnTo>
                  <a:lnTo>
                    <a:pt x="1242497" y="79580"/>
                  </a:lnTo>
                  <a:lnTo>
                    <a:pt x="1234682" y="79386"/>
                  </a:lnTo>
                  <a:lnTo>
                    <a:pt x="1226868" y="79191"/>
                  </a:lnTo>
                  <a:lnTo>
                    <a:pt x="1219053" y="78993"/>
                  </a:lnTo>
                  <a:lnTo>
                    <a:pt x="1211239" y="78794"/>
                  </a:lnTo>
                  <a:lnTo>
                    <a:pt x="1203425" y="78600"/>
                  </a:lnTo>
                  <a:lnTo>
                    <a:pt x="1195610" y="78440"/>
                  </a:lnTo>
                  <a:lnTo>
                    <a:pt x="1187796" y="78200"/>
                  </a:lnTo>
                  <a:lnTo>
                    <a:pt x="1179981" y="77984"/>
                  </a:lnTo>
                  <a:lnTo>
                    <a:pt x="1172167" y="77777"/>
                  </a:lnTo>
                  <a:lnTo>
                    <a:pt x="1164352" y="77569"/>
                  </a:lnTo>
                  <a:lnTo>
                    <a:pt x="1156538" y="77359"/>
                  </a:lnTo>
                  <a:lnTo>
                    <a:pt x="1148723" y="77146"/>
                  </a:lnTo>
                  <a:lnTo>
                    <a:pt x="1140909" y="76930"/>
                  </a:lnTo>
                  <a:lnTo>
                    <a:pt x="1133095" y="76711"/>
                  </a:lnTo>
                  <a:lnTo>
                    <a:pt x="1125280" y="76490"/>
                  </a:lnTo>
                  <a:lnTo>
                    <a:pt x="1117466" y="76268"/>
                  </a:lnTo>
                  <a:lnTo>
                    <a:pt x="1109651" y="76029"/>
                  </a:lnTo>
                  <a:lnTo>
                    <a:pt x="1101837" y="75737"/>
                  </a:lnTo>
                  <a:lnTo>
                    <a:pt x="1094022" y="75443"/>
                  </a:lnTo>
                  <a:lnTo>
                    <a:pt x="1086208" y="75144"/>
                  </a:lnTo>
                  <a:lnTo>
                    <a:pt x="1078393" y="74893"/>
                  </a:lnTo>
                  <a:lnTo>
                    <a:pt x="1070579" y="74692"/>
                  </a:lnTo>
                  <a:lnTo>
                    <a:pt x="1062765" y="74488"/>
                  </a:lnTo>
                  <a:lnTo>
                    <a:pt x="1054950" y="74284"/>
                  </a:lnTo>
                  <a:lnTo>
                    <a:pt x="1047136" y="74097"/>
                  </a:lnTo>
                  <a:lnTo>
                    <a:pt x="1039321" y="73944"/>
                  </a:lnTo>
                  <a:lnTo>
                    <a:pt x="1031507" y="73703"/>
                  </a:lnTo>
                  <a:lnTo>
                    <a:pt x="1023692" y="73459"/>
                  </a:lnTo>
                  <a:lnTo>
                    <a:pt x="1015878" y="73249"/>
                  </a:lnTo>
                  <a:lnTo>
                    <a:pt x="1008063" y="73036"/>
                  </a:lnTo>
                  <a:lnTo>
                    <a:pt x="1000249" y="72819"/>
                  </a:lnTo>
                  <a:lnTo>
                    <a:pt x="992434" y="72602"/>
                  </a:lnTo>
                  <a:lnTo>
                    <a:pt x="984620" y="72312"/>
                  </a:lnTo>
                  <a:lnTo>
                    <a:pt x="976806" y="72127"/>
                  </a:lnTo>
                  <a:lnTo>
                    <a:pt x="968991" y="71906"/>
                  </a:lnTo>
                  <a:lnTo>
                    <a:pt x="961177" y="71594"/>
                  </a:lnTo>
                  <a:lnTo>
                    <a:pt x="953362" y="71276"/>
                  </a:lnTo>
                  <a:lnTo>
                    <a:pt x="945548" y="70988"/>
                  </a:lnTo>
                  <a:lnTo>
                    <a:pt x="937733" y="70681"/>
                  </a:lnTo>
                  <a:lnTo>
                    <a:pt x="929919" y="70350"/>
                  </a:lnTo>
                  <a:lnTo>
                    <a:pt x="922104" y="70055"/>
                  </a:lnTo>
                  <a:lnTo>
                    <a:pt x="914290" y="69777"/>
                  </a:lnTo>
                  <a:lnTo>
                    <a:pt x="906476" y="69498"/>
                  </a:lnTo>
                  <a:lnTo>
                    <a:pt x="898661" y="69213"/>
                  </a:lnTo>
                  <a:lnTo>
                    <a:pt x="890847" y="68924"/>
                  </a:lnTo>
                  <a:lnTo>
                    <a:pt x="883032" y="68583"/>
                  </a:lnTo>
                  <a:lnTo>
                    <a:pt x="875218" y="68344"/>
                  </a:lnTo>
                  <a:lnTo>
                    <a:pt x="867403" y="68052"/>
                  </a:lnTo>
                  <a:lnTo>
                    <a:pt x="859589" y="67754"/>
                  </a:lnTo>
                  <a:lnTo>
                    <a:pt x="851774" y="67457"/>
                  </a:lnTo>
                  <a:lnTo>
                    <a:pt x="843960" y="67170"/>
                  </a:lnTo>
                  <a:lnTo>
                    <a:pt x="836145" y="66884"/>
                  </a:lnTo>
                  <a:lnTo>
                    <a:pt x="828331" y="66546"/>
                  </a:lnTo>
                  <a:lnTo>
                    <a:pt x="820517" y="66195"/>
                  </a:lnTo>
                  <a:lnTo>
                    <a:pt x="812702" y="65897"/>
                  </a:lnTo>
                  <a:lnTo>
                    <a:pt x="804888" y="65623"/>
                  </a:lnTo>
                  <a:lnTo>
                    <a:pt x="797073" y="65319"/>
                  </a:lnTo>
                  <a:lnTo>
                    <a:pt x="789259" y="65113"/>
                  </a:lnTo>
                  <a:lnTo>
                    <a:pt x="781444" y="64867"/>
                  </a:lnTo>
                  <a:lnTo>
                    <a:pt x="773630" y="64566"/>
                  </a:lnTo>
                  <a:lnTo>
                    <a:pt x="765815" y="64261"/>
                  </a:lnTo>
                  <a:lnTo>
                    <a:pt x="758001" y="63880"/>
                  </a:lnTo>
                  <a:lnTo>
                    <a:pt x="750187" y="63625"/>
                  </a:lnTo>
                  <a:lnTo>
                    <a:pt x="742372" y="63347"/>
                  </a:lnTo>
                  <a:lnTo>
                    <a:pt x="734558" y="63077"/>
                  </a:lnTo>
                  <a:lnTo>
                    <a:pt x="726743" y="62766"/>
                  </a:lnTo>
                  <a:lnTo>
                    <a:pt x="718929" y="62460"/>
                  </a:lnTo>
                  <a:lnTo>
                    <a:pt x="711114" y="62154"/>
                  </a:lnTo>
                  <a:lnTo>
                    <a:pt x="703300" y="61953"/>
                  </a:lnTo>
                  <a:lnTo>
                    <a:pt x="695485" y="61710"/>
                  </a:lnTo>
                  <a:lnTo>
                    <a:pt x="687671" y="61433"/>
                  </a:lnTo>
                  <a:lnTo>
                    <a:pt x="679857" y="61108"/>
                  </a:lnTo>
                  <a:lnTo>
                    <a:pt x="672042" y="60714"/>
                  </a:lnTo>
                  <a:lnTo>
                    <a:pt x="664228" y="60482"/>
                  </a:lnTo>
                  <a:lnTo>
                    <a:pt x="656413" y="60174"/>
                  </a:lnTo>
                  <a:lnTo>
                    <a:pt x="648599" y="59828"/>
                  </a:lnTo>
                  <a:lnTo>
                    <a:pt x="640784" y="59528"/>
                  </a:lnTo>
                  <a:lnTo>
                    <a:pt x="632970" y="59228"/>
                  </a:lnTo>
                  <a:lnTo>
                    <a:pt x="625155" y="59109"/>
                  </a:lnTo>
                  <a:lnTo>
                    <a:pt x="617341" y="58826"/>
                  </a:lnTo>
                  <a:lnTo>
                    <a:pt x="609526" y="58545"/>
                  </a:lnTo>
                  <a:lnTo>
                    <a:pt x="601712" y="58251"/>
                  </a:lnTo>
                  <a:lnTo>
                    <a:pt x="593898" y="57984"/>
                  </a:lnTo>
                  <a:lnTo>
                    <a:pt x="586083" y="57791"/>
                  </a:lnTo>
                  <a:lnTo>
                    <a:pt x="578269" y="57661"/>
                  </a:lnTo>
                  <a:lnTo>
                    <a:pt x="570454" y="57418"/>
                  </a:lnTo>
                  <a:lnTo>
                    <a:pt x="562640" y="57346"/>
                  </a:lnTo>
                  <a:lnTo>
                    <a:pt x="554825" y="57090"/>
                  </a:lnTo>
                  <a:lnTo>
                    <a:pt x="547011" y="56875"/>
                  </a:lnTo>
                  <a:lnTo>
                    <a:pt x="539196" y="56775"/>
                  </a:lnTo>
                  <a:lnTo>
                    <a:pt x="531382" y="56442"/>
                  </a:lnTo>
                  <a:lnTo>
                    <a:pt x="523568" y="56040"/>
                  </a:lnTo>
                  <a:lnTo>
                    <a:pt x="515753" y="55730"/>
                  </a:lnTo>
                  <a:lnTo>
                    <a:pt x="507939" y="55479"/>
                  </a:lnTo>
                  <a:lnTo>
                    <a:pt x="500124" y="55344"/>
                  </a:lnTo>
                  <a:lnTo>
                    <a:pt x="492310" y="55091"/>
                  </a:lnTo>
                  <a:lnTo>
                    <a:pt x="484495" y="54641"/>
                  </a:lnTo>
                  <a:lnTo>
                    <a:pt x="476681" y="54290"/>
                  </a:lnTo>
                  <a:lnTo>
                    <a:pt x="468866" y="54090"/>
                  </a:lnTo>
                  <a:lnTo>
                    <a:pt x="461052" y="53880"/>
                  </a:lnTo>
                  <a:lnTo>
                    <a:pt x="453238" y="53591"/>
                  </a:lnTo>
                  <a:lnTo>
                    <a:pt x="445423" y="53428"/>
                  </a:lnTo>
                  <a:lnTo>
                    <a:pt x="437609" y="53208"/>
                  </a:lnTo>
                  <a:lnTo>
                    <a:pt x="429794" y="53014"/>
                  </a:lnTo>
                  <a:lnTo>
                    <a:pt x="421980" y="52838"/>
                  </a:lnTo>
                  <a:lnTo>
                    <a:pt x="414165" y="52684"/>
                  </a:lnTo>
                  <a:lnTo>
                    <a:pt x="406351" y="52430"/>
                  </a:lnTo>
                  <a:lnTo>
                    <a:pt x="398536" y="52169"/>
                  </a:lnTo>
                  <a:lnTo>
                    <a:pt x="390722" y="52001"/>
                  </a:lnTo>
                  <a:lnTo>
                    <a:pt x="382907" y="51837"/>
                  </a:lnTo>
                  <a:lnTo>
                    <a:pt x="375093" y="51638"/>
                  </a:lnTo>
                  <a:lnTo>
                    <a:pt x="367279" y="51438"/>
                  </a:lnTo>
                  <a:lnTo>
                    <a:pt x="359464" y="51142"/>
                  </a:lnTo>
                  <a:lnTo>
                    <a:pt x="351650" y="50850"/>
                  </a:lnTo>
                  <a:lnTo>
                    <a:pt x="343835" y="50688"/>
                  </a:lnTo>
                  <a:lnTo>
                    <a:pt x="336021" y="50537"/>
                  </a:lnTo>
                  <a:lnTo>
                    <a:pt x="328206" y="50391"/>
                  </a:lnTo>
                  <a:lnTo>
                    <a:pt x="320392" y="50217"/>
                  </a:lnTo>
                  <a:lnTo>
                    <a:pt x="312577" y="50010"/>
                  </a:lnTo>
                  <a:lnTo>
                    <a:pt x="304763" y="49831"/>
                  </a:lnTo>
                  <a:lnTo>
                    <a:pt x="296949" y="49709"/>
                  </a:lnTo>
                  <a:lnTo>
                    <a:pt x="289134" y="49593"/>
                  </a:lnTo>
                  <a:lnTo>
                    <a:pt x="281320" y="49508"/>
                  </a:lnTo>
                  <a:lnTo>
                    <a:pt x="273505" y="49358"/>
                  </a:lnTo>
                  <a:lnTo>
                    <a:pt x="265691" y="49208"/>
                  </a:lnTo>
                  <a:lnTo>
                    <a:pt x="257876" y="49017"/>
                  </a:lnTo>
                  <a:lnTo>
                    <a:pt x="250062" y="48878"/>
                  </a:lnTo>
                  <a:lnTo>
                    <a:pt x="242247" y="48737"/>
                  </a:lnTo>
                  <a:lnTo>
                    <a:pt x="234433" y="48664"/>
                  </a:lnTo>
                  <a:lnTo>
                    <a:pt x="226619" y="48567"/>
                  </a:lnTo>
                  <a:lnTo>
                    <a:pt x="218804" y="48413"/>
                  </a:lnTo>
                  <a:lnTo>
                    <a:pt x="210990" y="48340"/>
                  </a:lnTo>
                  <a:lnTo>
                    <a:pt x="203175" y="48073"/>
                  </a:lnTo>
                  <a:lnTo>
                    <a:pt x="195361" y="47983"/>
                  </a:lnTo>
                  <a:lnTo>
                    <a:pt x="187546" y="47891"/>
                  </a:lnTo>
                  <a:lnTo>
                    <a:pt x="179732" y="47795"/>
                  </a:lnTo>
                  <a:lnTo>
                    <a:pt x="171917" y="47665"/>
                  </a:lnTo>
                  <a:lnTo>
                    <a:pt x="164103" y="47556"/>
                  </a:lnTo>
                  <a:lnTo>
                    <a:pt x="156288" y="47403"/>
                  </a:lnTo>
                  <a:lnTo>
                    <a:pt x="148474" y="47248"/>
                  </a:lnTo>
                  <a:lnTo>
                    <a:pt x="140660" y="47198"/>
                  </a:lnTo>
                  <a:lnTo>
                    <a:pt x="132845" y="47237"/>
                  </a:lnTo>
                  <a:lnTo>
                    <a:pt x="125031" y="47223"/>
                  </a:lnTo>
                  <a:lnTo>
                    <a:pt x="117216" y="47203"/>
                  </a:lnTo>
                  <a:lnTo>
                    <a:pt x="109402" y="47142"/>
                  </a:lnTo>
                  <a:lnTo>
                    <a:pt x="101587" y="47053"/>
                  </a:lnTo>
                  <a:lnTo>
                    <a:pt x="93773" y="46945"/>
                  </a:lnTo>
                  <a:lnTo>
                    <a:pt x="85958" y="46839"/>
                  </a:lnTo>
                  <a:lnTo>
                    <a:pt x="78144" y="46731"/>
                  </a:lnTo>
                  <a:lnTo>
                    <a:pt x="70330" y="46624"/>
                  </a:lnTo>
                  <a:lnTo>
                    <a:pt x="62515" y="46546"/>
                  </a:lnTo>
                  <a:lnTo>
                    <a:pt x="54701" y="46477"/>
                  </a:lnTo>
                  <a:lnTo>
                    <a:pt x="46886" y="46393"/>
                  </a:lnTo>
                  <a:lnTo>
                    <a:pt x="39072" y="46314"/>
                  </a:lnTo>
                  <a:lnTo>
                    <a:pt x="31257" y="46175"/>
                  </a:lnTo>
                  <a:lnTo>
                    <a:pt x="23443" y="46202"/>
                  </a:lnTo>
                  <a:lnTo>
                    <a:pt x="15628" y="46145"/>
                  </a:lnTo>
                  <a:lnTo>
                    <a:pt x="7814" y="46083"/>
                  </a:lnTo>
                  <a:lnTo>
                    <a:pt x="0" y="45890"/>
                  </a:lnTo>
                  <a:close/>
                </a:path>
              </a:pathLst>
            </a:custGeom>
            <a:solidFill>
              <a:srgbClr val="E69F00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85" name="pl84"/>
            <p:cNvSpPr/>
            <p:nvPr/>
          </p:nvSpPr>
          <p:spPr>
            <a:xfrm>
              <a:off x="1223067" y="4612503"/>
              <a:ext cx="2023942" cy="40624"/>
            </a:xfrm>
            <a:custGeom>
              <a:avLst/>
              <a:pathLst>
                <a:path w="2023942" h="40624">
                  <a:moveTo>
                    <a:pt x="0" y="0"/>
                  </a:moveTo>
                  <a:lnTo>
                    <a:pt x="7814" y="560"/>
                  </a:lnTo>
                  <a:lnTo>
                    <a:pt x="15628" y="1111"/>
                  </a:lnTo>
                  <a:lnTo>
                    <a:pt x="23443" y="1662"/>
                  </a:lnTo>
                  <a:lnTo>
                    <a:pt x="31257" y="2247"/>
                  </a:lnTo>
                  <a:lnTo>
                    <a:pt x="39072" y="2973"/>
                  </a:lnTo>
                  <a:lnTo>
                    <a:pt x="46886" y="3692"/>
                  </a:lnTo>
                  <a:lnTo>
                    <a:pt x="54701" y="4479"/>
                  </a:lnTo>
                  <a:lnTo>
                    <a:pt x="62515" y="5311"/>
                  </a:lnTo>
                  <a:lnTo>
                    <a:pt x="70330" y="5946"/>
                  </a:lnTo>
                  <a:lnTo>
                    <a:pt x="78144" y="6521"/>
                  </a:lnTo>
                  <a:lnTo>
                    <a:pt x="85958" y="7118"/>
                  </a:lnTo>
                  <a:lnTo>
                    <a:pt x="93773" y="7789"/>
                  </a:lnTo>
                  <a:lnTo>
                    <a:pt x="101587" y="8439"/>
                  </a:lnTo>
                  <a:lnTo>
                    <a:pt x="109402" y="9171"/>
                  </a:lnTo>
                  <a:lnTo>
                    <a:pt x="117216" y="9860"/>
                  </a:lnTo>
                  <a:lnTo>
                    <a:pt x="125031" y="10551"/>
                  </a:lnTo>
                  <a:lnTo>
                    <a:pt x="132845" y="11273"/>
                  </a:lnTo>
                  <a:lnTo>
                    <a:pt x="140660" y="11908"/>
                  </a:lnTo>
                  <a:lnTo>
                    <a:pt x="148474" y="12578"/>
                  </a:lnTo>
                  <a:lnTo>
                    <a:pt x="156288" y="13251"/>
                  </a:lnTo>
                  <a:lnTo>
                    <a:pt x="164103" y="13865"/>
                  </a:lnTo>
                  <a:lnTo>
                    <a:pt x="171917" y="14399"/>
                  </a:lnTo>
                  <a:lnTo>
                    <a:pt x="179732" y="15006"/>
                  </a:lnTo>
                  <a:lnTo>
                    <a:pt x="187546" y="15716"/>
                  </a:lnTo>
                  <a:lnTo>
                    <a:pt x="195361" y="16363"/>
                  </a:lnTo>
                  <a:lnTo>
                    <a:pt x="203175" y="16785"/>
                  </a:lnTo>
                  <a:lnTo>
                    <a:pt x="210990" y="17215"/>
                  </a:lnTo>
                  <a:lnTo>
                    <a:pt x="218804" y="17824"/>
                  </a:lnTo>
                  <a:lnTo>
                    <a:pt x="226619" y="18620"/>
                  </a:lnTo>
                  <a:lnTo>
                    <a:pt x="234433" y="19142"/>
                  </a:lnTo>
                  <a:lnTo>
                    <a:pt x="242247" y="19590"/>
                  </a:lnTo>
                  <a:lnTo>
                    <a:pt x="250062" y="20205"/>
                  </a:lnTo>
                  <a:lnTo>
                    <a:pt x="257876" y="20704"/>
                  </a:lnTo>
                  <a:lnTo>
                    <a:pt x="265691" y="21090"/>
                  </a:lnTo>
                  <a:lnTo>
                    <a:pt x="273505" y="21664"/>
                  </a:lnTo>
                  <a:lnTo>
                    <a:pt x="281320" y="21968"/>
                  </a:lnTo>
                  <a:lnTo>
                    <a:pt x="289134" y="22300"/>
                  </a:lnTo>
                  <a:lnTo>
                    <a:pt x="296949" y="22794"/>
                  </a:lnTo>
                  <a:lnTo>
                    <a:pt x="304763" y="23421"/>
                  </a:lnTo>
                  <a:lnTo>
                    <a:pt x="312577" y="23537"/>
                  </a:lnTo>
                  <a:lnTo>
                    <a:pt x="320392" y="23898"/>
                  </a:lnTo>
                  <a:lnTo>
                    <a:pt x="328206" y="24489"/>
                  </a:lnTo>
                  <a:lnTo>
                    <a:pt x="336021" y="24833"/>
                  </a:lnTo>
                  <a:lnTo>
                    <a:pt x="343835" y="25438"/>
                  </a:lnTo>
                  <a:lnTo>
                    <a:pt x="351650" y="25757"/>
                  </a:lnTo>
                  <a:lnTo>
                    <a:pt x="359464" y="26213"/>
                  </a:lnTo>
                  <a:lnTo>
                    <a:pt x="367279" y="26696"/>
                  </a:lnTo>
                  <a:lnTo>
                    <a:pt x="375093" y="27218"/>
                  </a:lnTo>
                  <a:lnTo>
                    <a:pt x="382907" y="27473"/>
                  </a:lnTo>
                  <a:lnTo>
                    <a:pt x="390722" y="27703"/>
                  </a:lnTo>
                  <a:lnTo>
                    <a:pt x="398536" y="27983"/>
                  </a:lnTo>
                  <a:lnTo>
                    <a:pt x="406351" y="28277"/>
                  </a:lnTo>
                  <a:lnTo>
                    <a:pt x="414165" y="28609"/>
                  </a:lnTo>
                  <a:lnTo>
                    <a:pt x="421980" y="28939"/>
                  </a:lnTo>
                  <a:lnTo>
                    <a:pt x="429794" y="29206"/>
                  </a:lnTo>
                  <a:lnTo>
                    <a:pt x="437609" y="29592"/>
                  </a:lnTo>
                  <a:lnTo>
                    <a:pt x="445423" y="29911"/>
                  </a:lnTo>
                  <a:lnTo>
                    <a:pt x="453238" y="30100"/>
                  </a:lnTo>
                  <a:lnTo>
                    <a:pt x="461052" y="30465"/>
                  </a:lnTo>
                  <a:lnTo>
                    <a:pt x="468866" y="30656"/>
                  </a:lnTo>
                  <a:lnTo>
                    <a:pt x="476681" y="30998"/>
                  </a:lnTo>
                  <a:lnTo>
                    <a:pt x="484495" y="31320"/>
                  </a:lnTo>
                  <a:lnTo>
                    <a:pt x="492310" y="31595"/>
                  </a:lnTo>
                  <a:lnTo>
                    <a:pt x="500124" y="31760"/>
                  </a:lnTo>
                  <a:lnTo>
                    <a:pt x="507939" y="31792"/>
                  </a:lnTo>
                  <a:lnTo>
                    <a:pt x="515753" y="31992"/>
                  </a:lnTo>
                  <a:lnTo>
                    <a:pt x="523568" y="32329"/>
                  </a:lnTo>
                  <a:lnTo>
                    <a:pt x="531382" y="32427"/>
                  </a:lnTo>
                  <a:lnTo>
                    <a:pt x="539196" y="32700"/>
                  </a:lnTo>
                  <a:lnTo>
                    <a:pt x="547011" y="32757"/>
                  </a:lnTo>
                  <a:lnTo>
                    <a:pt x="554825" y="32958"/>
                  </a:lnTo>
                  <a:lnTo>
                    <a:pt x="562640" y="33183"/>
                  </a:lnTo>
                  <a:lnTo>
                    <a:pt x="570454" y="33375"/>
                  </a:lnTo>
                  <a:lnTo>
                    <a:pt x="578269" y="33539"/>
                  </a:lnTo>
                  <a:lnTo>
                    <a:pt x="586083" y="33602"/>
                  </a:lnTo>
                  <a:lnTo>
                    <a:pt x="593898" y="33697"/>
                  </a:lnTo>
                  <a:lnTo>
                    <a:pt x="601712" y="33827"/>
                  </a:lnTo>
                  <a:lnTo>
                    <a:pt x="609526" y="34021"/>
                  </a:lnTo>
                  <a:lnTo>
                    <a:pt x="617341" y="34219"/>
                  </a:lnTo>
                  <a:lnTo>
                    <a:pt x="625155" y="34339"/>
                  </a:lnTo>
                  <a:lnTo>
                    <a:pt x="632970" y="34395"/>
                  </a:lnTo>
                  <a:lnTo>
                    <a:pt x="640784" y="34471"/>
                  </a:lnTo>
                  <a:lnTo>
                    <a:pt x="648599" y="34655"/>
                  </a:lnTo>
                  <a:lnTo>
                    <a:pt x="656413" y="34825"/>
                  </a:lnTo>
                  <a:lnTo>
                    <a:pt x="664228" y="35030"/>
                  </a:lnTo>
                  <a:lnTo>
                    <a:pt x="672042" y="35265"/>
                  </a:lnTo>
                  <a:lnTo>
                    <a:pt x="679857" y="35439"/>
                  </a:lnTo>
                  <a:lnTo>
                    <a:pt x="687671" y="35622"/>
                  </a:lnTo>
                  <a:lnTo>
                    <a:pt x="695485" y="35766"/>
                  </a:lnTo>
                  <a:lnTo>
                    <a:pt x="703300" y="35833"/>
                  </a:lnTo>
                  <a:lnTo>
                    <a:pt x="711114" y="35884"/>
                  </a:lnTo>
                  <a:lnTo>
                    <a:pt x="718929" y="35906"/>
                  </a:lnTo>
                  <a:lnTo>
                    <a:pt x="726743" y="35903"/>
                  </a:lnTo>
                  <a:lnTo>
                    <a:pt x="734558" y="35912"/>
                  </a:lnTo>
                  <a:lnTo>
                    <a:pt x="742372" y="35918"/>
                  </a:lnTo>
                  <a:lnTo>
                    <a:pt x="750187" y="36052"/>
                  </a:lnTo>
                  <a:lnTo>
                    <a:pt x="758001" y="36097"/>
                  </a:lnTo>
                  <a:lnTo>
                    <a:pt x="765815" y="36232"/>
                  </a:lnTo>
                  <a:lnTo>
                    <a:pt x="773630" y="36341"/>
                  </a:lnTo>
                  <a:lnTo>
                    <a:pt x="781444" y="36399"/>
                  </a:lnTo>
                  <a:lnTo>
                    <a:pt x="789259" y="36429"/>
                  </a:lnTo>
                  <a:lnTo>
                    <a:pt x="797073" y="36513"/>
                  </a:lnTo>
                  <a:lnTo>
                    <a:pt x="804888" y="36600"/>
                  </a:lnTo>
                  <a:lnTo>
                    <a:pt x="812702" y="36689"/>
                  </a:lnTo>
                  <a:lnTo>
                    <a:pt x="820517" y="36740"/>
                  </a:lnTo>
                  <a:lnTo>
                    <a:pt x="828331" y="36760"/>
                  </a:lnTo>
                  <a:lnTo>
                    <a:pt x="836145" y="36796"/>
                  </a:lnTo>
                  <a:lnTo>
                    <a:pt x="843960" y="36856"/>
                  </a:lnTo>
                  <a:lnTo>
                    <a:pt x="851774" y="36986"/>
                  </a:lnTo>
                  <a:lnTo>
                    <a:pt x="859589" y="37084"/>
                  </a:lnTo>
                  <a:lnTo>
                    <a:pt x="867403" y="37147"/>
                  </a:lnTo>
                  <a:lnTo>
                    <a:pt x="875218" y="37266"/>
                  </a:lnTo>
                  <a:lnTo>
                    <a:pt x="883032" y="37370"/>
                  </a:lnTo>
                  <a:lnTo>
                    <a:pt x="890847" y="37441"/>
                  </a:lnTo>
                  <a:lnTo>
                    <a:pt x="898661" y="37516"/>
                  </a:lnTo>
                  <a:lnTo>
                    <a:pt x="906476" y="37535"/>
                  </a:lnTo>
                  <a:lnTo>
                    <a:pt x="914290" y="37676"/>
                  </a:lnTo>
                  <a:lnTo>
                    <a:pt x="922104" y="37625"/>
                  </a:lnTo>
                  <a:lnTo>
                    <a:pt x="929919" y="37615"/>
                  </a:lnTo>
                  <a:lnTo>
                    <a:pt x="937733" y="37653"/>
                  </a:lnTo>
                  <a:lnTo>
                    <a:pt x="945548" y="37692"/>
                  </a:lnTo>
                  <a:lnTo>
                    <a:pt x="953362" y="37733"/>
                  </a:lnTo>
                  <a:lnTo>
                    <a:pt x="961177" y="37749"/>
                  </a:lnTo>
                  <a:lnTo>
                    <a:pt x="968991" y="37728"/>
                  </a:lnTo>
                  <a:lnTo>
                    <a:pt x="976806" y="37769"/>
                  </a:lnTo>
                  <a:lnTo>
                    <a:pt x="984620" y="37822"/>
                  </a:lnTo>
                  <a:lnTo>
                    <a:pt x="992434" y="37876"/>
                  </a:lnTo>
                  <a:lnTo>
                    <a:pt x="1000249" y="37950"/>
                  </a:lnTo>
                  <a:lnTo>
                    <a:pt x="1008063" y="38013"/>
                  </a:lnTo>
                  <a:lnTo>
                    <a:pt x="1015878" y="38033"/>
                  </a:lnTo>
                  <a:lnTo>
                    <a:pt x="1023692" y="38084"/>
                  </a:lnTo>
                  <a:lnTo>
                    <a:pt x="1031507" y="38129"/>
                  </a:lnTo>
                  <a:lnTo>
                    <a:pt x="1039321" y="38190"/>
                  </a:lnTo>
                  <a:lnTo>
                    <a:pt x="1047136" y="38242"/>
                  </a:lnTo>
                  <a:lnTo>
                    <a:pt x="1054950" y="38293"/>
                  </a:lnTo>
                  <a:lnTo>
                    <a:pt x="1062765" y="38395"/>
                  </a:lnTo>
                  <a:lnTo>
                    <a:pt x="1070579" y="38602"/>
                  </a:lnTo>
                  <a:lnTo>
                    <a:pt x="1078393" y="38641"/>
                  </a:lnTo>
                  <a:lnTo>
                    <a:pt x="1086208" y="38626"/>
                  </a:lnTo>
                  <a:lnTo>
                    <a:pt x="1094022" y="38599"/>
                  </a:lnTo>
                  <a:lnTo>
                    <a:pt x="1101837" y="38594"/>
                  </a:lnTo>
                  <a:lnTo>
                    <a:pt x="1109651" y="38577"/>
                  </a:lnTo>
                  <a:lnTo>
                    <a:pt x="1117466" y="38665"/>
                  </a:lnTo>
                  <a:lnTo>
                    <a:pt x="1125280" y="38609"/>
                  </a:lnTo>
                  <a:lnTo>
                    <a:pt x="1133095" y="38634"/>
                  </a:lnTo>
                  <a:lnTo>
                    <a:pt x="1140909" y="38671"/>
                  </a:lnTo>
                  <a:lnTo>
                    <a:pt x="1148723" y="38708"/>
                  </a:lnTo>
                  <a:lnTo>
                    <a:pt x="1156538" y="38713"/>
                  </a:lnTo>
                  <a:lnTo>
                    <a:pt x="1164352" y="38695"/>
                  </a:lnTo>
                  <a:lnTo>
                    <a:pt x="1172167" y="38682"/>
                  </a:lnTo>
                  <a:lnTo>
                    <a:pt x="1179981" y="38739"/>
                  </a:lnTo>
                  <a:lnTo>
                    <a:pt x="1187796" y="38796"/>
                  </a:lnTo>
                  <a:lnTo>
                    <a:pt x="1195610" y="38853"/>
                  </a:lnTo>
                  <a:lnTo>
                    <a:pt x="1203425" y="38893"/>
                  </a:lnTo>
                  <a:lnTo>
                    <a:pt x="1211239" y="38895"/>
                  </a:lnTo>
                  <a:lnTo>
                    <a:pt x="1219053" y="38897"/>
                  </a:lnTo>
                  <a:lnTo>
                    <a:pt x="1226868" y="38899"/>
                  </a:lnTo>
                  <a:lnTo>
                    <a:pt x="1234682" y="38903"/>
                  </a:lnTo>
                  <a:lnTo>
                    <a:pt x="1242497" y="38907"/>
                  </a:lnTo>
                  <a:lnTo>
                    <a:pt x="1250311" y="38910"/>
                  </a:lnTo>
                  <a:lnTo>
                    <a:pt x="1258126" y="38914"/>
                  </a:lnTo>
                  <a:lnTo>
                    <a:pt x="1265940" y="38917"/>
                  </a:lnTo>
                  <a:lnTo>
                    <a:pt x="1273755" y="38921"/>
                  </a:lnTo>
                  <a:lnTo>
                    <a:pt x="1281569" y="38925"/>
                  </a:lnTo>
                  <a:lnTo>
                    <a:pt x="1289384" y="38937"/>
                  </a:lnTo>
                  <a:lnTo>
                    <a:pt x="1297198" y="39007"/>
                  </a:lnTo>
                  <a:lnTo>
                    <a:pt x="1305012" y="39083"/>
                  </a:lnTo>
                  <a:lnTo>
                    <a:pt x="1312827" y="39144"/>
                  </a:lnTo>
                  <a:lnTo>
                    <a:pt x="1320641" y="39212"/>
                  </a:lnTo>
                  <a:lnTo>
                    <a:pt x="1328456" y="39280"/>
                  </a:lnTo>
                  <a:lnTo>
                    <a:pt x="1336270" y="39348"/>
                  </a:lnTo>
                  <a:lnTo>
                    <a:pt x="1344085" y="39417"/>
                  </a:lnTo>
                  <a:lnTo>
                    <a:pt x="1351899" y="39456"/>
                  </a:lnTo>
                  <a:lnTo>
                    <a:pt x="1359714" y="39419"/>
                  </a:lnTo>
                  <a:lnTo>
                    <a:pt x="1367528" y="39382"/>
                  </a:lnTo>
                  <a:lnTo>
                    <a:pt x="1375342" y="39351"/>
                  </a:lnTo>
                  <a:lnTo>
                    <a:pt x="1383157" y="39403"/>
                  </a:lnTo>
                  <a:lnTo>
                    <a:pt x="1390971" y="39456"/>
                  </a:lnTo>
                  <a:lnTo>
                    <a:pt x="1398786" y="39508"/>
                  </a:lnTo>
                  <a:lnTo>
                    <a:pt x="1406600" y="39561"/>
                  </a:lnTo>
                  <a:lnTo>
                    <a:pt x="1414415" y="39613"/>
                  </a:lnTo>
                  <a:lnTo>
                    <a:pt x="1422229" y="39620"/>
                  </a:lnTo>
                  <a:lnTo>
                    <a:pt x="1430044" y="39643"/>
                  </a:lnTo>
                  <a:lnTo>
                    <a:pt x="1437858" y="39684"/>
                  </a:lnTo>
                  <a:lnTo>
                    <a:pt x="1445672" y="39710"/>
                  </a:lnTo>
                  <a:lnTo>
                    <a:pt x="1453487" y="39675"/>
                  </a:lnTo>
                  <a:lnTo>
                    <a:pt x="1461301" y="39719"/>
                  </a:lnTo>
                  <a:lnTo>
                    <a:pt x="1469116" y="39715"/>
                  </a:lnTo>
                  <a:lnTo>
                    <a:pt x="1476930" y="39639"/>
                  </a:lnTo>
                  <a:lnTo>
                    <a:pt x="1484745" y="39626"/>
                  </a:lnTo>
                  <a:lnTo>
                    <a:pt x="1492559" y="39661"/>
                  </a:lnTo>
                  <a:lnTo>
                    <a:pt x="1500374" y="39690"/>
                  </a:lnTo>
                  <a:lnTo>
                    <a:pt x="1508188" y="39721"/>
                  </a:lnTo>
                  <a:lnTo>
                    <a:pt x="1516003" y="39752"/>
                  </a:lnTo>
                  <a:lnTo>
                    <a:pt x="1523817" y="39782"/>
                  </a:lnTo>
                  <a:lnTo>
                    <a:pt x="1531631" y="39813"/>
                  </a:lnTo>
                  <a:lnTo>
                    <a:pt x="1539446" y="39844"/>
                  </a:lnTo>
                  <a:lnTo>
                    <a:pt x="1547260" y="39845"/>
                  </a:lnTo>
                  <a:lnTo>
                    <a:pt x="1555075" y="39811"/>
                  </a:lnTo>
                  <a:lnTo>
                    <a:pt x="1562889" y="39777"/>
                  </a:lnTo>
                  <a:lnTo>
                    <a:pt x="1570704" y="39741"/>
                  </a:lnTo>
                  <a:lnTo>
                    <a:pt x="1578518" y="39697"/>
                  </a:lnTo>
                  <a:lnTo>
                    <a:pt x="1586333" y="39670"/>
                  </a:lnTo>
                  <a:lnTo>
                    <a:pt x="1594147" y="39639"/>
                  </a:lnTo>
                  <a:lnTo>
                    <a:pt x="1601961" y="39604"/>
                  </a:lnTo>
                  <a:lnTo>
                    <a:pt x="1609776" y="39623"/>
                  </a:lnTo>
                  <a:lnTo>
                    <a:pt x="1617590" y="39662"/>
                  </a:lnTo>
                  <a:lnTo>
                    <a:pt x="1625405" y="39704"/>
                  </a:lnTo>
                  <a:lnTo>
                    <a:pt x="1633219" y="39747"/>
                  </a:lnTo>
                  <a:lnTo>
                    <a:pt x="1641034" y="39790"/>
                  </a:lnTo>
                  <a:lnTo>
                    <a:pt x="1648848" y="39832"/>
                  </a:lnTo>
                  <a:lnTo>
                    <a:pt x="1656663" y="39875"/>
                  </a:lnTo>
                  <a:lnTo>
                    <a:pt x="1664477" y="39918"/>
                  </a:lnTo>
                  <a:lnTo>
                    <a:pt x="1672291" y="39962"/>
                  </a:lnTo>
                  <a:lnTo>
                    <a:pt x="1680106" y="40036"/>
                  </a:lnTo>
                  <a:lnTo>
                    <a:pt x="1687920" y="40069"/>
                  </a:lnTo>
                  <a:lnTo>
                    <a:pt x="1695735" y="40089"/>
                  </a:lnTo>
                  <a:lnTo>
                    <a:pt x="1703549" y="40127"/>
                  </a:lnTo>
                  <a:lnTo>
                    <a:pt x="1711364" y="40156"/>
                  </a:lnTo>
                  <a:lnTo>
                    <a:pt x="1719178" y="40186"/>
                  </a:lnTo>
                  <a:lnTo>
                    <a:pt x="1726993" y="40216"/>
                  </a:lnTo>
                  <a:lnTo>
                    <a:pt x="1734807" y="40246"/>
                  </a:lnTo>
                  <a:lnTo>
                    <a:pt x="1742622" y="40276"/>
                  </a:lnTo>
                  <a:lnTo>
                    <a:pt x="1750436" y="40306"/>
                  </a:lnTo>
                  <a:lnTo>
                    <a:pt x="1758250" y="40292"/>
                  </a:lnTo>
                  <a:lnTo>
                    <a:pt x="1766065" y="40262"/>
                  </a:lnTo>
                  <a:lnTo>
                    <a:pt x="1773879" y="40231"/>
                  </a:lnTo>
                  <a:lnTo>
                    <a:pt x="1781694" y="40233"/>
                  </a:lnTo>
                  <a:lnTo>
                    <a:pt x="1789508" y="40259"/>
                  </a:lnTo>
                  <a:lnTo>
                    <a:pt x="1797323" y="40285"/>
                  </a:lnTo>
                  <a:lnTo>
                    <a:pt x="1805137" y="40311"/>
                  </a:lnTo>
                  <a:lnTo>
                    <a:pt x="1812952" y="40337"/>
                  </a:lnTo>
                  <a:lnTo>
                    <a:pt x="1820766" y="40364"/>
                  </a:lnTo>
                  <a:lnTo>
                    <a:pt x="1828580" y="40392"/>
                  </a:lnTo>
                  <a:lnTo>
                    <a:pt x="1836395" y="40419"/>
                  </a:lnTo>
                  <a:lnTo>
                    <a:pt x="1844209" y="40447"/>
                  </a:lnTo>
                  <a:lnTo>
                    <a:pt x="1852024" y="40474"/>
                  </a:lnTo>
                  <a:lnTo>
                    <a:pt x="1859838" y="40472"/>
                  </a:lnTo>
                  <a:lnTo>
                    <a:pt x="1867653" y="40464"/>
                  </a:lnTo>
                  <a:lnTo>
                    <a:pt x="1875467" y="40457"/>
                  </a:lnTo>
                  <a:lnTo>
                    <a:pt x="1883282" y="40449"/>
                  </a:lnTo>
                  <a:lnTo>
                    <a:pt x="1891096" y="40441"/>
                  </a:lnTo>
                  <a:lnTo>
                    <a:pt x="1898910" y="40434"/>
                  </a:lnTo>
                  <a:lnTo>
                    <a:pt x="1906725" y="40426"/>
                  </a:lnTo>
                  <a:lnTo>
                    <a:pt x="1914539" y="40435"/>
                  </a:lnTo>
                  <a:lnTo>
                    <a:pt x="1922354" y="40471"/>
                  </a:lnTo>
                  <a:lnTo>
                    <a:pt x="1930168" y="40489"/>
                  </a:lnTo>
                  <a:lnTo>
                    <a:pt x="1937983" y="40490"/>
                  </a:lnTo>
                  <a:lnTo>
                    <a:pt x="1945797" y="40516"/>
                  </a:lnTo>
                  <a:lnTo>
                    <a:pt x="1953612" y="40543"/>
                  </a:lnTo>
                  <a:lnTo>
                    <a:pt x="1961426" y="40569"/>
                  </a:lnTo>
                  <a:lnTo>
                    <a:pt x="1969241" y="40595"/>
                  </a:lnTo>
                  <a:lnTo>
                    <a:pt x="1977055" y="40621"/>
                  </a:lnTo>
                  <a:lnTo>
                    <a:pt x="1984869" y="40624"/>
                  </a:lnTo>
                  <a:lnTo>
                    <a:pt x="1992684" y="40606"/>
                  </a:lnTo>
                  <a:lnTo>
                    <a:pt x="2000498" y="40587"/>
                  </a:lnTo>
                  <a:lnTo>
                    <a:pt x="2008313" y="40569"/>
                  </a:lnTo>
                  <a:lnTo>
                    <a:pt x="2016127" y="40550"/>
                  </a:lnTo>
                  <a:lnTo>
                    <a:pt x="2023942" y="405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6" name="pl85"/>
            <p:cNvSpPr/>
            <p:nvPr/>
          </p:nvSpPr>
          <p:spPr>
            <a:xfrm>
              <a:off x="1223067" y="4658393"/>
              <a:ext cx="2023942" cy="47679"/>
            </a:xfrm>
            <a:custGeom>
              <a:avLst/>
              <a:pathLst>
                <a:path w="2023942" h="47679">
                  <a:moveTo>
                    <a:pt x="2023942" y="47679"/>
                  </a:moveTo>
                  <a:lnTo>
                    <a:pt x="2016127" y="47604"/>
                  </a:lnTo>
                  <a:lnTo>
                    <a:pt x="2008313" y="47512"/>
                  </a:lnTo>
                  <a:lnTo>
                    <a:pt x="2000498" y="47406"/>
                  </a:lnTo>
                  <a:lnTo>
                    <a:pt x="1992684" y="47299"/>
                  </a:lnTo>
                  <a:lnTo>
                    <a:pt x="1984869" y="47190"/>
                  </a:lnTo>
                  <a:lnTo>
                    <a:pt x="1977055" y="47099"/>
                  </a:lnTo>
                  <a:lnTo>
                    <a:pt x="1969241" y="46987"/>
                  </a:lnTo>
                  <a:lnTo>
                    <a:pt x="1961426" y="46874"/>
                  </a:lnTo>
                  <a:lnTo>
                    <a:pt x="1953612" y="46760"/>
                  </a:lnTo>
                  <a:lnTo>
                    <a:pt x="1945797" y="46646"/>
                  </a:lnTo>
                  <a:lnTo>
                    <a:pt x="1937983" y="46530"/>
                  </a:lnTo>
                  <a:lnTo>
                    <a:pt x="1930168" y="46412"/>
                  </a:lnTo>
                  <a:lnTo>
                    <a:pt x="1922354" y="46294"/>
                  </a:lnTo>
                  <a:lnTo>
                    <a:pt x="1914539" y="46175"/>
                  </a:lnTo>
                  <a:lnTo>
                    <a:pt x="1906725" y="46056"/>
                  </a:lnTo>
                  <a:lnTo>
                    <a:pt x="1898910" y="45936"/>
                  </a:lnTo>
                  <a:lnTo>
                    <a:pt x="1891096" y="45815"/>
                  </a:lnTo>
                  <a:lnTo>
                    <a:pt x="1883282" y="45693"/>
                  </a:lnTo>
                  <a:lnTo>
                    <a:pt x="1875467" y="45570"/>
                  </a:lnTo>
                  <a:lnTo>
                    <a:pt x="1867653" y="45445"/>
                  </a:lnTo>
                  <a:lnTo>
                    <a:pt x="1859838" y="45319"/>
                  </a:lnTo>
                  <a:lnTo>
                    <a:pt x="1852024" y="45192"/>
                  </a:lnTo>
                  <a:lnTo>
                    <a:pt x="1844209" y="45065"/>
                  </a:lnTo>
                  <a:lnTo>
                    <a:pt x="1836395" y="44937"/>
                  </a:lnTo>
                  <a:lnTo>
                    <a:pt x="1828580" y="44808"/>
                  </a:lnTo>
                  <a:lnTo>
                    <a:pt x="1820766" y="44678"/>
                  </a:lnTo>
                  <a:lnTo>
                    <a:pt x="1812952" y="44547"/>
                  </a:lnTo>
                  <a:lnTo>
                    <a:pt x="1805137" y="44415"/>
                  </a:lnTo>
                  <a:lnTo>
                    <a:pt x="1797323" y="44306"/>
                  </a:lnTo>
                  <a:lnTo>
                    <a:pt x="1789508" y="44199"/>
                  </a:lnTo>
                  <a:lnTo>
                    <a:pt x="1781694" y="44092"/>
                  </a:lnTo>
                  <a:lnTo>
                    <a:pt x="1773879" y="43983"/>
                  </a:lnTo>
                  <a:lnTo>
                    <a:pt x="1766065" y="43873"/>
                  </a:lnTo>
                  <a:lnTo>
                    <a:pt x="1758250" y="43762"/>
                  </a:lnTo>
                  <a:lnTo>
                    <a:pt x="1750436" y="43651"/>
                  </a:lnTo>
                  <a:lnTo>
                    <a:pt x="1742622" y="43538"/>
                  </a:lnTo>
                  <a:lnTo>
                    <a:pt x="1734807" y="43425"/>
                  </a:lnTo>
                  <a:lnTo>
                    <a:pt x="1726993" y="43311"/>
                  </a:lnTo>
                  <a:lnTo>
                    <a:pt x="1719178" y="43196"/>
                  </a:lnTo>
                  <a:lnTo>
                    <a:pt x="1711364" y="43080"/>
                  </a:lnTo>
                  <a:lnTo>
                    <a:pt x="1703549" y="42963"/>
                  </a:lnTo>
                  <a:lnTo>
                    <a:pt x="1695735" y="42846"/>
                  </a:lnTo>
                  <a:lnTo>
                    <a:pt x="1687920" y="42727"/>
                  </a:lnTo>
                  <a:lnTo>
                    <a:pt x="1680106" y="42608"/>
                  </a:lnTo>
                  <a:lnTo>
                    <a:pt x="1672291" y="42496"/>
                  </a:lnTo>
                  <a:lnTo>
                    <a:pt x="1664477" y="42427"/>
                  </a:lnTo>
                  <a:lnTo>
                    <a:pt x="1656663" y="42277"/>
                  </a:lnTo>
                  <a:lnTo>
                    <a:pt x="1648848" y="42125"/>
                  </a:lnTo>
                  <a:lnTo>
                    <a:pt x="1641034" y="42003"/>
                  </a:lnTo>
                  <a:lnTo>
                    <a:pt x="1633219" y="41880"/>
                  </a:lnTo>
                  <a:lnTo>
                    <a:pt x="1625405" y="41754"/>
                  </a:lnTo>
                  <a:lnTo>
                    <a:pt x="1617590" y="41628"/>
                  </a:lnTo>
                  <a:lnTo>
                    <a:pt x="1609776" y="41501"/>
                  </a:lnTo>
                  <a:lnTo>
                    <a:pt x="1601961" y="41372"/>
                  </a:lnTo>
                  <a:lnTo>
                    <a:pt x="1594147" y="41243"/>
                  </a:lnTo>
                  <a:lnTo>
                    <a:pt x="1586333" y="41112"/>
                  </a:lnTo>
                  <a:lnTo>
                    <a:pt x="1578518" y="41000"/>
                  </a:lnTo>
                  <a:lnTo>
                    <a:pt x="1570704" y="40906"/>
                  </a:lnTo>
                  <a:lnTo>
                    <a:pt x="1562889" y="40811"/>
                  </a:lnTo>
                  <a:lnTo>
                    <a:pt x="1555075" y="40665"/>
                  </a:lnTo>
                  <a:lnTo>
                    <a:pt x="1547260" y="40510"/>
                  </a:lnTo>
                  <a:lnTo>
                    <a:pt x="1539446" y="40353"/>
                  </a:lnTo>
                  <a:lnTo>
                    <a:pt x="1531631" y="40193"/>
                  </a:lnTo>
                  <a:lnTo>
                    <a:pt x="1523817" y="40039"/>
                  </a:lnTo>
                  <a:lnTo>
                    <a:pt x="1516003" y="39897"/>
                  </a:lnTo>
                  <a:lnTo>
                    <a:pt x="1508188" y="39758"/>
                  </a:lnTo>
                  <a:lnTo>
                    <a:pt x="1500374" y="39624"/>
                  </a:lnTo>
                  <a:lnTo>
                    <a:pt x="1492559" y="39500"/>
                  </a:lnTo>
                  <a:lnTo>
                    <a:pt x="1484745" y="39376"/>
                  </a:lnTo>
                  <a:lnTo>
                    <a:pt x="1476930" y="39250"/>
                  </a:lnTo>
                  <a:lnTo>
                    <a:pt x="1469116" y="39124"/>
                  </a:lnTo>
                  <a:lnTo>
                    <a:pt x="1461301" y="38997"/>
                  </a:lnTo>
                  <a:lnTo>
                    <a:pt x="1453487" y="38870"/>
                  </a:lnTo>
                  <a:lnTo>
                    <a:pt x="1445672" y="38740"/>
                  </a:lnTo>
                  <a:lnTo>
                    <a:pt x="1437858" y="38609"/>
                  </a:lnTo>
                  <a:lnTo>
                    <a:pt x="1430044" y="38477"/>
                  </a:lnTo>
                  <a:lnTo>
                    <a:pt x="1422229" y="38344"/>
                  </a:lnTo>
                  <a:lnTo>
                    <a:pt x="1414415" y="38210"/>
                  </a:lnTo>
                  <a:lnTo>
                    <a:pt x="1406600" y="38014"/>
                  </a:lnTo>
                  <a:lnTo>
                    <a:pt x="1398786" y="37813"/>
                  </a:lnTo>
                  <a:lnTo>
                    <a:pt x="1390971" y="37611"/>
                  </a:lnTo>
                  <a:lnTo>
                    <a:pt x="1383157" y="37407"/>
                  </a:lnTo>
                  <a:lnTo>
                    <a:pt x="1375342" y="37214"/>
                  </a:lnTo>
                  <a:lnTo>
                    <a:pt x="1367528" y="37053"/>
                  </a:lnTo>
                  <a:lnTo>
                    <a:pt x="1359714" y="36891"/>
                  </a:lnTo>
                  <a:lnTo>
                    <a:pt x="1351899" y="36728"/>
                  </a:lnTo>
                  <a:lnTo>
                    <a:pt x="1344085" y="36563"/>
                  </a:lnTo>
                  <a:lnTo>
                    <a:pt x="1336270" y="36397"/>
                  </a:lnTo>
                  <a:lnTo>
                    <a:pt x="1328456" y="36187"/>
                  </a:lnTo>
                  <a:lnTo>
                    <a:pt x="1320641" y="35896"/>
                  </a:lnTo>
                  <a:lnTo>
                    <a:pt x="1312827" y="35602"/>
                  </a:lnTo>
                  <a:lnTo>
                    <a:pt x="1305012" y="35306"/>
                  </a:lnTo>
                  <a:lnTo>
                    <a:pt x="1297198" y="35043"/>
                  </a:lnTo>
                  <a:lnTo>
                    <a:pt x="1289384" y="34818"/>
                  </a:lnTo>
                  <a:lnTo>
                    <a:pt x="1281569" y="34624"/>
                  </a:lnTo>
                  <a:lnTo>
                    <a:pt x="1273755" y="34481"/>
                  </a:lnTo>
                  <a:lnTo>
                    <a:pt x="1265940" y="34254"/>
                  </a:lnTo>
                  <a:lnTo>
                    <a:pt x="1258126" y="34068"/>
                  </a:lnTo>
                  <a:lnTo>
                    <a:pt x="1250311" y="33880"/>
                  </a:lnTo>
                  <a:lnTo>
                    <a:pt x="1242497" y="33690"/>
                  </a:lnTo>
                  <a:lnTo>
                    <a:pt x="1234682" y="33496"/>
                  </a:lnTo>
                  <a:lnTo>
                    <a:pt x="1226868" y="33300"/>
                  </a:lnTo>
                  <a:lnTo>
                    <a:pt x="1219053" y="33103"/>
                  </a:lnTo>
                  <a:lnTo>
                    <a:pt x="1211239" y="32904"/>
                  </a:lnTo>
                  <a:lnTo>
                    <a:pt x="1203425" y="32710"/>
                  </a:lnTo>
                  <a:lnTo>
                    <a:pt x="1195610" y="32550"/>
                  </a:lnTo>
                  <a:lnTo>
                    <a:pt x="1187796" y="32309"/>
                  </a:lnTo>
                  <a:lnTo>
                    <a:pt x="1179981" y="32093"/>
                  </a:lnTo>
                  <a:lnTo>
                    <a:pt x="1172167" y="31887"/>
                  </a:lnTo>
                  <a:lnTo>
                    <a:pt x="1164352" y="31679"/>
                  </a:lnTo>
                  <a:lnTo>
                    <a:pt x="1156538" y="31469"/>
                  </a:lnTo>
                  <a:lnTo>
                    <a:pt x="1148723" y="31256"/>
                  </a:lnTo>
                  <a:lnTo>
                    <a:pt x="1140909" y="31040"/>
                  </a:lnTo>
                  <a:lnTo>
                    <a:pt x="1133095" y="30821"/>
                  </a:lnTo>
                  <a:lnTo>
                    <a:pt x="1125280" y="30600"/>
                  </a:lnTo>
                  <a:lnTo>
                    <a:pt x="1117466" y="30378"/>
                  </a:lnTo>
                  <a:lnTo>
                    <a:pt x="1109651" y="30138"/>
                  </a:lnTo>
                  <a:lnTo>
                    <a:pt x="1101837" y="29847"/>
                  </a:lnTo>
                  <a:lnTo>
                    <a:pt x="1094022" y="29553"/>
                  </a:lnTo>
                  <a:lnTo>
                    <a:pt x="1086208" y="29254"/>
                  </a:lnTo>
                  <a:lnTo>
                    <a:pt x="1078393" y="29003"/>
                  </a:lnTo>
                  <a:lnTo>
                    <a:pt x="1070579" y="28801"/>
                  </a:lnTo>
                  <a:lnTo>
                    <a:pt x="1062765" y="28598"/>
                  </a:lnTo>
                  <a:lnTo>
                    <a:pt x="1054950" y="28394"/>
                  </a:lnTo>
                  <a:lnTo>
                    <a:pt x="1047136" y="28206"/>
                  </a:lnTo>
                  <a:lnTo>
                    <a:pt x="1039321" y="28054"/>
                  </a:lnTo>
                  <a:lnTo>
                    <a:pt x="1031507" y="27813"/>
                  </a:lnTo>
                  <a:lnTo>
                    <a:pt x="1023692" y="27569"/>
                  </a:lnTo>
                  <a:lnTo>
                    <a:pt x="1015878" y="27358"/>
                  </a:lnTo>
                  <a:lnTo>
                    <a:pt x="1008063" y="27146"/>
                  </a:lnTo>
                  <a:lnTo>
                    <a:pt x="1000249" y="26929"/>
                  </a:lnTo>
                  <a:lnTo>
                    <a:pt x="992434" y="26712"/>
                  </a:lnTo>
                  <a:lnTo>
                    <a:pt x="984620" y="26422"/>
                  </a:lnTo>
                  <a:lnTo>
                    <a:pt x="976806" y="26237"/>
                  </a:lnTo>
                  <a:lnTo>
                    <a:pt x="968991" y="26016"/>
                  </a:lnTo>
                  <a:lnTo>
                    <a:pt x="961177" y="25704"/>
                  </a:lnTo>
                  <a:lnTo>
                    <a:pt x="953362" y="25386"/>
                  </a:lnTo>
                  <a:lnTo>
                    <a:pt x="945548" y="25098"/>
                  </a:lnTo>
                  <a:lnTo>
                    <a:pt x="937733" y="24791"/>
                  </a:lnTo>
                  <a:lnTo>
                    <a:pt x="929919" y="24460"/>
                  </a:lnTo>
                  <a:lnTo>
                    <a:pt x="922104" y="24165"/>
                  </a:lnTo>
                  <a:lnTo>
                    <a:pt x="914290" y="23887"/>
                  </a:lnTo>
                  <a:lnTo>
                    <a:pt x="906476" y="23608"/>
                  </a:lnTo>
                  <a:lnTo>
                    <a:pt x="898661" y="23322"/>
                  </a:lnTo>
                  <a:lnTo>
                    <a:pt x="890847" y="23034"/>
                  </a:lnTo>
                  <a:lnTo>
                    <a:pt x="883032" y="22693"/>
                  </a:lnTo>
                  <a:lnTo>
                    <a:pt x="875218" y="22454"/>
                  </a:lnTo>
                  <a:lnTo>
                    <a:pt x="867403" y="22162"/>
                  </a:lnTo>
                  <a:lnTo>
                    <a:pt x="859589" y="21863"/>
                  </a:lnTo>
                  <a:lnTo>
                    <a:pt x="851774" y="21567"/>
                  </a:lnTo>
                  <a:lnTo>
                    <a:pt x="843960" y="21280"/>
                  </a:lnTo>
                  <a:lnTo>
                    <a:pt x="836145" y="20994"/>
                  </a:lnTo>
                  <a:lnTo>
                    <a:pt x="828331" y="20656"/>
                  </a:lnTo>
                  <a:lnTo>
                    <a:pt x="820517" y="20305"/>
                  </a:lnTo>
                  <a:lnTo>
                    <a:pt x="812702" y="20006"/>
                  </a:lnTo>
                  <a:lnTo>
                    <a:pt x="804888" y="19733"/>
                  </a:lnTo>
                  <a:lnTo>
                    <a:pt x="797073" y="19428"/>
                  </a:lnTo>
                  <a:lnTo>
                    <a:pt x="789259" y="19223"/>
                  </a:lnTo>
                  <a:lnTo>
                    <a:pt x="781444" y="18977"/>
                  </a:lnTo>
                  <a:lnTo>
                    <a:pt x="773630" y="18676"/>
                  </a:lnTo>
                  <a:lnTo>
                    <a:pt x="765815" y="18371"/>
                  </a:lnTo>
                  <a:lnTo>
                    <a:pt x="758001" y="17990"/>
                  </a:lnTo>
                  <a:lnTo>
                    <a:pt x="750187" y="17735"/>
                  </a:lnTo>
                  <a:lnTo>
                    <a:pt x="742372" y="17457"/>
                  </a:lnTo>
                  <a:lnTo>
                    <a:pt x="734558" y="17187"/>
                  </a:lnTo>
                  <a:lnTo>
                    <a:pt x="726743" y="16876"/>
                  </a:lnTo>
                  <a:lnTo>
                    <a:pt x="718929" y="16570"/>
                  </a:lnTo>
                  <a:lnTo>
                    <a:pt x="711114" y="16264"/>
                  </a:lnTo>
                  <a:lnTo>
                    <a:pt x="703300" y="16063"/>
                  </a:lnTo>
                  <a:lnTo>
                    <a:pt x="695485" y="15820"/>
                  </a:lnTo>
                  <a:lnTo>
                    <a:pt x="687671" y="15543"/>
                  </a:lnTo>
                  <a:lnTo>
                    <a:pt x="679857" y="15218"/>
                  </a:lnTo>
                  <a:lnTo>
                    <a:pt x="672042" y="14824"/>
                  </a:lnTo>
                  <a:lnTo>
                    <a:pt x="664228" y="14592"/>
                  </a:lnTo>
                  <a:lnTo>
                    <a:pt x="656413" y="14284"/>
                  </a:lnTo>
                  <a:lnTo>
                    <a:pt x="648599" y="13937"/>
                  </a:lnTo>
                  <a:lnTo>
                    <a:pt x="640784" y="13637"/>
                  </a:lnTo>
                  <a:lnTo>
                    <a:pt x="632970" y="13338"/>
                  </a:lnTo>
                  <a:lnTo>
                    <a:pt x="625155" y="13219"/>
                  </a:lnTo>
                  <a:lnTo>
                    <a:pt x="617341" y="12936"/>
                  </a:lnTo>
                  <a:lnTo>
                    <a:pt x="609526" y="12655"/>
                  </a:lnTo>
                  <a:lnTo>
                    <a:pt x="601712" y="12361"/>
                  </a:lnTo>
                  <a:lnTo>
                    <a:pt x="593898" y="12094"/>
                  </a:lnTo>
                  <a:lnTo>
                    <a:pt x="586083" y="11901"/>
                  </a:lnTo>
                  <a:lnTo>
                    <a:pt x="578269" y="11771"/>
                  </a:lnTo>
                  <a:lnTo>
                    <a:pt x="570454" y="11527"/>
                  </a:lnTo>
                  <a:lnTo>
                    <a:pt x="562640" y="11456"/>
                  </a:lnTo>
                  <a:lnTo>
                    <a:pt x="554825" y="11200"/>
                  </a:lnTo>
                  <a:lnTo>
                    <a:pt x="547011" y="10985"/>
                  </a:lnTo>
                  <a:lnTo>
                    <a:pt x="539196" y="10885"/>
                  </a:lnTo>
                  <a:lnTo>
                    <a:pt x="531382" y="10552"/>
                  </a:lnTo>
                  <a:lnTo>
                    <a:pt x="523568" y="10150"/>
                  </a:lnTo>
                  <a:lnTo>
                    <a:pt x="515753" y="9840"/>
                  </a:lnTo>
                  <a:lnTo>
                    <a:pt x="507939" y="9589"/>
                  </a:lnTo>
                  <a:lnTo>
                    <a:pt x="500124" y="9454"/>
                  </a:lnTo>
                  <a:lnTo>
                    <a:pt x="492310" y="9201"/>
                  </a:lnTo>
                  <a:lnTo>
                    <a:pt x="484495" y="8751"/>
                  </a:lnTo>
                  <a:lnTo>
                    <a:pt x="476681" y="8400"/>
                  </a:lnTo>
                  <a:lnTo>
                    <a:pt x="468866" y="8200"/>
                  </a:lnTo>
                  <a:lnTo>
                    <a:pt x="461052" y="7990"/>
                  </a:lnTo>
                  <a:lnTo>
                    <a:pt x="453238" y="7701"/>
                  </a:lnTo>
                  <a:lnTo>
                    <a:pt x="445423" y="7538"/>
                  </a:lnTo>
                  <a:lnTo>
                    <a:pt x="437609" y="7318"/>
                  </a:lnTo>
                  <a:lnTo>
                    <a:pt x="429794" y="7124"/>
                  </a:lnTo>
                  <a:lnTo>
                    <a:pt x="421980" y="6948"/>
                  </a:lnTo>
                  <a:lnTo>
                    <a:pt x="414165" y="6794"/>
                  </a:lnTo>
                  <a:lnTo>
                    <a:pt x="406351" y="6540"/>
                  </a:lnTo>
                  <a:lnTo>
                    <a:pt x="398536" y="6279"/>
                  </a:lnTo>
                  <a:lnTo>
                    <a:pt x="390722" y="6110"/>
                  </a:lnTo>
                  <a:lnTo>
                    <a:pt x="382907" y="5947"/>
                  </a:lnTo>
                  <a:lnTo>
                    <a:pt x="375093" y="5748"/>
                  </a:lnTo>
                  <a:lnTo>
                    <a:pt x="367279" y="5548"/>
                  </a:lnTo>
                  <a:lnTo>
                    <a:pt x="359464" y="5252"/>
                  </a:lnTo>
                  <a:lnTo>
                    <a:pt x="351650" y="4960"/>
                  </a:lnTo>
                  <a:lnTo>
                    <a:pt x="343835" y="4798"/>
                  </a:lnTo>
                  <a:lnTo>
                    <a:pt x="336021" y="4647"/>
                  </a:lnTo>
                  <a:lnTo>
                    <a:pt x="328206" y="4501"/>
                  </a:lnTo>
                  <a:lnTo>
                    <a:pt x="320392" y="4327"/>
                  </a:lnTo>
                  <a:lnTo>
                    <a:pt x="312577" y="4120"/>
                  </a:lnTo>
                  <a:lnTo>
                    <a:pt x="304763" y="3941"/>
                  </a:lnTo>
                  <a:lnTo>
                    <a:pt x="296949" y="3819"/>
                  </a:lnTo>
                  <a:lnTo>
                    <a:pt x="289134" y="3703"/>
                  </a:lnTo>
                  <a:lnTo>
                    <a:pt x="281320" y="3618"/>
                  </a:lnTo>
                  <a:lnTo>
                    <a:pt x="273505" y="3468"/>
                  </a:lnTo>
                  <a:lnTo>
                    <a:pt x="265691" y="3318"/>
                  </a:lnTo>
                  <a:lnTo>
                    <a:pt x="257876" y="3127"/>
                  </a:lnTo>
                  <a:lnTo>
                    <a:pt x="250062" y="2987"/>
                  </a:lnTo>
                  <a:lnTo>
                    <a:pt x="242247" y="2847"/>
                  </a:lnTo>
                  <a:lnTo>
                    <a:pt x="234433" y="2773"/>
                  </a:lnTo>
                  <a:lnTo>
                    <a:pt x="226619" y="2677"/>
                  </a:lnTo>
                  <a:lnTo>
                    <a:pt x="218804" y="2523"/>
                  </a:lnTo>
                  <a:lnTo>
                    <a:pt x="210990" y="2450"/>
                  </a:lnTo>
                  <a:lnTo>
                    <a:pt x="203175" y="2183"/>
                  </a:lnTo>
                  <a:lnTo>
                    <a:pt x="195361" y="2093"/>
                  </a:lnTo>
                  <a:lnTo>
                    <a:pt x="187546" y="2001"/>
                  </a:lnTo>
                  <a:lnTo>
                    <a:pt x="179732" y="1905"/>
                  </a:lnTo>
                  <a:lnTo>
                    <a:pt x="171917" y="1775"/>
                  </a:lnTo>
                  <a:lnTo>
                    <a:pt x="164103" y="1666"/>
                  </a:lnTo>
                  <a:lnTo>
                    <a:pt x="156288" y="1513"/>
                  </a:lnTo>
                  <a:lnTo>
                    <a:pt x="148474" y="1358"/>
                  </a:lnTo>
                  <a:lnTo>
                    <a:pt x="140660" y="1308"/>
                  </a:lnTo>
                  <a:lnTo>
                    <a:pt x="132845" y="1347"/>
                  </a:lnTo>
                  <a:lnTo>
                    <a:pt x="125031" y="1333"/>
                  </a:lnTo>
                  <a:lnTo>
                    <a:pt x="117216" y="1313"/>
                  </a:lnTo>
                  <a:lnTo>
                    <a:pt x="109402" y="1252"/>
                  </a:lnTo>
                  <a:lnTo>
                    <a:pt x="101587" y="1163"/>
                  </a:lnTo>
                  <a:lnTo>
                    <a:pt x="93773" y="1055"/>
                  </a:lnTo>
                  <a:lnTo>
                    <a:pt x="85958" y="949"/>
                  </a:lnTo>
                  <a:lnTo>
                    <a:pt x="78144" y="841"/>
                  </a:lnTo>
                  <a:lnTo>
                    <a:pt x="70330" y="734"/>
                  </a:lnTo>
                  <a:lnTo>
                    <a:pt x="62515" y="656"/>
                  </a:lnTo>
                  <a:lnTo>
                    <a:pt x="54701" y="587"/>
                  </a:lnTo>
                  <a:lnTo>
                    <a:pt x="46886" y="503"/>
                  </a:lnTo>
                  <a:lnTo>
                    <a:pt x="39072" y="424"/>
                  </a:lnTo>
                  <a:lnTo>
                    <a:pt x="31257" y="285"/>
                  </a:lnTo>
                  <a:lnTo>
                    <a:pt x="23443" y="312"/>
                  </a:lnTo>
                  <a:lnTo>
                    <a:pt x="15628" y="255"/>
                  </a:lnTo>
                  <a:lnTo>
                    <a:pt x="7814" y="19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7" name="pg86"/>
            <p:cNvSpPr/>
            <p:nvPr/>
          </p:nvSpPr>
          <p:spPr>
            <a:xfrm>
              <a:off x="1223067" y="4606101"/>
              <a:ext cx="2023942" cy="101218"/>
            </a:xfrm>
            <a:custGeom>
              <a:avLst/>
              <a:pathLst>
                <a:path w="2023942" h="101218">
                  <a:moveTo>
                    <a:pt x="0" y="0"/>
                  </a:moveTo>
                  <a:lnTo>
                    <a:pt x="7814" y="801"/>
                  </a:lnTo>
                  <a:lnTo>
                    <a:pt x="15628" y="1599"/>
                  </a:lnTo>
                  <a:lnTo>
                    <a:pt x="23443" y="2391"/>
                  </a:lnTo>
                  <a:lnTo>
                    <a:pt x="31257" y="3085"/>
                  </a:lnTo>
                  <a:lnTo>
                    <a:pt x="39072" y="3864"/>
                  </a:lnTo>
                  <a:lnTo>
                    <a:pt x="46886" y="4631"/>
                  </a:lnTo>
                  <a:lnTo>
                    <a:pt x="54701" y="5177"/>
                  </a:lnTo>
                  <a:lnTo>
                    <a:pt x="62515" y="5918"/>
                  </a:lnTo>
                  <a:lnTo>
                    <a:pt x="70330" y="6793"/>
                  </a:lnTo>
                  <a:lnTo>
                    <a:pt x="78144" y="7575"/>
                  </a:lnTo>
                  <a:lnTo>
                    <a:pt x="85958" y="8229"/>
                  </a:lnTo>
                  <a:lnTo>
                    <a:pt x="93773" y="8900"/>
                  </a:lnTo>
                  <a:lnTo>
                    <a:pt x="101587" y="9851"/>
                  </a:lnTo>
                  <a:lnTo>
                    <a:pt x="109402" y="10545"/>
                  </a:lnTo>
                  <a:lnTo>
                    <a:pt x="117216" y="11152"/>
                  </a:lnTo>
                  <a:lnTo>
                    <a:pt x="125031" y="11710"/>
                  </a:lnTo>
                  <a:lnTo>
                    <a:pt x="132845" y="12560"/>
                  </a:lnTo>
                  <a:lnTo>
                    <a:pt x="140660" y="13099"/>
                  </a:lnTo>
                  <a:lnTo>
                    <a:pt x="148474" y="13751"/>
                  </a:lnTo>
                  <a:lnTo>
                    <a:pt x="156288" y="14377"/>
                  </a:lnTo>
                  <a:lnTo>
                    <a:pt x="164103" y="14929"/>
                  </a:lnTo>
                  <a:lnTo>
                    <a:pt x="171917" y="15824"/>
                  </a:lnTo>
                  <a:lnTo>
                    <a:pt x="179732" y="16472"/>
                  </a:lnTo>
                  <a:lnTo>
                    <a:pt x="187546" y="17195"/>
                  </a:lnTo>
                  <a:lnTo>
                    <a:pt x="195361" y="17832"/>
                  </a:lnTo>
                  <a:lnTo>
                    <a:pt x="203175" y="18505"/>
                  </a:lnTo>
                  <a:lnTo>
                    <a:pt x="210990" y="19194"/>
                  </a:lnTo>
                  <a:lnTo>
                    <a:pt x="218804" y="19890"/>
                  </a:lnTo>
                  <a:lnTo>
                    <a:pt x="226619" y="20595"/>
                  </a:lnTo>
                  <a:lnTo>
                    <a:pt x="234433" y="21355"/>
                  </a:lnTo>
                  <a:lnTo>
                    <a:pt x="242247" y="22017"/>
                  </a:lnTo>
                  <a:lnTo>
                    <a:pt x="250062" y="22601"/>
                  </a:lnTo>
                  <a:lnTo>
                    <a:pt x="257876" y="23303"/>
                  </a:lnTo>
                  <a:lnTo>
                    <a:pt x="265691" y="23777"/>
                  </a:lnTo>
                  <a:lnTo>
                    <a:pt x="273505" y="24308"/>
                  </a:lnTo>
                  <a:lnTo>
                    <a:pt x="281320" y="25071"/>
                  </a:lnTo>
                  <a:lnTo>
                    <a:pt x="289134" y="25653"/>
                  </a:lnTo>
                  <a:lnTo>
                    <a:pt x="296949" y="26191"/>
                  </a:lnTo>
                  <a:lnTo>
                    <a:pt x="304763" y="26725"/>
                  </a:lnTo>
                  <a:lnTo>
                    <a:pt x="312577" y="27286"/>
                  </a:lnTo>
                  <a:lnTo>
                    <a:pt x="320392" y="27856"/>
                  </a:lnTo>
                  <a:lnTo>
                    <a:pt x="328206" y="28424"/>
                  </a:lnTo>
                  <a:lnTo>
                    <a:pt x="336021" y="28820"/>
                  </a:lnTo>
                  <a:lnTo>
                    <a:pt x="343835" y="29313"/>
                  </a:lnTo>
                  <a:lnTo>
                    <a:pt x="351650" y="29842"/>
                  </a:lnTo>
                  <a:lnTo>
                    <a:pt x="359464" y="30327"/>
                  </a:lnTo>
                  <a:lnTo>
                    <a:pt x="367279" y="30974"/>
                  </a:lnTo>
                  <a:lnTo>
                    <a:pt x="375093" y="31487"/>
                  </a:lnTo>
                  <a:lnTo>
                    <a:pt x="382907" y="31845"/>
                  </a:lnTo>
                  <a:lnTo>
                    <a:pt x="390722" y="32222"/>
                  </a:lnTo>
                  <a:lnTo>
                    <a:pt x="398536" y="32719"/>
                  </a:lnTo>
                  <a:lnTo>
                    <a:pt x="406351" y="33215"/>
                  </a:lnTo>
                  <a:lnTo>
                    <a:pt x="414165" y="33548"/>
                  </a:lnTo>
                  <a:lnTo>
                    <a:pt x="421980" y="33931"/>
                  </a:lnTo>
                  <a:lnTo>
                    <a:pt x="429794" y="34387"/>
                  </a:lnTo>
                  <a:lnTo>
                    <a:pt x="437609" y="34860"/>
                  </a:lnTo>
                  <a:lnTo>
                    <a:pt x="445423" y="35243"/>
                  </a:lnTo>
                  <a:lnTo>
                    <a:pt x="453238" y="35659"/>
                  </a:lnTo>
                  <a:lnTo>
                    <a:pt x="461052" y="35895"/>
                  </a:lnTo>
                  <a:lnTo>
                    <a:pt x="468866" y="36455"/>
                  </a:lnTo>
                  <a:lnTo>
                    <a:pt x="476681" y="36752"/>
                  </a:lnTo>
                  <a:lnTo>
                    <a:pt x="484495" y="37027"/>
                  </a:lnTo>
                  <a:lnTo>
                    <a:pt x="492310" y="37332"/>
                  </a:lnTo>
                  <a:lnTo>
                    <a:pt x="500124" y="37732"/>
                  </a:lnTo>
                  <a:lnTo>
                    <a:pt x="507939" y="38039"/>
                  </a:lnTo>
                  <a:lnTo>
                    <a:pt x="515753" y="38313"/>
                  </a:lnTo>
                  <a:lnTo>
                    <a:pt x="523568" y="38568"/>
                  </a:lnTo>
                  <a:lnTo>
                    <a:pt x="531382" y="38780"/>
                  </a:lnTo>
                  <a:lnTo>
                    <a:pt x="539196" y="38914"/>
                  </a:lnTo>
                  <a:lnTo>
                    <a:pt x="547011" y="39034"/>
                  </a:lnTo>
                  <a:lnTo>
                    <a:pt x="554825" y="39269"/>
                  </a:lnTo>
                  <a:lnTo>
                    <a:pt x="562640" y="39410"/>
                  </a:lnTo>
                  <a:lnTo>
                    <a:pt x="570454" y="39613"/>
                  </a:lnTo>
                  <a:lnTo>
                    <a:pt x="578269" y="39834"/>
                  </a:lnTo>
                  <a:lnTo>
                    <a:pt x="586083" y="40041"/>
                  </a:lnTo>
                  <a:lnTo>
                    <a:pt x="593898" y="40269"/>
                  </a:lnTo>
                  <a:lnTo>
                    <a:pt x="601712" y="40376"/>
                  </a:lnTo>
                  <a:lnTo>
                    <a:pt x="609526" y="40652"/>
                  </a:lnTo>
                  <a:lnTo>
                    <a:pt x="617341" y="40707"/>
                  </a:lnTo>
                  <a:lnTo>
                    <a:pt x="625155" y="40854"/>
                  </a:lnTo>
                  <a:lnTo>
                    <a:pt x="632970" y="41015"/>
                  </a:lnTo>
                  <a:lnTo>
                    <a:pt x="640784" y="41125"/>
                  </a:lnTo>
                  <a:lnTo>
                    <a:pt x="648599" y="41337"/>
                  </a:lnTo>
                  <a:lnTo>
                    <a:pt x="656413" y="41487"/>
                  </a:lnTo>
                  <a:lnTo>
                    <a:pt x="664228" y="41628"/>
                  </a:lnTo>
                  <a:lnTo>
                    <a:pt x="672042" y="41814"/>
                  </a:lnTo>
                  <a:lnTo>
                    <a:pt x="679857" y="41994"/>
                  </a:lnTo>
                  <a:lnTo>
                    <a:pt x="687671" y="42131"/>
                  </a:lnTo>
                  <a:lnTo>
                    <a:pt x="695485" y="42286"/>
                  </a:lnTo>
                  <a:lnTo>
                    <a:pt x="703300" y="42409"/>
                  </a:lnTo>
                  <a:lnTo>
                    <a:pt x="711114" y="42554"/>
                  </a:lnTo>
                  <a:lnTo>
                    <a:pt x="718929" y="42745"/>
                  </a:lnTo>
                  <a:lnTo>
                    <a:pt x="726743" y="42868"/>
                  </a:lnTo>
                  <a:lnTo>
                    <a:pt x="734558" y="43021"/>
                  </a:lnTo>
                  <a:lnTo>
                    <a:pt x="742372" y="43155"/>
                  </a:lnTo>
                  <a:lnTo>
                    <a:pt x="750187" y="43257"/>
                  </a:lnTo>
                  <a:lnTo>
                    <a:pt x="758001" y="43374"/>
                  </a:lnTo>
                  <a:lnTo>
                    <a:pt x="765815" y="43484"/>
                  </a:lnTo>
                  <a:lnTo>
                    <a:pt x="773630" y="43503"/>
                  </a:lnTo>
                  <a:lnTo>
                    <a:pt x="781444" y="43567"/>
                  </a:lnTo>
                  <a:lnTo>
                    <a:pt x="789259" y="43743"/>
                  </a:lnTo>
                  <a:lnTo>
                    <a:pt x="797073" y="43805"/>
                  </a:lnTo>
                  <a:lnTo>
                    <a:pt x="804888" y="43877"/>
                  </a:lnTo>
                  <a:lnTo>
                    <a:pt x="812702" y="43950"/>
                  </a:lnTo>
                  <a:lnTo>
                    <a:pt x="820517" y="44006"/>
                  </a:lnTo>
                  <a:lnTo>
                    <a:pt x="828331" y="44063"/>
                  </a:lnTo>
                  <a:lnTo>
                    <a:pt x="836145" y="44204"/>
                  </a:lnTo>
                  <a:lnTo>
                    <a:pt x="843960" y="44344"/>
                  </a:lnTo>
                  <a:lnTo>
                    <a:pt x="851774" y="44396"/>
                  </a:lnTo>
                  <a:lnTo>
                    <a:pt x="859589" y="44421"/>
                  </a:lnTo>
                  <a:lnTo>
                    <a:pt x="867403" y="44492"/>
                  </a:lnTo>
                  <a:lnTo>
                    <a:pt x="875218" y="44509"/>
                  </a:lnTo>
                  <a:lnTo>
                    <a:pt x="883032" y="44611"/>
                  </a:lnTo>
                  <a:lnTo>
                    <a:pt x="890847" y="44716"/>
                  </a:lnTo>
                  <a:lnTo>
                    <a:pt x="898661" y="44790"/>
                  </a:lnTo>
                  <a:lnTo>
                    <a:pt x="906476" y="44787"/>
                  </a:lnTo>
                  <a:lnTo>
                    <a:pt x="914290" y="44865"/>
                  </a:lnTo>
                  <a:lnTo>
                    <a:pt x="922104" y="45037"/>
                  </a:lnTo>
                  <a:lnTo>
                    <a:pt x="929919" y="45091"/>
                  </a:lnTo>
                  <a:lnTo>
                    <a:pt x="937733" y="45155"/>
                  </a:lnTo>
                  <a:lnTo>
                    <a:pt x="945548" y="45227"/>
                  </a:lnTo>
                  <a:lnTo>
                    <a:pt x="953362" y="45346"/>
                  </a:lnTo>
                  <a:lnTo>
                    <a:pt x="961177" y="45428"/>
                  </a:lnTo>
                  <a:lnTo>
                    <a:pt x="968991" y="45521"/>
                  </a:lnTo>
                  <a:lnTo>
                    <a:pt x="976806" y="45622"/>
                  </a:lnTo>
                  <a:lnTo>
                    <a:pt x="984620" y="45716"/>
                  </a:lnTo>
                  <a:lnTo>
                    <a:pt x="992434" y="45814"/>
                  </a:lnTo>
                  <a:lnTo>
                    <a:pt x="1000249" y="45909"/>
                  </a:lnTo>
                  <a:lnTo>
                    <a:pt x="1008063" y="45962"/>
                  </a:lnTo>
                  <a:lnTo>
                    <a:pt x="1015878" y="45972"/>
                  </a:lnTo>
                  <a:lnTo>
                    <a:pt x="1023692" y="45981"/>
                  </a:lnTo>
                  <a:lnTo>
                    <a:pt x="1031507" y="45991"/>
                  </a:lnTo>
                  <a:lnTo>
                    <a:pt x="1039321" y="46049"/>
                  </a:lnTo>
                  <a:lnTo>
                    <a:pt x="1047136" y="46047"/>
                  </a:lnTo>
                  <a:lnTo>
                    <a:pt x="1054950" y="46078"/>
                  </a:lnTo>
                  <a:lnTo>
                    <a:pt x="1062765" y="46111"/>
                  </a:lnTo>
                  <a:lnTo>
                    <a:pt x="1070579" y="46192"/>
                  </a:lnTo>
                  <a:lnTo>
                    <a:pt x="1078393" y="46209"/>
                  </a:lnTo>
                  <a:lnTo>
                    <a:pt x="1086208" y="46242"/>
                  </a:lnTo>
                  <a:lnTo>
                    <a:pt x="1094022" y="46297"/>
                  </a:lnTo>
                  <a:lnTo>
                    <a:pt x="1101837" y="46351"/>
                  </a:lnTo>
                  <a:lnTo>
                    <a:pt x="1109651" y="46331"/>
                  </a:lnTo>
                  <a:lnTo>
                    <a:pt x="1117466" y="46334"/>
                  </a:lnTo>
                  <a:lnTo>
                    <a:pt x="1125280" y="46365"/>
                  </a:lnTo>
                  <a:lnTo>
                    <a:pt x="1133095" y="46397"/>
                  </a:lnTo>
                  <a:lnTo>
                    <a:pt x="1140909" y="46429"/>
                  </a:lnTo>
                  <a:lnTo>
                    <a:pt x="1148723" y="46481"/>
                  </a:lnTo>
                  <a:lnTo>
                    <a:pt x="1156538" y="46543"/>
                  </a:lnTo>
                  <a:lnTo>
                    <a:pt x="1164352" y="46567"/>
                  </a:lnTo>
                  <a:lnTo>
                    <a:pt x="1172167" y="46555"/>
                  </a:lnTo>
                  <a:lnTo>
                    <a:pt x="1179981" y="46585"/>
                  </a:lnTo>
                  <a:lnTo>
                    <a:pt x="1187796" y="46635"/>
                  </a:lnTo>
                  <a:lnTo>
                    <a:pt x="1195610" y="46702"/>
                  </a:lnTo>
                  <a:lnTo>
                    <a:pt x="1203425" y="46745"/>
                  </a:lnTo>
                  <a:lnTo>
                    <a:pt x="1211239" y="46737"/>
                  </a:lnTo>
                  <a:lnTo>
                    <a:pt x="1219053" y="46852"/>
                  </a:lnTo>
                  <a:lnTo>
                    <a:pt x="1226868" y="46902"/>
                  </a:lnTo>
                  <a:lnTo>
                    <a:pt x="1234682" y="46943"/>
                  </a:lnTo>
                  <a:lnTo>
                    <a:pt x="1242497" y="46971"/>
                  </a:lnTo>
                  <a:lnTo>
                    <a:pt x="1250311" y="46985"/>
                  </a:lnTo>
                  <a:lnTo>
                    <a:pt x="1258126" y="46989"/>
                  </a:lnTo>
                  <a:lnTo>
                    <a:pt x="1265940" y="47034"/>
                  </a:lnTo>
                  <a:lnTo>
                    <a:pt x="1273755" y="47084"/>
                  </a:lnTo>
                  <a:lnTo>
                    <a:pt x="1281569" y="47136"/>
                  </a:lnTo>
                  <a:lnTo>
                    <a:pt x="1289384" y="47190"/>
                  </a:lnTo>
                  <a:lnTo>
                    <a:pt x="1297198" y="47237"/>
                  </a:lnTo>
                  <a:lnTo>
                    <a:pt x="1305012" y="47286"/>
                  </a:lnTo>
                  <a:lnTo>
                    <a:pt x="1312827" y="47336"/>
                  </a:lnTo>
                  <a:lnTo>
                    <a:pt x="1320641" y="47386"/>
                  </a:lnTo>
                  <a:lnTo>
                    <a:pt x="1328456" y="47423"/>
                  </a:lnTo>
                  <a:lnTo>
                    <a:pt x="1336270" y="47391"/>
                  </a:lnTo>
                  <a:lnTo>
                    <a:pt x="1344085" y="47418"/>
                  </a:lnTo>
                  <a:lnTo>
                    <a:pt x="1351899" y="47463"/>
                  </a:lnTo>
                  <a:lnTo>
                    <a:pt x="1359714" y="47564"/>
                  </a:lnTo>
                  <a:lnTo>
                    <a:pt x="1367528" y="47665"/>
                  </a:lnTo>
                  <a:lnTo>
                    <a:pt x="1375342" y="47734"/>
                  </a:lnTo>
                  <a:lnTo>
                    <a:pt x="1383157" y="47784"/>
                  </a:lnTo>
                  <a:lnTo>
                    <a:pt x="1390971" y="47834"/>
                  </a:lnTo>
                  <a:lnTo>
                    <a:pt x="1398786" y="47884"/>
                  </a:lnTo>
                  <a:lnTo>
                    <a:pt x="1406600" y="47934"/>
                  </a:lnTo>
                  <a:lnTo>
                    <a:pt x="1414415" y="47984"/>
                  </a:lnTo>
                  <a:lnTo>
                    <a:pt x="1422229" y="48032"/>
                  </a:lnTo>
                  <a:lnTo>
                    <a:pt x="1430044" y="48081"/>
                  </a:lnTo>
                  <a:lnTo>
                    <a:pt x="1437858" y="48130"/>
                  </a:lnTo>
                  <a:lnTo>
                    <a:pt x="1445672" y="48130"/>
                  </a:lnTo>
                  <a:lnTo>
                    <a:pt x="1453487" y="48140"/>
                  </a:lnTo>
                  <a:lnTo>
                    <a:pt x="1461301" y="48171"/>
                  </a:lnTo>
                  <a:lnTo>
                    <a:pt x="1469116" y="48202"/>
                  </a:lnTo>
                  <a:lnTo>
                    <a:pt x="1476930" y="48232"/>
                  </a:lnTo>
                  <a:lnTo>
                    <a:pt x="1484745" y="48263"/>
                  </a:lnTo>
                  <a:lnTo>
                    <a:pt x="1492559" y="48293"/>
                  </a:lnTo>
                  <a:lnTo>
                    <a:pt x="1500374" y="48324"/>
                  </a:lnTo>
                  <a:lnTo>
                    <a:pt x="1508188" y="48354"/>
                  </a:lnTo>
                  <a:lnTo>
                    <a:pt x="1516003" y="48385"/>
                  </a:lnTo>
                  <a:lnTo>
                    <a:pt x="1523817" y="48416"/>
                  </a:lnTo>
                  <a:lnTo>
                    <a:pt x="1531631" y="48447"/>
                  </a:lnTo>
                  <a:lnTo>
                    <a:pt x="1539446" y="48478"/>
                  </a:lnTo>
                  <a:lnTo>
                    <a:pt x="1547260" y="48510"/>
                  </a:lnTo>
                  <a:lnTo>
                    <a:pt x="1555075" y="48541"/>
                  </a:lnTo>
                  <a:lnTo>
                    <a:pt x="1562889" y="48572"/>
                  </a:lnTo>
                  <a:lnTo>
                    <a:pt x="1570704" y="48604"/>
                  </a:lnTo>
                  <a:lnTo>
                    <a:pt x="1578518" y="48635"/>
                  </a:lnTo>
                  <a:lnTo>
                    <a:pt x="1586333" y="48666"/>
                  </a:lnTo>
                  <a:lnTo>
                    <a:pt x="1594147" y="48687"/>
                  </a:lnTo>
                  <a:lnTo>
                    <a:pt x="1601961" y="48694"/>
                  </a:lnTo>
                  <a:lnTo>
                    <a:pt x="1609776" y="48702"/>
                  </a:lnTo>
                  <a:lnTo>
                    <a:pt x="1617590" y="48709"/>
                  </a:lnTo>
                  <a:lnTo>
                    <a:pt x="1625405" y="48716"/>
                  </a:lnTo>
                  <a:lnTo>
                    <a:pt x="1633219" y="48752"/>
                  </a:lnTo>
                  <a:lnTo>
                    <a:pt x="1641034" y="48797"/>
                  </a:lnTo>
                  <a:lnTo>
                    <a:pt x="1648848" y="48842"/>
                  </a:lnTo>
                  <a:lnTo>
                    <a:pt x="1656663" y="48850"/>
                  </a:lnTo>
                  <a:lnTo>
                    <a:pt x="1664477" y="48874"/>
                  </a:lnTo>
                  <a:lnTo>
                    <a:pt x="1672291" y="48914"/>
                  </a:lnTo>
                  <a:lnTo>
                    <a:pt x="1680106" y="48955"/>
                  </a:lnTo>
                  <a:lnTo>
                    <a:pt x="1687920" y="48996"/>
                  </a:lnTo>
                  <a:lnTo>
                    <a:pt x="1695735" y="49038"/>
                  </a:lnTo>
                  <a:lnTo>
                    <a:pt x="1703549" y="49079"/>
                  </a:lnTo>
                  <a:lnTo>
                    <a:pt x="1711364" y="49120"/>
                  </a:lnTo>
                  <a:lnTo>
                    <a:pt x="1719178" y="49176"/>
                  </a:lnTo>
                  <a:lnTo>
                    <a:pt x="1726993" y="49222"/>
                  </a:lnTo>
                  <a:lnTo>
                    <a:pt x="1734807" y="49243"/>
                  </a:lnTo>
                  <a:lnTo>
                    <a:pt x="1742622" y="49279"/>
                  </a:lnTo>
                  <a:lnTo>
                    <a:pt x="1750436" y="49311"/>
                  </a:lnTo>
                  <a:lnTo>
                    <a:pt x="1758250" y="49341"/>
                  </a:lnTo>
                  <a:lnTo>
                    <a:pt x="1766065" y="49372"/>
                  </a:lnTo>
                  <a:lnTo>
                    <a:pt x="1773879" y="49403"/>
                  </a:lnTo>
                  <a:lnTo>
                    <a:pt x="1781694" y="49433"/>
                  </a:lnTo>
                  <a:lnTo>
                    <a:pt x="1789508" y="49464"/>
                  </a:lnTo>
                  <a:lnTo>
                    <a:pt x="1797323" y="49495"/>
                  </a:lnTo>
                  <a:lnTo>
                    <a:pt x="1805137" y="49532"/>
                  </a:lnTo>
                  <a:lnTo>
                    <a:pt x="1812952" y="49583"/>
                  </a:lnTo>
                  <a:lnTo>
                    <a:pt x="1820766" y="49634"/>
                  </a:lnTo>
                  <a:lnTo>
                    <a:pt x="1828580" y="49685"/>
                  </a:lnTo>
                  <a:lnTo>
                    <a:pt x="1836395" y="49736"/>
                  </a:lnTo>
                  <a:lnTo>
                    <a:pt x="1844209" y="49786"/>
                  </a:lnTo>
                  <a:lnTo>
                    <a:pt x="1852024" y="49832"/>
                  </a:lnTo>
                  <a:lnTo>
                    <a:pt x="1859838" y="49871"/>
                  </a:lnTo>
                  <a:lnTo>
                    <a:pt x="1867653" y="49902"/>
                  </a:lnTo>
                  <a:lnTo>
                    <a:pt x="1875467" y="49924"/>
                  </a:lnTo>
                  <a:lnTo>
                    <a:pt x="1883282" y="49946"/>
                  </a:lnTo>
                  <a:lnTo>
                    <a:pt x="1891096" y="49968"/>
                  </a:lnTo>
                  <a:lnTo>
                    <a:pt x="1898910" y="49990"/>
                  </a:lnTo>
                  <a:lnTo>
                    <a:pt x="1906725" y="50004"/>
                  </a:lnTo>
                  <a:lnTo>
                    <a:pt x="1914539" y="50018"/>
                  </a:lnTo>
                  <a:lnTo>
                    <a:pt x="1922354" y="50032"/>
                  </a:lnTo>
                  <a:lnTo>
                    <a:pt x="1930168" y="50047"/>
                  </a:lnTo>
                  <a:lnTo>
                    <a:pt x="1937983" y="50061"/>
                  </a:lnTo>
                  <a:lnTo>
                    <a:pt x="1945797" y="50075"/>
                  </a:lnTo>
                  <a:lnTo>
                    <a:pt x="1953612" y="50091"/>
                  </a:lnTo>
                  <a:lnTo>
                    <a:pt x="1961426" y="50120"/>
                  </a:lnTo>
                  <a:lnTo>
                    <a:pt x="1969241" y="50149"/>
                  </a:lnTo>
                  <a:lnTo>
                    <a:pt x="1977055" y="50178"/>
                  </a:lnTo>
                  <a:lnTo>
                    <a:pt x="1984869" y="50207"/>
                  </a:lnTo>
                  <a:lnTo>
                    <a:pt x="1992684" y="50236"/>
                  </a:lnTo>
                  <a:lnTo>
                    <a:pt x="2000498" y="50265"/>
                  </a:lnTo>
                  <a:lnTo>
                    <a:pt x="2008313" y="50293"/>
                  </a:lnTo>
                  <a:lnTo>
                    <a:pt x="2016127" y="50315"/>
                  </a:lnTo>
                  <a:lnTo>
                    <a:pt x="2023942" y="50337"/>
                  </a:lnTo>
                  <a:lnTo>
                    <a:pt x="2023942" y="101218"/>
                  </a:lnTo>
                  <a:lnTo>
                    <a:pt x="2016127" y="101147"/>
                  </a:lnTo>
                  <a:lnTo>
                    <a:pt x="2008313" y="101076"/>
                  </a:lnTo>
                  <a:lnTo>
                    <a:pt x="2000498" y="101004"/>
                  </a:lnTo>
                  <a:lnTo>
                    <a:pt x="1992684" y="100931"/>
                  </a:lnTo>
                  <a:lnTo>
                    <a:pt x="1984869" y="100858"/>
                  </a:lnTo>
                  <a:lnTo>
                    <a:pt x="1977055" y="100784"/>
                  </a:lnTo>
                  <a:lnTo>
                    <a:pt x="1969241" y="100710"/>
                  </a:lnTo>
                  <a:lnTo>
                    <a:pt x="1961426" y="100635"/>
                  </a:lnTo>
                  <a:lnTo>
                    <a:pt x="1953612" y="100559"/>
                  </a:lnTo>
                  <a:lnTo>
                    <a:pt x="1945797" y="100483"/>
                  </a:lnTo>
                  <a:lnTo>
                    <a:pt x="1937983" y="100406"/>
                  </a:lnTo>
                  <a:lnTo>
                    <a:pt x="1930168" y="100329"/>
                  </a:lnTo>
                  <a:lnTo>
                    <a:pt x="1922354" y="100250"/>
                  </a:lnTo>
                  <a:lnTo>
                    <a:pt x="1914539" y="100172"/>
                  </a:lnTo>
                  <a:lnTo>
                    <a:pt x="1906725" y="100069"/>
                  </a:lnTo>
                  <a:lnTo>
                    <a:pt x="1898910" y="99951"/>
                  </a:lnTo>
                  <a:lnTo>
                    <a:pt x="1891096" y="99831"/>
                  </a:lnTo>
                  <a:lnTo>
                    <a:pt x="1883282" y="99711"/>
                  </a:lnTo>
                  <a:lnTo>
                    <a:pt x="1875467" y="99590"/>
                  </a:lnTo>
                  <a:lnTo>
                    <a:pt x="1867653" y="99470"/>
                  </a:lnTo>
                  <a:lnTo>
                    <a:pt x="1859838" y="99376"/>
                  </a:lnTo>
                  <a:lnTo>
                    <a:pt x="1852024" y="99281"/>
                  </a:lnTo>
                  <a:lnTo>
                    <a:pt x="1844209" y="99185"/>
                  </a:lnTo>
                  <a:lnTo>
                    <a:pt x="1836395" y="99088"/>
                  </a:lnTo>
                  <a:lnTo>
                    <a:pt x="1828580" y="98989"/>
                  </a:lnTo>
                  <a:lnTo>
                    <a:pt x="1820766" y="98887"/>
                  </a:lnTo>
                  <a:lnTo>
                    <a:pt x="1812952" y="98772"/>
                  </a:lnTo>
                  <a:lnTo>
                    <a:pt x="1805137" y="98657"/>
                  </a:lnTo>
                  <a:lnTo>
                    <a:pt x="1797323" y="98541"/>
                  </a:lnTo>
                  <a:lnTo>
                    <a:pt x="1789508" y="98423"/>
                  </a:lnTo>
                  <a:lnTo>
                    <a:pt x="1781694" y="98303"/>
                  </a:lnTo>
                  <a:lnTo>
                    <a:pt x="1773879" y="98149"/>
                  </a:lnTo>
                  <a:lnTo>
                    <a:pt x="1766065" y="97993"/>
                  </a:lnTo>
                  <a:lnTo>
                    <a:pt x="1758250" y="97835"/>
                  </a:lnTo>
                  <a:lnTo>
                    <a:pt x="1750436" y="97677"/>
                  </a:lnTo>
                  <a:lnTo>
                    <a:pt x="1742622" y="97554"/>
                  </a:lnTo>
                  <a:lnTo>
                    <a:pt x="1734807" y="97444"/>
                  </a:lnTo>
                  <a:lnTo>
                    <a:pt x="1726993" y="97332"/>
                  </a:lnTo>
                  <a:lnTo>
                    <a:pt x="1719178" y="97218"/>
                  </a:lnTo>
                  <a:lnTo>
                    <a:pt x="1711364" y="97113"/>
                  </a:lnTo>
                  <a:lnTo>
                    <a:pt x="1703549" y="97009"/>
                  </a:lnTo>
                  <a:lnTo>
                    <a:pt x="1695735" y="96905"/>
                  </a:lnTo>
                  <a:lnTo>
                    <a:pt x="1687920" y="96779"/>
                  </a:lnTo>
                  <a:lnTo>
                    <a:pt x="1680106" y="96645"/>
                  </a:lnTo>
                  <a:lnTo>
                    <a:pt x="1672291" y="96509"/>
                  </a:lnTo>
                  <a:lnTo>
                    <a:pt x="1664477" y="96404"/>
                  </a:lnTo>
                  <a:lnTo>
                    <a:pt x="1656663" y="96317"/>
                  </a:lnTo>
                  <a:lnTo>
                    <a:pt x="1648848" y="96230"/>
                  </a:lnTo>
                  <a:lnTo>
                    <a:pt x="1641034" y="96142"/>
                  </a:lnTo>
                  <a:lnTo>
                    <a:pt x="1633219" y="96025"/>
                  </a:lnTo>
                  <a:lnTo>
                    <a:pt x="1625405" y="95884"/>
                  </a:lnTo>
                  <a:lnTo>
                    <a:pt x="1617590" y="95742"/>
                  </a:lnTo>
                  <a:lnTo>
                    <a:pt x="1609776" y="95598"/>
                  </a:lnTo>
                  <a:lnTo>
                    <a:pt x="1601961" y="95451"/>
                  </a:lnTo>
                  <a:lnTo>
                    <a:pt x="1594147" y="95303"/>
                  </a:lnTo>
                  <a:lnTo>
                    <a:pt x="1586333" y="95153"/>
                  </a:lnTo>
                  <a:lnTo>
                    <a:pt x="1578518" y="95000"/>
                  </a:lnTo>
                  <a:lnTo>
                    <a:pt x="1570704" y="94852"/>
                  </a:lnTo>
                  <a:lnTo>
                    <a:pt x="1562889" y="94723"/>
                  </a:lnTo>
                  <a:lnTo>
                    <a:pt x="1555075" y="94594"/>
                  </a:lnTo>
                  <a:lnTo>
                    <a:pt x="1547260" y="94492"/>
                  </a:lnTo>
                  <a:lnTo>
                    <a:pt x="1539446" y="94414"/>
                  </a:lnTo>
                  <a:lnTo>
                    <a:pt x="1531631" y="94335"/>
                  </a:lnTo>
                  <a:lnTo>
                    <a:pt x="1523817" y="94255"/>
                  </a:lnTo>
                  <a:lnTo>
                    <a:pt x="1516003" y="94173"/>
                  </a:lnTo>
                  <a:lnTo>
                    <a:pt x="1508188" y="94085"/>
                  </a:lnTo>
                  <a:lnTo>
                    <a:pt x="1500374" y="93932"/>
                  </a:lnTo>
                  <a:lnTo>
                    <a:pt x="1492559" y="93778"/>
                  </a:lnTo>
                  <a:lnTo>
                    <a:pt x="1484745" y="93621"/>
                  </a:lnTo>
                  <a:lnTo>
                    <a:pt x="1476930" y="93461"/>
                  </a:lnTo>
                  <a:lnTo>
                    <a:pt x="1469116" y="93271"/>
                  </a:lnTo>
                  <a:lnTo>
                    <a:pt x="1461301" y="93079"/>
                  </a:lnTo>
                  <a:lnTo>
                    <a:pt x="1453487" y="92885"/>
                  </a:lnTo>
                  <a:lnTo>
                    <a:pt x="1445672" y="92690"/>
                  </a:lnTo>
                  <a:lnTo>
                    <a:pt x="1437858" y="92532"/>
                  </a:lnTo>
                  <a:lnTo>
                    <a:pt x="1430044" y="92386"/>
                  </a:lnTo>
                  <a:lnTo>
                    <a:pt x="1422229" y="92239"/>
                  </a:lnTo>
                  <a:lnTo>
                    <a:pt x="1414415" y="92090"/>
                  </a:lnTo>
                  <a:lnTo>
                    <a:pt x="1406600" y="91941"/>
                  </a:lnTo>
                  <a:lnTo>
                    <a:pt x="1398786" y="91791"/>
                  </a:lnTo>
                  <a:lnTo>
                    <a:pt x="1390971" y="91637"/>
                  </a:lnTo>
                  <a:lnTo>
                    <a:pt x="1383157" y="91463"/>
                  </a:lnTo>
                  <a:lnTo>
                    <a:pt x="1375342" y="91288"/>
                  </a:lnTo>
                  <a:lnTo>
                    <a:pt x="1367528" y="91110"/>
                  </a:lnTo>
                  <a:lnTo>
                    <a:pt x="1359714" y="90888"/>
                  </a:lnTo>
                  <a:lnTo>
                    <a:pt x="1351899" y="90638"/>
                  </a:lnTo>
                  <a:lnTo>
                    <a:pt x="1344085" y="90389"/>
                  </a:lnTo>
                  <a:lnTo>
                    <a:pt x="1336270" y="90138"/>
                  </a:lnTo>
                  <a:lnTo>
                    <a:pt x="1328456" y="89976"/>
                  </a:lnTo>
                  <a:lnTo>
                    <a:pt x="1320641" y="89816"/>
                  </a:lnTo>
                  <a:lnTo>
                    <a:pt x="1312827" y="89655"/>
                  </a:lnTo>
                  <a:lnTo>
                    <a:pt x="1305012" y="89492"/>
                  </a:lnTo>
                  <a:lnTo>
                    <a:pt x="1297198" y="89326"/>
                  </a:lnTo>
                  <a:lnTo>
                    <a:pt x="1289384" y="89160"/>
                  </a:lnTo>
                  <a:lnTo>
                    <a:pt x="1281569" y="88991"/>
                  </a:lnTo>
                  <a:lnTo>
                    <a:pt x="1273755" y="88821"/>
                  </a:lnTo>
                  <a:lnTo>
                    <a:pt x="1265940" y="88649"/>
                  </a:lnTo>
                  <a:lnTo>
                    <a:pt x="1258126" y="88463"/>
                  </a:lnTo>
                  <a:lnTo>
                    <a:pt x="1250311" y="88263"/>
                  </a:lnTo>
                  <a:lnTo>
                    <a:pt x="1242497" y="88061"/>
                  </a:lnTo>
                  <a:lnTo>
                    <a:pt x="1234682" y="87857"/>
                  </a:lnTo>
                  <a:lnTo>
                    <a:pt x="1226868" y="87652"/>
                  </a:lnTo>
                  <a:lnTo>
                    <a:pt x="1219053" y="87442"/>
                  </a:lnTo>
                  <a:lnTo>
                    <a:pt x="1211239" y="87188"/>
                  </a:lnTo>
                  <a:lnTo>
                    <a:pt x="1203425" y="86892"/>
                  </a:lnTo>
                  <a:lnTo>
                    <a:pt x="1195610" y="86620"/>
                  </a:lnTo>
                  <a:lnTo>
                    <a:pt x="1187796" y="86456"/>
                  </a:lnTo>
                  <a:lnTo>
                    <a:pt x="1179981" y="86291"/>
                  </a:lnTo>
                  <a:lnTo>
                    <a:pt x="1172167" y="86125"/>
                  </a:lnTo>
                  <a:lnTo>
                    <a:pt x="1164352" y="85938"/>
                  </a:lnTo>
                  <a:lnTo>
                    <a:pt x="1156538" y="85625"/>
                  </a:lnTo>
                  <a:lnTo>
                    <a:pt x="1148723" y="85325"/>
                  </a:lnTo>
                  <a:lnTo>
                    <a:pt x="1140909" y="85141"/>
                  </a:lnTo>
                  <a:lnTo>
                    <a:pt x="1133095" y="84954"/>
                  </a:lnTo>
                  <a:lnTo>
                    <a:pt x="1125280" y="84748"/>
                  </a:lnTo>
                  <a:lnTo>
                    <a:pt x="1117466" y="84458"/>
                  </a:lnTo>
                  <a:lnTo>
                    <a:pt x="1109651" y="84228"/>
                  </a:lnTo>
                  <a:lnTo>
                    <a:pt x="1101837" y="84036"/>
                  </a:lnTo>
                  <a:lnTo>
                    <a:pt x="1094022" y="83843"/>
                  </a:lnTo>
                  <a:lnTo>
                    <a:pt x="1086208" y="83637"/>
                  </a:lnTo>
                  <a:lnTo>
                    <a:pt x="1078393" y="83397"/>
                  </a:lnTo>
                  <a:lnTo>
                    <a:pt x="1070579" y="83148"/>
                  </a:lnTo>
                  <a:lnTo>
                    <a:pt x="1062765" y="82881"/>
                  </a:lnTo>
                  <a:lnTo>
                    <a:pt x="1054950" y="82609"/>
                  </a:lnTo>
                  <a:lnTo>
                    <a:pt x="1047136" y="82334"/>
                  </a:lnTo>
                  <a:lnTo>
                    <a:pt x="1039321" y="82054"/>
                  </a:lnTo>
                  <a:lnTo>
                    <a:pt x="1031507" y="81771"/>
                  </a:lnTo>
                  <a:lnTo>
                    <a:pt x="1023692" y="81484"/>
                  </a:lnTo>
                  <a:lnTo>
                    <a:pt x="1015878" y="81246"/>
                  </a:lnTo>
                  <a:lnTo>
                    <a:pt x="1008063" y="81013"/>
                  </a:lnTo>
                  <a:lnTo>
                    <a:pt x="1000249" y="80777"/>
                  </a:lnTo>
                  <a:lnTo>
                    <a:pt x="992434" y="80591"/>
                  </a:lnTo>
                  <a:lnTo>
                    <a:pt x="984620" y="80312"/>
                  </a:lnTo>
                  <a:lnTo>
                    <a:pt x="976806" y="80035"/>
                  </a:lnTo>
                  <a:lnTo>
                    <a:pt x="968991" y="79741"/>
                  </a:lnTo>
                  <a:lnTo>
                    <a:pt x="961177" y="79452"/>
                  </a:lnTo>
                  <a:lnTo>
                    <a:pt x="953362" y="79163"/>
                  </a:lnTo>
                  <a:lnTo>
                    <a:pt x="945548" y="78925"/>
                  </a:lnTo>
                  <a:lnTo>
                    <a:pt x="937733" y="78693"/>
                  </a:lnTo>
                  <a:lnTo>
                    <a:pt x="929919" y="78445"/>
                  </a:lnTo>
                  <a:lnTo>
                    <a:pt x="922104" y="78165"/>
                  </a:lnTo>
                  <a:lnTo>
                    <a:pt x="914290" y="77883"/>
                  </a:lnTo>
                  <a:lnTo>
                    <a:pt x="906476" y="77598"/>
                  </a:lnTo>
                  <a:lnTo>
                    <a:pt x="898661" y="77310"/>
                  </a:lnTo>
                  <a:lnTo>
                    <a:pt x="890847" y="77020"/>
                  </a:lnTo>
                  <a:lnTo>
                    <a:pt x="883032" y="76728"/>
                  </a:lnTo>
                  <a:lnTo>
                    <a:pt x="875218" y="76457"/>
                  </a:lnTo>
                  <a:lnTo>
                    <a:pt x="867403" y="76187"/>
                  </a:lnTo>
                  <a:lnTo>
                    <a:pt x="859589" y="75913"/>
                  </a:lnTo>
                  <a:lnTo>
                    <a:pt x="851774" y="75636"/>
                  </a:lnTo>
                  <a:lnTo>
                    <a:pt x="843960" y="75360"/>
                  </a:lnTo>
                  <a:lnTo>
                    <a:pt x="836145" y="75160"/>
                  </a:lnTo>
                  <a:lnTo>
                    <a:pt x="828331" y="74803"/>
                  </a:lnTo>
                  <a:lnTo>
                    <a:pt x="820517" y="74520"/>
                  </a:lnTo>
                  <a:lnTo>
                    <a:pt x="812702" y="74231"/>
                  </a:lnTo>
                  <a:lnTo>
                    <a:pt x="804888" y="73921"/>
                  </a:lnTo>
                  <a:lnTo>
                    <a:pt x="797073" y="73653"/>
                  </a:lnTo>
                  <a:lnTo>
                    <a:pt x="789259" y="73360"/>
                  </a:lnTo>
                  <a:lnTo>
                    <a:pt x="781444" y="73064"/>
                  </a:lnTo>
                  <a:lnTo>
                    <a:pt x="773630" y="72750"/>
                  </a:lnTo>
                  <a:lnTo>
                    <a:pt x="765815" y="72466"/>
                  </a:lnTo>
                  <a:lnTo>
                    <a:pt x="758001" y="72151"/>
                  </a:lnTo>
                  <a:lnTo>
                    <a:pt x="750187" y="71779"/>
                  </a:lnTo>
                  <a:lnTo>
                    <a:pt x="742372" y="71405"/>
                  </a:lnTo>
                  <a:lnTo>
                    <a:pt x="734558" y="71027"/>
                  </a:lnTo>
                  <a:lnTo>
                    <a:pt x="726743" y="70741"/>
                  </a:lnTo>
                  <a:lnTo>
                    <a:pt x="718929" y="70473"/>
                  </a:lnTo>
                  <a:lnTo>
                    <a:pt x="711114" y="70262"/>
                  </a:lnTo>
                  <a:lnTo>
                    <a:pt x="703300" y="69890"/>
                  </a:lnTo>
                  <a:lnTo>
                    <a:pt x="695485" y="69596"/>
                  </a:lnTo>
                  <a:lnTo>
                    <a:pt x="687671" y="69366"/>
                  </a:lnTo>
                  <a:lnTo>
                    <a:pt x="679857" y="69115"/>
                  </a:lnTo>
                  <a:lnTo>
                    <a:pt x="672042" y="68759"/>
                  </a:lnTo>
                  <a:lnTo>
                    <a:pt x="664228" y="68362"/>
                  </a:lnTo>
                  <a:lnTo>
                    <a:pt x="656413" y="68002"/>
                  </a:lnTo>
                  <a:lnTo>
                    <a:pt x="648599" y="67659"/>
                  </a:lnTo>
                  <a:lnTo>
                    <a:pt x="640784" y="67379"/>
                  </a:lnTo>
                  <a:lnTo>
                    <a:pt x="632970" y="67058"/>
                  </a:lnTo>
                  <a:lnTo>
                    <a:pt x="625155" y="66747"/>
                  </a:lnTo>
                  <a:lnTo>
                    <a:pt x="617341" y="66482"/>
                  </a:lnTo>
                  <a:lnTo>
                    <a:pt x="609526" y="66223"/>
                  </a:lnTo>
                  <a:lnTo>
                    <a:pt x="601712" y="65963"/>
                  </a:lnTo>
                  <a:lnTo>
                    <a:pt x="593898" y="65693"/>
                  </a:lnTo>
                  <a:lnTo>
                    <a:pt x="586083" y="65525"/>
                  </a:lnTo>
                  <a:lnTo>
                    <a:pt x="578269" y="65302"/>
                  </a:lnTo>
                  <a:lnTo>
                    <a:pt x="570454" y="65026"/>
                  </a:lnTo>
                  <a:lnTo>
                    <a:pt x="562640" y="64822"/>
                  </a:lnTo>
                  <a:lnTo>
                    <a:pt x="554825" y="64570"/>
                  </a:lnTo>
                  <a:lnTo>
                    <a:pt x="547011" y="64224"/>
                  </a:lnTo>
                  <a:lnTo>
                    <a:pt x="539196" y="63958"/>
                  </a:lnTo>
                  <a:lnTo>
                    <a:pt x="531382" y="63787"/>
                  </a:lnTo>
                  <a:lnTo>
                    <a:pt x="523568" y="63498"/>
                  </a:lnTo>
                  <a:lnTo>
                    <a:pt x="515753" y="63159"/>
                  </a:lnTo>
                  <a:lnTo>
                    <a:pt x="507939" y="62801"/>
                  </a:lnTo>
                  <a:lnTo>
                    <a:pt x="500124" y="62407"/>
                  </a:lnTo>
                  <a:lnTo>
                    <a:pt x="492310" y="62063"/>
                  </a:lnTo>
                  <a:lnTo>
                    <a:pt x="484495" y="61760"/>
                  </a:lnTo>
                  <a:lnTo>
                    <a:pt x="476681" y="61547"/>
                  </a:lnTo>
                  <a:lnTo>
                    <a:pt x="468866" y="61239"/>
                  </a:lnTo>
                  <a:lnTo>
                    <a:pt x="461052" y="61123"/>
                  </a:lnTo>
                  <a:lnTo>
                    <a:pt x="453238" y="60910"/>
                  </a:lnTo>
                  <a:lnTo>
                    <a:pt x="445423" y="60498"/>
                  </a:lnTo>
                  <a:lnTo>
                    <a:pt x="437609" y="60295"/>
                  </a:lnTo>
                  <a:lnTo>
                    <a:pt x="429794" y="60063"/>
                  </a:lnTo>
                  <a:lnTo>
                    <a:pt x="421980" y="59837"/>
                  </a:lnTo>
                  <a:lnTo>
                    <a:pt x="414165" y="59715"/>
                  </a:lnTo>
                  <a:lnTo>
                    <a:pt x="406351" y="59598"/>
                  </a:lnTo>
                  <a:lnTo>
                    <a:pt x="398536" y="59332"/>
                  </a:lnTo>
                  <a:lnTo>
                    <a:pt x="390722" y="59130"/>
                  </a:lnTo>
                  <a:lnTo>
                    <a:pt x="382907" y="58876"/>
                  </a:lnTo>
                  <a:lnTo>
                    <a:pt x="375093" y="58651"/>
                  </a:lnTo>
                  <a:lnTo>
                    <a:pt x="367279" y="58441"/>
                  </a:lnTo>
                  <a:lnTo>
                    <a:pt x="359464" y="58228"/>
                  </a:lnTo>
                  <a:lnTo>
                    <a:pt x="351650" y="58014"/>
                  </a:lnTo>
                  <a:lnTo>
                    <a:pt x="343835" y="57831"/>
                  </a:lnTo>
                  <a:lnTo>
                    <a:pt x="336021" y="57605"/>
                  </a:lnTo>
                  <a:lnTo>
                    <a:pt x="328206" y="57377"/>
                  </a:lnTo>
                  <a:lnTo>
                    <a:pt x="320392" y="57148"/>
                  </a:lnTo>
                  <a:lnTo>
                    <a:pt x="312577" y="56972"/>
                  </a:lnTo>
                  <a:lnTo>
                    <a:pt x="304763" y="56745"/>
                  </a:lnTo>
                  <a:lnTo>
                    <a:pt x="296949" y="56507"/>
                  </a:lnTo>
                  <a:lnTo>
                    <a:pt x="289134" y="56260"/>
                  </a:lnTo>
                  <a:lnTo>
                    <a:pt x="281320" y="56017"/>
                  </a:lnTo>
                  <a:lnTo>
                    <a:pt x="273505" y="55854"/>
                  </a:lnTo>
                  <a:lnTo>
                    <a:pt x="265691" y="55671"/>
                  </a:lnTo>
                  <a:lnTo>
                    <a:pt x="257876" y="55617"/>
                  </a:lnTo>
                  <a:lnTo>
                    <a:pt x="250062" y="55403"/>
                  </a:lnTo>
                  <a:lnTo>
                    <a:pt x="242247" y="55284"/>
                  </a:lnTo>
                  <a:lnTo>
                    <a:pt x="234433" y="55194"/>
                  </a:lnTo>
                  <a:lnTo>
                    <a:pt x="226619" y="55098"/>
                  </a:lnTo>
                  <a:lnTo>
                    <a:pt x="218804" y="55070"/>
                  </a:lnTo>
                  <a:lnTo>
                    <a:pt x="210990" y="55018"/>
                  </a:lnTo>
                  <a:lnTo>
                    <a:pt x="203175" y="54876"/>
                  </a:lnTo>
                  <a:lnTo>
                    <a:pt x="195361" y="54720"/>
                  </a:lnTo>
                  <a:lnTo>
                    <a:pt x="187546" y="54484"/>
                  </a:lnTo>
                  <a:lnTo>
                    <a:pt x="179732" y="54348"/>
                  </a:lnTo>
                  <a:lnTo>
                    <a:pt x="171917" y="54292"/>
                  </a:lnTo>
                  <a:lnTo>
                    <a:pt x="164103" y="53973"/>
                  </a:lnTo>
                  <a:lnTo>
                    <a:pt x="156288" y="53802"/>
                  </a:lnTo>
                  <a:lnTo>
                    <a:pt x="148474" y="53675"/>
                  </a:lnTo>
                  <a:lnTo>
                    <a:pt x="140660" y="53537"/>
                  </a:lnTo>
                  <a:lnTo>
                    <a:pt x="132845" y="53229"/>
                  </a:lnTo>
                  <a:lnTo>
                    <a:pt x="125031" y="53154"/>
                  </a:lnTo>
                  <a:lnTo>
                    <a:pt x="117216" y="53160"/>
                  </a:lnTo>
                  <a:lnTo>
                    <a:pt x="109402" y="53130"/>
                  </a:lnTo>
                  <a:lnTo>
                    <a:pt x="101587" y="52970"/>
                  </a:lnTo>
                  <a:lnTo>
                    <a:pt x="93773" y="52847"/>
                  </a:lnTo>
                  <a:lnTo>
                    <a:pt x="85958" y="52697"/>
                  </a:lnTo>
                  <a:lnTo>
                    <a:pt x="78144" y="52550"/>
                  </a:lnTo>
                  <a:lnTo>
                    <a:pt x="70330" y="52403"/>
                  </a:lnTo>
                  <a:lnTo>
                    <a:pt x="62515" y="52301"/>
                  </a:lnTo>
                  <a:lnTo>
                    <a:pt x="54701" y="52191"/>
                  </a:lnTo>
                  <a:lnTo>
                    <a:pt x="46886" y="52019"/>
                  </a:lnTo>
                  <a:lnTo>
                    <a:pt x="39072" y="51903"/>
                  </a:lnTo>
                  <a:lnTo>
                    <a:pt x="31257" y="51865"/>
                  </a:lnTo>
                  <a:lnTo>
                    <a:pt x="23443" y="51824"/>
                  </a:lnTo>
                  <a:lnTo>
                    <a:pt x="15628" y="51783"/>
                  </a:lnTo>
                  <a:lnTo>
                    <a:pt x="7814" y="51741"/>
                  </a:lnTo>
                  <a:lnTo>
                    <a:pt x="0" y="51678"/>
                  </a:lnTo>
                  <a:close/>
                </a:path>
              </a:pathLst>
            </a:custGeom>
            <a:solidFill>
              <a:srgbClr val="D55E00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88" name="pl87"/>
            <p:cNvSpPr/>
            <p:nvPr/>
          </p:nvSpPr>
          <p:spPr>
            <a:xfrm>
              <a:off x="1223067" y="4606101"/>
              <a:ext cx="2023942" cy="50337"/>
            </a:xfrm>
            <a:custGeom>
              <a:avLst/>
              <a:pathLst>
                <a:path w="2023942" h="50337">
                  <a:moveTo>
                    <a:pt x="0" y="0"/>
                  </a:moveTo>
                  <a:lnTo>
                    <a:pt x="7814" y="801"/>
                  </a:lnTo>
                  <a:lnTo>
                    <a:pt x="15628" y="1599"/>
                  </a:lnTo>
                  <a:lnTo>
                    <a:pt x="23443" y="2391"/>
                  </a:lnTo>
                  <a:lnTo>
                    <a:pt x="31257" y="3085"/>
                  </a:lnTo>
                  <a:lnTo>
                    <a:pt x="39072" y="3864"/>
                  </a:lnTo>
                  <a:lnTo>
                    <a:pt x="46886" y="4631"/>
                  </a:lnTo>
                  <a:lnTo>
                    <a:pt x="54701" y="5177"/>
                  </a:lnTo>
                  <a:lnTo>
                    <a:pt x="62515" y="5918"/>
                  </a:lnTo>
                  <a:lnTo>
                    <a:pt x="70330" y="6793"/>
                  </a:lnTo>
                  <a:lnTo>
                    <a:pt x="78144" y="7575"/>
                  </a:lnTo>
                  <a:lnTo>
                    <a:pt x="85958" y="8229"/>
                  </a:lnTo>
                  <a:lnTo>
                    <a:pt x="93773" y="8900"/>
                  </a:lnTo>
                  <a:lnTo>
                    <a:pt x="101587" y="9851"/>
                  </a:lnTo>
                  <a:lnTo>
                    <a:pt x="109402" y="10545"/>
                  </a:lnTo>
                  <a:lnTo>
                    <a:pt x="117216" y="11152"/>
                  </a:lnTo>
                  <a:lnTo>
                    <a:pt x="125031" y="11710"/>
                  </a:lnTo>
                  <a:lnTo>
                    <a:pt x="132845" y="12560"/>
                  </a:lnTo>
                  <a:lnTo>
                    <a:pt x="140660" y="13099"/>
                  </a:lnTo>
                  <a:lnTo>
                    <a:pt x="148474" y="13751"/>
                  </a:lnTo>
                  <a:lnTo>
                    <a:pt x="156288" y="14377"/>
                  </a:lnTo>
                  <a:lnTo>
                    <a:pt x="164103" y="14929"/>
                  </a:lnTo>
                  <a:lnTo>
                    <a:pt x="171917" y="15824"/>
                  </a:lnTo>
                  <a:lnTo>
                    <a:pt x="179732" y="16472"/>
                  </a:lnTo>
                  <a:lnTo>
                    <a:pt x="187546" y="17195"/>
                  </a:lnTo>
                  <a:lnTo>
                    <a:pt x="195361" y="17832"/>
                  </a:lnTo>
                  <a:lnTo>
                    <a:pt x="203175" y="18505"/>
                  </a:lnTo>
                  <a:lnTo>
                    <a:pt x="210990" y="19194"/>
                  </a:lnTo>
                  <a:lnTo>
                    <a:pt x="218804" y="19890"/>
                  </a:lnTo>
                  <a:lnTo>
                    <a:pt x="226619" y="20595"/>
                  </a:lnTo>
                  <a:lnTo>
                    <a:pt x="234433" y="21355"/>
                  </a:lnTo>
                  <a:lnTo>
                    <a:pt x="242247" y="22017"/>
                  </a:lnTo>
                  <a:lnTo>
                    <a:pt x="250062" y="22601"/>
                  </a:lnTo>
                  <a:lnTo>
                    <a:pt x="257876" y="23303"/>
                  </a:lnTo>
                  <a:lnTo>
                    <a:pt x="265691" y="23777"/>
                  </a:lnTo>
                  <a:lnTo>
                    <a:pt x="273505" y="24308"/>
                  </a:lnTo>
                  <a:lnTo>
                    <a:pt x="281320" y="25071"/>
                  </a:lnTo>
                  <a:lnTo>
                    <a:pt x="289134" y="25653"/>
                  </a:lnTo>
                  <a:lnTo>
                    <a:pt x="296949" y="26191"/>
                  </a:lnTo>
                  <a:lnTo>
                    <a:pt x="304763" y="26725"/>
                  </a:lnTo>
                  <a:lnTo>
                    <a:pt x="312577" y="27286"/>
                  </a:lnTo>
                  <a:lnTo>
                    <a:pt x="320392" y="27856"/>
                  </a:lnTo>
                  <a:lnTo>
                    <a:pt x="328206" y="28424"/>
                  </a:lnTo>
                  <a:lnTo>
                    <a:pt x="336021" y="28820"/>
                  </a:lnTo>
                  <a:lnTo>
                    <a:pt x="343835" y="29313"/>
                  </a:lnTo>
                  <a:lnTo>
                    <a:pt x="351650" y="29842"/>
                  </a:lnTo>
                  <a:lnTo>
                    <a:pt x="359464" y="30327"/>
                  </a:lnTo>
                  <a:lnTo>
                    <a:pt x="367279" y="30974"/>
                  </a:lnTo>
                  <a:lnTo>
                    <a:pt x="375093" y="31487"/>
                  </a:lnTo>
                  <a:lnTo>
                    <a:pt x="382907" y="31845"/>
                  </a:lnTo>
                  <a:lnTo>
                    <a:pt x="390722" y="32222"/>
                  </a:lnTo>
                  <a:lnTo>
                    <a:pt x="398536" y="32719"/>
                  </a:lnTo>
                  <a:lnTo>
                    <a:pt x="406351" y="33215"/>
                  </a:lnTo>
                  <a:lnTo>
                    <a:pt x="414165" y="33548"/>
                  </a:lnTo>
                  <a:lnTo>
                    <a:pt x="421980" y="33931"/>
                  </a:lnTo>
                  <a:lnTo>
                    <a:pt x="429794" y="34387"/>
                  </a:lnTo>
                  <a:lnTo>
                    <a:pt x="437609" y="34860"/>
                  </a:lnTo>
                  <a:lnTo>
                    <a:pt x="445423" y="35243"/>
                  </a:lnTo>
                  <a:lnTo>
                    <a:pt x="453238" y="35659"/>
                  </a:lnTo>
                  <a:lnTo>
                    <a:pt x="461052" y="35895"/>
                  </a:lnTo>
                  <a:lnTo>
                    <a:pt x="468866" y="36455"/>
                  </a:lnTo>
                  <a:lnTo>
                    <a:pt x="476681" y="36752"/>
                  </a:lnTo>
                  <a:lnTo>
                    <a:pt x="484495" y="37027"/>
                  </a:lnTo>
                  <a:lnTo>
                    <a:pt x="492310" y="37332"/>
                  </a:lnTo>
                  <a:lnTo>
                    <a:pt x="500124" y="37732"/>
                  </a:lnTo>
                  <a:lnTo>
                    <a:pt x="507939" y="38039"/>
                  </a:lnTo>
                  <a:lnTo>
                    <a:pt x="515753" y="38313"/>
                  </a:lnTo>
                  <a:lnTo>
                    <a:pt x="523568" y="38568"/>
                  </a:lnTo>
                  <a:lnTo>
                    <a:pt x="531382" y="38780"/>
                  </a:lnTo>
                  <a:lnTo>
                    <a:pt x="539196" y="38914"/>
                  </a:lnTo>
                  <a:lnTo>
                    <a:pt x="547011" y="39034"/>
                  </a:lnTo>
                  <a:lnTo>
                    <a:pt x="554825" y="39269"/>
                  </a:lnTo>
                  <a:lnTo>
                    <a:pt x="562640" y="39410"/>
                  </a:lnTo>
                  <a:lnTo>
                    <a:pt x="570454" y="39613"/>
                  </a:lnTo>
                  <a:lnTo>
                    <a:pt x="578269" y="39834"/>
                  </a:lnTo>
                  <a:lnTo>
                    <a:pt x="586083" y="40041"/>
                  </a:lnTo>
                  <a:lnTo>
                    <a:pt x="593898" y="40269"/>
                  </a:lnTo>
                  <a:lnTo>
                    <a:pt x="601712" y="40376"/>
                  </a:lnTo>
                  <a:lnTo>
                    <a:pt x="609526" y="40652"/>
                  </a:lnTo>
                  <a:lnTo>
                    <a:pt x="617341" y="40707"/>
                  </a:lnTo>
                  <a:lnTo>
                    <a:pt x="625155" y="40854"/>
                  </a:lnTo>
                  <a:lnTo>
                    <a:pt x="632970" y="41015"/>
                  </a:lnTo>
                  <a:lnTo>
                    <a:pt x="640784" y="41125"/>
                  </a:lnTo>
                  <a:lnTo>
                    <a:pt x="648599" y="41337"/>
                  </a:lnTo>
                  <a:lnTo>
                    <a:pt x="656413" y="41487"/>
                  </a:lnTo>
                  <a:lnTo>
                    <a:pt x="664228" y="41628"/>
                  </a:lnTo>
                  <a:lnTo>
                    <a:pt x="672042" y="41814"/>
                  </a:lnTo>
                  <a:lnTo>
                    <a:pt x="679857" y="41994"/>
                  </a:lnTo>
                  <a:lnTo>
                    <a:pt x="687671" y="42131"/>
                  </a:lnTo>
                  <a:lnTo>
                    <a:pt x="695485" y="42286"/>
                  </a:lnTo>
                  <a:lnTo>
                    <a:pt x="703300" y="42409"/>
                  </a:lnTo>
                  <a:lnTo>
                    <a:pt x="711114" y="42554"/>
                  </a:lnTo>
                  <a:lnTo>
                    <a:pt x="718929" y="42745"/>
                  </a:lnTo>
                  <a:lnTo>
                    <a:pt x="726743" y="42868"/>
                  </a:lnTo>
                  <a:lnTo>
                    <a:pt x="734558" y="43021"/>
                  </a:lnTo>
                  <a:lnTo>
                    <a:pt x="742372" y="43155"/>
                  </a:lnTo>
                  <a:lnTo>
                    <a:pt x="750187" y="43257"/>
                  </a:lnTo>
                  <a:lnTo>
                    <a:pt x="758001" y="43374"/>
                  </a:lnTo>
                  <a:lnTo>
                    <a:pt x="765815" y="43484"/>
                  </a:lnTo>
                  <a:lnTo>
                    <a:pt x="773630" y="43503"/>
                  </a:lnTo>
                  <a:lnTo>
                    <a:pt x="781444" y="43567"/>
                  </a:lnTo>
                  <a:lnTo>
                    <a:pt x="789259" y="43743"/>
                  </a:lnTo>
                  <a:lnTo>
                    <a:pt x="797073" y="43805"/>
                  </a:lnTo>
                  <a:lnTo>
                    <a:pt x="804888" y="43877"/>
                  </a:lnTo>
                  <a:lnTo>
                    <a:pt x="812702" y="43950"/>
                  </a:lnTo>
                  <a:lnTo>
                    <a:pt x="820517" y="44006"/>
                  </a:lnTo>
                  <a:lnTo>
                    <a:pt x="828331" y="44063"/>
                  </a:lnTo>
                  <a:lnTo>
                    <a:pt x="836145" y="44204"/>
                  </a:lnTo>
                  <a:lnTo>
                    <a:pt x="843960" y="44344"/>
                  </a:lnTo>
                  <a:lnTo>
                    <a:pt x="851774" y="44396"/>
                  </a:lnTo>
                  <a:lnTo>
                    <a:pt x="859589" y="44421"/>
                  </a:lnTo>
                  <a:lnTo>
                    <a:pt x="867403" y="44492"/>
                  </a:lnTo>
                  <a:lnTo>
                    <a:pt x="875218" y="44509"/>
                  </a:lnTo>
                  <a:lnTo>
                    <a:pt x="883032" y="44611"/>
                  </a:lnTo>
                  <a:lnTo>
                    <a:pt x="890847" y="44716"/>
                  </a:lnTo>
                  <a:lnTo>
                    <a:pt x="898661" y="44790"/>
                  </a:lnTo>
                  <a:lnTo>
                    <a:pt x="906476" y="44787"/>
                  </a:lnTo>
                  <a:lnTo>
                    <a:pt x="914290" y="44865"/>
                  </a:lnTo>
                  <a:lnTo>
                    <a:pt x="922104" y="45037"/>
                  </a:lnTo>
                  <a:lnTo>
                    <a:pt x="929919" y="45091"/>
                  </a:lnTo>
                  <a:lnTo>
                    <a:pt x="937733" y="45155"/>
                  </a:lnTo>
                  <a:lnTo>
                    <a:pt x="945548" y="45227"/>
                  </a:lnTo>
                  <a:lnTo>
                    <a:pt x="953362" y="45346"/>
                  </a:lnTo>
                  <a:lnTo>
                    <a:pt x="961177" y="45428"/>
                  </a:lnTo>
                  <a:lnTo>
                    <a:pt x="968991" y="45521"/>
                  </a:lnTo>
                  <a:lnTo>
                    <a:pt x="976806" y="45622"/>
                  </a:lnTo>
                  <a:lnTo>
                    <a:pt x="984620" y="45716"/>
                  </a:lnTo>
                  <a:lnTo>
                    <a:pt x="992434" y="45814"/>
                  </a:lnTo>
                  <a:lnTo>
                    <a:pt x="1000249" y="45909"/>
                  </a:lnTo>
                  <a:lnTo>
                    <a:pt x="1008063" y="45962"/>
                  </a:lnTo>
                  <a:lnTo>
                    <a:pt x="1015878" y="45972"/>
                  </a:lnTo>
                  <a:lnTo>
                    <a:pt x="1023692" y="45981"/>
                  </a:lnTo>
                  <a:lnTo>
                    <a:pt x="1031507" y="45991"/>
                  </a:lnTo>
                  <a:lnTo>
                    <a:pt x="1039321" y="46049"/>
                  </a:lnTo>
                  <a:lnTo>
                    <a:pt x="1047136" y="46047"/>
                  </a:lnTo>
                  <a:lnTo>
                    <a:pt x="1054950" y="46078"/>
                  </a:lnTo>
                  <a:lnTo>
                    <a:pt x="1062765" y="46111"/>
                  </a:lnTo>
                  <a:lnTo>
                    <a:pt x="1070579" y="46192"/>
                  </a:lnTo>
                  <a:lnTo>
                    <a:pt x="1078393" y="46209"/>
                  </a:lnTo>
                  <a:lnTo>
                    <a:pt x="1086208" y="46242"/>
                  </a:lnTo>
                  <a:lnTo>
                    <a:pt x="1094022" y="46297"/>
                  </a:lnTo>
                  <a:lnTo>
                    <a:pt x="1101837" y="46351"/>
                  </a:lnTo>
                  <a:lnTo>
                    <a:pt x="1109651" y="46331"/>
                  </a:lnTo>
                  <a:lnTo>
                    <a:pt x="1117466" y="46334"/>
                  </a:lnTo>
                  <a:lnTo>
                    <a:pt x="1125280" y="46365"/>
                  </a:lnTo>
                  <a:lnTo>
                    <a:pt x="1133095" y="46397"/>
                  </a:lnTo>
                  <a:lnTo>
                    <a:pt x="1140909" y="46429"/>
                  </a:lnTo>
                  <a:lnTo>
                    <a:pt x="1148723" y="46481"/>
                  </a:lnTo>
                  <a:lnTo>
                    <a:pt x="1156538" y="46543"/>
                  </a:lnTo>
                  <a:lnTo>
                    <a:pt x="1164352" y="46567"/>
                  </a:lnTo>
                  <a:lnTo>
                    <a:pt x="1172167" y="46555"/>
                  </a:lnTo>
                  <a:lnTo>
                    <a:pt x="1179981" y="46585"/>
                  </a:lnTo>
                  <a:lnTo>
                    <a:pt x="1187796" y="46635"/>
                  </a:lnTo>
                  <a:lnTo>
                    <a:pt x="1195610" y="46702"/>
                  </a:lnTo>
                  <a:lnTo>
                    <a:pt x="1203425" y="46745"/>
                  </a:lnTo>
                  <a:lnTo>
                    <a:pt x="1211239" y="46737"/>
                  </a:lnTo>
                  <a:lnTo>
                    <a:pt x="1219053" y="46852"/>
                  </a:lnTo>
                  <a:lnTo>
                    <a:pt x="1226868" y="46902"/>
                  </a:lnTo>
                  <a:lnTo>
                    <a:pt x="1234682" y="46943"/>
                  </a:lnTo>
                  <a:lnTo>
                    <a:pt x="1242497" y="46971"/>
                  </a:lnTo>
                  <a:lnTo>
                    <a:pt x="1250311" y="46985"/>
                  </a:lnTo>
                  <a:lnTo>
                    <a:pt x="1258126" y="46989"/>
                  </a:lnTo>
                  <a:lnTo>
                    <a:pt x="1265940" y="47034"/>
                  </a:lnTo>
                  <a:lnTo>
                    <a:pt x="1273755" y="47084"/>
                  </a:lnTo>
                  <a:lnTo>
                    <a:pt x="1281569" y="47136"/>
                  </a:lnTo>
                  <a:lnTo>
                    <a:pt x="1289384" y="47190"/>
                  </a:lnTo>
                  <a:lnTo>
                    <a:pt x="1297198" y="47237"/>
                  </a:lnTo>
                  <a:lnTo>
                    <a:pt x="1305012" y="47286"/>
                  </a:lnTo>
                  <a:lnTo>
                    <a:pt x="1312827" y="47336"/>
                  </a:lnTo>
                  <a:lnTo>
                    <a:pt x="1320641" y="47386"/>
                  </a:lnTo>
                  <a:lnTo>
                    <a:pt x="1328456" y="47423"/>
                  </a:lnTo>
                  <a:lnTo>
                    <a:pt x="1336270" y="47391"/>
                  </a:lnTo>
                  <a:lnTo>
                    <a:pt x="1344085" y="47418"/>
                  </a:lnTo>
                  <a:lnTo>
                    <a:pt x="1351899" y="47463"/>
                  </a:lnTo>
                  <a:lnTo>
                    <a:pt x="1359714" y="47564"/>
                  </a:lnTo>
                  <a:lnTo>
                    <a:pt x="1367528" y="47665"/>
                  </a:lnTo>
                  <a:lnTo>
                    <a:pt x="1375342" y="47734"/>
                  </a:lnTo>
                  <a:lnTo>
                    <a:pt x="1383157" y="47784"/>
                  </a:lnTo>
                  <a:lnTo>
                    <a:pt x="1390971" y="47834"/>
                  </a:lnTo>
                  <a:lnTo>
                    <a:pt x="1398786" y="47884"/>
                  </a:lnTo>
                  <a:lnTo>
                    <a:pt x="1406600" y="47934"/>
                  </a:lnTo>
                  <a:lnTo>
                    <a:pt x="1414415" y="47984"/>
                  </a:lnTo>
                  <a:lnTo>
                    <a:pt x="1422229" y="48032"/>
                  </a:lnTo>
                  <a:lnTo>
                    <a:pt x="1430044" y="48081"/>
                  </a:lnTo>
                  <a:lnTo>
                    <a:pt x="1437858" y="48130"/>
                  </a:lnTo>
                  <a:lnTo>
                    <a:pt x="1445672" y="48130"/>
                  </a:lnTo>
                  <a:lnTo>
                    <a:pt x="1453487" y="48140"/>
                  </a:lnTo>
                  <a:lnTo>
                    <a:pt x="1461301" y="48171"/>
                  </a:lnTo>
                  <a:lnTo>
                    <a:pt x="1469116" y="48202"/>
                  </a:lnTo>
                  <a:lnTo>
                    <a:pt x="1476930" y="48232"/>
                  </a:lnTo>
                  <a:lnTo>
                    <a:pt x="1484745" y="48263"/>
                  </a:lnTo>
                  <a:lnTo>
                    <a:pt x="1492559" y="48293"/>
                  </a:lnTo>
                  <a:lnTo>
                    <a:pt x="1500374" y="48324"/>
                  </a:lnTo>
                  <a:lnTo>
                    <a:pt x="1508188" y="48354"/>
                  </a:lnTo>
                  <a:lnTo>
                    <a:pt x="1516003" y="48385"/>
                  </a:lnTo>
                  <a:lnTo>
                    <a:pt x="1523817" y="48416"/>
                  </a:lnTo>
                  <a:lnTo>
                    <a:pt x="1531631" y="48447"/>
                  </a:lnTo>
                  <a:lnTo>
                    <a:pt x="1539446" y="48478"/>
                  </a:lnTo>
                  <a:lnTo>
                    <a:pt x="1547260" y="48510"/>
                  </a:lnTo>
                  <a:lnTo>
                    <a:pt x="1555075" y="48541"/>
                  </a:lnTo>
                  <a:lnTo>
                    <a:pt x="1562889" y="48572"/>
                  </a:lnTo>
                  <a:lnTo>
                    <a:pt x="1570704" y="48604"/>
                  </a:lnTo>
                  <a:lnTo>
                    <a:pt x="1578518" y="48635"/>
                  </a:lnTo>
                  <a:lnTo>
                    <a:pt x="1586333" y="48666"/>
                  </a:lnTo>
                  <a:lnTo>
                    <a:pt x="1594147" y="48687"/>
                  </a:lnTo>
                  <a:lnTo>
                    <a:pt x="1601961" y="48694"/>
                  </a:lnTo>
                  <a:lnTo>
                    <a:pt x="1609776" y="48702"/>
                  </a:lnTo>
                  <a:lnTo>
                    <a:pt x="1617590" y="48709"/>
                  </a:lnTo>
                  <a:lnTo>
                    <a:pt x="1625405" y="48716"/>
                  </a:lnTo>
                  <a:lnTo>
                    <a:pt x="1633219" y="48752"/>
                  </a:lnTo>
                  <a:lnTo>
                    <a:pt x="1641034" y="48797"/>
                  </a:lnTo>
                  <a:lnTo>
                    <a:pt x="1648848" y="48842"/>
                  </a:lnTo>
                  <a:lnTo>
                    <a:pt x="1656663" y="48850"/>
                  </a:lnTo>
                  <a:lnTo>
                    <a:pt x="1664477" y="48874"/>
                  </a:lnTo>
                  <a:lnTo>
                    <a:pt x="1672291" y="48914"/>
                  </a:lnTo>
                  <a:lnTo>
                    <a:pt x="1680106" y="48955"/>
                  </a:lnTo>
                  <a:lnTo>
                    <a:pt x="1687920" y="48996"/>
                  </a:lnTo>
                  <a:lnTo>
                    <a:pt x="1695735" y="49038"/>
                  </a:lnTo>
                  <a:lnTo>
                    <a:pt x="1703549" y="49079"/>
                  </a:lnTo>
                  <a:lnTo>
                    <a:pt x="1711364" y="49120"/>
                  </a:lnTo>
                  <a:lnTo>
                    <a:pt x="1719178" y="49176"/>
                  </a:lnTo>
                  <a:lnTo>
                    <a:pt x="1726993" y="49222"/>
                  </a:lnTo>
                  <a:lnTo>
                    <a:pt x="1734807" y="49243"/>
                  </a:lnTo>
                  <a:lnTo>
                    <a:pt x="1742622" y="49279"/>
                  </a:lnTo>
                  <a:lnTo>
                    <a:pt x="1750436" y="49311"/>
                  </a:lnTo>
                  <a:lnTo>
                    <a:pt x="1758250" y="49341"/>
                  </a:lnTo>
                  <a:lnTo>
                    <a:pt x="1766065" y="49372"/>
                  </a:lnTo>
                  <a:lnTo>
                    <a:pt x="1773879" y="49403"/>
                  </a:lnTo>
                  <a:lnTo>
                    <a:pt x="1781694" y="49433"/>
                  </a:lnTo>
                  <a:lnTo>
                    <a:pt x="1789508" y="49464"/>
                  </a:lnTo>
                  <a:lnTo>
                    <a:pt x="1797323" y="49495"/>
                  </a:lnTo>
                  <a:lnTo>
                    <a:pt x="1805137" y="49532"/>
                  </a:lnTo>
                  <a:lnTo>
                    <a:pt x="1812952" y="49583"/>
                  </a:lnTo>
                  <a:lnTo>
                    <a:pt x="1820766" y="49634"/>
                  </a:lnTo>
                  <a:lnTo>
                    <a:pt x="1828580" y="49685"/>
                  </a:lnTo>
                  <a:lnTo>
                    <a:pt x="1836395" y="49736"/>
                  </a:lnTo>
                  <a:lnTo>
                    <a:pt x="1844209" y="49786"/>
                  </a:lnTo>
                  <a:lnTo>
                    <a:pt x="1852024" y="49832"/>
                  </a:lnTo>
                  <a:lnTo>
                    <a:pt x="1859838" y="49871"/>
                  </a:lnTo>
                  <a:lnTo>
                    <a:pt x="1867653" y="49902"/>
                  </a:lnTo>
                  <a:lnTo>
                    <a:pt x="1875467" y="49924"/>
                  </a:lnTo>
                  <a:lnTo>
                    <a:pt x="1883282" y="49946"/>
                  </a:lnTo>
                  <a:lnTo>
                    <a:pt x="1891096" y="49968"/>
                  </a:lnTo>
                  <a:lnTo>
                    <a:pt x="1898910" y="49990"/>
                  </a:lnTo>
                  <a:lnTo>
                    <a:pt x="1906725" y="50004"/>
                  </a:lnTo>
                  <a:lnTo>
                    <a:pt x="1914539" y="50018"/>
                  </a:lnTo>
                  <a:lnTo>
                    <a:pt x="1922354" y="50032"/>
                  </a:lnTo>
                  <a:lnTo>
                    <a:pt x="1930168" y="50047"/>
                  </a:lnTo>
                  <a:lnTo>
                    <a:pt x="1937983" y="50061"/>
                  </a:lnTo>
                  <a:lnTo>
                    <a:pt x="1945797" y="50075"/>
                  </a:lnTo>
                  <a:lnTo>
                    <a:pt x="1953612" y="50091"/>
                  </a:lnTo>
                  <a:lnTo>
                    <a:pt x="1961426" y="50120"/>
                  </a:lnTo>
                  <a:lnTo>
                    <a:pt x="1969241" y="50149"/>
                  </a:lnTo>
                  <a:lnTo>
                    <a:pt x="1977055" y="50178"/>
                  </a:lnTo>
                  <a:lnTo>
                    <a:pt x="1984869" y="50207"/>
                  </a:lnTo>
                  <a:lnTo>
                    <a:pt x="1992684" y="50236"/>
                  </a:lnTo>
                  <a:lnTo>
                    <a:pt x="2000498" y="50265"/>
                  </a:lnTo>
                  <a:lnTo>
                    <a:pt x="2008313" y="50293"/>
                  </a:lnTo>
                  <a:lnTo>
                    <a:pt x="2016127" y="50315"/>
                  </a:lnTo>
                  <a:lnTo>
                    <a:pt x="2023942" y="503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9" name="pl88"/>
            <p:cNvSpPr/>
            <p:nvPr/>
          </p:nvSpPr>
          <p:spPr>
            <a:xfrm>
              <a:off x="1223067" y="4657780"/>
              <a:ext cx="2023942" cy="49539"/>
            </a:xfrm>
            <a:custGeom>
              <a:avLst/>
              <a:pathLst>
                <a:path w="2023942" h="49539">
                  <a:moveTo>
                    <a:pt x="2023942" y="49539"/>
                  </a:moveTo>
                  <a:lnTo>
                    <a:pt x="2016127" y="49468"/>
                  </a:lnTo>
                  <a:lnTo>
                    <a:pt x="2008313" y="49397"/>
                  </a:lnTo>
                  <a:lnTo>
                    <a:pt x="2000498" y="49325"/>
                  </a:lnTo>
                  <a:lnTo>
                    <a:pt x="1992684" y="49252"/>
                  </a:lnTo>
                  <a:lnTo>
                    <a:pt x="1984869" y="49179"/>
                  </a:lnTo>
                  <a:lnTo>
                    <a:pt x="1977055" y="49105"/>
                  </a:lnTo>
                  <a:lnTo>
                    <a:pt x="1969241" y="49031"/>
                  </a:lnTo>
                  <a:lnTo>
                    <a:pt x="1961426" y="48956"/>
                  </a:lnTo>
                  <a:lnTo>
                    <a:pt x="1953612" y="48880"/>
                  </a:lnTo>
                  <a:lnTo>
                    <a:pt x="1945797" y="48804"/>
                  </a:lnTo>
                  <a:lnTo>
                    <a:pt x="1937983" y="48727"/>
                  </a:lnTo>
                  <a:lnTo>
                    <a:pt x="1930168" y="48650"/>
                  </a:lnTo>
                  <a:lnTo>
                    <a:pt x="1922354" y="48571"/>
                  </a:lnTo>
                  <a:lnTo>
                    <a:pt x="1914539" y="48493"/>
                  </a:lnTo>
                  <a:lnTo>
                    <a:pt x="1906725" y="48390"/>
                  </a:lnTo>
                  <a:lnTo>
                    <a:pt x="1898910" y="48272"/>
                  </a:lnTo>
                  <a:lnTo>
                    <a:pt x="1891096" y="48152"/>
                  </a:lnTo>
                  <a:lnTo>
                    <a:pt x="1883282" y="48032"/>
                  </a:lnTo>
                  <a:lnTo>
                    <a:pt x="1875467" y="47911"/>
                  </a:lnTo>
                  <a:lnTo>
                    <a:pt x="1867653" y="47791"/>
                  </a:lnTo>
                  <a:lnTo>
                    <a:pt x="1859838" y="47697"/>
                  </a:lnTo>
                  <a:lnTo>
                    <a:pt x="1852024" y="47602"/>
                  </a:lnTo>
                  <a:lnTo>
                    <a:pt x="1844209" y="47506"/>
                  </a:lnTo>
                  <a:lnTo>
                    <a:pt x="1836395" y="47409"/>
                  </a:lnTo>
                  <a:lnTo>
                    <a:pt x="1828580" y="47310"/>
                  </a:lnTo>
                  <a:lnTo>
                    <a:pt x="1820766" y="47208"/>
                  </a:lnTo>
                  <a:lnTo>
                    <a:pt x="1812952" y="47093"/>
                  </a:lnTo>
                  <a:lnTo>
                    <a:pt x="1805137" y="46978"/>
                  </a:lnTo>
                  <a:lnTo>
                    <a:pt x="1797323" y="46862"/>
                  </a:lnTo>
                  <a:lnTo>
                    <a:pt x="1789508" y="46744"/>
                  </a:lnTo>
                  <a:lnTo>
                    <a:pt x="1781694" y="46624"/>
                  </a:lnTo>
                  <a:lnTo>
                    <a:pt x="1773879" y="46470"/>
                  </a:lnTo>
                  <a:lnTo>
                    <a:pt x="1766065" y="46314"/>
                  </a:lnTo>
                  <a:lnTo>
                    <a:pt x="1758250" y="46156"/>
                  </a:lnTo>
                  <a:lnTo>
                    <a:pt x="1750436" y="45998"/>
                  </a:lnTo>
                  <a:lnTo>
                    <a:pt x="1742622" y="45875"/>
                  </a:lnTo>
                  <a:lnTo>
                    <a:pt x="1734807" y="45765"/>
                  </a:lnTo>
                  <a:lnTo>
                    <a:pt x="1726993" y="45653"/>
                  </a:lnTo>
                  <a:lnTo>
                    <a:pt x="1719178" y="45540"/>
                  </a:lnTo>
                  <a:lnTo>
                    <a:pt x="1711364" y="45434"/>
                  </a:lnTo>
                  <a:lnTo>
                    <a:pt x="1703549" y="45330"/>
                  </a:lnTo>
                  <a:lnTo>
                    <a:pt x="1695735" y="45226"/>
                  </a:lnTo>
                  <a:lnTo>
                    <a:pt x="1687920" y="45100"/>
                  </a:lnTo>
                  <a:lnTo>
                    <a:pt x="1680106" y="44966"/>
                  </a:lnTo>
                  <a:lnTo>
                    <a:pt x="1672291" y="44830"/>
                  </a:lnTo>
                  <a:lnTo>
                    <a:pt x="1664477" y="44725"/>
                  </a:lnTo>
                  <a:lnTo>
                    <a:pt x="1656663" y="44638"/>
                  </a:lnTo>
                  <a:lnTo>
                    <a:pt x="1648848" y="44551"/>
                  </a:lnTo>
                  <a:lnTo>
                    <a:pt x="1641034" y="44463"/>
                  </a:lnTo>
                  <a:lnTo>
                    <a:pt x="1633219" y="44346"/>
                  </a:lnTo>
                  <a:lnTo>
                    <a:pt x="1625405" y="44205"/>
                  </a:lnTo>
                  <a:lnTo>
                    <a:pt x="1617590" y="44063"/>
                  </a:lnTo>
                  <a:lnTo>
                    <a:pt x="1609776" y="43919"/>
                  </a:lnTo>
                  <a:lnTo>
                    <a:pt x="1601961" y="43772"/>
                  </a:lnTo>
                  <a:lnTo>
                    <a:pt x="1594147" y="43624"/>
                  </a:lnTo>
                  <a:lnTo>
                    <a:pt x="1586333" y="43474"/>
                  </a:lnTo>
                  <a:lnTo>
                    <a:pt x="1578518" y="43321"/>
                  </a:lnTo>
                  <a:lnTo>
                    <a:pt x="1570704" y="43173"/>
                  </a:lnTo>
                  <a:lnTo>
                    <a:pt x="1562889" y="43045"/>
                  </a:lnTo>
                  <a:lnTo>
                    <a:pt x="1555075" y="42915"/>
                  </a:lnTo>
                  <a:lnTo>
                    <a:pt x="1547260" y="42813"/>
                  </a:lnTo>
                  <a:lnTo>
                    <a:pt x="1539446" y="42735"/>
                  </a:lnTo>
                  <a:lnTo>
                    <a:pt x="1531631" y="42656"/>
                  </a:lnTo>
                  <a:lnTo>
                    <a:pt x="1523817" y="42576"/>
                  </a:lnTo>
                  <a:lnTo>
                    <a:pt x="1516003" y="42494"/>
                  </a:lnTo>
                  <a:lnTo>
                    <a:pt x="1508188" y="42406"/>
                  </a:lnTo>
                  <a:lnTo>
                    <a:pt x="1500374" y="42253"/>
                  </a:lnTo>
                  <a:lnTo>
                    <a:pt x="1492559" y="42099"/>
                  </a:lnTo>
                  <a:lnTo>
                    <a:pt x="1484745" y="41942"/>
                  </a:lnTo>
                  <a:lnTo>
                    <a:pt x="1476930" y="41782"/>
                  </a:lnTo>
                  <a:lnTo>
                    <a:pt x="1469116" y="41592"/>
                  </a:lnTo>
                  <a:lnTo>
                    <a:pt x="1461301" y="41400"/>
                  </a:lnTo>
                  <a:lnTo>
                    <a:pt x="1453487" y="41206"/>
                  </a:lnTo>
                  <a:lnTo>
                    <a:pt x="1445672" y="41011"/>
                  </a:lnTo>
                  <a:lnTo>
                    <a:pt x="1437858" y="40853"/>
                  </a:lnTo>
                  <a:lnTo>
                    <a:pt x="1430044" y="40707"/>
                  </a:lnTo>
                  <a:lnTo>
                    <a:pt x="1422229" y="40560"/>
                  </a:lnTo>
                  <a:lnTo>
                    <a:pt x="1414415" y="40411"/>
                  </a:lnTo>
                  <a:lnTo>
                    <a:pt x="1406600" y="40262"/>
                  </a:lnTo>
                  <a:lnTo>
                    <a:pt x="1398786" y="40112"/>
                  </a:lnTo>
                  <a:lnTo>
                    <a:pt x="1390971" y="39958"/>
                  </a:lnTo>
                  <a:lnTo>
                    <a:pt x="1383157" y="39784"/>
                  </a:lnTo>
                  <a:lnTo>
                    <a:pt x="1375342" y="39609"/>
                  </a:lnTo>
                  <a:lnTo>
                    <a:pt x="1367528" y="39431"/>
                  </a:lnTo>
                  <a:lnTo>
                    <a:pt x="1359714" y="39209"/>
                  </a:lnTo>
                  <a:lnTo>
                    <a:pt x="1351899" y="38959"/>
                  </a:lnTo>
                  <a:lnTo>
                    <a:pt x="1344085" y="38710"/>
                  </a:lnTo>
                  <a:lnTo>
                    <a:pt x="1336270" y="38459"/>
                  </a:lnTo>
                  <a:lnTo>
                    <a:pt x="1328456" y="38297"/>
                  </a:lnTo>
                  <a:lnTo>
                    <a:pt x="1320641" y="38137"/>
                  </a:lnTo>
                  <a:lnTo>
                    <a:pt x="1312827" y="37976"/>
                  </a:lnTo>
                  <a:lnTo>
                    <a:pt x="1305012" y="37813"/>
                  </a:lnTo>
                  <a:lnTo>
                    <a:pt x="1297198" y="37648"/>
                  </a:lnTo>
                  <a:lnTo>
                    <a:pt x="1289384" y="37481"/>
                  </a:lnTo>
                  <a:lnTo>
                    <a:pt x="1281569" y="37312"/>
                  </a:lnTo>
                  <a:lnTo>
                    <a:pt x="1273755" y="37142"/>
                  </a:lnTo>
                  <a:lnTo>
                    <a:pt x="1265940" y="36970"/>
                  </a:lnTo>
                  <a:lnTo>
                    <a:pt x="1258126" y="36784"/>
                  </a:lnTo>
                  <a:lnTo>
                    <a:pt x="1250311" y="36584"/>
                  </a:lnTo>
                  <a:lnTo>
                    <a:pt x="1242497" y="36382"/>
                  </a:lnTo>
                  <a:lnTo>
                    <a:pt x="1234682" y="36178"/>
                  </a:lnTo>
                  <a:lnTo>
                    <a:pt x="1226868" y="35973"/>
                  </a:lnTo>
                  <a:lnTo>
                    <a:pt x="1219053" y="35763"/>
                  </a:lnTo>
                  <a:lnTo>
                    <a:pt x="1211239" y="35509"/>
                  </a:lnTo>
                  <a:lnTo>
                    <a:pt x="1203425" y="35213"/>
                  </a:lnTo>
                  <a:lnTo>
                    <a:pt x="1195610" y="34941"/>
                  </a:lnTo>
                  <a:lnTo>
                    <a:pt x="1187796" y="34777"/>
                  </a:lnTo>
                  <a:lnTo>
                    <a:pt x="1179981" y="34612"/>
                  </a:lnTo>
                  <a:lnTo>
                    <a:pt x="1172167" y="34446"/>
                  </a:lnTo>
                  <a:lnTo>
                    <a:pt x="1164352" y="34259"/>
                  </a:lnTo>
                  <a:lnTo>
                    <a:pt x="1156538" y="33946"/>
                  </a:lnTo>
                  <a:lnTo>
                    <a:pt x="1148723" y="33646"/>
                  </a:lnTo>
                  <a:lnTo>
                    <a:pt x="1140909" y="33462"/>
                  </a:lnTo>
                  <a:lnTo>
                    <a:pt x="1133095" y="33275"/>
                  </a:lnTo>
                  <a:lnTo>
                    <a:pt x="1125280" y="33069"/>
                  </a:lnTo>
                  <a:lnTo>
                    <a:pt x="1117466" y="32779"/>
                  </a:lnTo>
                  <a:lnTo>
                    <a:pt x="1109651" y="32549"/>
                  </a:lnTo>
                  <a:lnTo>
                    <a:pt x="1101837" y="32357"/>
                  </a:lnTo>
                  <a:lnTo>
                    <a:pt x="1094022" y="32164"/>
                  </a:lnTo>
                  <a:lnTo>
                    <a:pt x="1086208" y="31958"/>
                  </a:lnTo>
                  <a:lnTo>
                    <a:pt x="1078393" y="31718"/>
                  </a:lnTo>
                  <a:lnTo>
                    <a:pt x="1070579" y="31469"/>
                  </a:lnTo>
                  <a:lnTo>
                    <a:pt x="1062765" y="31202"/>
                  </a:lnTo>
                  <a:lnTo>
                    <a:pt x="1054950" y="30930"/>
                  </a:lnTo>
                  <a:lnTo>
                    <a:pt x="1047136" y="30655"/>
                  </a:lnTo>
                  <a:lnTo>
                    <a:pt x="1039321" y="30376"/>
                  </a:lnTo>
                  <a:lnTo>
                    <a:pt x="1031507" y="30092"/>
                  </a:lnTo>
                  <a:lnTo>
                    <a:pt x="1023692" y="29805"/>
                  </a:lnTo>
                  <a:lnTo>
                    <a:pt x="1015878" y="29567"/>
                  </a:lnTo>
                  <a:lnTo>
                    <a:pt x="1008063" y="29334"/>
                  </a:lnTo>
                  <a:lnTo>
                    <a:pt x="1000249" y="29098"/>
                  </a:lnTo>
                  <a:lnTo>
                    <a:pt x="992434" y="28912"/>
                  </a:lnTo>
                  <a:lnTo>
                    <a:pt x="984620" y="28633"/>
                  </a:lnTo>
                  <a:lnTo>
                    <a:pt x="976806" y="28356"/>
                  </a:lnTo>
                  <a:lnTo>
                    <a:pt x="968991" y="28062"/>
                  </a:lnTo>
                  <a:lnTo>
                    <a:pt x="961177" y="27773"/>
                  </a:lnTo>
                  <a:lnTo>
                    <a:pt x="953362" y="27484"/>
                  </a:lnTo>
                  <a:lnTo>
                    <a:pt x="945548" y="27246"/>
                  </a:lnTo>
                  <a:lnTo>
                    <a:pt x="937733" y="27014"/>
                  </a:lnTo>
                  <a:lnTo>
                    <a:pt x="929919" y="26766"/>
                  </a:lnTo>
                  <a:lnTo>
                    <a:pt x="922104" y="26486"/>
                  </a:lnTo>
                  <a:lnTo>
                    <a:pt x="914290" y="26204"/>
                  </a:lnTo>
                  <a:lnTo>
                    <a:pt x="906476" y="25919"/>
                  </a:lnTo>
                  <a:lnTo>
                    <a:pt x="898661" y="25631"/>
                  </a:lnTo>
                  <a:lnTo>
                    <a:pt x="890847" y="25341"/>
                  </a:lnTo>
                  <a:lnTo>
                    <a:pt x="883032" y="25049"/>
                  </a:lnTo>
                  <a:lnTo>
                    <a:pt x="875218" y="24778"/>
                  </a:lnTo>
                  <a:lnTo>
                    <a:pt x="867403" y="24508"/>
                  </a:lnTo>
                  <a:lnTo>
                    <a:pt x="859589" y="24234"/>
                  </a:lnTo>
                  <a:lnTo>
                    <a:pt x="851774" y="23957"/>
                  </a:lnTo>
                  <a:lnTo>
                    <a:pt x="843960" y="23681"/>
                  </a:lnTo>
                  <a:lnTo>
                    <a:pt x="836145" y="23481"/>
                  </a:lnTo>
                  <a:lnTo>
                    <a:pt x="828331" y="23124"/>
                  </a:lnTo>
                  <a:lnTo>
                    <a:pt x="820517" y="22841"/>
                  </a:lnTo>
                  <a:lnTo>
                    <a:pt x="812702" y="22552"/>
                  </a:lnTo>
                  <a:lnTo>
                    <a:pt x="804888" y="22242"/>
                  </a:lnTo>
                  <a:lnTo>
                    <a:pt x="797073" y="21974"/>
                  </a:lnTo>
                  <a:lnTo>
                    <a:pt x="789259" y="21681"/>
                  </a:lnTo>
                  <a:lnTo>
                    <a:pt x="781444" y="21385"/>
                  </a:lnTo>
                  <a:lnTo>
                    <a:pt x="773630" y="21071"/>
                  </a:lnTo>
                  <a:lnTo>
                    <a:pt x="765815" y="20787"/>
                  </a:lnTo>
                  <a:lnTo>
                    <a:pt x="758001" y="20472"/>
                  </a:lnTo>
                  <a:lnTo>
                    <a:pt x="750187" y="20100"/>
                  </a:lnTo>
                  <a:lnTo>
                    <a:pt x="742372" y="19726"/>
                  </a:lnTo>
                  <a:lnTo>
                    <a:pt x="734558" y="19348"/>
                  </a:lnTo>
                  <a:lnTo>
                    <a:pt x="726743" y="19063"/>
                  </a:lnTo>
                  <a:lnTo>
                    <a:pt x="718929" y="18794"/>
                  </a:lnTo>
                  <a:lnTo>
                    <a:pt x="711114" y="18583"/>
                  </a:lnTo>
                  <a:lnTo>
                    <a:pt x="703300" y="18211"/>
                  </a:lnTo>
                  <a:lnTo>
                    <a:pt x="695485" y="17917"/>
                  </a:lnTo>
                  <a:lnTo>
                    <a:pt x="687671" y="17687"/>
                  </a:lnTo>
                  <a:lnTo>
                    <a:pt x="679857" y="17436"/>
                  </a:lnTo>
                  <a:lnTo>
                    <a:pt x="672042" y="17080"/>
                  </a:lnTo>
                  <a:lnTo>
                    <a:pt x="664228" y="16683"/>
                  </a:lnTo>
                  <a:lnTo>
                    <a:pt x="656413" y="16323"/>
                  </a:lnTo>
                  <a:lnTo>
                    <a:pt x="648599" y="15980"/>
                  </a:lnTo>
                  <a:lnTo>
                    <a:pt x="640784" y="15700"/>
                  </a:lnTo>
                  <a:lnTo>
                    <a:pt x="632970" y="15379"/>
                  </a:lnTo>
                  <a:lnTo>
                    <a:pt x="625155" y="15068"/>
                  </a:lnTo>
                  <a:lnTo>
                    <a:pt x="617341" y="14803"/>
                  </a:lnTo>
                  <a:lnTo>
                    <a:pt x="609526" y="14544"/>
                  </a:lnTo>
                  <a:lnTo>
                    <a:pt x="601712" y="14284"/>
                  </a:lnTo>
                  <a:lnTo>
                    <a:pt x="593898" y="14014"/>
                  </a:lnTo>
                  <a:lnTo>
                    <a:pt x="586083" y="13846"/>
                  </a:lnTo>
                  <a:lnTo>
                    <a:pt x="578269" y="13623"/>
                  </a:lnTo>
                  <a:lnTo>
                    <a:pt x="570454" y="13347"/>
                  </a:lnTo>
                  <a:lnTo>
                    <a:pt x="562640" y="13143"/>
                  </a:lnTo>
                  <a:lnTo>
                    <a:pt x="554825" y="12891"/>
                  </a:lnTo>
                  <a:lnTo>
                    <a:pt x="547011" y="12545"/>
                  </a:lnTo>
                  <a:lnTo>
                    <a:pt x="539196" y="12279"/>
                  </a:lnTo>
                  <a:lnTo>
                    <a:pt x="531382" y="12108"/>
                  </a:lnTo>
                  <a:lnTo>
                    <a:pt x="523568" y="11819"/>
                  </a:lnTo>
                  <a:lnTo>
                    <a:pt x="515753" y="11480"/>
                  </a:lnTo>
                  <a:lnTo>
                    <a:pt x="507939" y="11122"/>
                  </a:lnTo>
                  <a:lnTo>
                    <a:pt x="500124" y="10728"/>
                  </a:lnTo>
                  <a:lnTo>
                    <a:pt x="492310" y="10384"/>
                  </a:lnTo>
                  <a:lnTo>
                    <a:pt x="484495" y="10081"/>
                  </a:lnTo>
                  <a:lnTo>
                    <a:pt x="476681" y="9869"/>
                  </a:lnTo>
                  <a:lnTo>
                    <a:pt x="468866" y="9560"/>
                  </a:lnTo>
                  <a:lnTo>
                    <a:pt x="461052" y="9444"/>
                  </a:lnTo>
                  <a:lnTo>
                    <a:pt x="453238" y="9231"/>
                  </a:lnTo>
                  <a:lnTo>
                    <a:pt x="445423" y="8819"/>
                  </a:lnTo>
                  <a:lnTo>
                    <a:pt x="437609" y="8617"/>
                  </a:lnTo>
                  <a:lnTo>
                    <a:pt x="429794" y="8384"/>
                  </a:lnTo>
                  <a:lnTo>
                    <a:pt x="421980" y="8158"/>
                  </a:lnTo>
                  <a:lnTo>
                    <a:pt x="414165" y="8036"/>
                  </a:lnTo>
                  <a:lnTo>
                    <a:pt x="406351" y="7919"/>
                  </a:lnTo>
                  <a:lnTo>
                    <a:pt x="398536" y="7653"/>
                  </a:lnTo>
                  <a:lnTo>
                    <a:pt x="390722" y="7451"/>
                  </a:lnTo>
                  <a:lnTo>
                    <a:pt x="382907" y="7198"/>
                  </a:lnTo>
                  <a:lnTo>
                    <a:pt x="375093" y="6972"/>
                  </a:lnTo>
                  <a:lnTo>
                    <a:pt x="367279" y="6762"/>
                  </a:lnTo>
                  <a:lnTo>
                    <a:pt x="359464" y="6549"/>
                  </a:lnTo>
                  <a:lnTo>
                    <a:pt x="351650" y="6335"/>
                  </a:lnTo>
                  <a:lnTo>
                    <a:pt x="343835" y="6152"/>
                  </a:lnTo>
                  <a:lnTo>
                    <a:pt x="336021" y="5926"/>
                  </a:lnTo>
                  <a:lnTo>
                    <a:pt x="328206" y="5698"/>
                  </a:lnTo>
                  <a:lnTo>
                    <a:pt x="320392" y="5469"/>
                  </a:lnTo>
                  <a:lnTo>
                    <a:pt x="312577" y="5293"/>
                  </a:lnTo>
                  <a:lnTo>
                    <a:pt x="304763" y="5066"/>
                  </a:lnTo>
                  <a:lnTo>
                    <a:pt x="296949" y="4828"/>
                  </a:lnTo>
                  <a:lnTo>
                    <a:pt x="289134" y="4581"/>
                  </a:lnTo>
                  <a:lnTo>
                    <a:pt x="281320" y="4338"/>
                  </a:lnTo>
                  <a:lnTo>
                    <a:pt x="273505" y="4175"/>
                  </a:lnTo>
                  <a:lnTo>
                    <a:pt x="265691" y="3992"/>
                  </a:lnTo>
                  <a:lnTo>
                    <a:pt x="257876" y="3938"/>
                  </a:lnTo>
                  <a:lnTo>
                    <a:pt x="250062" y="3724"/>
                  </a:lnTo>
                  <a:lnTo>
                    <a:pt x="242247" y="3605"/>
                  </a:lnTo>
                  <a:lnTo>
                    <a:pt x="234433" y="3515"/>
                  </a:lnTo>
                  <a:lnTo>
                    <a:pt x="226619" y="3420"/>
                  </a:lnTo>
                  <a:lnTo>
                    <a:pt x="218804" y="3391"/>
                  </a:lnTo>
                  <a:lnTo>
                    <a:pt x="210990" y="3339"/>
                  </a:lnTo>
                  <a:lnTo>
                    <a:pt x="203175" y="3197"/>
                  </a:lnTo>
                  <a:lnTo>
                    <a:pt x="195361" y="3041"/>
                  </a:lnTo>
                  <a:lnTo>
                    <a:pt x="187546" y="2806"/>
                  </a:lnTo>
                  <a:lnTo>
                    <a:pt x="179732" y="2669"/>
                  </a:lnTo>
                  <a:lnTo>
                    <a:pt x="171917" y="2613"/>
                  </a:lnTo>
                  <a:lnTo>
                    <a:pt x="164103" y="2295"/>
                  </a:lnTo>
                  <a:lnTo>
                    <a:pt x="156288" y="2123"/>
                  </a:lnTo>
                  <a:lnTo>
                    <a:pt x="148474" y="1996"/>
                  </a:lnTo>
                  <a:lnTo>
                    <a:pt x="140660" y="1858"/>
                  </a:lnTo>
                  <a:lnTo>
                    <a:pt x="132845" y="1550"/>
                  </a:lnTo>
                  <a:lnTo>
                    <a:pt x="125031" y="1475"/>
                  </a:lnTo>
                  <a:lnTo>
                    <a:pt x="117216" y="1481"/>
                  </a:lnTo>
                  <a:lnTo>
                    <a:pt x="109402" y="1451"/>
                  </a:lnTo>
                  <a:lnTo>
                    <a:pt x="101587" y="1292"/>
                  </a:lnTo>
                  <a:lnTo>
                    <a:pt x="93773" y="1169"/>
                  </a:lnTo>
                  <a:lnTo>
                    <a:pt x="85958" y="1018"/>
                  </a:lnTo>
                  <a:lnTo>
                    <a:pt x="78144" y="871"/>
                  </a:lnTo>
                  <a:lnTo>
                    <a:pt x="70330" y="724"/>
                  </a:lnTo>
                  <a:lnTo>
                    <a:pt x="62515" y="622"/>
                  </a:lnTo>
                  <a:lnTo>
                    <a:pt x="54701" y="512"/>
                  </a:lnTo>
                  <a:lnTo>
                    <a:pt x="46886" y="340"/>
                  </a:lnTo>
                  <a:lnTo>
                    <a:pt x="39072" y="224"/>
                  </a:lnTo>
                  <a:lnTo>
                    <a:pt x="31257" y="186"/>
                  </a:lnTo>
                  <a:lnTo>
                    <a:pt x="23443" y="145"/>
                  </a:lnTo>
                  <a:lnTo>
                    <a:pt x="15628" y="104"/>
                  </a:lnTo>
                  <a:lnTo>
                    <a:pt x="7814" y="6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1223067" y="4345441"/>
              <a:ext cx="2023942" cy="361723"/>
            </a:xfrm>
            <a:custGeom>
              <a:avLst/>
              <a:pathLst>
                <a:path w="2023942" h="361723">
                  <a:moveTo>
                    <a:pt x="0" y="182011"/>
                  </a:moveTo>
                  <a:lnTo>
                    <a:pt x="7814" y="182875"/>
                  </a:lnTo>
                  <a:lnTo>
                    <a:pt x="15628" y="184196"/>
                  </a:lnTo>
                  <a:lnTo>
                    <a:pt x="23443" y="185817"/>
                  </a:lnTo>
                  <a:lnTo>
                    <a:pt x="31257" y="187295"/>
                  </a:lnTo>
                  <a:lnTo>
                    <a:pt x="39072" y="188498"/>
                  </a:lnTo>
                  <a:lnTo>
                    <a:pt x="46886" y="189175"/>
                  </a:lnTo>
                  <a:lnTo>
                    <a:pt x="54701" y="190983"/>
                  </a:lnTo>
                  <a:lnTo>
                    <a:pt x="62515" y="192085"/>
                  </a:lnTo>
                  <a:lnTo>
                    <a:pt x="70330" y="193385"/>
                  </a:lnTo>
                  <a:lnTo>
                    <a:pt x="78144" y="193594"/>
                  </a:lnTo>
                  <a:lnTo>
                    <a:pt x="85958" y="195041"/>
                  </a:lnTo>
                  <a:lnTo>
                    <a:pt x="93773" y="195468"/>
                  </a:lnTo>
                  <a:lnTo>
                    <a:pt x="101587" y="196399"/>
                  </a:lnTo>
                  <a:lnTo>
                    <a:pt x="109402" y="197220"/>
                  </a:lnTo>
                  <a:lnTo>
                    <a:pt x="117216" y="197588"/>
                  </a:lnTo>
                  <a:lnTo>
                    <a:pt x="125031" y="198240"/>
                  </a:lnTo>
                  <a:lnTo>
                    <a:pt x="132845" y="198946"/>
                  </a:lnTo>
                  <a:lnTo>
                    <a:pt x="140660" y="199059"/>
                  </a:lnTo>
                  <a:lnTo>
                    <a:pt x="148474" y="199200"/>
                  </a:lnTo>
                  <a:lnTo>
                    <a:pt x="156288" y="199449"/>
                  </a:lnTo>
                  <a:lnTo>
                    <a:pt x="164103" y="200116"/>
                  </a:lnTo>
                  <a:lnTo>
                    <a:pt x="171917" y="200974"/>
                  </a:lnTo>
                  <a:lnTo>
                    <a:pt x="179732" y="201879"/>
                  </a:lnTo>
                  <a:lnTo>
                    <a:pt x="187546" y="202043"/>
                  </a:lnTo>
                  <a:lnTo>
                    <a:pt x="195361" y="201926"/>
                  </a:lnTo>
                  <a:lnTo>
                    <a:pt x="203175" y="202561"/>
                  </a:lnTo>
                  <a:lnTo>
                    <a:pt x="210990" y="202677"/>
                  </a:lnTo>
                  <a:lnTo>
                    <a:pt x="218804" y="202193"/>
                  </a:lnTo>
                  <a:lnTo>
                    <a:pt x="226619" y="202041"/>
                  </a:lnTo>
                  <a:lnTo>
                    <a:pt x="234433" y="202680"/>
                  </a:lnTo>
                  <a:lnTo>
                    <a:pt x="242247" y="202934"/>
                  </a:lnTo>
                  <a:lnTo>
                    <a:pt x="250062" y="203193"/>
                  </a:lnTo>
                  <a:lnTo>
                    <a:pt x="257876" y="203541"/>
                  </a:lnTo>
                  <a:lnTo>
                    <a:pt x="265691" y="203493"/>
                  </a:lnTo>
                  <a:lnTo>
                    <a:pt x="273505" y="202511"/>
                  </a:lnTo>
                  <a:lnTo>
                    <a:pt x="281320" y="202741"/>
                  </a:lnTo>
                  <a:lnTo>
                    <a:pt x="289134" y="202617"/>
                  </a:lnTo>
                  <a:lnTo>
                    <a:pt x="296949" y="201280"/>
                  </a:lnTo>
                  <a:lnTo>
                    <a:pt x="304763" y="201075"/>
                  </a:lnTo>
                  <a:lnTo>
                    <a:pt x="312577" y="201549"/>
                  </a:lnTo>
                  <a:lnTo>
                    <a:pt x="320392" y="201220"/>
                  </a:lnTo>
                  <a:lnTo>
                    <a:pt x="328206" y="200456"/>
                  </a:lnTo>
                  <a:lnTo>
                    <a:pt x="336021" y="200701"/>
                  </a:lnTo>
                  <a:lnTo>
                    <a:pt x="343835" y="201041"/>
                  </a:lnTo>
                  <a:lnTo>
                    <a:pt x="351650" y="201006"/>
                  </a:lnTo>
                  <a:lnTo>
                    <a:pt x="359464" y="200761"/>
                  </a:lnTo>
                  <a:lnTo>
                    <a:pt x="367279" y="199880"/>
                  </a:lnTo>
                  <a:lnTo>
                    <a:pt x="375093" y="200439"/>
                  </a:lnTo>
                  <a:lnTo>
                    <a:pt x="382907" y="200039"/>
                  </a:lnTo>
                  <a:lnTo>
                    <a:pt x="390722" y="198658"/>
                  </a:lnTo>
                  <a:lnTo>
                    <a:pt x="398536" y="198408"/>
                  </a:lnTo>
                  <a:lnTo>
                    <a:pt x="406351" y="198188"/>
                  </a:lnTo>
                  <a:lnTo>
                    <a:pt x="414165" y="196745"/>
                  </a:lnTo>
                  <a:lnTo>
                    <a:pt x="421980" y="196550"/>
                  </a:lnTo>
                  <a:lnTo>
                    <a:pt x="429794" y="196366"/>
                  </a:lnTo>
                  <a:lnTo>
                    <a:pt x="437609" y="196181"/>
                  </a:lnTo>
                  <a:lnTo>
                    <a:pt x="445423" y="195996"/>
                  </a:lnTo>
                  <a:lnTo>
                    <a:pt x="453238" y="195406"/>
                  </a:lnTo>
                  <a:lnTo>
                    <a:pt x="461052" y="194784"/>
                  </a:lnTo>
                  <a:lnTo>
                    <a:pt x="468866" y="194139"/>
                  </a:lnTo>
                  <a:lnTo>
                    <a:pt x="476681" y="193678"/>
                  </a:lnTo>
                  <a:lnTo>
                    <a:pt x="484495" y="192865"/>
                  </a:lnTo>
                  <a:lnTo>
                    <a:pt x="492310" y="192329"/>
                  </a:lnTo>
                  <a:lnTo>
                    <a:pt x="500124" y="191548"/>
                  </a:lnTo>
                  <a:lnTo>
                    <a:pt x="507939" y="190946"/>
                  </a:lnTo>
                  <a:lnTo>
                    <a:pt x="515753" y="190304"/>
                  </a:lnTo>
                  <a:lnTo>
                    <a:pt x="523568" y="189643"/>
                  </a:lnTo>
                  <a:lnTo>
                    <a:pt x="531382" y="188393"/>
                  </a:lnTo>
                  <a:lnTo>
                    <a:pt x="539196" y="186759"/>
                  </a:lnTo>
                  <a:lnTo>
                    <a:pt x="547011" y="185125"/>
                  </a:lnTo>
                  <a:lnTo>
                    <a:pt x="554825" y="184790"/>
                  </a:lnTo>
                  <a:lnTo>
                    <a:pt x="562640" y="183390"/>
                  </a:lnTo>
                  <a:lnTo>
                    <a:pt x="570454" y="181987"/>
                  </a:lnTo>
                  <a:lnTo>
                    <a:pt x="578269" y="180812"/>
                  </a:lnTo>
                  <a:lnTo>
                    <a:pt x="586083" y="180584"/>
                  </a:lnTo>
                  <a:lnTo>
                    <a:pt x="593898" y="180816"/>
                  </a:lnTo>
                  <a:lnTo>
                    <a:pt x="601712" y="179931"/>
                  </a:lnTo>
                  <a:lnTo>
                    <a:pt x="609526" y="178858"/>
                  </a:lnTo>
                  <a:lnTo>
                    <a:pt x="617341" y="177660"/>
                  </a:lnTo>
                  <a:lnTo>
                    <a:pt x="625155" y="176509"/>
                  </a:lnTo>
                  <a:lnTo>
                    <a:pt x="632970" y="175359"/>
                  </a:lnTo>
                  <a:lnTo>
                    <a:pt x="640784" y="174226"/>
                  </a:lnTo>
                  <a:lnTo>
                    <a:pt x="648599" y="173311"/>
                  </a:lnTo>
                  <a:lnTo>
                    <a:pt x="656413" y="171811"/>
                  </a:lnTo>
                  <a:lnTo>
                    <a:pt x="664228" y="170753"/>
                  </a:lnTo>
                  <a:lnTo>
                    <a:pt x="672042" y="169586"/>
                  </a:lnTo>
                  <a:lnTo>
                    <a:pt x="679857" y="168268"/>
                  </a:lnTo>
                  <a:lnTo>
                    <a:pt x="687671" y="166812"/>
                  </a:lnTo>
                  <a:lnTo>
                    <a:pt x="695485" y="165918"/>
                  </a:lnTo>
                  <a:lnTo>
                    <a:pt x="703300" y="164920"/>
                  </a:lnTo>
                  <a:lnTo>
                    <a:pt x="711114" y="163883"/>
                  </a:lnTo>
                  <a:lnTo>
                    <a:pt x="718929" y="163461"/>
                  </a:lnTo>
                  <a:lnTo>
                    <a:pt x="726743" y="162870"/>
                  </a:lnTo>
                  <a:lnTo>
                    <a:pt x="734558" y="161076"/>
                  </a:lnTo>
                  <a:lnTo>
                    <a:pt x="742372" y="159425"/>
                  </a:lnTo>
                  <a:lnTo>
                    <a:pt x="750187" y="158694"/>
                  </a:lnTo>
                  <a:lnTo>
                    <a:pt x="758001" y="157968"/>
                  </a:lnTo>
                  <a:lnTo>
                    <a:pt x="765815" y="157242"/>
                  </a:lnTo>
                  <a:lnTo>
                    <a:pt x="773630" y="155597"/>
                  </a:lnTo>
                  <a:lnTo>
                    <a:pt x="781444" y="153916"/>
                  </a:lnTo>
                  <a:lnTo>
                    <a:pt x="789259" y="152235"/>
                  </a:lnTo>
                  <a:lnTo>
                    <a:pt x="797073" y="150958"/>
                  </a:lnTo>
                  <a:lnTo>
                    <a:pt x="804888" y="150022"/>
                  </a:lnTo>
                  <a:lnTo>
                    <a:pt x="812702" y="149301"/>
                  </a:lnTo>
                  <a:lnTo>
                    <a:pt x="820517" y="148580"/>
                  </a:lnTo>
                  <a:lnTo>
                    <a:pt x="828331" y="147858"/>
                  </a:lnTo>
                  <a:lnTo>
                    <a:pt x="836145" y="146817"/>
                  </a:lnTo>
                  <a:lnTo>
                    <a:pt x="843960" y="145318"/>
                  </a:lnTo>
                  <a:lnTo>
                    <a:pt x="851774" y="143819"/>
                  </a:lnTo>
                  <a:lnTo>
                    <a:pt x="859589" y="142417"/>
                  </a:lnTo>
                  <a:lnTo>
                    <a:pt x="867403" y="141342"/>
                  </a:lnTo>
                  <a:lnTo>
                    <a:pt x="875218" y="140267"/>
                  </a:lnTo>
                  <a:lnTo>
                    <a:pt x="883032" y="139192"/>
                  </a:lnTo>
                  <a:lnTo>
                    <a:pt x="890847" y="138126"/>
                  </a:lnTo>
                  <a:lnTo>
                    <a:pt x="898661" y="137062"/>
                  </a:lnTo>
                  <a:lnTo>
                    <a:pt x="906476" y="136000"/>
                  </a:lnTo>
                  <a:lnTo>
                    <a:pt x="914290" y="134725"/>
                  </a:lnTo>
                  <a:lnTo>
                    <a:pt x="922104" y="133280"/>
                  </a:lnTo>
                  <a:lnTo>
                    <a:pt x="929919" y="131836"/>
                  </a:lnTo>
                  <a:lnTo>
                    <a:pt x="937733" y="130506"/>
                  </a:lnTo>
                  <a:lnTo>
                    <a:pt x="945548" y="129573"/>
                  </a:lnTo>
                  <a:lnTo>
                    <a:pt x="953362" y="128641"/>
                  </a:lnTo>
                  <a:lnTo>
                    <a:pt x="961177" y="127693"/>
                  </a:lnTo>
                  <a:lnTo>
                    <a:pt x="968991" y="125923"/>
                  </a:lnTo>
                  <a:lnTo>
                    <a:pt x="976806" y="124158"/>
                  </a:lnTo>
                  <a:lnTo>
                    <a:pt x="984620" y="122430"/>
                  </a:lnTo>
                  <a:lnTo>
                    <a:pt x="992434" y="122036"/>
                  </a:lnTo>
                  <a:lnTo>
                    <a:pt x="1000249" y="121009"/>
                  </a:lnTo>
                  <a:lnTo>
                    <a:pt x="1008063" y="120280"/>
                  </a:lnTo>
                  <a:lnTo>
                    <a:pt x="1015878" y="119553"/>
                  </a:lnTo>
                  <a:lnTo>
                    <a:pt x="1023692" y="118330"/>
                  </a:lnTo>
                  <a:lnTo>
                    <a:pt x="1031507" y="116631"/>
                  </a:lnTo>
                  <a:lnTo>
                    <a:pt x="1039321" y="115999"/>
                  </a:lnTo>
                  <a:lnTo>
                    <a:pt x="1047136" y="115369"/>
                  </a:lnTo>
                  <a:lnTo>
                    <a:pt x="1054950" y="114754"/>
                  </a:lnTo>
                  <a:lnTo>
                    <a:pt x="1062765" y="114141"/>
                  </a:lnTo>
                  <a:lnTo>
                    <a:pt x="1070579" y="113529"/>
                  </a:lnTo>
                  <a:lnTo>
                    <a:pt x="1078393" y="112829"/>
                  </a:lnTo>
                  <a:lnTo>
                    <a:pt x="1086208" y="111643"/>
                  </a:lnTo>
                  <a:lnTo>
                    <a:pt x="1094022" y="110467"/>
                  </a:lnTo>
                  <a:lnTo>
                    <a:pt x="1101837" y="109294"/>
                  </a:lnTo>
                  <a:lnTo>
                    <a:pt x="1109651" y="108124"/>
                  </a:lnTo>
                  <a:lnTo>
                    <a:pt x="1117466" y="106957"/>
                  </a:lnTo>
                  <a:lnTo>
                    <a:pt x="1125280" y="105793"/>
                  </a:lnTo>
                  <a:lnTo>
                    <a:pt x="1133095" y="104633"/>
                  </a:lnTo>
                  <a:lnTo>
                    <a:pt x="1140909" y="103476"/>
                  </a:lnTo>
                  <a:lnTo>
                    <a:pt x="1148723" y="102322"/>
                  </a:lnTo>
                  <a:lnTo>
                    <a:pt x="1156538" y="101589"/>
                  </a:lnTo>
                  <a:lnTo>
                    <a:pt x="1164352" y="100887"/>
                  </a:lnTo>
                  <a:lnTo>
                    <a:pt x="1172167" y="99609"/>
                  </a:lnTo>
                  <a:lnTo>
                    <a:pt x="1179981" y="98328"/>
                  </a:lnTo>
                  <a:lnTo>
                    <a:pt x="1187796" y="96726"/>
                  </a:lnTo>
                  <a:lnTo>
                    <a:pt x="1195610" y="95393"/>
                  </a:lnTo>
                  <a:lnTo>
                    <a:pt x="1203425" y="94241"/>
                  </a:lnTo>
                  <a:lnTo>
                    <a:pt x="1211239" y="93046"/>
                  </a:lnTo>
                  <a:lnTo>
                    <a:pt x="1219053" y="91568"/>
                  </a:lnTo>
                  <a:lnTo>
                    <a:pt x="1226868" y="90095"/>
                  </a:lnTo>
                  <a:lnTo>
                    <a:pt x="1234682" y="88636"/>
                  </a:lnTo>
                  <a:lnTo>
                    <a:pt x="1242497" y="87196"/>
                  </a:lnTo>
                  <a:lnTo>
                    <a:pt x="1250311" y="86035"/>
                  </a:lnTo>
                  <a:lnTo>
                    <a:pt x="1258126" y="85303"/>
                  </a:lnTo>
                  <a:lnTo>
                    <a:pt x="1265940" y="84576"/>
                  </a:lnTo>
                  <a:lnTo>
                    <a:pt x="1273755" y="83416"/>
                  </a:lnTo>
                  <a:lnTo>
                    <a:pt x="1281569" y="82216"/>
                  </a:lnTo>
                  <a:lnTo>
                    <a:pt x="1289384" y="81156"/>
                  </a:lnTo>
                  <a:lnTo>
                    <a:pt x="1297198" y="80274"/>
                  </a:lnTo>
                  <a:lnTo>
                    <a:pt x="1305012" y="79397"/>
                  </a:lnTo>
                  <a:lnTo>
                    <a:pt x="1312827" y="78528"/>
                  </a:lnTo>
                  <a:lnTo>
                    <a:pt x="1320641" y="77656"/>
                  </a:lnTo>
                  <a:lnTo>
                    <a:pt x="1328456" y="76598"/>
                  </a:lnTo>
                  <a:lnTo>
                    <a:pt x="1336270" y="75686"/>
                  </a:lnTo>
                  <a:lnTo>
                    <a:pt x="1344085" y="75025"/>
                  </a:lnTo>
                  <a:lnTo>
                    <a:pt x="1351899" y="74256"/>
                  </a:lnTo>
                  <a:lnTo>
                    <a:pt x="1359714" y="73408"/>
                  </a:lnTo>
                  <a:lnTo>
                    <a:pt x="1367528" y="72563"/>
                  </a:lnTo>
                  <a:lnTo>
                    <a:pt x="1375342" y="71441"/>
                  </a:lnTo>
                  <a:lnTo>
                    <a:pt x="1383157" y="70114"/>
                  </a:lnTo>
                  <a:lnTo>
                    <a:pt x="1390971" y="68793"/>
                  </a:lnTo>
                  <a:lnTo>
                    <a:pt x="1398786" y="67477"/>
                  </a:lnTo>
                  <a:lnTo>
                    <a:pt x="1406600" y="66196"/>
                  </a:lnTo>
                  <a:lnTo>
                    <a:pt x="1414415" y="65177"/>
                  </a:lnTo>
                  <a:lnTo>
                    <a:pt x="1422229" y="64163"/>
                  </a:lnTo>
                  <a:lnTo>
                    <a:pt x="1430044" y="63155"/>
                  </a:lnTo>
                  <a:lnTo>
                    <a:pt x="1437858" y="62151"/>
                  </a:lnTo>
                  <a:lnTo>
                    <a:pt x="1445672" y="61154"/>
                  </a:lnTo>
                  <a:lnTo>
                    <a:pt x="1453487" y="60162"/>
                  </a:lnTo>
                  <a:lnTo>
                    <a:pt x="1461301" y="59175"/>
                  </a:lnTo>
                  <a:lnTo>
                    <a:pt x="1469116" y="58195"/>
                  </a:lnTo>
                  <a:lnTo>
                    <a:pt x="1476930" y="57219"/>
                  </a:lnTo>
                  <a:lnTo>
                    <a:pt x="1484745" y="56250"/>
                  </a:lnTo>
                  <a:lnTo>
                    <a:pt x="1492559" y="55265"/>
                  </a:lnTo>
                  <a:lnTo>
                    <a:pt x="1500374" y="54117"/>
                  </a:lnTo>
                  <a:lnTo>
                    <a:pt x="1508188" y="52974"/>
                  </a:lnTo>
                  <a:lnTo>
                    <a:pt x="1516003" y="51838"/>
                  </a:lnTo>
                  <a:lnTo>
                    <a:pt x="1523817" y="50709"/>
                  </a:lnTo>
                  <a:lnTo>
                    <a:pt x="1531631" y="49586"/>
                  </a:lnTo>
                  <a:lnTo>
                    <a:pt x="1539446" y="48558"/>
                  </a:lnTo>
                  <a:lnTo>
                    <a:pt x="1547260" y="47919"/>
                  </a:lnTo>
                  <a:lnTo>
                    <a:pt x="1555075" y="47284"/>
                  </a:lnTo>
                  <a:lnTo>
                    <a:pt x="1562889" y="46283"/>
                  </a:lnTo>
                  <a:lnTo>
                    <a:pt x="1570704" y="44961"/>
                  </a:lnTo>
                  <a:lnTo>
                    <a:pt x="1578518" y="43648"/>
                  </a:lnTo>
                  <a:lnTo>
                    <a:pt x="1586333" y="42344"/>
                  </a:lnTo>
                  <a:lnTo>
                    <a:pt x="1594147" y="41049"/>
                  </a:lnTo>
                  <a:lnTo>
                    <a:pt x="1601961" y="39764"/>
                  </a:lnTo>
                  <a:lnTo>
                    <a:pt x="1609776" y="38608"/>
                  </a:lnTo>
                  <a:lnTo>
                    <a:pt x="1617590" y="37542"/>
                  </a:lnTo>
                  <a:lnTo>
                    <a:pt x="1625405" y="36484"/>
                  </a:lnTo>
                  <a:lnTo>
                    <a:pt x="1633219" y="35432"/>
                  </a:lnTo>
                  <a:lnTo>
                    <a:pt x="1641034" y="34395"/>
                  </a:lnTo>
                  <a:lnTo>
                    <a:pt x="1648848" y="33367"/>
                  </a:lnTo>
                  <a:lnTo>
                    <a:pt x="1656663" y="32347"/>
                  </a:lnTo>
                  <a:lnTo>
                    <a:pt x="1664477" y="31333"/>
                  </a:lnTo>
                  <a:lnTo>
                    <a:pt x="1672291" y="30328"/>
                  </a:lnTo>
                  <a:lnTo>
                    <a:pt x="1680106" y="29481"/>
                  </a:lnTo>
                  <a:lnTo>
                    <a:pt x="1687920" y="28643"/>
                  </a:lnTo>
                  <a:lnTo>
                    <a:pt x="1695735" y="27812"/>
                  </a:lnTo>
                  <a:lnTo>
                    <a:pt x="1703549" y="27041"/>
                  </a:lnTo>
                  <a:lnTo>
                    <a:pt x="1711364" y="26300"/>
                  </a:lnTo>
                  <a:lnTo>
                    <a:pt x="1719178" y="25458"/>
                  </a:lnTo>
                  <a:lnTo>
                    <a:pt x="1726993" y="24532"/>
                  </a:lnTo>
                  <a:lnTo>
                    <a:pt x="1734807" y="23724"/>
                  </a:lnTo>
                  <a:lnTo>
                    <a:pt x="1742622" y="22923"/>
                  </a:lnTo>
                  <a:lnTo>
                    <a:pt x="1750436" y="22128"/>
                  </a:lnTo>
                  <a:lnTo>
                    <a:pt x="1758250" y="21338"/>
                  </a:lnTo>
                  <a:lnTo>
                    <a:pt x="1766065" y="20554"/>
                  </a:lnTo>
                  <a:lnTo>
                    <a:pt x="1773879" y="19775"/>
                  </a:lnTo>
                  <a:lnTo>
                    <a:pt x="1781694" y="19001"/>
                  </a:lnTo>
                  <a:lnTo>
                    <a:pt x="1789508" y="18233"/>
                  </a:lnTo>
                  <a:lnTo>
                    <a:pt x="1797323" y="17471"/>
                  </a:lnTo>
                  <a:lnTo>
                    <a:pt x="1805137" y="16713"/>
                  </a:lnTo>
                  <a:lnTo>
                    <a:pt x="1812952" y="15962"/>
                  </a:lnTo>
                  <a:lnTo>
                    <a:pt x="1820766" y="15215"/>
                  </a:lnTo>
                  <a:lnTo>
                    <a:pt x="1828580" y="14474"/>
                  </a:lnTo>
                  <a:lnTo>
                    <a:pt x="1836395" y="13739"/>
                  </a:lnTo>
                  <a:lnTo>
                    <a:pt x="1844209" y="13008"/>
                  </a:lnTo>
                  <a:lnTo>
                    <a:pt x="1852024" y="12284"/>
                  </a:lnTo>
                  <a:lnTo>
                    <a:pt x="1859838" y="11589"/>
                  </a:lnTo>
                  <a:lnTo>
                    <a:pt x="1867653" y="11034"/>
                  </a:lnTo>
                  <a:lnTo>
                    <a:pt x="1875467" y="10486"/>
                  </a:lnTo>
                  <a:lnTo>
                    <a:pt x="1883282" y="9944"/>
                  </a:lnTo>
                  <a:lnTo>
                    <a:pt x="1891096" y="9407"/>
                  </a:lnTo>
                  <a:lnTo>
                    <a:pt x="1898910" y="8876"/>
                  </a:lnTo>
                  <a:lnTo>
                    <a:pt x="1906725" y="8353"/>
                  </a:lnTo>
                  <a:lnTo>
                    <a:pt x="1914539" y="7842"/>
                  </a:lnTo>
                  <a:lnTo>
                    <a:pt x="1922354" y="7336"/>
                  </a:lnTo>
                  <a:lnTo>
                    <a:pt x="1930168" y="6835"/>
                  </a:lnTo>
                  <a:lnTo>
                    <a:pt x="1937983" y="6369"/>
                  </a:lnTo>
                  <a:lnTo>
                    <a:pt x="1945797" y="6065"/>
                  </a:lnTo>
                  <a:lnTo>
                    <a:pt x="1953612" y="5575"/>
                  </a:lnTo>
                  <a:lnTo>
                    <a:pt x="1961426" y="4980"/>
                  </a:lnTo>
                  <a:lnTo>
                    <a:pt x="1969241" y="4391"/>
                  </a:lnTo>
                  <a:lnTo>
                    <a:pt x="1977055" y="3914"/>
                  </a:lnTo>
                  <a:lnTo>
                    <a:pt x="1984869" y="3442"/>
                  </a:lnTo>
                  <a:lnTo>
                    <a:pt x="1992684" y="2976"/>
                  </a:lnTo>
                  <a:lnTo>
                    <a:pt x="2000498" y="2300"/>
                  </a:lnTo>
                  <a:lnTo>
                    <a:pt x="2008313" y="1525"/>
                  </a:lnTo>
                  <a:lnTo>
                    <a:pt x="2016127" y="769"/>
                  </a:lnTo>
                  <a:lnTo>
                    <a:pt x="2023942" y="0"/>
                  </a:lnTo>
                  <a:lnTo>
                    <a:pt x="2023942" y="361723"/>
                  </a:lnTo>
                  <a:lnTo>
                    <a:pt x="2016127" y="361698"/>
                  </a:lnTo>
                  <a:lnTo>
                    <a:pt x="2008313" y="361673"/>
                  </a:lnTo>
                  <a:lnTo>
                    <a:pt x="2000498" y="361646"/>
                  </a:lnTo>
                  <a:lnTo>
                    <a:pt x="1992684" y="361498"/>
                  </a:lnTo>
                  <a:lnTo>
                    <a:pt x="1984869" y="361345"/>
                  </a:lnTo>
                  <a:lnTo>
                    <a:pt x="1977055" y="361205"/>
                  </a:lnTo>
                  <a:lnTo>
                    <a:pt x="1969241" y="361117"/>
                  </a:lnTo>
                  <a:lnTo>
                    <a:pt x="1961426" y="360971"/>
                  </a:lnTo>
                  <a:lnTo>
                    <a:pt x="1953612" y="360910"/>
                  </a:lnTo>
                  <a:lnTo>
                    <a:pt x="1945797" y="360896"/>
                  </a:lnTo>
                  <a:lnTo>
                    <a:pt x="1937983" y="360883"/>
                  </a:lnTo>
                  <a:lnTo>
                    <a:pt x="1930168" y="360868"/>
                  </a:lnTo>
                  <a:lnTo>
                    <a:pt x="1922354" y="360854"/>
                  </a:lnTo>
                  <a:lnTo>
                    <a:pt x="1914539" y="360839"/>
                  </a:lnTo>
                  <a:lnTo>
                    <a:pt x="1906725" y="360824"/>
                  </a:lnTo>
                  <a:lnTo>
                    <a:pt x="1898910" y="360808"/>
                  </a:lnTo>
                  <a:lnTo>
                    <a:pt x="1891096" y="360792"/>
                  </a:lnTo>
                  <a:lnTo>
                    <a:pt x="1883282" y="360775"/>
                  </a:lnTo>
                  <a:lnTo>
                    <a:pt x="1875467" y="360758"/>
                  </a:lnTo>
                  <a:lnTo>
                    <a:pt x="1867653" y="360741"/>
                  </a:lnTo>
                  <a:lnTo>
                    <a:pt x="1859838" y="360720"/>
                  </a:lnTo>
                  <a:lnTo>
                    <a:pt x="1852024" y="360698"/>
                  </a:lnTo>
                  <a:lnTo>
                    <a:pt x="1844209" y="360677"/>
                  </a:lnTo>
                  <a:lnTo>
                    <a:pt x="1836395" y="360657"/>
                  </a:lnTo>
                  <a:lnTo>
                    <a:pt x="1828580" y="360638"/>
                  </a:lnTo>
                  <a:lnTo>
                    <a:pt x="1820766" y="360564"/>
                  </a:lnTo>
                  <a:lnTo>
                    <a:pt x="1812952" y="360400"/>
                  </a:lnTo>
                  <a:lnTo>
                    <a:pt x="1805137" y="360235"/>
                  </a:lnTo>
                  <a:lnTo>
                    <a:pt x="1797323" y="360068"/>
                  </a:lnTo>
                  <a:lnTo>
                    <a:pt x="1789508" y="359900"/>
                  </a:lnTo>
                  <a:lnTo>
                    <a:pt x="1781694" y="359838"/>
                  </a:lnTo>
                  <a:lnTo>
                    <a:pt x="1773879" y="359799"/>
                  </a:lnTo>
                  <a:lnTo>
                    <a:pt x="1766065" y="359760"/>
                  </a:lnTo>
                  <a:lnTo>
                    <a:pt x="1758250" y="359719"/>
                  </a:lnTo>
                  <a:lnTo>
                    <a:pt x="1750436" y="359678"/>
                  </a:lnTo>
                  <a:lnTo>
                    <a:pt x="1742622" y="359636"/>
                  </a:lnTo>
                  <a:lnTo>
                    <a:pt x="1734807" y="359592"/>
                  </a:lnTo>
                  <a:lnTo>
                    <a:pt x="1726993" y="359543"/>
                  </a:lnTo>
                  <a:lnTo>
                    <a:pt x="1719178" y="359492"/>
                  </a:lnTo>
                  <a:lnTo>
                    <a:pt x="1711364" y="359440"/>
                  </a:lnTo>
                  <a:lnTo>
                    <a:pt x="1703549" y="359293"/>
                  </a:lnTo>
                  <a:lnTo>
                    <a:pt x="1695735" y="359235"/>
                  </a:lnTo>
                  <a:lnTo>
                    <a:pt x="1687920" y="359209"/>
                  </a:lnTo>
                  <a:lnTo>
                    <a:pt x="1680106" y="359182"/>
                  </a:lnTo>
                  <a:lnTo>
                    <a:pt x="1672291" y="359154"/>
                  </a:lnTo>
                  <a:lnTo>
                    <a:pt x="1664477" y="359126"/>
                  </a:lnTo>
                  <a:lnTo>
                    <a:pt x="1656663" y="359000"/>
                  </a:lnTo>
                  <a:lnTo>
                    <a:pt x="1648848" y="358968"/>
                  </a:lnTo>
                  <a:lnTo>
                    <a:pt x="1641034" y="358940"/>
                  </a:lnTo>
                  <a:lnTo>
                    <a:pt x="1633219" y="358912"/>
                  </a:lnTo>
                  <a:lnTo>
                    <a:pt x="1625405" y="358859"/>
                  </a:lnTo>
                  <a:lnTo>
                    <a:pt x="1617590" y="358755"/>
                  </a:lnTo>
                  <a:lnTo>
                    <a:pt x="1609776" y="358528"/>
                  </a:lnTo>
                  <a:lnTo>
                    <a:pt x="1601961" y="358298"/>
                  </a:lnTo>
                  <a:lnTo>
                    <a:pt x="1594147" y="358064"/>
                  </a:lnTo>
                  <a:lnTo>
                    <a:pt x="1586333" y="357946"/>
                  </a:lnTo>
                  <a:lnTo>
                    <a:pt x="1578518" y="357939"/>
                  </a:lnTo>
                  <a:lnTo>
                    <a:pt x="1570704" y="357931"/>
                  </a:lnTo>
                  <a:lnTo>
                    <a:pt x="1562889" y="357923"/>
                  </a:lnTo>
                  <a:lnTo>
                    <a:pt x="1555075" y="357912"/>
                  </a:lnTo>
                  <a:lnTo>
                    <a:pt x="1547260" y="357901"/>
                  </a:lnTo>
                  <a:lnTo>
                    <a:pt x="1539446" y="357758"/>
                  </a:lnTo>
                  <a:lnTo>
                    <a:pt x="1531631" y="357568"/>
                  </a:lnTo>
                  <a:lnTo>
                    <a:pt x="1523817" y="357483"/>
                  </a:lnTo>
                  <a:lnTo>
                    <a:pt x="1516003" y="357228"/>
                  </a:lnTo>
                  <a:lnTo>
                    <a:pt x="1508188" y="357135"/>
                  </a:lnTo>
                  <a:lnTo>
                    <a:pt x="1500374" y="357051"/>
                  </a:lnTo>
                  <a:lnTo>
                    <a:pt x="1492559" y="356876"/>
                  </a:lnTo>
                  <a:lnTo>
                    <a:pt x="1484745" y="356708"/>
                  </a:lnTo>
                  <a:lnTo>
                    <a:pt x="1476930" y="356658"/>
                  </a:lnTo>
                  <a:lnTo>
                    <a:pt x="1469116" y="356607"/>
                  </a:lnTo>
                  <a:lnTo>
                    <a:pt x="1461301" y="356555"/>
                  </a:lnTo>
                  <a:lnTo>
                    <a:pt x="1453487" y="356502"/>
                  </a:lnTo>
                  <a:lnTo>
                    <a:pt x="1445672" y="356447"/>
                  </a:lnTo>
                  <a:lnTo>
                    <a:pt x="1437858" y="356368"/>
                  </a:lnTo>
                  <a:lnTo>
                    <a:pt x="1430044" y="356192"/>
                  </a:lnTo>
                  <a:lnTo>
                    <a:pt x="1422229" y="355995"/>
                  </a:lnTo>
                  <a:lnTo>
                    <a:pt x="1414415" y="355796"/>
                  </a:lnTo>
                  <a:lnTo>
                    <a:pt x="1406600" y="355629"/>
                  </a:lnTo>
                  <a:lnTo>
                    <a:pt x="1398786" y="355566"/>
                  </a:lnTo>
                  <a:lnTo>
                    <a:pt x="1390971" y="355501"/>
                  </a:lnTo>
                  <a:lnTo>
                    <a:pt x="1383157" y="355435"/>
                  </a:lnTo>
                  <a:lnTo>
                    <a:pt x="1375342" y="355368"/>
                  </a:lnTo>
                  <a:lnTo>
                    <a:pt x="1367528" y="355299"/>
                  </a:lnTo>
                  <a:lnTo>
                    <a:pt x="1359714" y="355215"/>
                  </a:lnTo>
                  <a:lnTo>
                    <a:pt x="1351899" y="355027"/>
                  </a:lnTo>
                  <a:lnTo>
                    <a:pt x="1344085" y="354835"/>
                  </a:lnTo>
                  <a:lnTo>
                    <a:pt x="1336270" y="354639"/>
                  </a:lnTo>
                  <a:lnTo>
                    <a:pt x="1328456" y="354470"/>
                  </a:lnTo>
                  <a:lnTo>
                    <a:pt x="1320641" y="354346"/>
                  </a:lnTo>
                  <a:lnTo>
                    <a:pt x="1312827" y="354161"/>
                  </a:lnTo>
                  <a:lnTo>
                    <a:pt x="1305012" y="353919"/>
                  </a:lnTo>
                  <a:lnTo>
                    <a:pt x="1297198" y="353672"/>
                  </a:lnTo>
                  <a:lnTo>
                    <a:pt x="1289384" y="353390"/>
                  </a:lnTo>
                  <a:lnTo>
                    <a:pt x="1281569" y="353149"/>
                  </a:lnTo>
                  <a:lnTo>
                    <a:pt x="1273755" y="352911"/>
                  </a:lnTo>
                  <a:lnTo>
                    <a:pt x="1265940" y="352767"/>
                  </a:lnTo>
                  <a:lnTo>
                    <a:pt x="1258126" y="352645"/>
                  </a:lnTo>
                  <a:lnTo>
                    <a:pt x="1250311" y="352216"/>
                  </a:lnTo>
                  <a:lnTo>
                    <a:pt x="1242497" y="351973"/>
                  </a:lnTo>
                  <a:lnTo>
                    <a:pt x="1234682" y="351725"/>
                  </a:lnTo>
                  <a:lnTo>
                    <a:pt x="1226868" y="351473"/>
                  </a:lnTo>
                  <a:lnTo>
                    <a:pt x="1219053" y="351234"/>
                  </a:lnTo>
                  <a:lnTo>
                    <a:pt x="1211239" y="351097"/>
                  </a:lnTo>
                  <a:lnTo>
                    <a:pt x="1203425" y="350957"/>
                  </a:lnTo>
                  <a:lnTo>
                    <a:pt x="1195610" y="350636"/>
                  </a:lnTo>
                  <a:lnTo>
                    <a:pt x="1187796" y="350237"/>
                  </a:lnTo>
                  <a:lnTo>
                    <a:pt x="1179981" y="349838"/>
                  </a:lnTo>
                  <a:lnTo>
                    <a:pt x="1172167" y="349551"/>
                  </a:lnTo>
                  <a:lnTo>
                    <a:pt x="1164352" y="349283"/>
                  </a:lnTo>
                  <a:lnTo>
                    <a:pt x="1156538" y="349150"/>
                  </a:lnTo>
                  <a:lnTo>
                    <a:pt x="1148723" y="349014"/>
                  </a:lnTo>
                  <a:lnTo>
                    <a:pt x="1140909" y="348875"/>
                  </a:lnTo>
                  <a:lnTo>
                    <a:pt x="1133095" y="348732"/>
                  </a:lnTo>
                  <a:lnTo>
                    <a:pt x="1125280" y="348588"/>
                  </a:lnTo>
                  <a:lnTo>
                    <a:pt x="1117466" y="348444"/>
                  </a:lnTo>
                  <a:lnTo>
                    <a:pt x="1109651" y="348297"/>
                  </a:lnTo>
                  <a:lnTo>
                    <a:pt x="1101837" y="348147"/>
                  </a:lnTo>
                  <a:lnTo>
                    <a:pt x="1094022" y="347993"/>
                  </a:lnTo>
                  <a:lnTo>
                    <a:pt x="1086208" y="347757"/>
                  </a:lnTo>
                  <a:lnTo>
                    <a:pt x="1078393" y="347341"/>
                  </a:lnTo>
                  <a:lnTo>
                    <a:pt x="1070579" y="346918"/>
                  </a:lnTo>
                  <a:lnTo>
                    <a:pt x="1062765" y="346652"/>
                  </a:lnTo>
                  <a:lnTo>
                    <a:pt x="1054950" y="346426"/>
                  </a:lnTo>
                  <a:lnTo>
                    <a:pt x="1047136" y="346193"/>
                  </a:lnTo>
                  <a:lnTo>
                    <a:pt x="1039321" y="345954"/>
                  </a:lnTo>
                  <a:lnTo>
                    <a:pt x="1031507" y="345487"/>
                  </a:lnTo>
                  <a:lnTo>
                    <a:pt x="1023692" y="345099"/>
                  </a:lnTo>
                  <a:lnTo>
                    <a:pt x="1015878" y="344937"/>
                  </a:lnTo>
                  <a:lnTo>
                    <a:pt x="1008063" y="344770"/>
                  </a:lnTo>
                  <a:lnTo>
                    <a:pt x="1000249" y="344441"/>
                  </a:lnTo>
                  <a:lnTo>
                    <a:pt x="992434" y="343992"/>
                  </a:lnTo>
                  <a:lnTo>
                    <a:pt x="984620" y="343792"/>
                  </a:lnTo>
                  <a:lnTo>
                    <a:pt x="976806" y="343585"/>
                  </a:lnTo>
                  <a:lnTo>
                    <a:pt x="968991" y="343261"/>
                  </a:lnTo>
                  <a:lnTo>
                    <a:pt x="961177" y="343123"/>
                  </a:lnTo>
                  <a:lnTo>
                    <a:pt x="953362" y="342623"/>
                  </a:lnTo>
                  <a:lnTo>
                    <a:pt x="945548" y="342112"/>
                  </a:lnTo>
                  <a:lnTo>
                    <a:pt x="937733" y="341593"/>
                  </a:lnTo>
                  <a:lnTo>
                    <a:pt x="929919" y="341272"/>
                  </a:lnTo>
                  <a:lnTo>
                    <a:pt x="922104" y="340965"/>
                  </a:lnTo>
                  <a:lnTo>
                    <a:pt x="914290" y="340457"/>
                  </a:lnTo>
                  <a:lnTo>
                    <a:pt x="906476" y="340162"/>
                  </a:lnTo>
                  <a:lnTo>
                    <a:pt x="898661" y="339898"/>
                  </a:lnTo>
                  <a:lnTo>
                    <a:pt x="890847" y="339558"/>
                  </a:lnTo>
                  <a:lnTo>
                    <a:pt x="883032" y="339375"/>
                  </a:lnTo>
                  <a:lnTo>
                    <a:pt x="875218" y="339041"/>
                  </a:lnTo>
                  <a:lnTo>
                    <a:pt x="867403" y="338811"/>
                  </a:lnTo>
                  <a:lnTo>
                    <a:pt x="859589" y="338581"/>
                  </a:lnTo>
                  <a:lnTo>
                    <a:pt x="851774" y="338341"/>
                  </a:lnTo>
                  <a:lnTo>
                    <a:pt x="843960" y="338062"/>
                  </a:lnTo>
                  <a:lnTo>
                    <a:pt x="836145" y="337704"/>
                  </a:lnTo>
                  <a:lnTo>
                    <a:pt x="828331" y="337192"/>
                  </a:lnTo>
                  <a:lnTo>
                    <a:pt x="820517" y="336706"/>
                  </a:lnTo>
                  <a:lnTo>
                    <a:pt x="812702" y="336209"/>
                  </a:lnTo>
                  <a:lnTo>
                    <a:pt x="804888" y="335758"/>
                  </a:lnTo>
                  <a:lnTo>
                    <a:pt x="797073" y="335333"/>
                  </a:lnTo>
                  <a:lnTo>
                    <a:pt x="789259" y="334958"/>
                  </a:lnTo>
                  <a:lnTo>
                    <a:pt x="781444" y="334606"/>
                  </a:lnTo>
                  <a:lnTo>
                    <a:pt x="773630" y="334285"/>
                  </a:lnTo>
                  <a:lnTo>
                    <a:pt x="765815" y="333949"/>
                  </a:lnTo>
                  <a:lnTo>
                    <a:pt x="758001" y="333460"/>
                  </a:lnTo>
                  <a:lnTo>
                    <a:pt x="750187" y="333184"/>
                  </a:lnTo>
                  <a:lnTo>
                    <a:pt x="742372" y="332739"/>
                  </a:lnTo>
                  <a:lnTo>
                    <a:pt x="734558" y="332132"/>
                  </a:lnTo>
                  <a:lnTo>
                    <a:pt x="726743" y="331760"/>
                  </a:lnTo>
                  <a:lnTo>
                    <a:pt x="718929" y="331359"/>
                  </a:lnTo>
                  <a:lnTo>
                    <a:pt x="711114" y="330868"/>
                  </a:lnTo>
                  <a:lnTo>
                    <a:pt x="703300" y="330562"/>
                  </a:lnTo>
                  <a:lnTo>
                    <a:pt x="695485" y="330154"/>
                  </a:lnTo>
                  <a:lnTo>
                    <a:pt x="687671" y="329737"/>
                  </a:lnTo>
                  <a:lnTo>
                    <a:pt x="679857" y="329313"/>
                  </a:lnTo>
                  <a:lnTo>
                    <a:pt x="672042" y="328820"/>
                  </a:lnTo>
                  <a:lnTo>
                    <a:pt x="664228" y="328426"/>
                  </a:lnTo>
                  <a:lnTo>
                    <a:pt x="656413" y="327885"/>
                  </a:lnTo>
                  <a:lnTo>
                    <a:pt x="648599" y="327263"/>
                  </a:lnTo>
                  <a:lnTo>
                    <a:pt x="640784" y="326835"/>
                  </a:lnTo>
                  <a:lnTo>
                    <a:pt x="632970" y="326424"/>
                  </a:lnTo>
                  <a:lnTo>
                    <a:pt x="625155" y="325988"/>
                  </a:lnTo>
                  <a:lnTo>
                    <a:pt x="617341" y="325478"/>
                  </a:lnTo>
                  <a:lnTo>
                    <a:pt x="609526" y="324990"/>
                  </a:lnTo>
                  <a:lnTo>
                    <a:pt x="601712" y="324185"/>
                  </a:lnTo>
                  <a:lnTo>
                    <a:pt x="593898" y="323949"/>
                  </a:lnTo>
                  <a:lnTo>
                    <a:pt x="586083" y="323417"/>
                  </a:lnTo>
                  <a:lnTo>
                    <a:pt x="578269" y="322704"/>
                  </a:lnTo>
                  <a:lnTo>
                    <a:pt x="570454" y="321973"/>
                  </a:lnTo>
                  <a:lnTo>
                    <a:pt x="562640" y="321230"/>
                  </a:lnTo>
                  <a:lnTo>
                    <a:pt x="554825" y="320455"/>
                  </a:lnTo>
                  <a:lnTo>
                    <a:pt x="547011" y="319787"/>
                  </a:lnTo>
                  <a:lnTo>
                    <a:pt x="539196" y="319328"/>
                  </a:lnTo>
                  <a:lnTo>
                    <a:pt x="531382" y="318858"/>
                  </a:lnTo>
                  <a:lnTo>
                    <a:pt x="523568" y="318380"/>
                  </a:lnTo>
                  <a:lnTo>
                    <a:pt x="515753" y="317895"/>
                  </a:lnTo>
                  <a:lnTo>
                    <a:pt x="507939" y="316917"/>
                  </a:lnTo>
                  <a:lnTo>
                    <a:pt x="500124" y="316294"/>
                  </a:lnTo>
                  <a:lnTo>
                    <a:pt x="492310" y="315733"/>
                  </a:lnTo>
                  <a:lnTo>
                    <a:pt x="484495" y="315056"/>
                  </a:lnTo>
                  <a:lnTo>
                    <a:pt x="476681" y="314331"/>
                  </a:lnTo>
                  <a:lnTo>
                    <a:pt x="468866" y="313803"/>
                  </a:lnTo>
                  <a:lnTo>
                    <a:pt x="461052" y="313068"/>
                  </a:lnTo>
                  <a:lnTo>
                    <a:pt x="453238" y="312378"/>
                  </a:lnTo>
                  <a:lnTo>
                    <a:pt x="445423" y="311744"/>
                  </a:lnTo>
                  <a:lnTo>
                    <a:pt x="437609" y="311256"/>
                  </a:lnTo>
                  <a:lnTo>
                    <a:pt x="429794" y="310503"/>
                  </a:lnTo>
                  <a:lnTo>
                    <a:pt x="421980" y="310032"/>
                  </a:lnTo>
                  <a:lnTo>
                    <a:pt x="414165" y="309587"/>
                  </a:lnTo>
                  <a:lnTo>
                    <a:pt x="406351" y="308896"/>
                  </a:lnTo>
                  <a:lnTo>
                    <a:pt x="398536" y="308353"/>
                  </a:lnTo>
                  <a:lnTo>
                    <a:pt x="390722" y="307973"/>
                  </a:lnTo>
                  <a:lnTo>
                    <a:pt x="382907" y="307073"/>
                  </a:lnTo>
                  <a:lnTo>
                    <a:pt x="375093" y="306389"/>
                  </a:lnTo>
                  <a:lnTo>
                    <a:pt x="367279" y="305847"/>
                  </a:lnTo>
                  <a:lnTo>
                    <a:pt x="359464" y="305430"/>
                  </a:lnTo>
                  <a:lnTo>
                    <a:pt x="351650" y="304630"/>
                  </a:lnTo>
                  <a:lnTo>
                    <a:pt x="343835" y="304076"/>
                  </a:lnTo>
                  <a:lnTo>
                    <a:pt x="336021" y="303330"/>
                  </a:lnTo>
                  <a:lnTo>
                    <a:pt x="328206" y="302781"/>
                  </a:lnTo>
                  <a:lnTo>
                    <a:pt x="320392" y="302384"/>
                  </a:lnTo>
                  <a:lnTo>
                    <a:pt x="312577" y="301895"/>
                  </a:lnTo>
                  <a:lnTo>
                    <a:pt x="304763" y="301099"/>
                  </a:lnTo>
                  <a:lnTo>
                    <a:pt x="296949" y="300597"/>
                  </a:lnTo>
                  <a:lnTo>
                    <a:pt x="289134" y="300072"/>
                  </a:lnTo>
                  <a:lnTo>
                    <a:pt x="281320" y="299409"/>
                  </a:lnTo>
                  <a:lnTo>
                    <a:pt x="273505" y="298825"/>
                  </a:lnTo>
                  <a:lnTo>
                    <a:pt x="265691" y="298320"/>
                  </a:lnTo>
                  <a:lnTo>
                    <a:pt x="257876" y="297839"/>
                  </a:lnTo>
                  <a:lnTo>
                    <a:pt x="250062" y="297261"/>
                  </a:lnTo>
                  <a:lnTo>
                    <a:pt x="242247" y="296680"/>
                  </a:lnTo>
                  <a:lnTo>
                    <a:pt x="234433" y="296214"/>
                  </a:lnTo>
                  <a:lnTo>
                    <a:pt x="226619" y="296063"/>
                  </a:lnTo>
                  <a:lnTo>
                    <a:pt x="218804" y="295917"/>
                  </a:lnTo>
                  <a:lnTo>
                    <a:pt x="210990" y="295741"/>
                  </a:lnTo>
                  <a:lnTo>
                    <a:pt x="203175" y="295432"/>
                  </a:lnTo>
                  <a:lnTo>
                    <a:pt x="195361" y="295253"/>
                  </a:lnTo>
                  <a:lnTo>
                    <a:pt x="187546" y="294990"/>
                  </a:lnTo>
                  <a:lnTo>
                    <a:pt x="179732" y="294620"/>
                  </a:lnTo>
                  <a:lnTo>
                    <a:pt x="171917" y="294264"/>
                  </a:lnTo>
                  <a:lnTo>
                    <a:pt x="164103" y="293905"/>
                  </a:lnTo>
                  <a:lnTo>
                    <a:pt x="156288" y="293518"/>
                  </a:lnTo>
                  <a:lnTo>
                    <a:pt x="148474" y="293183"/>
                  </a:lnTo>
                  <a:lnTo>
                    <a:pt x="140660" y="292897"/>
                  </a:lnTo>
                  <a:lnTo>
                    <a:pt x="132845" y="292551"/>
                  </a:lnTo>
                  <a:lnTo>
                    <a:pt x="125031" y="292586"/>
                  </a:lnTo>
                  <a:lnTo>
                    <a:pt x="117216" y="292444"/>
                  </a:lnTo>
                  <a:lnTo>
                    <a:pt x="109402" y="292337"/>
                  </a:lnTo>
                  <a:lnTo>
                    <a:pt x="101587" y="291990"/>
                  </a:lnTo>
                  <a:lnTo>
                    <a:pt x="93773" y="292086"/>
                  </a:lnTo>
                  <a:lnTo>
                    <a:pt x="85958" y="291692"/>
                  </a:lnTo>
                  <a:lnTo>
                    <a:pt x="78144" y="291633"/>
                  </a:lnTo>
                  <a:lnTo>
                    <a:pt x="70330" y="291852"/>
                  </a:lnTo>
                  <a:lnTo>
                    <a:pt x="62515" y="291751"/>
                  </a:lnTo>
                  <a:lnTo>
                    <a:pt x="54701" y="291709"/>
                  </a:lnTo>
                  <a:lnTo>
                    <a:pt x="46886" y="291551"/>
                  </a:lnTo>
                  <a:lnTo>
                    <a:pt x="39072" y="291615"/>
                  </a:lnTo>
                  <a:lnTo>
                    <a:pt x="31257" y="291673"/>
                  </a:lnTo>
                  <a:lnTo>
                    <a:pt x="23443" y="291664"/>
                  </a:lnTo>
                  <a:lnTo>
                    <a:pt x="15628" y="291892"/>
                  </a:lnTo>
                  <a:lnTo>
                    <a:pt x="7814" y="291775"/>
                  </a:lnTo>
                  <a:lnTo>
                    <a:pt x="0" y="291866"/>
                  </a:lnTo>
                  <a:close/>
                </a:path>
              </a:pathLst>
            </a:custGeom>
            <a:solidFill>
              <a:srgbClr val="FFC0CB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91" name="pl90"/>
            <p:cNvSpPr/>
            <p:nvPr/>
          </p:nvSpPr>
          <p:spPr>
            <a:xfrm>
              <a:off x="1223067" y="4345441"/>
              <a:ext cx="2023942" cy="203541"/>
            </a:xfrm>
            <a:custGeom>
              <a:avLst/>
              <a:pathLst>
                <a:path w="2023942" h="203541">
                  <a:moveTo>
                    <a:pt x="0" y="182011"/>
                  </a:moveTo>
                  <a:lnTo>
                    <a:pt x="7814" y="182875"/>
                  </a:lnTo>
                  <a:lnTo>
                    <a:pt x="15628" y="184196"/>
                  </a:lnTo>
                  <a:lnTo>
                    <a:pt x="23443" y="185817"/>
                  </a:lnTo>
                  <a:lnTo>
                    <a:pt x="31257" y="187295"/>
                  </a:lnTo>
                  <a:lnTo>
                    <a:pt x="39072" y="188498"/>
                  </a:lnTo>
                  <a:lnTo>
                    <a:pt x="46886" y="189175"/>
                  </a:lnTo>
                  <a:lnTo>
                    <a:pt x="54701" y="190983"/>
                  </a:lnTo>
                  <a:lnTo>
                    <a:pt x="62515" y="192085"/>
                  </a:lnTo>
                  <a:lnTo>
                    <a:pt x="70330" y="193385"/>
                  </a:lnTo>
                  <a:lnTo>
                    <a:pt x="78144" y="193594"/>
                  </a:lnTo>
                  <a:lnTo>
                    <a:pt x="85958" y="195041"/>
                  </a:lnTo>
                  <a:lnTo>
                    <a:pt x="93773" y="195468"/>
                  </a:lnTo>
                  <a:lnTo>
                    <a:pt x="101587" y="196399"/>
                  </a:lnTo>
                  <a:lnTo>
                    <a:pt x="109402" y="197220"/>
                  </a:lnTo>
                  <a:lnTo>
                    <a:pt x="117216" y="197588"/>
                  </a:lnTo>
                  <a:lnTo>
                    <a:pt x="125031" y="198240"/>
                  </a:lnTo>
                  <a:lnTo>
                    <a:pt x="132845" y="198946"/>
                  </a:lnTo>
                  <a:lnTo>
                    <a:pt x="140660" y="199059"/>
                  </a:lnTo>
                  <a:lnTo>
                    <a:pt x="148474" y="199200"/>
                  </a:lnTo>
                  <a:lnTo>
                    <a:pt x="156288" y="199449"/>
                  </a:lnTo>
                  <a:lnTo>
                    <a:pt x="164103" y="200116"/>
                  </a:lnTo>
                  <a:lnTo>
                    <a:pt x="171917" y="200974"/>
                  </a:lnTo>
                  <a:lnTo>
                    <a:pt x="179732" y="201879"/>
                  </a:lnTo>
                  <a:lnTo>
                    <a:pt x="187546" y="202043"/>
                  </a:lnTo>
                  <a:lnTo>
                    <a:pt x="195361" y="201926"/>
                  </a:lnTo>
                  <a:lnTo>
                    <a:pt x="203175" y="202561"/>
                  </a:lnTo>
                  <a:lnTo>
                    <a:pt x="210990" y="202677"/>
                  </a:lnTo>
                  <a:lnTo>
                    <a:pt x="218804" y="202193"/>
                  </a:lnTo>
                  <a:lnTo>
                    <a:pt x="226619" y="202041"/>
                  </a:lnTo>
                  <a:lnTo>
                    <a:pt x="234433" y="202680"/>
                  </a:lnTo>
                  <a:lnTo>
                    <a:pt x="242247" y="202934"/>
                  </a:lnTo>
                  <a:lnTo>
                    <a:pt x="250062" y="203193"/>
                  </a:lnTo>
                  <a:lnTo>
                    <a:pt x="257876" y="203541"/>
                  </a:lnTo>
                  <a:lnTo>
                    <a:pt x="265691" y="203493"/>
                  </a:lnTo>
                  <a:lnTo>
                    <a:pt x="273505" y="202511"/>
                  </a:lnTo>
                  <a:lnTo>
                    <a:pt x="281320" y="202741"/>
                  </a:lnTo>
                  <a:lnTo>
                    <a:pt x="289134" y="202617"/>
                  </a:lnTo>
                  <a:lnTo>
                    <a:pt x="296949" y="201280"/>
                  </a:lnTo>
                  <a:lnTo>
                    <a:pt x="304763" y="201075"/>
                  </a:lnTo>
                  <a:lnTo>
                    <a:pt x="312577" y="201549"/>
                  </a:lnTo>
                  <a:lnTo>
                    <a:pt x="320392" y="201220"/>
                  </a:lnTo>
                  <a:lnTo>
                    <a:pt x="328206" y="200456"/>
                  </a:lnTo>
                  <a:lnTo>
                    <a:pt x="336021" y="200701"/>
                  </a:lnTo>
                  <a:lnTo>
                    <a:pt x="343835" y="201041"/>
                  </a:lnTo>
                  <a:lnTo>
                    <a:pt x="351650" y="201006"/>
                  </a:lnTo>
                  <a:lnTo>
                    <a:pt x="359464" y="200761"/>
                  </a:lnTo>
                  <a:lnTo>
                    <a:pt x="367279" y="199880"/>
                  </a:lnTo>
                  <a:lnTo>
                    <a:pt x="375093" y="200439"/>
                  </a:lnTo>
                  <a:lnTo>
                    <a:pt x="382907" y="200039"/>
                  </a:lnTo>
                  <a:lnTo>
                    <a:pt x="390722" y="198658"/>
                  </a:lnTo>
                  <a:lnTo>
                    <a:pt x="398536" y="198408"/>
                  </a:lnTo>
                  <a:lnTo>
                    <a:pt x="406351" y="198188"/>
                  </a:lnTo>
                  <a:lnTo>
                    <a:pt x="414165" y="196745"/>
                  </a:lnTo>
                  <a:lnTo>
                    <a:pt x="421980" y="196550"/>
                  </a:lnTo>
                  <a:lnTo>
                    <a:pt x="429794" y="196366"/>
                  </a:lnTo>
                  <a:lnTo>
                    <a:pt x="437609" y="196181"/>
                  </a:lnTo>
                  <a:lnTo>
                    <a:pt x="445423" y="195996"/>
                  </a:lnTo>
                  <a:lnTo>
                    <a:pt x="453238" y="195406"/>
                  </a:lnTo>
                  <a:lnTo>
                    <a:pt x="461052" y="194784"/>
                  </a:lnTo>
                  <a:lnTo>
                    <a:pt x="468866" y="194139"/>
                  </a:lnTo>
                  <a:lnTo>
                    <a:pt x="476681" y="193678"/>
                  </a:lnTo>
                  <a:lnTo>
                    <a:pt x="484495" y="192865"/>
                  </a:lnTo>
                  <a:lnTo>
                    <a:pt x="492310" y="192329"/>
                  </a:lnTo>
                  <a:lnTo>
                    <a:pt x="500124" y="191548"/>
                  </a:lnTo>
                  <a:lnTo>
                    <a:pt x="507939" y="190946"/>
                  </a:lnTo>
                  <a:lnTo>
                    <a:pt x="515753" y="190304"/>
                  </a:lnTo>
                  <a:lnTo>
                    <a:pt x="523568" y="189643"/>
                  </a:lnTo>
                  <a:lnTo>
                    <a:pt x="531382" y="188393"/>
                  </a:lnTo>
                  <a:lnTo>
                    <a:pt x="539196" y="186759"/>
                  </a:lnTo>
                  <a:lnTo>
                    <a:pt x="547011" y="185125"/>
                  </a:lnTo>
                  <a:lnTo>
                    <a:pt x="554825" y="184790"/>
                  </a:lnTo>
                  <a:lnTo>
                    <a:pt x="562640" y="183390"/>
                  </a:lnTo>
                  <a:lnTo>
                    <a:pt x="570454" y="181987"/>
                  </a:lnTo>
                  <a:lnTo>
                    <a:pt x="578269" y="180812"/>
                  </a:lnTo>
                  <a:lnTo>
                    <a:pt x="586083" y="180584"/>
                  </a:lnTo>
                  <a:lnTo>
                    <a:pt x="593898" y="180816"/>
                  </a:lnTo>
                  <a:lnTo>
                    <a:pt x="601712" y="179931"/>
                  </a:lnTo>
                  <a:lnTo>
                    <a:pt x="609526" y="178858"/>
                  </a:lnTo>
                  <a:lnTo>
                    <a:pt x="617341" y="177660"/>
                  </a:lnTo>
                  <a:lnTo>
                    <a:pt x="625155" y="176509"/>
                  </a:lnTo>
                  <a:lnTo>
                    <a:pt x="632970" y="175359"/>
                  </a:lnTo>
                  <a:lnTo>
                    <a:pt x="640784" y="174226"/>
                  </a:lnTo>
                  <a:lnTo>
                    <a:pt x="648599" y="173311"/>
                  </a:lnTo>
                  <a:lnTo>
                    <a:pt x="656413" y="171811"/>
                  </a:lnTo>
                  <a:lnTo>
                    <a:pt x="664228" y="170753"/>
                  </a:lnTo>
                  <a:lnTo>
                    <a:pt x="672042" y="169586"/>
                  </a:lnTo>
                  <a:lnTo>
                    <a:pt x="679857" y="168268"/>
                  </a:lnTo>
                  <a:lnTo>
                    <a:pt x="687671" y="166812"/>
                  </a:lnTo>
                  <a:lnTo>
                    <a:pt x="695485" y="165918"/>
                  </a:lnTo>
                  <a:lnTo>
                    <a:pt x="703300" y="164920"/>
                  </a:lnTo>
                  <a:lnTo>
                    <a:pt x="711114" y="163883"/>
                  </a:lnTo>
                  <a:lnTo>
                    <a:pt x="718929" y="163461"/>
                  </a:lnTo>
                  <a:lnTo>
                    <a:pt x="726743" y="162870"/>
                  </a:lnTo>
                  <a:lnTo>
                    <a:pt x="734558" y="161076"/>
                  </a:lnTo>
                  <a:lnTo>
                    <a:pt x="742372" y="159425"/>
                  </a:lnTo>
                  <a:lnTo>
                    <a:pt x="750187" y="158694"/>
                  </a:lnTo>
                  <a:lnTo>
                    <a:pt x="758001" y="157968"/>
                  </a:lnTo>
                  <a:lnTo>
                    <a:pt x="765815" y="157242"/>
                  </a:lnTo>
                  <a:lnTo>
                    <a:pt x="773630" y="155597"/>
                  </a:lnTo>
                  <a:lnTo>
                    <a:pt x="781444" y="153916"/>
                  </a:lnTo>
                  <a:lnTo>
                    <a:pt x="789259" y="152235"/>
                  </a:lnTo>
                  <a:lnTo>
                    <a:pt x="797073" y="150958"/>
                  </a:lnTo>
                  <a:lnTo>
                    <a:pt x="804888" y="150022"/>
                  </a:lnTo>
                  <a:lnTo>
                    <a:pt x="812702" y="149301"/>
                  </a:lnTo>
                  <a:lnTo>
                    <a:pt x="820517" y="148580"/>
                  </a:lnTo>
                  <a:lnTo>
                    <a:pt x="828331" y="147858"/>
                  </a:lnTo>
                  <a:lnTo>
                    <a:pt x="836145" y="146817"/>
                  </a:lnTo>
                  <a:lnTo>
                    <a:pt x="843960" y="145318"/>
                  </a:lnTo>
                  <a:lnTo>
                    <a:pt x="851774" y="143819"/>
                  </a:lnTo>
                  <a:lnTo>
                    <a:pt x="859589" y="142417"/>
                  </a:lnTo>
                  <a:lnTo>
                    <a:pt x="867403" y="141342"/>
                  </a:lnTo>
                  <a:lnTo>
                    <a:pt x="875218" y="140267"/>
                  </a:lnTo>
                  <a:lnTo>
                    <a:pt x="883032" y="139192"/>
                  </a:lnTo>
                  <a:lnTo>
                    <a:pt x="890847" y="138126"/>
                  </a:lnTo>
                  <a:lnTo>
                    <a:pt x="898661" y="137062"/>
                  </a:lnTo>
                  <a:lnTo>
                    <a:pt x="906476" y="136000"/>
                  </a:lnTo>
                  <a:lnTo>
                    <a:pt x="914290" y="134725"/>
                  </a:lnTo>
                  <a:lnTo>
                    <a:pt x="922104" y="133280"/>
                  </a:lnTo>
                  <a:lnTo>
                    <a:pt x="929919" y="131836"/>
                  </a:lnTo>
                  <a:lnTo>
                    <a:pt x="937733" y="130506"/>
                  </a:lnTo>
                  <a:lnTo>
                    <a:pt x="945548" y="129573"/>
                  </a:lnTo>
                  <a:lnTo>
                    <a:pt x="953362" y="128641"/>
                  </a:lnTo>
                  <a:lnTo>
                    <a:pt x="961177" y="127693"/>
                  </a:lnTo>
                  <a:lnTo>
                    <a:pt x="968991" y="125923"/>
                  </a:lnTo>
                  <a:lnTo>
                    <a:pt x="976806" y="124158"/>
                  </a:lnTo>
                  <a:lnTo>
                    <a:pt x="984620" y="122430"/>
                  </a:lnTo>
                  <a:lnTo>
                    <a:pt x="992434" y="122036"/>
                  </a:lnTo>
                  <a:lnTo>
                    <a:pt x="1000249" y="121009"/>
                  </a:lnTo>
                  <a:lnTo>
                    <a:pt x="1008063" y="120280"/>
                  </a:lnTo>
                  <a:lnTo>
                    <a:pt x="1015878" y="119553"/>
                  </a:lnTo>
                  <a:lnTo>
                    <a:pt x="1023692" y="118330"/>
                  </a:lnTo>
                  <a:lnTo>
                    <a:pt x="1031507" y="116631"/>
                  </a:lnTo>
                  <a:lnTo>
                    <a:pt x="1039321" y="115999"/>
                  </a:lnTo>
                  <a:lnTo>
                    <a:pt x="1047136" y="115369"/>
                  </a:lnTo>
                  <a:lnTo>
                    <a:pt x="1054950" y="114754"/>
                  </a:lnTo>
                  <a:lnTo>
                    <a:pt x="1062765" y="114141"/>
                  </a:lnTo>
                  <a:lnTo>
                    <a:pt x="1070579" y="113529"/>
                  </a:lnTo>
                  <a:lnTo>
                    <a:pt x="1078393" y="112829"/>
                  </a:lnTo>
                  <a:lnTo>
                    <a:pt x="1086208" y="111643"/>
                  </a:lnTo>
                  <a:lnTo>
                    <a:pt x="1094022" y="110467"/>
                  </a:lnTo>
                  <a:lnTo>
                    <a:pt x="1101837" y="109294"/>
                  </a:lnTo>
                  <a:lnTo>
                    <a:pt x="1109651" y="108124"/>
                  </a:lnTo>
                  <a:lnTo>
                    <a:pt x="1117466" y="106957"/>
                  </a:lnTo>
                  <a:lnTo>
                    <a:pt x="1125280" y="105793"/>
                  </a:lnTo>
                  <a:lnTo>
                    <a:pt x="1133095" y="104633"/>
                  </a:lnTo>
                  <a:lnTo>
                    <a:pt x="1140909" y="103476"/>
                  </a:lnTo>
                  <a:lnTo>
                    <a:pt x="1148723" y="102322"/>
                  </a:lnTo>
                  <a:lnTo>
                    <a:pt x="1156538" y="101589"/>
                  </a:lnTo>
                  <a:lnTo>
                    <a:pt x="1164352" y="100887"/>
                  </a:lnTo>
                  <a:lnTo>
                    <a:pt x="1172167" y="99609"/>
                  </a:lnTo>
                  <a:lnTo>
                    <a:pt x="1179981" y="98328"/>
                  </a:lnTo>
                  <a:lnTo>
                    <a:pt x="1187796" y="96726"/>
                  </a:lnTo>
                  <a:lnTo>
                    <a:pt x="1195610" y="95393"/>
                  </a:lnTo>
                  <a:lnTo>
                    <a:pt x="1203425" y="94241"/>
                  </a:lnTo>
                  <a:lnTo>
                    <a:pt x="1211239" y="93046"/>
                  </a:lnTo>
                  <a:lnTo>
                    <a:pt x="1219053" y="91568"/>
                  </a:lnTo>
                  <a:lnTo>
                    <a:pt x="1226868" y="90095"/>
                  </a:lnTo>
                  <a:lnTo>
                    <a:pt x="1234682" y="88636"/>
                  </a:lnTo>
                  <a:lnTo>
                    <a:pt x="1242497" y="87196"/>
                  </a:lnTo>
                  <a:lnTo>
                    <a:pt x="1250311" y="86035"/>
                  </a:lnTo>
                  <a:lnTo>
                    <a:pt x="1258126" y="85303"/>
                  </a:lnTo>
                  <a:lnTo>
                    <a:pt x="1265940" y="84576"/>
                  </a:lnTo>
                  <a:lnTo>
                    <a:pt x="1273755" y="83416"/>
                  </a:lnTo>
                  <a:lnTo>
                    <a:pt x="1281569" y="82216"/>
                  </a:lnTo>
                  <a:lnTo>
                    <a:pt x="1289384" y="81156"/>
                  </a:lnTo>
                  <a:lnTo>
                    <a:pt x="1297198" y="80274"/>
                  </a:lnTo>
                  <a:lnTo>
                    <a:pt x="1305012" y="79397"/>
                  </a:lnTo>
                  <a:lnTo>
                    <a:pt x="1312827" y="78528"/>
                  </a:lnTo>
                  <a:lnTo>
                    <a:pt x="1320641" y="77656"/>
                  </a:lnTo>
                  <a:lnTo>
                    <a:pt x="1328456" y="76598"/>
                  </a:lnTo>
                  <a:lnTo>
                    <a:pt x="1336270" y="75686"/>
                  </a:lnTo>
                  <a:lnTo>
                    <a:pt x="1344085" y="75025"/>
                  </a:lnTo>
                  <a:lnTo>
                    <a:pt x="1351899" y="74256"/>
                  </a:lnTo>
                  <a:lnTo>
                    <a:pt x="1359714" y="73408"/>
                  </a:lnTo>
                  <a:lnTo>
                    <a:pt x="1367528" y="72563"/>
                  </a:lnTo>
                  <a:lnTo>
                    <a:pt x="1375342" y="71441"/>
                  </a:lnTo>
                  <a:lnTo>
                    <a:pt x="1383157" y="70114"/>
                  </a:lnTo>
                  <a:lnTo>
                    <a:pt x="1390971" y="68793"/>
                  </a:lnTo>
                  <a:lnTo>
                    <a:pt x="1398786" y="67477"/>
                  </a:lnTo>
                  <a:lnTo>
                    <a:pt x="1406600" y="66196"/>
                  </a:lnTo>
                  <a:lnTo>
                    <a:pt x="1414415" y="65177"/>
                  </a:lnTo>
                  <a:lnTo>
                    <a:pt x="1422229" y="64163"/>
                  </a:lnTo>
                  <a:lnTo>
                    <a:pt x="1430044" y="63155"/>
                  </a:lnTo>
                  <a:lnTo>
                    <a:pt x="1437858" y="62151"/>
                  </a:lnTo>
                  <a:lnTo>
                    <a:pt x="1445672" y="61154"/>
                  </a:lnTo>
                  <a:lnTo>
                    <a:pt x="1453487" y="60162"/>
                  </a:lnTo>
                  <a:lnTo>
                    <a:pt x="1461301" y="59175"/>
                  </a:lnTo>
                  <a:lnTo>
                    <a:pt x="1469116" y="58195"/>
                  </a:lnTo>
                  <a:lnTo>
                    <a:pt x="1476930" y="57219"/>
                  </a:lnTo>
                  <a:lnTo>
                    <a:pt x="1484745" y="56250"/>
                  </a:lnTo>
                  <a:lnTo>
                    <a:pt x="1492559" y="55265"/>
                  </a:lnTo>
                  <a:lnTo>
                    <a:pt x="1500374" y="54117"/>
                  </a:lnTo>
                  <a:lnTo>
                    <a:pt x="1508188" y="52974"/>
                  </a:lnTo>
                  <a:lnTo>
                    <a:pt x="1516003" y="51838"/>
                  </a:lnTo>
                  <a:lnTo>
                    <a:pt x="1523817" y="50709"/>
                  </a:lnTo>
                  <a:lnTo>
                    <a:pt x="1531631" y="49586"/>
                  </a:lnTo>
                  <a:lnTo>
                    <a:pt x="1539446" y="48558"/>
                  </a:lnTo>
                  <a:lnTo>
                    <a:pt x="1547260" y="47919"/>
                  </a:lnTo>
                  <a:lnTo>
                    <a:pt x="1555075" y="47284"/>
                  </a:lnTo>
                  <a:lnTo>
                    <a:pt x="1562889" y="46283"/>
                  </a:lnTo>
                  <a:lnTo>
                    <a:pt x="1570704" y="44961"/>
                  </a:lnTo>
                  <a:lnTo>
                    <a:pt x="1578518" y="43648"/>
                  </a:lnTo>
                  <a:lnTo>
                    <a:pt x="1586333" y="42344"/>
                  </a:lnTo>
                  <a:lnTo>
                    <a:pt x="1594147" y="41049"/>
                  </a:lnTo>
                  <a:lnTo>
                    <a:pt x="1601961" y="39764"/>
                  </a:lnTo>
                  <a:lnTo>
                    <a:pt x="1609776" y="38608"/>
                  </a:lnTo>
                  <a:lnTo>
                    <a:pt x="1617590" y="37542"/>
                  </a:lnTo>
                  <a:lnTo>
                    <a:pt x="1625405" y="36484"/>
                  </a:lnTo>
                  <a:lnTo>
                    <a:pt x="1633219" y="35432"/>
                  </a:lnTo>
                  <a:lnTo>
                    <a:pt x="1641034" y="34395"/>
                  </a:lnTo>
                  <a:lnTo>
                    <a:pt x="1648848" y="33367"/>
                  </a:lnTo>
                  <a:lnTo>
                    <a:pt x="1656663" y="32347"/>
                  </a:lnTo>
                  <a:lnTo>
                    <a:pt x="1664477" y="31333"/>
                  </a:lnTo>
                  <a:lnTo>
                    <a:pt x="1672291" y="30328"/>
                  </a:lnTo>
                  <a:lnTo>
                    <a:pt x="1680106" y="29481"/>
                  </a:lnTo>
                  <a:lnTo>
                    <a:pt x="1687920" y="28643"/>
                  </a:lnTo>
                  <a:lnTo>
                    <a:pt x="1695735" y="27812"/>
                  </a:lnTo>
                  <a:lnTo>
                    <a:pt x="1703549" y="27041"/>
                  </a:lnTo>
                  <a:lnTo>
                    <a:pt x="1711364" y="26300"/>
                  </a:lnTo>
                  <a:lnTo>
                    <a:pt x="1719178" y="25458"/>
                  </a:lnTo>
                  <a:lnTo>
                    <a:pt x="1726993" y="24532"/>
                  </a:lnTo>
                  <a:lnTo>
                    <a:pt x="1734807" y="23724"/>
                  </a:lnTo>
                  <a:lnTo>
                    <a:pt x="1742622" y="22923"/>
                  </a:lnTo>
                  <a:lnTo>
                    <a:pt x="1750436" y="22128"/>
                  </a:lnTo>
                  <a:lnTo>
                    <a:pt x="1758250" y="21338"/>
                  </a:lnTo>
                  <a:lnTo>
                    <a:pt x="1766065" y="20554"/>
                  </a:lnTo>
                  <a:lnTo>
                    <a:pt x="1773879" y="19775"/>
                  </a:lnTo>
                  <a:lnTo>
                    <a:pt x="1781694" y="19001"/>
                  </a:lnTo>
                  <a:lnTo>
                    <a:pt x="1789508" y="18233"/>
                  </a:lnTo>
                  <a:lnTo>
                    <a:pt x="1797323" y="17471"/>
                  </a:lnTo>
                  <a:lnTo>
                    <a:pt x="1805137" y="16713"/>
                  </a:lnTo>
                  <a:lnTo>
                    <a:pt x="1812952" y="15962"/>
                  </a:lnTo>
                  <a:lnTo>
                    <a:pt x="1820766" y="15215"/>
                  </a:lnTo>
                  <a:lnTo>
                    <a:pt x="1828580" y="14474"/>
                  </a:lnTo>
                  <a:lnTo>
                    <a:pt x="1836395" y="13739"/>
                  </a:lnTo>
                  <a:lnTo>
                    <a:pt x="1844209" y="13008"/>
                  </a:lnTo>
                  <a:lnTo>
                    <a:pt x="1852024" y="12284"/>
                  </a:lnTo>
                  <a:lnTo>
                    <a:pt x="1859838" y="11589"/>
                  </a:lnTo>
                  <a:lnTo>
                    <a:pt x="1867653" y="11034"/>
                  </a:lnTo>
                  <a:lnTo>
                    <a:pt x="1875467" y="10486"/>
                  </a:lnTo>
                  <a:lnTo>
                    <a:pt x="1883282" y="9944"/>
                  </a:lnTo>
                  <a:lnTo>
                    <a:pt x="1891096" y="9407"/>
                  </a:lnTo>
                  <a:lnTo>
                    <a:pt x="1898910" y="8876"/>
                  </a:lnTo>
                  <a:lnTo>
                    <a:pt x="1906725" y="8353"/>
                  </a:lnTo>
                  <a:lnTo>
                    <a:pt x="1914539" y="7842"/>
                  </a:lnTo>
                  <a:lnTo>
                    <a:pt x="1922354" y="7336"/>
                  </a:lnTo>
                  <a:lnTo>
                    <a:pt x="1930168" y="6835"/>
                  </a:lnTo>
                  <a:lnTo>
                    <a:pt x="1937983" y="6369"/>
                  </a:lnTo>
                  <a:lnTo>
                    <a:pt x="1945797" y="6065"/>
                  </a:lnTo>
                  <a:lnTo>
                    <a:pt x="1953612" y="5575"/>
                  </a:lnTo>
                  <a:lnTo>
                    <a:pt x="1961426" y="4980"/>
                  </a:lnTo>
                  <a:lnTo>
                    <a:pt x="1969241" y="4391"/>
                  </a:lnTo>
                  <a:lnTo>
                    <a:pt x="1977055" y="3914"/>
                  </a:lnTo>
                  <a:lnTo>
                    <a:pt x="1984869" y="3442"/>
                  </a:lnTo>
                  <a:lnTo>
                    <a:pt x="1992684" y="2976"/>
                  </a:lnTo>
                  <a:lnTo>
                    <a:pt x="2000498" y="2300"/>
                  </a:lnTo>
                  <a:lnTo>
                    <a:pt x="2008313" y="1525"/>
                  </a:lnTo>
                  <a:lnTo>
                    <a:pt x="2016127" y="769"/>
                  </a:lnTo>
                  <a:lnTo>
                    <a:pt x="202394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" name="pl91"/>
            <p:cNvSpPr/>
            <p:nvPr/>
          </p:nvSpPr>
          <p:spPr>
            <a:xfrm>
              <a:off x="1223067" y="4636993"/>
              <a:ext cx="2023942" cy="70172"/>
            </a:xfrm>
            <a:custGeom>
              <a:avLst/>
              <a:pathLst>
                <a:path w="2023942" h="70172">
                  <a:moveTo>
                    <a:pt x="2023942" y="70172"/>
                  </a:moveTo>
                  <a:lnTo>
                    <a:pt x="2016127" y="70147"/>
                  </a:lnTo>
                  <a:lnTo>
                    <a:pt x="2008313" y="70121"/>
                  </a:lnTo>
                  <a:lnTo>
                    <a:pt x="2000498" y="70095"/>
                  </a:lnTo>
                  <a:lnTo>
                    <a:pt x="1992684" y="69946"/>
                  </a:lnTo>
                  <a:lnTo>
                    <a:pt x="1984869" y="69793"/>
                  </a:lnTo>
                  <a:lnTo>
                    <a:pt x="1977055" y="69653"/>
                  </a:lnTo>
                  <a:lnTo>
                    <a:pt x="1969241" y="69566"/>
                  </a:lnTo>
                  <a:lnTo>
                    <a:pt x="1961426" y="69420"/>
                  </a:lnTo>
                  <a:lnTo>
                    <a:pt x="1953612" y="69358"/>
                  </a:lnTo>
                  <a:lnTo>
                    <a:pt x="1945797" y="69345"/>
                  </a:lnTo>
                  <a:lnTo>
                    <a:pt x="1937983" y="69331"/>
                  </a:lnTo>
                  <a:lnTo>
                    <a:pt x="1930168" y="69317"/>
                  </a:lnTo>
                  <a:lnTo>
                    <a:pt x="1922354" y="69303"/>
                  </a:lnTo>
                  <a:lnTo>
                    <a:pt x="1914539" y="69288"/>
                  </a:lnTo>
                  <a:lnTo>
                    <a:pt x="1906725" y="69272"/>
                  </a:lnTo>
                  <a:lnTo>
                    <a:pt x="1898910" y="69257"/>
                  </a:lnTo>
                  <a:lnTo>
                    <a:pt x="1891096" y="69241"/>
                  </a:lnTo>
                  <a:lnTo>
                    <a:pt x="1883282" y="69224"/>
                  </a:lnTo>
                  <a:lnTo>
                    <a:pt x="1875467" y="69207"/>
                  </a:lnTo>
                  <a:lnTo>
                    <a:pt x="1867653" y="69190"/>
                  </a:lnTo>
                  <a:lnTo>
                    <a:pt x="1859838" y="69169"/>
                  </a:lnTo>
                  <a:lnTo>
                    <a:pt x="1852024" y="69147"/>
                  </a:lnTo>
                  <a:lnTo>
                    <a:pt x="1844209" y="69125"/>
                  </a:lnTo>
                  <a:lnTo>
                    <a:pt x="1836395" y="69106"/>
                  </a:lnTo>
                  <a:lnTo>
                    <a:pt x="1828580" y="69086"/>
                  </a:lnTo>
                  <a:lnTo>
                    <a:pt x="1820766" y="69012"/>
                  </a:lnTo>
                  <a:lnTo>
                    <a:pt x="1812952" y="68849"/>
                  </a:lnTo>
                  <a:lnTo>
                    <a:pt x="1805137" y="68684"/>
                  </a:lnTo>
                  <a:lnTo>
                    <a:pt x="1797323" y="68517"/>
                  </a:lnTo>
                  <a:lnTo>
                    <a:pt x="1789508" y="68349"/>
                  </a:lnTo>
                  <a:lnTo>
                    <a:pt x="1781694" y="68287"/>
                  </a:lnTo>
                  <a:lnTo>
                    <a:pt x="1773879" y="68248"/>
                  </a:lnTo>
                  <a:lnTo>
                    <a:pt x="1766065" y="68208"/>
                  </a:lnTo>
                  <a:lnTo>
                    <a:pt x="1758250" y="68168"/>
                  </a:lnTo>
                  <a:lnTo>
                    <a:pt x="1750436" y="68127"/>
                  </a:lnTo>
                  <a:lnTo>
                    <a:pt x="1742622" y="68084"/>
                  </a:lnTo>
                  <a:lnTo>
                    <a:pt x="1734807" y="68040"/>
                  </a:lnTo>
                  <a:lnTo>
                    <a:pt x="1726993" y="67991"/>
                  </a:lnTo>
                  <a:lnTo>
                    <a:pt x="1719178" y="67941"/>
                  </a:lnTo>
                  <a:lnTo>
                    <a:pt x="1711364" y="67889"/>
                  </a:lnTo>
                  <a:lnTo>
                    <a:pt x="1703549" y="67741"/>
                  </a:lnTo>
                  <a:lnTo>
                    <a:pt x="1695735" y="67684"/>
                  </a:lnTo>
                  <a:lnTo>
                    <a:pt x="1687920" y="67657"/>
                  </a:lnTo>
                  <a:lnTo>
                    <a:pt x="1680106" y="67631"/>
                  </a:lnTo>
                  <a:lnTo>
                    <a:pt x="1672291" y="67603"/>
                  </a:lnTo>
                  <a:lnTo>
                    <a:pt x="1664477" y="67575"/>
                  </a:lnTo>
                  <a:lnTo>
                    <a:pt x="1656663" y="67449"/>
                  </a:lnTo>
                  <a:lnTo>
                    <a:pt x="1648848" y="67416"/>
                  </a:lnTo>
                  <a:lnTo>
                    <a:pt x="1641034" y="67389"/>
                  </a:lnTo>
                  <a:lnTo>
                    <a:pt x="1633219" y="67361"/>
                  </a:lnTo>
                  <a:lnTo>
                    <a:pt x="1625405" y="67307"/>
                  </a:lnTo>
                  <a:lnTo>
                    <a:pt x="1617590" y="67204"/>
                  </a:lnTo>
                  <a:lnTo>
                    <a:pt x="1609776" y="66977"/>
                  </a:lnTo>
                  <a:lnTo>
                    <a:pt x="1601961" y="66747"/>
                  </a:lnTo>
                  <a:lnTo>
                    <a:pt x="1594147" y="66513"/>
                  </a:lnTo>
                  <a:lnTo>
                    <a:pt x="1586333" y="66395"/>
                  </a:lnTo>
                  <a:lnTo>
                    <a:pt x="1578518" y="66387"/>
                  </a:lnTo>
                  <a:lnTo>
                    <a:pt x="1570704" y="66380"/>
                  </a:lnTo>
                  <a:lnTo>
                    <a:pt x="1562889" y="66371"/>
                  </a:lnTo>
                  <a:lnTo>
                    <a:pt x="1555075" y="66360"/>
                  </a:lnTo>
                  <a:lnTo>
                    <a:pt x="1547260" y="66349"/>
                  </a:lnTo>
                  <a:lnTo>
                    <a:pt x="1539446" y="66207"/>
                  </a:lnTo>
                  <a:lnTo>
                    <a:pt x="1531631" y="66016"/>
                  </a:lnTo>
                  <a:lnTo>
                    <a:pt x="1523817" y="65931"/>
                  </a:lnTo>
                  <a:lnTo>
                    <a:pt x="1516003" y="65677"/>
                  </a:lnTo>
                  <a:lnTo>
                    <a:pt x="1508188" y="65584"/>
                  </a:lnTo>
                  <a:lnTo>
                    <a:pt x="1500374" y="65500"/>
                  </a:lnTo>
                  <a:lnTo>
                    <a:pt x="1492559" y="65325"/>
                  </a:lnTo>
                  <a:lnTo>
                    <a:pt x="1484745" y="65156"/>
                  </a:lnTo>
                  <a:lnTo>
                    <a:pt x="1476930" y="65107"/>
                  </a:lnTo>
                  <a:lnTo>
                    <a:pt x="1469116" y="65056"/>
                  </a:lnTo>
                  <a:lnTo>
                    <a:pt x="1461301" y="65004"/>
                  </a:lnTo>
                  <a:lnTo>
                    <a:pt x="1453487" y="64951"/>
                  </a:lnTo>
                  <a:lnTo>
                    <a:pt x="1445672" y="64896"/>
                  </a:lnTo>
                  <a:lnTo>
                    <a:pt x="1437858" y="64816"/>
                  </a:lnTo>
                  <a:lnTo>
                    <a:pt x="1430044" y="64640"/>
                  </a:lnTo>
                  <a:lnTo>
                    <a:pt x="1422229" y="64444"/>
                  </a:lnTo>
                  <a:lnTo>
                    <a:pt x="1414415" y="64245"/>
                  </a:lnTo>
                  <a:lnTo>
                    <a:pt x="1406600" y="64078"/>
                  </a:lnTo>
                  <a:lnTo>
                    <a:pt x="1398786" y="64015"/>
                  </a:lnTo>
                  <a:lnTo>
                    <a:pt x="1390971" y="63950"/>
                  </a:lnTo>
                  <a:lnTo>
                    <a:pt x="1383157" y="63884"/>
                  </a:lnTo>
                  <a:lnTo>
                    <a:pt x="1375342" y="63817"/>
                  </a:lnTo>
                  <a:lnTo>
                    <a:pt x="1367528" y="63748"/>
                  </a:lnTo>
                  <a:lnTo>
                    <a:pt x="1359714" y="63663"/>
                  </a:lnTo>
                  <a:lnTo>
                    <a:pt x="1351899" y="63476"/>
                  </a:lnTo>
                  <a:lnTo>
                    <a:pt x="1344085" y="63284"/>
                  </a:lnTo>
                  <a:lnTo>
                    <a:pt x="1336270" y="63088"/>
                  </a:lnTo>
                  <a:lnTo>
                    <a:pt x="1328456" y="62918"/>
                  </a:lnTo>
                  <a:lnTo>
                    <a:pt x="1320641" y="62795"/>
                  </a:lnTo>
                  <a:lnTo>
                    <a:pt x="1312827" y="62610"/>
                  </a:lnTo>
                  <a:lnTo>
                    <a:pt x="1305012" y="62368"/>
                  </a:lnTo>
                  <a:lnTo>
                    <a:pt x="1297198" y="62121"/>
                  </a:lnTo>
                  <a:lnTo>
                    <a:pt x="1289384" y="61838"/>
                  </a:lnTo>
                  <a:lnTo>
                    <a:pt x="1281569" y="61598"/>
                  </a:lnTo>
                  <a:lnTo>
                    <a:pt x="1273755" y="61360"/>
                  </a:lnTo>
                  <a:lnTo>
                    <a:pt x="1265940" y="61216"/>
                  </a:lnTo>
                  <a:lnTo>
                    <a:pt x="1258126" y="61094"/>
                  </a:lnTo>
                  <a:lnTo>
                    <a:pt x="1250311" y="60665"/>
                  </a:lnTo>
                  <a:lnTo>
                    <a:pt x="1242497" y="60421"/>
                  </a:lnTo>
                  <a:lnTo>
                    <a:pt x="1234682" y="60174"/>
                  </a:lnTo>
                  <a:lnTo>
                    <a:pt x="1226868" y="59921"/>
                  </a:lnTo>
                  <a:lnTo>
                    <a:pt x="1219053" y="59683"/>
                  </a:lnTo>
                  <a:lnTo>
                    <a:pt x="1211239" y="59546"/>
                  </a:lnTo>
                  <a:lnTo>
                    <a:pt x="1203425" y="59406"/>
                  </a:lnTo>
                  <a:lnTo>
                    <a:pt x="1195610" y="59084"/>
                  </a:lnTo>
                  <a:lnTo>
                    <a:pt x="1187796" y="58686"/>
                  </a:lnTo>
                  <a:lnTo>
                    <a:pt x="1179981" y="58287"/>
                  </a:lnTo>
                  <a:lnTo>
                    <a:pt x="1172167" y="58000"/>
                  </a:lnTo>
                  <a:lnTo>
                    <a:pt x="1164352" y="57732"/>
                  </a:lnTo>
                  <a:lnTo>
                    <a:pt x="1156538" y="57599"/>
                  </a:lnTo>
                  <a:lnTo>
                    <a:pt x="1148723" y="57463"/>
                  </a:lnTo>
                  <a:lnTo>
                    <a:pt x="1140909" y="57323"/>
                  </a:lnTo>
                  <a:lnTo>
                    <a:pt x="1133095" y="57181"/>
                  </a:lnTo>
                  <a:lnTo>
                    <a:pt x="1125280" y="57036"/>
                  </a:lnTo>
                  <a:lnTo>
                    <a:pt x="1117466" y="56893"/>
                  </a:lnTo>
                  <a:lnTo>
                    <a:pt x="1109651" y="56746"/>
                  </a:lnTo>
                  <a:lnTo>
                    <a:pt x="1101837" y="56595"/>
                  </a:lnTo>
                  <a:lnTo>
                    <a:pt x="1094022" y="56441"/>
                  </a:lnTo>
                  <a:lnTo>
                    <a:pt x="1086208" y="56206"/>
                  </a:lnTo>
                  <a:lnTo>
                    <a:pt x="1078393" y="55789"/>
                  </a:lnTo>
                  <a:lnTo>
                    <a:pt x="1070579" y="55367"/>
                  </a:lnTo>
                  <a:lnTo>
                    <a:pt x="1062765" y="55101"/>
                  </a:lnTo>
                  <a:lnTo>
                    <a:pt x="1054950" y="54874"/>
                  </a:lnTo>
                  <a:lnTo>
                    <a:pt x="1047136" y="54641"/>
                  </a:lnTo>
                  <a:lnTo>
                    <a:pt x="1039321" y="54403"/>
                  </a:lnTo>
                  <a:lnTo>
                    <a:pt x="1031507" y="53936"/>
                  </a:lnTo>
                  <a:lnTo>
                    <a:pt x="1023692" y="53548"/>
                  </a:lnTo>
                  <a:lnTo>
                    <a:pt x="1015878" y="53386"/>
                  </a:lnTo>
                  <a:lnTo>
                    <a:pt x="1008063" y="53219"/>
                  </a:lnTo>
                  <a:lnTo>
                    <a:pt x="1000249" y="52889"/>
                  </a:lnTo>
                  <a:lnTo>
                    <a:pt x="992434" y="52441"/>
                  </a:lnTo>
                  <a:lnTo>
                    <a:pt x="984620" y="52241"/>
                  </a:lnTo>
                  <a:lnTo>
                    <a:pt x="976806" y="52034"/>
                  </a:lnTo>
                  <a:lnTo>
                    <a:pt x="968991" y="51710"/>
                  </a:lnTo>
                  <a:lnTo>
                    <a:pt x="961177" y="51572"/>
                  </a:lnTo>
                  <a:lnTo>
                    <a:pt x="953362" y="51072"/>
                  </a:lnTo>
                  <a:lnTo>
                    <a:pt x="945548" y="50561"/>
                  </a:lnTo>
                  <a:lnTo>
                    <a:pt x="937733" y="50042"/>
                  </a:lnTo>
                  <a:lnTo>
                    <a:pt x="929919" y="49721"/>
                  </a:lnTo>
                  <a:lnTo>
                    <a:pt x="922104" y="49414"/>
                  </a:lnTo>
                  <a:lnTo>
                    <a:pt x="914290" y="48906"/>
                  </a:lnTo>
                  <a:lnTo>
                    <a:pt x="906476" y="48611"/>
                  </a:lnTo>
                  <a:lnTo>
                    <a:pt x="898661" y="48347"/>
                  </a:lnTo>
                  <a:lnTo>
                    <a:pt x="890847" y="48006"/>
                  </a:lnTo>
                  <a:lnTo>
                    <a:pt x="883032" y="47824"/>
                  </a:lnTo>
                  <a:lnTo>
                    <a:pt x="875218" y="47490"/>
                  </a:lnTo>
                  <a:lnTo>
                    <a:pt x="867403" y="47259"/>
                  </a:lnTo>
                  <a:lnTo>
                    <a:pt x="859589" y="47029"/>
                  </a:lnTo>
                  <a:lnTo>
                    <a:pt x="851774" y="46790"/>
                  </a:lnTo>
                  <a:lnTo>
                    <a:pt x="843960" y="46511"/>
                  </a:lnTo>
                  <a:lnTo>
                    <a:pt x="836145" y="46152"/>
                  </a:lnTo>
                  <a:lnTo>
                    <a:pt x="828331" y="45640"/>
                  </a:lnTo>
                  <a:lnTo>
                    <a:pt x="820517" y="45154"/>
                  </a:lnTo>
                  <a:lnTo>
                    <a:pt x="812702" y="44658"/>
                  </a:lnTo>
                  <a:lnTo>
                    <a:pt x="804888" y="44206"/>
                  </a:lnTo>
                  <a:lnTo>
                    <a:pt x="797073" y="43781"/>
                  </a:lnTo>
                  <a:lnTo>
                    <a:pt x="789259" y="43407"/>
                  </a:lnTo>
                  <a:lnTo>
                    <a:pt x="781444" y="43055"/>
                  </a:lnTo>
                  <a:lnTo>
                    <a:pt x="773630" y="42734"/>
                  </a:lnTo>
                  <a:lnTo>
                    <a:pt x="765815" y="42398"/>
                  </a:lnTo>
                  <a:lnTo>
                    <a:pt x="758001" y="41909"/>
                  </a:lnTo>
                  <a:lnTo>
                    <a:pt x="750187" y="41633"/>
                  </a:lnTo>
                  <a:lnTo>
                    <a:pt x="742372" y="41188"/>
                  </a:lnTo>
                  <a:lnTo>
                    <a:pt x="734558" y="40581"/>
                  </a:lnTo>
                  <a:lnTo>
                    <a:pt x="726743" y="40209"/>
                  </a:lnTo>
                  <a:lnTo>
                    <a:pt x="718929" y="39808"/>
                  </a:lnTo>
                  <a:lnTo>
                    <a:pt x="711114" y="39317"/>
                  </a:lnTo>
                  <a:lnTo>
                    <a:pt x="703300" y="39011"/>
                  </a:lnTo>
                  <a:lnTo>
                    <a:pt x="695485" y="38603"/>
                  </a:lnTo>
                  <a:lnTo>
                    <a:pt x="687671" y="38186"/>
                  </a:lnTo>
                  <a:lnTo>
                    <a:pt x="679857" y="37762"/>
                  </a:lnTo>
                  <a:lnTo>
                    <a:pt x="672042" y="37269"/>
                  </a:lnTo>
                  <a:lnTo>
                    <a:pt x="664228" y="36875"/>
                  </a:lnTo>
                  <a:lnTo>
                    <a:pt x="656413" y="36333"/>
                  </a:lnTo>
                  <a:lnTo>
                    <a:pt x="648599" y="35712"/>
                  </a:lnTo>
                  <a:lnTo>
                    <a:pt x="640784" y="35284"/>
                  </a:lnTo>
                  <a:lnTo>
                    <a:pt x="632970" y="34872"/>
                  </a:lnTo>
                  <a:lnTo>
                    <a:pt x="625155" y="34436"/>
                  </a:lnTo>
                  <a:lnTo>
                    <a:pt x="617341" y="33927"/>
                  </a:lnTo>
                  <a:lnTo>
                    <a:pt x="609526" y="33439"/>
                  </a:lnTo>
                  <a:lnTo>
                    <a:pt x="601712" y="32633"/>
                  </a:lnTo>
                  <a:lnTo>
                    <a:pt x="593898" y="32398"/>
                  </a:lnTo>
                  <a:lnTo>
                    <a:pt x="586083" y="31866"/>
                  </a:lnTo>
                  <a:lnTo>
                    <a:pt x="578269" y="31153"/>
                  </a:lnTo>
                  <a:lnTo>
                    <a:pt x="570454" y="30422"/>
                  </a:lnTo>
                  <a:lnTo>
                    <a:pt x="562640" y="29678"/>
                  </a:lnTo>
                  <a:lnTo>
                    <a:pt x="554825" y="28904"/>
                  </a:lnTo>
                  <a:lnTo>
                    <a:pt x="547011" y="28236"/>
                  </a:lnTo>
                  <a:lnTo>
                    <a:pt x="539196" y="27777"/>
                  </a:lnTo>
                  <a:lnTo>
                    <a:pt x="531382" y="27307"/>
                  </a:lnTo>
                  <a:lnTo>
                    <a:pt x="523568" y="26829"/>
                  </a:lnTo>
                  <a:lnTo>
                    <a:pt x="515753" y="26344"/>
                  </a:lnTo>
                  <a:lnTo>
                    <a:pt x="507939" y="25365"/>
                  </a:lnTo>
                  <a:lnTo>
                    <a:pt x="500124" y="24743"/>
                  </a:lnTo>
                  <a:lnTo>
                    <a:pt x="492310" y="24181"/>
                  </a:lnTo>
                  <a:lnTo>
                    <a:pt x="484495" y="23505"/>
                  </a:lnTo>
                  <a:lnTo>
                    <a:pt x="476681" y="22780"/>
                  </a:lnTo>
                  <a:lnTo>
                    <a:pt x="468866" y="22251"/>
                  </a:lnTo>
                  <a:lnTo>
                    <a:pt x="461052" y="21516"/>
                  </a:lnTo>
                  <a:lnTo>
                    <a:pt x="453238" y="20827"/>
                  </a:lnTo>
                  <a:lnTo>
                    <a:pt x="445423" y="20192"/>
                  </a:lnTo>
                  <a:lnTo>
                    <a:pt x="437609" y="19705"/>
                  </a:lnTo>
                  <a:lnTo>
                    <a:pt x="429794" y="18952"/>
                  </a:lnTo>
                  <a:lnTo>
                    <a:pt x="421980" y="18481"/>
                  </a:lnTo>
                  <a:lnTo>
                    <a:pt x="414165" y="18036"/>
                  </a:lnTo>
                  <a:lnTo>
                    <a:pt x="406351" y="17345"/>
                  </a:lnTo>
                  <a:lnTo>
                    <a:pt x="398536" y="16802"/>
                  </a:lnTo>
                  <a:lnTo>
                    <a:pt x="390722" y="16422"/>
                  </a:lnTo>
                  <a:lnTo>
                    <a:pt x="382907" y="15522"/>
                  </a:lnTo>
                  <a:lnTo>
                    <a:pt x="375093" y="14838"/>
                  </a:lnTo>
                  <a:lnTo>
                    <a:pt x="367279" y="14296"/>
                  </a:lnTo>
                  <a:lnTo>
                    <a:pt x="359464" y="13879"/>
                  </a:lnTo>
                  <a:lnTo>
                    <a:pt x="351650" y="13079"/>
                  </a:lnTo>
                  <a:lnTo>
                    <a:pt x="343835" y="12525"/>
                  </a:lnTo>
                  <a:lnTo>
                    <a:pt x="336021" y="11778"/>
                  </a:lnTo>
                  <a:lnTo>
                    <a:pt x="328206" y="11229"/>
                  </a:lnTo>
                  <a:lnTo>
                    <a:pt x="320392" y="10833"/>
                  </a:lnTo>
                  <a:lnTo>
                    <a:pt x="312577" y="10344"/>
                  </a:lnTo>
                  <a:lnTo>
                    <a:pt x="304763" y="9548"/>
                  </a:lnTo>
                  <a:lnTo>
                    <a:pt x="296949" y="9045"/>
                  </a:lnTo>
                  <a:lnTo>
                    <a:pt x="289134" y="8520"/>
                  </a:lnTo>
                  <a:lnTo>
                    <a:pt x="281320" y="7858"/>
                  </a:lnTo>
                  <a:lnTo>
                    <a:pt x="273505" y="7274"/>
                  </a:lnTo>
                  <a:lnTo>
                    <a:pt x="265691" y="6768"/>
                  </a:lnTo>
                  <a:lnTo>
                    <a:pt x="257876" y="6288"/>
                  </a:lnTo>
                  <a:lnTo>
                    <a:pt x="250062" y="5710"/>
                  </a:lnTo>
                  <a:lnTo>
                    <a:pt x="242247" y="5129"/>
                  </a:lnTo>
                  <a:lnTo>
                    <a:pt x="234433" y="4663"/>
                  </a:lnTo>
                  <a:lnTo>
                    <a:pt x="226619" y="4512"/>
                  </a:lnTo>
                  <a:lnTo>
                    <a:pt x="218804" y="4365"/>
                  </a:lnTo>
                  <a:lnTo>
                    <a:pt x="210990" y="4190"/>
                  </a:lnTo>
                  <a:lnTo>
                    <a:pt x="203175" y="3881"/>
                  </a:lnTo>
                  <a:lnTo>
                    <a:pt x="195361" y="3702"/>
                  </a:lnTo>
                  <a:lnTo>
                    <a:pt x="187546" y="3439"/>
                  </a:lnTo>
                  <a:lnTo>
                    <a:pt x="179732" y="3069"/>
                  </a:lnTo>
                  <a:lnTo>
                    <a:pt x="171917" y="2713"/>
                  </a:lnTo>
                  <a:lnTo>
                    <a:pt x="164103" y="2354"/>
                  </a:lnTo>
                  <a:lnTo>
                    <a:pt x="156288" y="1966"/>
                  </a:lnTo>
                  <a:lnTo>
                    <a:pt x="148474" y="1632"/>
                  </a:lnTo>
                  <a:lnTo>
                    <a:pt x="140660" y="1345"/>
                  </a:lnTo>
                  <a:lnTo>
                    <a:pt x="132845" y="1000"/>
                  </a:lnTo>
                  <a:lnTo>
                    <a:pt x="125031" y="1034"/>
                  </a:lnTo>
                  <a:lnTo>
                    <a:pt x="117216" y="893"/>
                  </a:lnTo>
                  <a:lnTo>
                    <a:pt x="109402" y="785"/>
                  </a:lnTo>
                  <a:lnTo>
                    <a:pt x="101587" y="438"/>
                  </a:lnTo>
                  <a:lnTo>
                    <a:pt x="93773" y="535"/>
                  </a:lnTo>
                  <a:lnTo>
                    <a:pt x="85958" y="140"/>
                  </a:lnTo>
                  <a:lnTo>
                    <a:pt x="78144" y="81"/>
                  </a:lnTo>
                  <a:lnTo>
                    <a:pt x="70330" y="300"/>
                  </a:lnTo>
                  <a:lnTo>
                    <a:pt x="62515" y="200"/>
                  </a:lnTo>
                  <a:lnTo>
                    <a:pt x="54701" y="158"/>
                  </a:lnTo>
                  <a:lnTo>
                    <a:pt x="46886" y="0"/>
                  </a:lnTo>
                  <a:lnTo>
                    <a:pt x="39072" y="64"/>
                  </a:lnTo>
                  <a:lnTo>
                    <a:pt x="31257" y="122"/>
                  </a:lnTo>
                  <a:lnTo>
                    <a:pt x="23443" y="113"/>
                  </a:lnTo>
                  <a:lnTo>
                    <a:pt x="15628" y="340"/>
                  </a:lnTo>
                  <a:lnTo>
                    <a:pt x="7814" y="223"/>
                  </a:lnTo>
                  <a:lnTo>
                    <a:pt x="0" y="3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3" name="pl92"/>
            <p:cNvSpPr/>
            <p:nvPr/>
          </p:nvSpPr>
          <p:spPr>
            <a:xfrm>
              <a:off x="1223067" y="4629556"/>
              <a:ext cx="2023942" cy="49788"/>
            </a:xfrm>
            <a:custGeom>
              <a:avLst/>
              <a:pathLst>
                <a:path w="2023942" h="49788">
                  <a:moveTo>
                    <a:pt x="0" y="0"/>
                  </a:moveTo>
                  <a:lnTo>
                    <a:pt x="7814" y="415"/>
                  </a:lnTo>
                  <a:lnTo>
                    <a:pt x="15628" y="829"/>
                  </a:lnTo>
                  <a:lnTo>
                    <a:pt x="23443" y="1239"/>
                  </a:lnTo>
                  <a:lnTo>
                    <a:pt x="31257" y="1630"/>
                  </a:lnTo>
                  <a:lnTo>
                    <a:pt x="39072" y="2040"/>
                  </a:lnTo>
                  <a:lnTo>
                    <a:pt x="46886" y="2445"/>
                  </a:lnTo>
                  <a:lnTo>
                    <a:pt x="54701" y="2848"/>
                  </a:lnTo>
                  <a:lnTo>
                    <a:pt x="62515" y="3252"/>
                  </a:lnTo>
                  <a:lnTo>
                    <a:pt x="70330" y="3655"/>
                  </a:lnTo>
                  <a:lnTo>
                    <a:pt x="78144" y="4039"/>
                  </a:lnTo>
                  <a:lnTo>
                    <a:pt x="85958" y="4421"/>
                  </a:lnTo>
                  <a:lnTo>
                    <a:pt x="93773" y="4810"/>
                  </a:lnTo>
                  <a:lnTo>
                    <a:pt x="101587" y="5194"/>
                  </a:lnTo>
                  <a:lnTo>
                    <a:pt x="109402" y="5570"/>
                  </a:lnTo>
                  <a:lnTo>
                    <a:pt x="117216" y="5945"/>
                  </a:lnTo>
                  <a:lnTo>
                    <a:pt x="125031" y="6314"/>
                  </a:lnTo>
                  <a:lnTo>
                    <a:pt x="132845" y="6691"/>
                  </a:lnTo>
                  <a:lnTo>
                    <a:pt x="140660" y="7059"/>
                  </a:lnTo>
                  <a:lnTo>
                    <a:pt x="148474" y="7424"/>
                  </a:lnTo>
                  <a:lnTo>
                    <a:pt x="156288" y="7783"/>
                  </a:lnTo>
                  <a:lnTo>
                    <a:pt x="164103" y="8139"/>
                  </a:lnTo>
                  <a:lnTo>
                    <a:pt x="171917" y="8494"/>
                  </a:lnTo>
                  <a:lnTo>
                    <a:pt x="179732" y="8844"/>
                  </a:lnTo>
                  <a:lnTo>
                    <a:pt x="187546" y="9192"/>
                  </a:lnTo>
                  <a:lnTo>
                    <a:pt x="195361" y="9536"/>
                  </a:lnTo>
                  <a:lnTo>
                    <a:pt x="203175" y="9882"/>
                  </a:lnTo>
                  <a:lnTo>
                    <a:pt x="210990" y="10222"/>
                  </a:lnTo>
                  <a:lnTo>
                    <a:pt x="218804" y="10561"/>
                  </a:lnTo>
                  <a:lnTo>
                    <a:pt x="226619" y="10906"/>
                  </a:lnTo>
                  <a:lnTo>
                    <a:pt x="234433" y="11243"/>
                  </a:lnTo>
                  <a:lnTo>
                    <a:pt x="242247" y="11577"/>
                  </a:lnTo>
                  <a:lnTo>
                    <a:pt x="250062" y="11910"/>
                  </a:lnTo>
                  <a:lnTo>
                    <a:pt x="257876" y="12243"/>
                  </a:lnTo>
                  <a:lnTo>
                    <a:pt x="265691" y="12574"/>
                  </a:lnTo>
                  <a:lnTo>
                    <a:pt x="273505" y="12904"/>
                  </a:lnTo>
                  <a:lnTo>
                    <a:pt x="281320" y="13233"/>
                  </a:lnTo>
                  <a:lnTo>
                    <a:pt x="289134" y="13552"/>
                  </a:lnTo>
                  <a:lnTo>
                    <a:pt x="296949" y="13870"/>
                  </a:lnTo>
                  <a:lnTo>
                    <a:pt x="304763" y="14187"/>
                  </a:lnTo>
                  <a:lnTo>
                    <a:pt x="312577" y="14501"/>
                  </a:lnTo>
                  <a:lnTo>
                    <a:pt x="320392" y="14817"/>
                  </a:lnTo>
                  <a:lnTo>
                    <a:pt x="328206" y="15130"/>
                  </a:lnTo>
                  <a:lnTo>
                    <a:pt x="336021" y="15441"/>
                  </a:lnTo>
                  <a:lnTo>
                    <a:pt x="343835" y="15747"/>
                  </a:lnTo>
                  <a:lnTo>
                    <a:pt x="351650" y="16052"/>
                  </a:lnTo>
                  <a:lnTo>
                    <a:pt x="359464" y="16355"/>
                  </a:lnTo>
                  <a:lnTo>
                    <a:pt x="367279" y="16657"/>
                  </a:lnTo>
                  <a:lnTo>
                    <a:pt x="375093" y="16957"/>
                  </a:lnTo>
                  <a:lnTo>
                    <a:pt x="382907" y="17255"/>
                  </a:lnTo>
                  <a:lnTo>
                    <a:pt x="390722" y="17551"/>
                  </a:lnTo>
                  <a:lnTo>
                    <a:pt x="398536" y="17846"/>
                  </a:lnTo>
                  <a:lnTo>
                    <a:pt x="406351" y="18139"/>
                  </a:lnTo>
                  <a:lnTo>
                    <a:pt x="414165" y="18431"/>
                  </a:lnTo>
                  <a:lnTo>
                    <a:pt x="421980" y="18720"/>
                  </a:lnTo>
                  <a:lnTo>
                    <a:pt x="429794" y="19008"/>
                  </a:lnTo>
                  <a:lnTo>
                    <a:pt x="437609" y="19294"/>
                  </a:lnTo>
                  <a:lnTo>
                    <a:pt x="445423" y="19578"/>
                  </a:lnTo>
                  <a:lnTo>
                    <a:pt x="453238" y="19860"/>
                  </a:lnTo>
                  <a:lnTo>
                    <a:pt x="461052" y="20141"/>
                  </a:lnTo>
                  <a:lnTo>
                    <a:pt x="468866" y="20420"/>
                  </a:lnTo>
                  <a:lnTo>
                    <a:pt x="476681" y="20697"/>
                  </a:lnTo>
                  <a:lnTo>
                    <a:pt x="484495" y="20973"/>
                  </a:lnTo>
                  <a:lnTo>
                    <a:pt x="492310" y="21248"/>
                  </a:lnTo>
                  <a:lnTo>
                    <a:pt x="500124" y="21521"/>
                  </a:lnTo>
                  <a:lnTo>
                    <a:pt x="507939" y="21793"/>
                  </a:lnTo>
                  <a:lnTo>
                    <a:pt x="515753" y="22062"/>
                  </a:lnTo>
                  <a:lnTo>
                    <a:pt x="523568" y="22326"/>
                  </a:lnTo>
                  <a:lnTo>
                    <a:pt x="531382" y="22592"/>
                  </a:lnTo>
                  <a:lnTo>
                    <a:pt x="539196" y="22855"/>
                  </a:lnTo>
                  <a:lnTo>
                    <a:pt x="547011" y="23115"/>
                  </a:lnTo>
                  <a:lnTo>
                    <a:pt x="554825" y="23371"/>
                  </a:lnTo>
                  <a:lnTo>
                    <a:pt x="562640" y="23627"/>
                  </a:lnTo>
                  <a:lnTo>
                    <a:pt x="570454" y="23881"/>
                  </a:lnTo>
                  <a:lnTo>
                    <a:pt x="578269" y="24135"/>
                  </a:lnTo>
                  <a:lnTo>
                    <a:pt x="586083" y="24387"/>
                  </a:lnTo>
                  <a:lnTo>
                    <a:pt x="593898" y="24640"/>
                  </a:lnTo>
                  <a:lnTo>
                    <a:pt x="601712" y="24888"/>
                  </a:lnTo>
                  <a:lnTo>
                    <a:pt x="609526" y="25140"/>
                  </a:lnTo>
                  <a:lnTo>
                    <a:pt x="617341" y="25386"/>
                  </a:lnTo>
                  <a:lnTo>
                    <a:pt x="625155" y="25627"/>
                  </a:lnTo>
                  <a:lnTo>
                    <a:pt x="632970" y="25868"/>
                  </a:lnTo>
                  <a:lnTo>
                    <a:pt x="640784" y="26113"/>
                  </a:lnTo>
                  <a:lnTo>
                    <a:pt x="648599" y="26357"/>
                  </a:lnTo>
                  <a:lnTo>
                    <a:pt x="656413" y="26597"/>
                  </a:lnTo>
                  <a:lnTo>
                    <a:pt x="664228" y="26833"/>
                  </a:lnTo>
                  <a:lnTo>
                    <a:pt x="672042" y="27066"/>
                  </a:lnTo>
                  <a:lnTo>
                    <a:pt x="679857" y="27286"/>
                  </a:lnTo>
                  <a:lnTo>
                    <a:pt x="687671" y="27510"/>
                  </a:lnTo>
                  <a:lnTo>
                    <a:pt x="695485" y="27739"/>
                  </a:lnTo>
                  <a:lnTo>
                    <a:pt x="703300" y="27972"/>
                  </a:lnTo>
                  <a:lnTo>
                    <a:pt x="711114" y="28190"/>
                  </a:lnTo>
                  <a:lnTo>
                    <a:pt x="718929" y="28415"/>
                  </a:lnTo>
                  <a:lnTo>
                    <a:pt x="726743" y="28642"/>
                  </a:lnTo>
                  <a:lnTo>
                    <a:pt x="734558" y="28857"/>
                  </a:lnTo>
                  <a:lnTo>
                    <a:pt x="742372" y="29070"/>
                  </a:lnTo>
                  <a:lnTo>
                    <a:pt x="750187" y="29286"/>
                  </a:lnTo>
                  <a:lnTo>
                    <a:pt x="758001" y="29501"/>
                  </a:lnTo>
                  <a:lnTo>
                    <a:pt x="765815" y="29714"/>
                  </a:lnTo>
                  <a:lnTo>
                    <a:pt x="773630" y="29923"/>
                  </a:lnTo>
                  <a:lnTo>
                    <a:pt x="781444" y="30128"/>
                  </a:lnTo>
                  <a:lnTo>
                    <a:pt x="789259" y="30327"/>
                  </a:lnTo>
                  <a:lnTo>
                    <a:pt x="797073" y="30522"/>
                  </a:lnTo>
                  <a:lnTo>
                    <a:pt x="804888" y="30716"/>
                  </a:lnTo>
                  <a:lnTo>
                    <a:pt x="812702" y="30916"/>
                  </a:lnTo>
                  <a:lnTo>
                    <a:pt x="820517" y="31113"/>
                  </a:lnTo>
                  <a:lnTo>
                    <a:pt x="828331" y="31313"/>
                  </a:lnTo>
                  <a:lnTo>
                    <a:pt x="836145" y="31524"/>
                  </a:lnTo>
                  <a:lnTo>
                    <a:pt x="843960" y="31732"/>
                  </a:lnTo>
                  <a:lnTo>
                    <a:pt x="851774" y="31933"/>
                  </a:lnTo>
                  <a:lnTo>
                    <a:pt x="859589" y="32135"/>
                  </a:lnTo>
                  <a:lnTo>
                    <a:pt x="867403" y="32339"/>
                  </a:lnTo>
                  <a:lnTo>
                    <a:pt x="875218" y="32527"/>
                  </a:lnTo>
                  <a:lnTo>
                    <a:pt x="883032" y="32706"/>
                  </a:lnTo>
                  <a:lnTo>
                    <a:pt x="890847" y="32893"/>
                  </a:lnTo>
                  <a:lnTo>
                    <a:pt x="898661" y="33090"/>
                  </a:lnTo>
                  <a:lnTo>
                    <a:pt x="906476" y="33281"/>
                  </a:lnTo>
                  <a:lnTo>
                    <a:pt x="914290" y="33454"/>
                  </a:lnTo>
                  <a:lnTo>
                    <a:pt x="922104" y="33639"/>
                  </a:lnTo>
                  <a:lnTo>
                    <a:pt x="929919" y="33829"/>
                  </a:lnTo>
                  <a:lnTo>
                    <a:pt x="937733" y="34020"/>
                  </a:lnTo>
                  <a:lnTo>
                    <a:pt x="945548" y="34215"/>
                  </a:lnTo>
                  <a:lnTo>
                    <a:pt x="953362" y="34411"/>
                  </a:lnTo>
                  <a:lnTo>
                    <a:pt x="961177" y="34597"/>
                  </a:lnTo>
                  <a:lnTo>
                    <a:pt x="968991" y="34778"/>
                  </a:lnTo>
                  <a:lnTo>
                    <a:pt x="976806" y="34947"/>
                  </a:lnTo>
                  <a:lnTo>
                    <a:pt x="984620" y="35111"/>
                  </a:lnTo>
                  <a:lnTo>
                    <a:pt x="992434" y="35282"/>
                  </a:lnTo>
                  <a:lnTo>
                    <a:pt x="1000249" y="35461"/>
                  </a:lnTo>
                  <a:lnTo>
                    <a:pt x="1008063" y="35634"/>
                  </a:lnTo>
                  <a:lnTo>
                    <a:pt x="1015878" y="35812"/>
                  </a:lnTo>
                  <a:lnTo>
                    <a:pt x="1023692" y="35991"/>
                  </a:lnTo>
                  <a:lnTo>
                    <a:pt x="1031507" y="36173"/>
                  </a:lnTo>
                  <a:lnTo>
                    <a:pt x="1039321" y="36343"/>
                  </a:lnTo>
                  <a:lnTo>
                    <a:pt x="1047136" y="36512"/>
                  </a:lnTo>
                  <a:lnTo>
                    <a:pt x="1054950" y="36671"/>
                  </a:lnTo>
                  <a:lnTo>
                    <a:pt x="1062765" y="36836"/>
                  </a:lnTo>
                  <a:lnTo>
                    <a:pt x="1070579" y="36996"/>
                  </a:lnTo>
                  <a:lnTo>
                    <a:pt x="1078393" y="37153"/>
                  </a:lnTo>
                  <a:lnTo>
                    <a:pt x="1086208" y="37308"/>
                  </a:lnTo>
                  <a:lnTo>
                    <a:pt x="1094022" y="37451"/>
                  </a:lnTo>
                  <a:lnTo>
                    <a:pt x="1101837" y="37598"/>
                  </a:lnTo>
                  <a:lnTo>
                    <a:pt x="1109651" y="37752"/>
                  </a:lnTo>
                  <a:lnTo>
                    <a:pt x="1117466" y="37902"/>
                  </a:lnTo>
                  <a:lnTo>
                    <a:pt x="1125280" y="38033"/>
                  </a:lnTo>
                  <a:lnTo>
                    <a:pt x="1133095" y="38173"/>
                  </a:lnTo>
                  <a:lnTo>
                    <a:pt x="1140909" y="38329"/>
                  </a:lnTo>
                  <a:lnTo>
                    <a:pt x="1148723" y="38484"/>
                  </a:lnTo>
                  <a:lnTo>
                    <a:pt x="1156538" y="38631"/>
                  </a:lnTo>
                  <a:lnTo>
                    <a:pt x="1164352" y="38777"/>
                  </a:lnTo>
                  <a:lnTo>
                    <a:pt x="1172167" y="38912"/>
                  </a:lnTo>
                  <a:lnTo>
                    <a:pt x="1179981" y="39059"/>
                  </a:lnTo>
                  <a:lnTo>
                    <a:pt x="1187796" y="39206"/>
                  </a:lnTo>
                  <a:lnTo>
                    <a:pt x="1195610" y="39355"/>
                  </a:lnTo>
                  <a:lnTo>
                    <a:pt x="1203425" y="39507"/>
                  </a:lnTo>
                  <a:lnTo>
                    <a:pt x="1211239" y="39642"/>
                  </a:lnTo>
                  <a:lnTo>
                    <a:pt x="1219053" y="39791"/>
                  </a:lnTo>
                  <a:lnTo>
                    <a:pt x="1226868" y="39938"/>
                  </a:lnTo>
                  <a:lnTo>
                    <a:pt x="1234682" y="40071"/>
                  </a:lnTo>
                  <a:lnTo>
                    <a:pt x="1242497" y="40195"/>
                  </a:lnTo>
                  <a:lnTo>
                    <a:pt x="1250311" y="40327"/>
                  </a:lnTo>
                  <a:lnTo>
                    <a:pt x="1258126" y="40448"/>
                  </a:lnTo>
                  <a:lnTo>
                    <a:pt x="1265940" y="40592"/>
                  </a:lnTo>
                  <a:lnTo>
                    <a:pt x="1273755" y="40736"/>
                  </a:lnTo>
                  <a:lnTo>
                    <a:pt x="1281569" y="40878"/>
                  </a:lnTo>
                  <a:lnTo>
                    <a:pt x="1289384" y="41006"/>
                  </a:lnTo>
                  <a:lnTo>
                    <a:pt x="1297198" y="41122"/>
                  </a:lnTo>
                  <a:lnTo>
                    <a:pt x="1305012" y="41249"/>
                  </a:lnTo>
                  <a:lnTo>
                    <a:pt x="1312827" y="41387"/>
                  </a:lnTo>
                  <a:lnTo>
                    <a:pt x="1320641" y="41518"/>
                  </a:lnTo>
                  <a:lnTo>
                    <a:pt x="1328456" y="41644"/>
                  </a:lnTo>
                  <a:lnTo>
                    <a:pt x="1336270" y="41762"/>
                  </a:lnTo>
                  <a:lnTo>
                    <a:pt x="1344085" y="41873"/>
                  </a:lnTo>
                  <a:lnTo>
                    <a:pt x="1351899" y="41992"/>
                  </a:lnTo>
                  <a:lnTo>
                    <a:pt x="1359714" y="42123"/>
                  </a:lnTo>
                  <a:lnTo>
                    <a:pt x="1367528" y="42241"/>
                  </a:lnTo>
                  <a:lnTo>
                    <a:pt x="1375342" y="42362"/>
                  </a:lnTo>
                  <a:lnTo>
                    <a:pt x="1383157" y="42486"/>
                  </a:lnTo>
                  <a:lnTo>
                    <a:pt x="1390971" y="42612"/>
                  </a:lnTo>
                  <a:lnTo>
                    <a:pt x="1398786" y="42747"/>
                  </a:lnTo>
                  <a:lnTo>
                    <a:pt x="1406600" y="42863"/>
                  </a:lnTo>
                  <a:lnTo>
                    <a:pt x="1414415" y="42974"/>
                  </a:lnTo>
                  <a:lnTo>
                    <a:pt x="1422229" y="43105"/>
                  </a:lnTo>
                  <a:lnTo>
                    <a:pt x="1430044" y="43220"/>
                  </a:lnTo>
                  <a:lnTo>
                    <a:pt x="1437858" y="43332"/>
                  </a:lnTo>
                  <a:lnTo>
                    <a:pt x="1445672" y="43437"/>
                  </a:lnTo>
                  <a:lnTo>
                    <a:pt x="1453487" y="43541"/>
                  </a:lnTo>
                  <a:lnTo>
                    <a:pt x="1461301" y="43644"/>
                  </a:lnTo>
                  <a:lnTo>
                    <a:pt x="1469116" y="43771"/>
                  </a:lnTo>
                  <a:lnTo>
                    <a:pt x="1476930" y="43881"/>
                  </a:lnTo>
                  <a:lnTo>
                    <a:pt x="1484745" y="43985"/>
                  </a:lnTo>
                  <a:lnTo>
                    <a:pt x="1492559" y="44099"/>
                  </a:lnTo>
                  <a:lnTo>
                    <a:pt x="1500374" y="44218"/>
                  </a:lnTo>
                  <a:lnTo>
                    <a:pt x="1508188" y="44326"/>
                  </a:lnTo>
                  <a:lnTo>
                    <a:pt x="1516003" y="44424"/>
                  </a:lnTo>
                  <a:lnTo>
                    <a:pt x="1523817" y="44517"/>
                  </a:lnTo>
                  <a:lnTo>
                    <a:pt x="1531631" y="44613"/>
                  </a:lnTo>
                  <a:lnTo>
                    <a:pt x="1539446" y="44713"/>
                  </a:lnTo>
                  <a:lnTo>
                    <a:pt x="1547260" y="44802"/>
                  </a:lnTo>
                  <a:lnTo>
                    <a:pt x="1555075" y="44880"/>
                  </a:lnTo>
                  <a:lnTo>
                    <a:pt x="1562889" y="44981"/>
                  </a:lnTo>
                  <a:lnTo>
                    <a:pt x="1570704" y="45085"/>
                  </a:lnTo>
                  <a:lnTo>
                    <a:pt x="1578518" y="45188"/>
                  </a:lnTo>
                  <a:lnTo>
                    <a:pt x="1586333" y="45281"/>
                  </a:lnTo>
                  <a:lnTo>
                    <a:pt x="1594147" y="45384"/>
                  </a:lnTo>
                  <a:lnTo>
                    <a:pt x="1601961" y="45480"/>
                  </a:lnTo>
                  <a:lnTo>
                    <a:pt x="1609776" y="45570"/>
                  </a:lnTo>
                  <a:lnTo>
                    <a:pt x="1617590" y="45665"/>
                  </a:lnTo>
                  <a:lnTo>
                    <a:pt x="1625405" y="45756"/>
                  </a:lnTo>
                  <a:lnTo>
                    <a:pt x="1633219" y="45865"/>
                  </a:lnTo>
                  <a:lnTo>
                    <a:pt x="1641034" y="45962"/>
                  </a:lnTo>
                  <a:lnTo>
                    <a:pt x="1648848" y="46062"/>
                  </a:lnTo>
                  <a:lnTo>
                    <a:pt x="1656663" y="46152"/>
                  </a:lnTo>
                  <a:lnTo>
                    <a:pt x="1664477" y="46237"/>
                  </a:lnTo>
                  <a:lnTo>
                    <a:pt x="1672291" y="46329"/>
                  </a:lnTo>
                  <a:lnTo>
                    <a:pt x="1680106" y="46396"/>
                  </a:lnTo>
                  <a:lnTo>
                    <a:pt x="1687920" y="46492"/>
                  </a:lnTo>
                  <a:lnTo>
                    <a:pt x="1695735" y="46592"/>
                  </a:lnTo>
                  <a:lnTo>
                    <a:pt x="1703549" y="46677"/>
                  </a:lnTo>
                  <a:lnTo>
                    <a:pt x="1711364" y="46760"/>
                  </a:lnTo>
                  <a:lnTo>
                    <a:pt x="1719178" y="46832"/>
                  </a:lnTo>
                  <a:lnTo>
                    <a:pt x="1726993" y="46893"/>
                  </a:lnTo>
                  <a:lnTo>
                    <a:pt x="1734807" y="46967"/>
                  </a:lnTo>
                  <a:lnTo>
                    <a:pt x="1742622" y="47054"/>
                  </a:lnTo>
                  <a:lnTo>
                    <a:pt x="1750436" y="47110"/>
                  </a:lnTo>
                  <a:lnTo>
                    <a:pt x="1758250" y="47174"/>
                  </a:lnTo>
                  <a:lnTo>
                    <a:pt x="1766065" y="47244"/>
                  </a:lnTo>
                  <a:lnTo>
                    <a:pt x="1773879" y="47328"/>
                  </a:lnTo>
                  <a:lnTo>
                    <a:pt x="1781694" y="47416"/>
                  </a:lnTo>
                  <a:lnTo>
                    <a:pt x="1789508" y="47497"/>
                  </a:lnTo>
                  <a:lnTo>
                    <a:pt x="1797323" y="47577"/>
                  </a:lnTo>
                  <a:lnTo>
                    <a:pt x="1805137" y="47656"/>
                  </a:lnTo>
                  <a:lnTo>
                    <a:pt x="1812952" y="47734"/>
                  </a:lnTo>
                  <a:lnTo>
                    <a:pt x="1820766" y="47813"/>
                  </a:lnTo>
                  <a:lnTo>
                    <a:pt x="1828580" y="47894"/>
                  </a:lnTo>
                  <a:lnTo>
                    <a:pt x="1836395" y="47997"/>
                  </a:lnTo>
                  <a:lnTo>
                    <a:pt x="1844209" y="48081"/>
                  </a:lnTo>
                  <a:lnTo>
                    <a:pt x="1852024" y="48150"/>
                  </a:lnTo>
                  <a:lnTo>
                    <a:pt x="1859838" y="48217"/>
                  </a:lnTo>
                  <a:lnTo>
                    <a:pt x="1867653" y="48313"/>
                  </a:lnTo>
                  <a:lnTo>
                    <a:pt x="1875467" y="48398"/>
                  </a:lnTo>
                  <a:lnTo>
                    <a:pt x="1883282" y="48483"/>
                  </a:lnTo>
                  <a:lnTo>
                    <a:pt x="1891096" y="48575"/>
                  </a:lnTo>
                  <a:lnTo>
                    <a:pt x="1898910" y="48673"/>
                  </a:lnTo>
                  <a:lnTo>
                    <a:pt x="1906725" y="48767"/>
                  </a:lnTo>
                  <a:lnTo>
                    <a:pt x="1914539" y="48840"/>
                  </a:lnTo>
                  <a:lnTo>
                    <a:pt x="1922354" y="48922"/>
                  </a:lnTo>
                  <a:lnTo>
                    <a:pt x="1930168" y="49009"/>
                  </a:lnTo>
                  <a:lnTo>
                    <a:pt x="1937983" y="49095"/>
                  </a:lnTo>
                  <a:lnTo>
                    <a:pt x="1945797" y="49180"/>
                  </a:lnTo>
                  <a:lnTo>
                    <a:pt x="1953612" y="49239"/>
                  </a:lnTo>
                  <a:lnTo>
                    <a:pt x="1961426" y="49294"/>
                  </a:lnTo>
                  <a:lnTo>
                    <a:pt x="1969241" y="49361"/>
                  </a:lnTo>
                  <a:lnTo>
                    <a:pt x="1977055" y="49427"/>
                  </a:lnTo>
                  <a:lnTo>
                    <a:pt x="1984869" y="49490"/>
                  </a:lnTo>
                  <a:lnTo>
                    <a:pt x="1992684" y="49553"/>
                  </a:lnTo>
                  <a:lnTo>
                    <a:pt x="2000498" y="49621"/>
                  </a:lnTo>
                  <a:lnTo>
                    <a:pt x="2008313" y="49677"/>
                  </a:lnTo>
                  <a:lnTo>
                    <a:pt x="2016127" y="49732"/>
                  </a:lnTo>
                  <a:lnTo>
                    <a:pt x="2023942" y="49788"/>
                  </a:lnTo>
                </a:path>
              </a:pathLst>
            </a:custGeom>
            <a:ln w="18970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3"/>
            <p:cNvSpPr/>
            <p:nvPr/>
          </p:nvSpPr>
          <p:spPr>
            <a:xfrm>
              <a:off x="1223067" y="4631236"/>
              <a:ext cx="2023942" cy="45400"/>
            </a:xfrm>
            <a:custGeom>
              <a:avLst/>
              <a:pathLst>
                <a:path w="2023942" h="45400">
                  <a:moveTo>
                    <a:pt x="0" y="0"/>
                  </a:moveTo>
                  <a:lnTo>
                    <a:pt x="7814" y="380"/>
                  </a:lnTo>
                  <a:lnTo>
                    <a:pt x="15628" y="739"/>
                  </a:lnTo>
                  <a:lnTo>
                    <a:pt x="23443" y="1053"/>
                  </a:lnTo>
                  <a:lnTo>
                    <a:pt x="31257" y="1459"/>
                  </a:lnTo>
                  <a:lnTo>
                    <a:pt x="39072" y="1777"/>
                  </a:lnTo>
                  <a:lnTo>
                    <a:pt x="46886" y="2194"/>
                  </a:lnTo>
                  <a:lnTo>
                    <a:pt x="54701" y="2478"/>
                  </a:lnTo>
                  <a:lnTo>
                    <a:pt x="62515" y="2810"/>
                  </a:lnTo>
                  <a:lnTo>
                    <a:pt x="70330" y="3176"/>
                  </a:lnTo>
                  <a:lnTo>
                    <a:pt x="78144" y="3481"/>
                  </a:lnTo>
                  <a:lnTo>
                    <a:pt x="85958" y="3790"/>
                  </a:lnTo>
                  <a:lnTo>
                    <a:pt x="93773" y="4132"/>
                  </a:lnTo>
                  <a:lnTo>
                    <a:pt x="101587" y="4480"/>
                  </a:lnTo>
                  <a:lnTo>
                    <a:pt x="109402" y="4790"/>
                  </a:lnTo>
                  <a:lnTo>
                    <a:pt x="117216" y="5103"/>
                  </a:lnTo>
                  <a:lnTo>
                    <a:pt x="125031" y="5416"/>
                  </a:lnTo>
                  <a:lnTo>
                    <a:pt x="132845" y="5769"/>
                  </a:lnTo>
                  <a:lnTo>
                    <a:pt x="140660" y="6123"/>
                  </a:lnTo>
                  <a:lnTo>
                    <a:pt x="148474" y="6516"/>
                  </a:lnTo>
                  <a:lnTo>
                    <a:pt x="156288" y="6860"/>
                  </a:lnTo>
                  <a:lnTo>
                    <a:pt x="164103" y="7151"/>
                  </a:lnTo>
                  <a:lnTo>
                    <a:pt x="171917" y="7362"/>
                  </a:lnTo>
                  <a:lnTo>
                    <a:pt x="179732" y="7677"/>
                  </a:lnTo>
                  <a:lnTo>
                    <a:pt x="187546" y="7996"/>
                  </a:lnTo>
                  <a:lnTo>
                    <a:pt x="195361" y="8338"/>
                  </a:lnTo>
                  <a:lnTo>
                    <a:pt x="203175" y="8668"/>
                  </a:lnTo>
                  <a:lnTo>
                    <a:pt x="210990" y="9021"/>
                  </a:lnTo>
                  <a:lnTo>
                    <a:pt x="218804" y="9366"/>
                  </a:lnTo>
                  <a:lnTo>
                    <a:pt x="226619" y="9723"/>
                  </a:lnTo>
                  <a:lnTo>
                    <a:pt x="234433" y="9980"/>
                  </a:lnTo>
                  <a:lnTo>
                    <a:pt x="242247" y="10252"/>
                  </a:lnTo>
                  <a:lnTo>
                    <a:pt x="250062" y="10529"/>
                  </a:lnTo>
                  <a:lnTo>
                    <a:pt x="257876" y="10847"/>
                  </a:lnTo>
                  <a:lnTo>
                    <a:pt x="265691" y="11136"/>
                  </a:lnTo>
                  <a:lnTo>
                    <a:pt x="273505" y="11467"/>
                  </a:lnTo>
                  <a:lnTo>
                    <a:pt x="281320" y="11780"/>
                  </a:lnTo>
                  <a:lnTo>
                    <a:pt x="289134" y="11996"/>
                  </a:lnTo>
                  <a:lnTo>
                    <a:pt x="296949" y="12339"/>
                  </a:lnTo>
                  <a:lnTo>
                    <a:pt x="304763" y="12631"/>
                  </a:lnTo>
                  <a:lnTo>
                    <a:pt x="312577" y="12962"/>
                  </a:lnTo>
                  <a:lnTo>
                    <a:pt x="320392" y="13224"/>
                  </a:lnTo>
                  <a:lnTo>
                    <a:pt x="328206" y="13509"/>
                  </a:lnTo>
                  <a:lnTo>
                    <a:pt x="336021" y="13806"/>
                  </a:lnTo>
                  <a:lnTo>
                    <a:pt x="343835" y="14084"/>
                  </a:lnTo>
                  <a:lnTo>
                    <a:pt x="351650" y="14357"/>
                  </a:lnTo>
                  <a:lnTo>
                    <a:pt x="359464" y="14680"/>
                  </a:lnTo>
                  <a:lnTo>
                    <a:pt x="367279" y="14973"/>
                  </a:lnTo>
                  <a:lnTo>
                    <a:pt x="375093" y="15227"/>
                  </a:lnTo>
                  <a:lnTo>
                    <a:pt x="382907" y="15468"/>
                  </a:lnTo>
                  <a:lnTo>
                    <a:pt x="390722" y="15720"/>
                  </a:lnTo>
                  <a:lnTo>
                    <a:pt x="398536" y="15997"/>
                  </a:lnTo>
                  <a:lnTo>
                    <a:pt x="406351" y="16236"/>
                  </a:lnTo>
                  <a:lnTo>
                    <a:pt x="414165" y="16490"/>
                  </a:lnTo>
                  <a:lnTo>
                    <a:pt x="421980" y="16763"/>
                  </a:lnTo>
                  <a:lnTo>
                    <a:pt x="429794" y="17012"/>
                  </a:lnTo>
                  <a:lnTo>
                    <a:pt x="437609" y="17222"/>
                  </a:lnTo>
                  <a:lnTo>
                    <a:pt x="445423" y="17506"/>
                  </a:lnTo>
                  <a:lnTo>
                    <a:pt x="453238" y="17755"/>
                  </a:lnTo>
                  <a:lnTo>
                    <a:pt x="461052" y="18032"/>
                  </a:lnTo>
                  <a:lnTo>
                    <a:pt x="468866" y="18275"/>
                  </a:lnTo>
                  <a:lnTo>
                    <a:pt x="476681" y="18496"/>
                  </a:lnTo>
                  <a:lnTo>
                    <a:pt x="484495" y="18748"/>
                  </a:lnTo>
                  <a:lnTo>
                    <a:pt x="492310" y="18974"/>
                  </a:lnTo>
                  <a:lnTo>
                    <a:pt x="500124" y="19178"/>
                  </a:lnTo>
                  <a:lnTo>
                    <a:pt x="507939" y="19390"/>
                  </a:lnTo>
                  <a:lnTo>
                    <a:pt x="515753" y="19679"/>
                  </a:lnTo>
                  <a:lnTo>
                    <a:pt x="523568" y="19915"/>
                  </a:lnTo>
                  <a:lnTo>
                    <a:pt x="531382" y="20143"/>
                  </a:lnTo>
                  <a:lnTo>
                    <a:pt x="539196" y="20363"/>
                  </a:lnTo>
                  <a:lnTo>
                    <a:pt x="547011" y="20612"/>
                  </a:lnTo>
                  <a:lnTo>
                    <a:pt x="554825" y="20877"/>
                  </a:lnTo>
                  <a:lnTo>
                    <a:pt x="562640" y="21115"/>
                  </a:lnTo>
                  <a:lnTo>
                    <a:pt x="570454" y="21332"/>
                  </a:lnTo>
                  <a:lnTo>
                    <a:pt x="578269" y="21539"/>
                  </a:lnTo>
                  <a:lnTo>
                    <a:pt x="586083" y="21780"/>
                  </a:lnTo>
                  <a:lnTo>
                    <a:pt x="593898" y="21965"/>
                  </a:lnTo>
                  <a:lnTo>
                    <a:pt x="601712" y="22195"/>
                  </a:lnTo>
                  <a:lnTo>
                    <a:pt x="609526" y="22430"/>
                  </a:lnTo>
                  <a:lnTo>
                    <a:pt x="617341" y="22672"/>
                  </a:lnTo>
                  <a:lnTo>
                    <a:pt x="625155" y="22894"/>
                  </a:lnTo>
                  <a:lnTo>
                    <a:pt x="632970" y="23065"/>
                  </a:lnTo>
                  <a:lnTo>
                    <a:pt x="640784" y="23272"/>
                  </a:lnTo>
                  <a:lnTo>
                    <a:pt x="648599" y="23510"/>
                  </a:lnTo>
                  <a:lnTo>
                    <a:pt x="656413" y="23715"/>
                  </a:lnTo>
                  <a:lnTo>
                    <a:pt x="664228" y="23914"/>
                  </a:lnTo>
                  <a:lnTo>
                    <a:pt x="672042" y="24079"/>
                  </a:lnTo>
                  <a:lnTo>
                    <a:pt x="679857" y="24311"/>
                  </a:lnTo>
                  <a:lnTo>
                    <a:pt x="687671" y="24496"/>
                  </a:lnTo>
                  <a:lnTo>
                    <a:pt x="695485" y="24693"/>
                  </a:lnTo>
                  <a:lnTo>
                    <a:pt x="703300" y="24871"/>
                  </a:lnTo>
                  <a:lnTo>
                    <a:pt x="711114" y="25105"/>
                  </a:lnTo>
                  <a:lnTo>
                    <a:pt x="718929" y="25295"/>
                  </a:lnTo>
                  <a:lnTo>
                    <a:pt x="726743" y="25503"/>
                  </a:lnTo>
                  <a:lnTo>
                    <a:pt x="734558" y="25719"/>
                  </a:lnTo>
                  <a:lnTo>
                    <a:pt x="742372" y="25915"/>
                  </a:lnTo>
                  <a:lnTo>
                    <a:pt x="750187" y="26114"/>
                  </a:lnTo>
                  <a:lnTo>
                    <a:pt x="758001" y="26281"/>
                  </a:lnTo>
                  <a:lnTo>
                    <a:pt x="765815" y="26495"/>
                  </a:lnTo>
                  <a:lnTo>
                    <a:pt x="773630" y="26691"/>
                  </a:lnTo>
                  <a:lnTo>
                    <a:pt x="781444" y="26863"/>
                  </a:lnTo>
                  <a:lnTo>
                    <a:pt x="789259" y="27055"/>
                  </a:lnTo>
                  <a:lnTo>
                    <a:pt x="797073" y="27280"/>
                  </a:lnTo>
                  <a:lnTo>
                    <a:pt x="804888" y="27507"/>
                  </a:lnTo>
                  <a:lnTo>
                    <a:pt x="812702" y="27714"/>
                  </a:lnTo>
                  <a:lnTo>
                    <a:pt x="820517" y="27891"/>
                  </a:lnTo>
                  <a:lnTo>
                    <a:pt x="828331" y="28071"/>
                  </a:lnTo>
                  <a:lnTo>
                    <a:pt x="836145" y="28282"/>
                  </a:lnTo>
                  <a:lnTo>
                    <a:pt x="843960" y="28444"/>
                  </a:lnTo>
                  <a:lnTo>
                    <a:pt x="851774" y="28626"/>
                  </a:lnTo>
                  <a:lnTo>
                    <a:pt x="859589" y="28809"/>
                  </a:lnTo>
                  <a:lnTo>
                    <a:pt x="867403" y="28980"/>
                  </a:lnTo>
                  <a:lnTo>
                    <a:pt x="875218" y="29159"/>
                  </a:lnTo>
                  <a:lnTo>
                    <a:pt x="883032" y="29356"/>
                  </a:lnTo>
                  <a:lnTo>
                    <a:pt x="890847" y="29532"/>
                  </a:lnTo>
                  <a:lnTo>
                    <a:pt x="898661" y="29715"/>
                  </a:lnTo>
                  <a:lnTo>
                    <a:pt x="906476" y="29887"/>
                  </a:lnTo>
                  <a:lnTo>
                    <a:pt x="914290" y="30068"/>
                  </a:lnTo>
                  <a:lnTo>
                    <a:pt x="922104" y="30229"/>
                  </a:lnTo>
                  <a:lnTo>
                    <a:pt x="929919" y="30392"/>
                  </a:lnTo>
                  <a:lnTo>
                    <a:pt x="937733" y="30550"/>
                  </a:lnTo>
                  <a:lnTo>
                    <a:pt x="945548" y="30710"/>
                  </a:lnTo>
                  <a:lnTo>
                    <a:pt x="953362" y="30873"/>
                  </a:lnTo>
                  <a:lnTo>
                    <a:pt x="961177" y="31037"/>
                  </a:lnTo>
                  <a:lnTo>
                    <a:pt x="968991" y="31163"/>
                  </a:lnTo>
                  <a:lnTo>
                    <a:pt x="976806" y="31312"/>
                  </a:lnTo>
                  <a:lnTo>
                    <a:pt x="984620" y="31457"/>
                  </a:lnTo>
                  <a:lnTo>
                    <a:pt x="992434" y="31576"/>
                  </a:lnTo>
                  <a:lnTo>
                    <a:pt x="1000249" y="31718"/>
                  </a:lnTo>
                  <a:lnTo>
                    <a:pt x="1008063" y="31872"/>
                  </a:lnTo>
                  <a:lnTo>
                    <a:pt x="1015878" y="32050"/>
                  </a:lnTo>
                  <a:lnTo>
                    <a:pt x="1023692" y="32211"/>
                  </a:lnTo>
                  <a:lnTo>
                    <a:pt x="1031507" y="32369"/>
                  </a:lnTo>
                  <a:lnTo>
                    <a:pt x="1039321" y="32526"/>
                  </a:lnTo>
                  <a:lnTo>
                    <a:pt x="1047136" y="32695"/>
                  </a:lnTo>
                  <a:lnTo>
                    <a:pt x="1054950" y="32863"/>
                  </a:lnTo>
                  <a:lnTo>
                    <a:pt x="1062765" y="33023"/>
                  </a:lnTo>
                  <a:lnTo>
                    <a:pt x="1070579" y="33193"/>
                  </a:lnTo>
                  <a:lnTo>
                    <a:pt x="1078393" y="33351"/>
                  </a:lnTo>
                  <a:lnTo>
                    <a:pt x="1086208" y="33507"/>
                  </a:lnTo>
                  <a:lnTo>
                    <a:pt x="1094022" y="33664"/>
                  </a:lnTo>
                  <a:lnTo>
                    <a:pt x="1101837" y="33799"/>
                  </a:lnTo>
                  <a:lnTo>
                    <a:pt x="1109651" y="33949"/>
                  </a:lnTo>
                  <a:lnTo>
                    <a:pt x="1117466" y="34106"/>
                  </a:lnTo>
                  <a:lnTo>
                    <a:pt x="1125280" y="34237"/>
                  </a:lnTo>
                  <a:lnTo>
                    <a:pt x="1133095" y="34392"/>
                  </a:lnTo>
                  <a:lnTo>
                    <a:pt x="1140909" y="34540"/>
                  </a:lnTo>
                  <a:lnTo>
                    <a:pt x="1148723" y="34689"/>
                  </a:lnTo>
                  <a:lnTo>
                    <a:pt x="1156538" y="34826"/>
                  </a:lnTo>
                  <a:lnTo>
                    <a:pt x="1164352" y="34970"/>
                  </a:lnTo>
                  <a:lnTo>
                    <a:pt x="1172167" y="35121"/>
                  </a:lnTo>
                  <a:lnTo>
                    <a:pt x="1179981" y="35284"/>
                  </a:lnTo>
                  <a:lnTo>
                    <a:pt x="1187796" y="35411"/>
                  </a:lnTo>
                  <a:lnTo>
                    <a:pt x="1195610" y="35544"/>
                  </a:lnTo>
                  <a:lnTo>
                    <a:pt x="1203425" y="35686"/>
                  </a:lnTo>
                  <a:lnTo>
                    <a:pt x="1211239" y="35817"/>
                  </a:lnTo>
                  <a:lnTo>
                    <a:pt x="1219053" y="35944"/>
                  </a:lnTo>
                  <a:lnTo>
                    <a:pt x="1226868" y="36054"/>
                  </a:lnTo>
                  <a:lnTo>
                    <a:pt x="1234682" y="36176"/>
                  </a:lnTo>
                  <a:lnTo>
                    <a:pt x="1242497" y="36317"/>
                  </a:lnTo>
                  <a:lnTo>
                    <a:pt x="1250311" y="36450"/>
                  </a:lnTo>
                  <a:lnTo>
                    <a:pt x="1258126" y="36593"/>
                  </a:lnTo>
                  <a:lnTo>
                    <a:pt x="1265940" y="36708"/>
                  </a:lnTo>
                  <a:lnTo>
                    <a:pt x="1273755" y="36831"/>
                  </a:lnTo>
                  <a:lnTo>
                    <a:pt x="1281569" y="36980"/>
                  </a:lnTo>
                  <a:lnTo>
                    <a:pt x="1289384" y="37119"/>
                  </a:lnTo>
                  <a:lnTo>
                    <a:pt x="1297198" y="37235"/>
                  </a:lnTo>
                  <a:lnTo>
                    <a:pt x="1305012" y="37380"/>
                  </a:lnTo>
                  <a:lnTo>
                    <a:pt x="1312827" y="37507"/>
                  </a:lnTo>
                  <a:lnTo>
                    <a:pt x="1320641" y="37635"/>
                  </a:lnTo>
                  <a:lnTo>
                    <a:pt x="1328456" y="37742"/>
                  </a:lnTo>
                  <a:lnTo>
                    <a:pt x="1336270" y="37893"/>
                  </a:lnTo>
                  <a:lnTo>
                    <a:pt x="1344085" y="38049"/>
                  </a:lnTo>
                  <a:lnTo>
                    <a:pt x="1351899" y="38172"/>
                  </a:lnTo>
                  <a:lnTo>
                    <a:pt x="1359714" y="38284"/>
                  </a:lnTo>
                  <a:lnTo>
                    <a:pt x="1367528" y="38382"/>
                  </a:lnTo>
                  <a:lnTo>
                    <a:pt x="1375342" y="38484"/>
                  </a:lnTo>
                  <a:lnTo>
                    <a:pt x="1383157" y="38607"/>
                  </a:lnTo>
                  <a:lnTo>
                    <a:pt x="1390971" y="38726"/>
                  </a:lnTo>
                  <a:lnTo>
                    <a:pt x="1398786" y="38831"/>
                  </a:lnTo>
                  <a:lnTo>
                    <a:pt x="1406600" y="38937"/>
                  </a:lnTo>
                  <a:lnTo>
                    <a:pt x="1414415" y="39038"/>
                  </a:lnTo>
                  <a:lnTo>
                    <a:pt x="1422229" y="39122"/>
                  </a:lnTo>
                  <a:lnTo>
                    <a:pt x="1430044" y="39201"/>
                  </a:lnTo>
                  <a:lnTo>
                    <a:pt x="1437858" y="39275"/>
                  </a:lnTo>
                  <a:lnTo>
                    <a:pt x="1445672" y="39377"/>
                  </a:lnTo>
                  <a:lnTo>
                    <a:pt x="1453487" y="39467"/>
                  </a:lnTo>
                  <a:lnTo>
                    <a:pt x="1461301" y="39562"/>
                  </a:lnTo>
                  <a:lnTo>
                    <a:pt x="1469116" y="39639"/>
                  </a:lnTo>
                  <a:lnTo>
                    <a:pt x="1476930" y="39741"/>
                  </a:lnTo>
                  <a:lnTo>
                    <a:pt x="1484745" y="39836"/>
                  </a:lnTo>
                  <a:lnTo>
                    <a:pt x="1492559" y="39938"/>
                  </a:lnTo>
                  <a:lnTo>
                    <a:pt x="1500374" y="40023"/>
                  </a:lnTo>
                  <a:lnTo>
                    <a:pt x="1508188" y="40106"/>
                  </a:lnTo>
                  <a:lnTo>
                    <a:pt x="1516003" y="40195"/>
                  </a:lnTo>
                  <a:lnTo>
                    <a:pt x="1523817" y="40310"/>
                  </a:lnTo>
                  <a:lnTo>
                    <a:pt x="1531631" y="40399"/>
                  </a:lnTo>
                  <a:lnTo>
                    <a:pt x="1539446" y="40495"/>
                  </a:lnTo>
                  <a:lnTo>
                    <a:pt x="1547260" y="40587"/>
                  </a:lnTo>
                  <a:lnTo>
                    <a:pt x="1555075" y="40686"/>
                  </a:lnTo>
                  <a:lnTo>
                    <a:pt x="1562889" y="40778"/>
                  </a:lnTo>
                  <a:lnTo>
                    <a:pt x="1570704" y="40888"/>
                  </a:lnTo>
                  <a:lnTo>
                    <a:pt x="1578518" y="40984"/>
                  </a:lnTo>
                  <a:lnTo>
                    <a:pt x="1586333" y="41082"/>
                  </a:lnTo>
                  <a:lnTo>
                    <a:pt x="1594147" y="41161"/>
                  </a:lnTo>
                  <a:lnTo>
                    <a:pt x="1601961" y="41248"/>
                  </a:lnTo>
                  <a:lnTo>
                    <a:pt x="1609776" y="41343"/>
                  </a:lnTo>
                  <a:lnTo>
                    <a:pt x="1617590" y="41433"/>
                  </a:lnTo>
                  <a:lnTo>
                    <a:pt x="1625405" y="41512"/>
                  </a:lnTo>
                  <a:lnTo>
                    <a:pt x="1633219" y="41588"/>
                  </a:lnTo>
                  <a:lnTo>
                    <a:pt x="1641034" y="41665"/>
                  </a:lnTo>
                  <a:lnTo>
                    <a:pt x="1648848" y="41752"/>
                  </a:lnTo>
                  <a:lnTo>
                    <a:pt x="1656663" y="41833"/>
                  </a:lnTo>
                  <a:lnTo>
                    <a:pt x="1664477" y="41956"/>
                  </a:lnTo>
                  <a:lnTo>
                    <a:pt x="1672291" y="42044"/>
                  </a:lnTo>
                  <a:lnTo>
                    <a:pt x="1680106" y="42126"/>
                  </a:lnTo>
                  <a:lnTo>
                    <a:pt x="1687920" y="42234"/>
                  </a:lnTo>
                  <a:lnTo>
                    <a:pt x="1695735" y="42315"/>
                  </a:lnTo>
                  <a:lnTo>
                    <a:pt x="1703549" y="42396"/>
                  </a:lnTo>
                  <a:lnTo>
                    <a:pt x="1711364" y="42459"/>
                  </a:lnTo>
                  <a:lnTo>
                    <a:pt x="1719178" y="42537"/>
                  </a:lnTo>
                  <a:lnTo>
                    <a:pt x="1726993" y="42630"/>
                  </a:lnTo>
                  <a:lnTo>
                    <a:pt x="1734807" y="42711"/>
                  </a:lnTo>
                  <a:lnTo>
                    <a:pt x="1742622" y="42789"/>
                  </a:lnTo>
                  <a:lnTo>
                    <a:pt x="1750436" y="42874"/>
                  </a:lnTo>
                  <a:lnTo>
                    <a:pt x="1758250" y="42945"/>
                  </a:lnTo>
                  <a:lnTo>
                    <a:pt x="1766065" y="43026"/>
                  </a:lnTo>
                  <a:lnTo>
                    <a:pt x="1773879" y="43095"/>
                  </a:lnTo>
                  <a:lnTo>
                    <a:pt x="1781694" y="43170"/>
                  </a:lnTo>
                  <a:lnTo>
                    <a:pt x="1789508" y="43255"/>
                  </a:lnTo>
                  <a:lnTo>
                    <a:pt x="1797323" y="43340"/>
                  </a:lnTo>
                  <a:lnTo>
                    <a:pt x="1805137" y="43411"/>
                  </a:lnTo>
                  <a:lnTo>
                    <a:pt x="1812952" y="43498"/>
                  </a:lnTo>
                  <a:lnTo>
                    <a:pt x="1820766" y="43574"/>
                  </a:lnTo>
                  <a:lnTo>
                    <a:pt x="1828580" y="43627"/>
                  </a:lnTo>
                  <a:lnTo>
                    <a:pt x="1836395" y="43713"/>
                  </a:lnTo>
                  <a:lnTo>
                    <a:pt x="1844209" y="43806"/>
                  </a:lnTo>
                  <a:lnTo>
                    <a:pt x="1852024" y="43894"/>
                  </a:lnTo>
                  <a:lnTo>
                    <a:pt x="1859838" y="43954"/>
                  </a:lnTo>
                  <a:lnTo>
                    <a:pt x="1867653" y="44012"/>
                  </a:lnTo>
                  <a:lnTo>
                    <a:pt x="1875467" y="44099"/>
                  </a:lnTo>
                  <a:lnTo>
                    <a:pt x="1883282" y="44164"/>
                  </a:lnTo>
                  <a:lnTo>
                    <a:pt x="1891096" y="44246"/>
                  </a:lnTo>
                  <a:lnTo>
                    <a:pt x="1898910" y="44307"/>
                  </a:lnTo>
                  <a:lnTo>
                    <a:pt x="1906725" y="44390"/>
                  </a:lnTo>
                  <a:lnTo>
                    <a:pt x="1914539" y="44467"/>
                  </a:lnTo>
                  <a:lnTo>
                    <a:pt x="1922354" y="44529"/>
                  </a:lnTo>
                  <a:lnTo>
                    <a:pt x="1930168" y="44593"/>
                  </a:lnTo>
                  <a:lnTo>
                    <a:pt x="1937983" y="44659"/>
                  </a:lnTo>
                  <a:lnTo>
                    <a:pt x="1945797" y="44733"/>
                  </a:lnTo>
                  <a:lnTo>
                    <a:pt x="1953612" y="44810"/>
                  </a:lnTo>
                  <a:lnTo>
                    <a:pt x="1961426" y="44887"/>
                  </a:lnTo>
                  <a:lnTo>
                    <a:pt x="1969241" y="44952"/>
                  </a:lnTo>
                  <a:lnTo>
                    <a:pt x="1977055" y="45008"/>
                  </a:lnTo>
                  <a:lnTo>
                    <a:pt x="1984869" y="45075"/>
                  </a:lnTo>
                  <a:lnTo>
                    <a:pt x="1992684" y="45133"/>
                  </a:lnTo>
                  <a:lnTo>
                    <a:pt x="2000498" y="45208"/>
                  </a:lnTo>
                  <a:lnTo>
                    <a:pt x="2008313" y="45275"/>
                  </a:lnTo>
                  <a:lnTo>
                    <a:pt x="2016127" y="45338"/>
                  </a:lnTo>
                  <a:lnTo>
                    <a:pt x="2023942" y="45400"/>
                  </a:lnTo>
                </a:path>
              </a:pathLst>
            </a:custGeom>
            <a:ln w="1897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l94"/>
            <p:cNvSpPr/>
            <p:nvPr/>
          </p:nvSpPr>
          <p:spPr>
            <a:xfrm>
              <a:off x="1223067" y="4639924"/>
              <a:ext cx="2023942" cy="37375"/>
            </a:xfrm>
            <a:custGeom>
              <a:avLst/>
              <a:pathLst>
                <a:path w="2023942" h="37375">
                  <a:moveTo>
                    <a:pt x="0" y="0"/>
                  </a:moveTo>
                  <a:lnTo>
                    <a:pt x="7814" y="257"/>
                  </a:lnTo>
                  <a:lnTo>
                    <a:pt x="15628" y="545"/>
                  </a:lnTo>
                  <a:lnTo>
                    <a:pt x="23443" y="825"/>
                  </a:lnTo>
                  <a:lnTo>
                    <a:pt x="31257" y="1088"/>
                  </a:lnTo>
                  <a:lnTo>
                    <a:pt x="39072" y="1347"/>
                  </a:lnTo>
                  <a:lnTo>
                    <a:pt x="46886" y="1617"/>
                  </a:lnTo>
                  <a:lnTo>
                    <a:pt x="54701" y="1866"/>
                  </a:lnTo>
                  <a:lnTo>
                    <a:pt x="62515" y="2136"/>
                  </a:lnTo>
                  <a:lnTo>
                    <a:pt x="70330" y="2400"/>
                  </a:lnTo>
                  <a:lnTo>
                    <a:pt x="78144" y="2691"/>
                  </a:lnTo>
                  <a:lnTo>
                    <a:pt x="85958" y="2982"/>
                  </a:lnTo>
                  <a:lnTo>
                    <a:pt x="93773" y="3226"/>
                  </a:lnTo>
                  <a:lnTo>
                    <a:pt x="101587" y="3419"/>
                  </a:lnTo>
                  <a:lnTo>
                    <a:pt x="109402" y="3645"/>
                  </a:lnTo>
                  <a:lnTo>
                    <a:pt x="117216" y="3938"/>
                  </a:lnTo>
                  <a:lnTo>
                    <a:pt x="125031" y="4211"/>
                  </a:lnTo>
                  <a:lnTo>
                    <a:pt x="132845" y="4467"/>
                  </a:lnTo>
                  <a:lnTo>
                    <a:pt x="140660" y="4699"/>
                  </a:lnTo>
                  <a:lnTo>
                    <a:pt x="148474" y="4958"/>
                  </a:lnTo>
                  <a:lnTo>
                    <a:pt x="156288" y="5160"/>
                  </a:lnTo>
                  <a:lnTo>
                    <a:pt x="164103" y="5423"/>
                  </a:lnTo>
                  <a:lnTo>
                    <a:pt x="171917" y="5640"/>
                  </a:lnTo>
                  <a:lnTo>
                    <a:pt x="179732" y="5891"/>
                  </a:lnTo>
                  <a:lnTo>
                    <a:pt x="187546" y="6153"/>
                  </a:lnTo>
                  <a:lnTo>
                    <a:pt x="195361" y="6379"/>
                  </a:lnTo>
                  <a:lnTo>
                    <a:pt x="203175" y="6633"/>
                  </a:lnTo>
                  <a:lnTo>
                    <a:pt x="210990" y="6832"/>
                  </a:lnTo>
                  <a:lnTo>
                    <a:pt x="218804" y="7028"/>
                  </a:lnTo>
                  <a:lnTo>
                    <a:pt x="226619" y="7260"/>
                  </a:lnTo>
                  <a:lnTo>
                    <a:pt x="234433" y="7524"/>
                  </a:lnTo>
                  <a:lnTo>
                    <a:pt x="242247" y="7776"/>
                  </a:lnTo>
                  <a:lnTo>
                    <a:pt x="250062" y="8014"/>
                  </a:lnTo>
                  <a:lnTo>
                    <a:pt x="257876" y="8256"/>
                  </a:lnTo>
                  <a:lnTo>
                    <a:pt x="265691" y="8504"/>
                  </a:lnTo>
                  <a:lnTo>
                    <a:pt x="273505" y="8720"/>
                  </a:lnTo>
                  <a:lnTo>
                    <a:pt x="281320" y="8918"/>
                  </a:lnTo>
                  <a:lnTo>
                    <a:pt x="289134" y="9173"/>
                  </a:lnTo>
                  <a:lnTo>
                    <a:pt x="296949" y="9370"/>
                  </a:lnTo>
                  <a:lnTo>
                    <a:pt x="304763" y="9598"/>
                  </a:lnTo>
                  <a:lnTo>
                    <a:pt x="312577" y="9853"/>
                  </a:lnTo>
                  <a:lnTo>
                    <a:pt x="320392" y="10036"/>
                  </a:lnTo>
                  <a:lnTo>
                    <a:pt x="328206" y="10222"/>
                  </a:lnTo>
                  <a:lnTo>
                    <a:pt x="336021" y="10461"/>
                  </a:lnTo>
                  <a:lnTo>
                    <a:pt x="343835" y="10717"/>
                  </a:lnTo>
                  <a:lnTo>
                    <a:pt x="351650" y="10942"/>
                  </a:lnTo>
                  <a:lnTo>
                    <a:pt x="359464" y="11159"/>
                  </a:lnTo>
                  <a:lnTo>
                    <a:pt x="367279" y="11336"/>
                  </a:lnTo>
                  <a:lnTo>
                    <a:pt x="375093" y="11577"/>
                  </a:lnTo>
                  <a:lnTo>
                    <a:pt x="382907" y="11808"/>
                  </a:lnTo>
                  <a:lnTo>
                    <a:pt x="390722" y="12025"/>
                  </a:lnTo>
                  <a:lnTo>
                    <a:pt x="398536" y="12267"/>
                  </a:lnTo>
                  <a:lnTo>
                    <a:pt x="406351" y="12473"/>
                  </a:lnTo>
                  <a:lnTo>
                    <a:pt x="414165" y="12701"/>
                  </a:lnTo>
                  <a:lnTo>
                    <a:pt x="421980" y="12935"/>
                  </a:lnTo>
                  <a:lnTo>
                    <a:pt x="429794" y="13183"/>
                  </a:lnTo>
                  <a:lnTo>
                    <a:pt x="437609" y="13420"/>
                  </a:lnTo>
                  <a:lnTo>
                    <a:pt x="445423" y="13667"/>
                  </a:lnTo>
                  <a:lnTo>
                    <a:pt x="453238" y="13913"/>
                  </a:lnTo>
                  <a:lnTo>
                    <a:pt x="461052" y="14112"/>
                  </a:lnTo>
                  <a:lnTo>
                    <a:pt x="468866" y="14322"/>
                  </a:lnTo>
                  <a:lnTo>
                    <a:pt x="476681" y="14506"/>
                  </a:lnTo>
                  <a:lnTo>
                    <a:pt x="484495" y="14664"/>
                  </a:lnTo>
                  <a:lnTo>
                    <a:pt x="492310" y="14877"/>
                  </a:lnTo>
                  <a:lnTo>
                    <a:pt x="500124" y="15064"/>
                  </a:lnTo>
                  <a:lnTo>
                    <a:pt x="507939" y="15211"/>
                  </a:lnTo>
                  <a:lnTo>
                    <a:pt x="515753" y="15431"/>
                  </a:lnTo>
                  <a:lnTo>
                    <a:pt x="523568" y="15594"/>
                  </a:lnTo>
                  <a:lnTo>
                    <a:pt x="531382" y="15766"/>
                  </a:lnTo>
                  <a:lnTo>
                    <a:pt x="539196" y="15928"/>
                  </a:lnTo>
                  <a:lnTo>
                    <a:pt x="547011" y="16117"/>
                  </a:lnTo>
                  <a:lnTo>
                    <a:pt x="554825" y="16267"/>
                  </a:lnTo>
                  <a:lnTo>
                    <a:pt x="562640" y="16446"/>
                  </a:lnTo>
                  <a:lnTo>
                    <a:pt x="570454" y="16623"/>
                  </a:lnTo>
                  <a:lnTo>
                    <a:pt x="578269" y="16817"/>
                  </a:lnTo>
                  <a:lnTo>
                    <a:pt x="586083" y="17027"/>
                  </a:lnTo>
                  <a:lnTo>
                    <a:pt x="593898" y="17193"/>
                  </a:lnTo>
                  <a:lnTo>
                    <a:pt x="601712" y="17383"/>
                  </a:lnTo>
                  <a:lnTo>
                    <a:pt x="609526" y="17545"/>
                  </a:lnTo>
                  <a:lnTo>
                    <a:pt x="617341" y="17748"/>
                  </a:lnTo>
                  <a:lnTo>
                    <a:pt x="625155" y="17943"/>
                  </a:lnTo>
                  <a:lnTo>
                    <a:pt x="632970" y="18156"/>
                  </a:lnTo>
                  <a:lnTo>
                    <a:pt x="640784" y="18336"/>
                  </a:lnTo>
                  <a:lnTo>
                    <a:pt x="648599" y="18522"/>
                  </a:lnTo>
                  <a:lnTo>
                    <a:pt x="656413" y="18680"/>
                  </a:lnTo>
                  <a:lnTo>
                    <a:pt x="664228" y="18844"/>
                  </a:lnTo>
                  <a:lnTo>
                    <a:pt x="672042" y="19018"/>
                  </a:lnTo>
                  <a:lnTo>
                    <a:pt x="679857" y="19190"/>
                  </a:lnTo>
                  <a:lnTo>
                    <a:pt x="687671" y="19356"/>
                  </a:lnTo>
                  <a:lnTo>
                    <a:pt x="695485" y="19527"/>
                  </a:lnTo>
                  <a:lnTo>
                    <a:pt x="703300" y="19698"/>
                  </a:lnTo>
                  <a:lnTo>
                    <a:pt x="711114" y="19850"/>
                  </a:lnTo>
                  <a:lnTo>
                    <a:pt x="718929" y="20013"/>
                  </a:lnTo>
                  <a:lnTo>
                    <a:pt x="726743" y="20182"/>
                  </a:lnTo>
                  <a:lnTo>
                    <a:pt x="734558" y="20355"/>
                  </a:lnTo>
                  <a:lnTo>
                    <a:pt x="742372" y="20542"/>
                  </a:lnTo>
                  <a:lnTo>
                    <a:pt x="750187" y="20698"/>
                  </a:lnTo>
                  <a:lnTo>
                    <a:pt x="758001" y="20834"/>
                  </a:lnTo>
                  <a:lnTo>
                    <a:pt x="765815" y="21004"/>
                  </a:lnTo>
                  <a:lnTo>
                    <a:pt x="773630" y="21131"/>
                  </a:lnTo>
                  <a:lnTo>
                    <a:pt x="781444" y="21289"/>
                  </a:lnTo>
                  <a:lnTo>
                    <a:pt x="789259" y="21463"/>
                  </a:lnTo>
                  <a:lnTo>
                    <a:pt x="797073" y="21617"/>
                  </a:lnTo>
                  <a:lnTo>
                    <a:pt x="804888" y="21760"/>
                  </a:lnTo>
                  <a:lnTo>
                    <a:pt x="812702" y="21901"/>
                  </a:lnTo>
                  <a:lnTo>
                    <a:pt x="820517" y="22025"/>
                  </a:lnTo>
                  <a:lnTo>
                    <a:pt x="828331" y="22188"/>
                  </a:lnTo>
                  <a:lnTo>
                    <a:pt x="836145" y="22358"/>
                  </a:lnTo>
                  <a:lnTo>
                    <a:pt x="843960" y="22535"/>
                  </a:lnTo>
                  <a:lnTo>
                    <a:pt x="851774" y="22716"/>
                  </a:lnTo>
                  <a:lnTo>
                    <a:pt x="859589" y="22860"/>
                  </a:lnTo>
                  <a:lnTo>
                    <a:pt x="867403" y="23013"/>
                  </a:lnTo>
                  <a:lnTo>
                    <a:pt x="875218" y="23193"/>
                  </a:lnTo>
                  <a:lnTo>
                    <a:pt x="883032" y="23336"/>
                  </a:lnTo>
                  <a:lnTo>
                    <a:pt x="890847" y="23459"/>
                  </a:lnTo>
                  <a:lnTo>
                    <a:pt x="898661" y="23622"/>
                  </a:lnTo>
                  <a:lnTo>
                    <a:pt x="906476" y="23738"/>
                  </a:lnTo>
                  <a:lnTo>
                    <a:pt x="914290" y="23878"/>
                  </a:lnTo>
                  <a:lnTo>
                    <a:pt x="922104" y="24018"/>
                  </a:lnTo>
                  <a:lnTo>
                    <a:pt x="929919" y="24124"/>
                  </a:lnTo>
                  <a:lnTo>
                    <a:pt x="937733" y="24259"/>
                  </a:lnTo>
                  <a:lnTo>
                    <a:pt x="945548" y="24369"/>
                  </a:lnTo>
                  <a:lnTo>
                    <a:pt x="953362" y="24502"/>
                  </a:lnTo>
                  <a:lnTo>
                    <a:pt x="961177" y="24622"/>
                  </a:lnTo>
                  <a:lnTo>
                    <a:pt x="968991" y="24758"/>
                  </a:lnTo>
                  <a:lnTo>
                    <a:pt x="976806" y="24926"/>
                  </a:lnTo>
                  <a:lnTo>
                    <a:pt x="984620" y="25057"/>
                  </a:lnTo>
                  <a:lnTo>
                    <a:pt x="992434" y="25198"/>
                  </a:lnTo>
                  <a:lnTo>
                    <a:pt x="1000249" y="25346"/>
                  </a:lnTo>
                  <a:lnTo>
                    <a:pt x="1008063" y="25496"/>
                  </a:lnTo>
                  <a:lnTo>
                    <a:pt x="1015878" y="25611"/>
                  </a:lnTo>
                  <a:lnTo>
                    <a:pt x="1023692" y="25749"/>
                  </a:lnTo>
                  <a:lnTo>
                    <a:pt x="1031507" y="25874"/>
                  </a:lnTo>
                  <a:lnTo>
                    <a:pt x="1039321" y="25992"/>
                  </a:lnTo>
                  <a:lnTo>
                    <a:pt x="1047136" y="26137"/>
                  </a:lnTo>
                  <a:lnTo>
                    <a:pt x="1054950" y="26271"/>
                  </a:lnTo>
                  <a:lnTo>
                    <a:pt x="1062765" y="26400"/>
                  </a:lnTo>
                  <a:lnTo>
                    <a:pt x="1070579" y="26526"/>
                  </a:lnTo>
                  <a:lnTo>
                    <a:pt x="1078393" y="26630"/>
                  </a:lnTo>
                  <a:lnTo>
                    <a:pt x="1086208" y="26747"/>
                  </a:lnTo>
                  <a:lnTo>
                    <a:pt x="1094022" y="26851"/>
                  </a:lnTo>
                  <a:lnTo>
                    <a:pt x="1101837" y="26971"/>
                  </a:lnTo>
                  <a:lnTo>
                    <a:pt x="1109651" y="27107"/>
                  </a:lnTo>
                  <a:lnTo>
                    <a:pt x="1117466" y="27241"/>
                  </a:lnTo>
                  <a:lnTo>
                    <a:pt x="1125280" y="27382"/>
                  </a:lnTo>
                  <a:lnTo>
                    <a:pt x="1133095" y="27515"/>
                  </a:lnTo>
                  <a:lnTo>
                    <a:pt x="1140909" y="27635"/>
                  </a:lnTo>
                  <a:lnTo>
                    <a:pt x="1148723" y="27768"/>
                  </a:lnTo>
                  <a:lnTo>
                    <a:pt x="1156538" y="27882"/>
                  </a:lnTo>
                  <a:lnTo>
                    <a:pt x="1164352" y="27996"/>
                  </a:lnTo>
                  <a:lnTo>
                    <a:pt x="1172167" y="28113"/>
                  </a:lnTo>
                  <a:lnTo>
                    <a:pt x="1179981" y="28231"/>
                  </a:lnTo>
                  <a:lnTo>
                    <a:pt x="1187796" y="28355"/>
                  </a:lnTo>
                  <a:lnTo>
                    <a:pt x="1195610" y="28496"/>
                  </a:lnTo>
                  <a:lnTo>
                    <a:pt x="1203425" y="28628"/>
                  </a:lnTo>
                  <a:lnTo>
                    <a:pt x="1211239" y="28754"/>
                  </a:lnTo>
                  <a:lnTo>
                    <a:pt x="1219053" y="28879"/>
                  </a:lnTo>
                  <a:lnTo>
                    <a:pt x="1226868" y="29003"/>
                  </a:lnTo>
                  <a:lnTo>
                    <a:pt x="1234682" y="29111"/>
                  </a:lnTo>
                  <a:lnTo>
                    <a:pt x="1242497" y="29235"/>
                  </a:lnTo>
                  <a:lnTo>
                    <a:pt x="1250311" y="29350"/>
                  </a:lnTo>
                  <a:lnTo>
                    <a:pt x="1258126" y="29467"/>
                  </a:lnTo>
                  <a:lnTo>
                    <a:pt x="1265940" y="29586"/>
                  </a:lnTo>
                  <a:lnTo>
                    <a:pt x="1273755" y="29684"/>
                  </a:lnTo>
                  <a:lnTo>
                    <a:pt x="1281569" y="29805"/>
                  </a:lnTo>
                  <a:lnTo>
                    <a:pt x="1289384" y="29917"/>
                  </a:lnTo>
                  <a:lnTo>
                    <a:pt x="1297198" y="30007"/>
                  </a:lnTo>
                  <a:lnTo>
                    <a:pt x="1305012" y="30111"/>
                  </a:lnTo>
                  <a:lnTo>
                    <a:pt x="1312827" y="30217"/>
                  </a:lnTo>
                  <a:lnTo>
                    <a:pt x="1320641" y="30342"/>
                  </a:lnTo>
                  <a:lnTo>
                    <a:pt x="1328456" y="30449"/>
                  </a:lnTo>
                  <a:lnTo>
                    <a:pt x="1336270" y="30548"/>
                  </a:lnTo>
                  <a:lnTo>
                    <a:pt x="1344085" y="30635"/>
                  </a:lnTo>
                  <a:lnTo>
                    <a:pt x="1351899" y="30729"/>
                  </a:lnTo>
                  <a:lnTo>
                    <a:pt x="1359714" y="30841"/>
                  </a:lnTo>
                  <a:lnTo>
                    <a:pt x="1367528" y="30926"/>
                  </a:lnTo>
                  <a:lnTo>
                    <a:pt x="1375342" y="31020"/>
                  </a:lnTo>
                  <a:lnTo>
                    <a:pt x="1383157" y="31110"/>
                  </a:lnTo>
                  <a:lnTo>
                    <a:pt x="1390971" y="31208"/>
                  </a:lnTo>
                  <a:lnTo>
                    <a:pt x="1398786" y="31311"/>
                  </a:lnTo>
                  <a:lnTo>
                    <a:pt x="1406600" y="31401"/>
                  </a:lnTo>
                  <a:lnTo>
                    <a:pt x="1414415" y="31491"/>
                  </a:lnTo>
                  <a:lnTo>
                    <a:pt x="1422229" y="31574"/>
                  </a:lnTo>
                  <a:lnTo>
                    <a:pt x="1430044" y="31656"/>
                  </a:lnTo>
                  <a:lnTo>
                    <a:pt x="1437858" y="31744"/>
                  </a:lnTo>
                  <a:lnTo>
                    <a:pt x="1445672" y="31824"/>
                  </a:lnTo>
                  <a:lnTo>
                    <a:pt x="1453487" y="31904"/>
                  </a:lnTo>
                  <a:lnTo>
                    <a:pt x="1461301" y="31986"/>
                  </a:lnTo>
                  <a:lnTo>
                    <a:pt x="1469116" y="32073"/>
                  </a:lnTo>
                  <a:lnTo>
                    <a:pt x="1476930" y="32163"/>
                  </a:lnTo>
                  <a:lnTo>
                    <a:pt x="1484745" y="32256"/>
                  </a:lnTo>
                  <a:lnTo>
                    <a:pt x="1492559" y="32349"/>
                  </a:lnTo>
                  <a:lnTo>
                    <a:pt x="1500374" y="32430"/>
                  </a:lnTo>
                  <a:lnTo>
                    <a:pt x="1508188" y="32517"/>
                  </a:lnTo>
                  <a:lnTo>
                    <a:pt x="1516003" y="32608"/>
                  </a:lnTo>
                  <a:lnTo>
                    <a:pt x="1523817" y="32690"/>
                  </a:lnTo>
                  <a:lnTo>
                    <a:pt x="1531631" y="32776"/>
                  </a:lnTo>
                  <a:lnTo>
                    <a:pt x="1539446" y="32869"/>
                  </a:lnTo>
                  <a:lnTo>
                    <a:pt x="1547260" y="32976"/>
                  </a:lnTo>
                  <a:lnTo>
                    <a:pt x="1555075" y="33071"/>
                  </a:lnTo>
                  <a:lnTo>
                    <a:pt x="1562889" y="33153"/>
                  </a:lnTo>
                  <a:lnTo>
                    <a:pt x="1570704" y="33233"/>
                  </a:lnTo>
                  <a:lnTo>
                    <a:pt x="1578518" y="33307"/>
                  </a:lnTo>
                  <a:lnTo>
                    <a:pt x="1586333" y="33389"/>
                  </a:lnTo>
                  <a:lnTo>
                    <a:pt x="1594147" y="33498"/>
                  </a:lnTo>
                  <a:lnTo>
                    <a:pt x="1601961" y="33578"/>
                  </a:lnTo>
                  <a:lnTo>
                    <a:pt x="1609776" y="33676"/>
                  </a:lnTo>
                  <a:lnTo>
                    <a:pt x="1617590" y="33758"/>
                  </a:lnTo>
                  <a:lnTo>
                    <a:pt x="1625405" y="33823"/>
                  </a:lnTo>
                  <a:lnTo>
                    <a:pt x="1633219" y="33898"/>
                  </a:lnTo>
                  <a:lnTo>
                    <a:pt x="1641034" y="33999"/>
                  </a:lnTo>
                  <a:lnTo>
                    <a:pt x="1648848" y="34074"/>
                  </a:lnTo>
                  <a:lnTo>
                    <a:pt x="1656663" y="34146"/>
                  </a:lnTo>
                  <a:lnTo>
                    <a:pt x="1664477" y="34224"/>
                  </a:lnTo>
                  <a:lnTo>
                    <a:pt x="1672291" y="34294"/>
                  </a:lnTo>
                  <a:lnTo>
                    <a:pt x="1680106" y="34374"/>
                  </a:lnTo>
                  <a:lnTo>
                    <a:pt x="1687920" y="34454"/>
                  </a:lnTo>
                  <a:lnTo>
                    <a:pt x="1695735" y="34533"/>
                  </a:lnTo>
                  <a:lnTo>
                    <a:pt x="1703549" y="34605"/>
                  </a:lnTo>
                  <a:lnTo>
                    <a:pt x="1711364" y="34680"/>
                  </a:lnTo>
                  <a:lnTo>
                    <a:pt x="1719178" y="34754"/>
                  </a:lnTo>
                  <a:lnTo>
                    <a:pt x="1726993" y="34828"/>
                  </a:lnTo>
                  <a:lnTo>
                    <a:pt x="1734807" y="34924"/>
                  </a:lnTo>
                  <a:lnTo>
                    <a:pt x="1742622" y="34994"/>
                  </a:lnTo>
                  <a:lnTo>
                    <a:pt x="1750436" y="35056"/>
                  </a:lnTo>
                  <a:lnTo>
                    <a:pt x="1758250" y="35125"/>
                  </a:lnTo>
                  <a:lnTo>
                    <a:pt x="1766065" y="35196"/>
                  </a:lnTo>
                  <a:lnTo>
                    <a:pt x="1773879" y="35282"/>
                  </a:lnTo>
                  <a:lnTo>
                    <a:pt x="1781694" y="35353"/>
                  </a:lnTo>
                  <a:lnTo>
                    <a:pt x="1789508" y="35409"/>
                  </a:lnTo>
                  <a:lnTo>
                    <a:pt x="1797323" y="35463"/>
                  </a:lnTo>
                  <a:lnTo>
                    <a:pt x="1805137" y="35540"/>
                  </a:lnTo>
                  <a:lnTo>
                    <a:pt x="1812952" y="35609"/>
                  </a:lnTo>
                  <a:lnTo>
                    <a:pt x="1820766" y="35667"/>
                  </a:lnTo>
                  <a:lnTo>
                    <a:pt x="1828580" y="35722"/>
                  </a:lnTo>
                  <a:lnTo>
                    <a:pt x="1836395" y="35789"/>
                  </a:lnTo>
                  <a:lnTo>
                    <a:pt x="1844209" y="35854"/>
                  </a:lnTo>
                  <a:lnTo>
                    <a:pt x="1852024" y="35915"/>
                  </a:lnTo>
                  <a:lnTo>
                    <a:pt x="1859838" y="35994"/>
                  </a:lnTo>
                  <a:lnTo>
                    <a:pt x="1867653" y="36074"/>
                  </a:lnTo>
                  <a:lnTo>
                    <a:pt x="1875467" y="36145"/>
                  </a:lnTo>
                  <a:lnTo>
                    <a:pt x="1883282" y="36213"/>
                  </a:lnTo>
                  <a:lnTo>
                    <a:pt x="1891096" y="36264"/>
                  </a:lnTo>
                  <a:lnTo>
                    <a:pt x="1898910" y="36335"/>
                  </a:lnTo>
                  <a:lnTo>
                    <a:pt x="1906725" y="36408"/>
                  </a:lnTo>
                  <a:lnTo>
                    <a:pt x="1914539" y="36478"/>
                  </a:lnTo>
                  <a:lnTo>
                    <a:pt x="1922354" y="36548"/>
                  </a:lnTo>
                  <a:lnTo>
                    <a:pt x="1930168" y="36615"/>
                  </a:lnTo>
                  <a:lnTo>
                    <a:pt x="1937983" y="36681"/>
                  </a:lnTo>
                  <a:lnTo>
                    <a:pt x="1945797" y="36744"/>
                  </a:lnTo>
                  <a:lnTo>
                    <a:pt x="1953612" y="36802"/>
                  </a:lnTo>
                  <a:lnTo>
                    <a:pt x="1961426" y="36861"/>
                  </a:lnTo>
                  <a:lnTo>
                    <a:pt x="1969241" y="36943"/>
                  </a:lnTo>
                  <a:lnTo>
                    <a:pt x="1977055" y="36996"/>
                  </a:lnTo>
                  <a:lnTo>
                    <a:pt x="1984869" y="37058"/>
                  </a:lnTo>
                  <a:lnTo>
                    <a:pt x="1992684" y="37107"/>
                  </a:lnTo>
                  <a:lnTo>
                    <a:pt x="2000498" y="37165"/>
                  </a:lnTo>
                  <a:lnTo>
                    <a:pt x="2008313" y="37233"/>
                  </a:lnTo>
                  <a:lnTo>
                    <a:pt x="2016127" y="37301"/>
                  </a:lnTo>
                  <a:lnTo>
                    <a:pt x="2023942" y="37375"/>
                  </a:lnTo>
                </a:path>
              </a:pathLst>
            </a:custGeom>
            <a:ln w="18970" cap="flat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l95"/>
            <p:cNvSpPr/>
            <p:nvPr/>
          </p:nvSpPr>
          <p:spPr>
            <a:xfrm>
              <a:off x="1223067" y="4637556"/>
              <a:ext cx="2023942" cy="41379"/>
            </a:xfrm>
            <a:custGeom>
              <a:avLst/>
              <a:pathLst>
                <a:path w="2023942" h="41379">
                  <a:moveTo>
                    <a:pt x="0" y="0"/>
                  </a:moveTo>
                  <a:lnTo>
                    <a:pt x="7814" y="264"/>
                  </a:lnTo>
                  <a:lnTo>
                    <a:pt x="15628" y="566"/>
                  </a:lnTo>
                  <a:lnTo>
                    <a:pt x="23443" y="901"/>
                  </a:lnTo>
                  <a:lnTo>
                    <a:pt x="31257" y="1214"/>
                  </a:lnTo>
                  <a:lnTo>
                    <a:pt x="39072" y="1572"/>
                  </a:lnTo>
                  <a:lnTo>
                    <a:pt x="46886" y="1910"/>
                  </a:lnTo>
                  <a:lnTo>
                    <a:pt x="54701" y="2230"/>
                  </a:lnTo>
                  <a:lnTo>
                    <a:pt x="62515" y="2510"/>
                  </a:lnTo>
                  <a:lnTo>
                    <a:pt x="70330" y="2830"/>
                  </a:lnTo>
                  <a:lnTo>
                    <a:pt x="78144" y="3093"/>
                  </a:lnTo>
                  <a:lnTo>
                    <a:pt x="85958" y="3410"/>
                  </a:lnTo>
                  <a:lnTo>
                    <a:pt x="93773" y="3713"/>
                  </a:lnTo>
                  <a:lnTo>
                    <a:pt x="101587" y="4021"/>
                  </a:lnTo>
                  <a:lnTo>
                    <a:pt x="109402" y="4325"/>
                  </a:lnTo>
                  <a:lnTo>
                    <a:pt x="117216" y="4605"/>
                  </a:lnTo>
                  <a:lnTo>
                    <a:pt x="125031" y="4930"/>
                  </a:lnTo>
                  <a:lnTo>
                    <a:pt x="132845" y="5247"/>
                  </a:lnTo>
                  <a:lnTo>
                    <a:pt x="140660" y="5507"/>
                  </a:lnTo>
                  <a:lnTo>
                    <a:pt x="148474" y="5767"/>
                  </a:lnTo>
                  <a:lnTo>
                    <a:pt x="156288" y="6063"/>
                  </a:lnTo>
                  <a:lnTo>
                    <a:pt x="164103" y="6285"/>
                  </a:lnTo>
                  <a:lnTo>
                    <a:pt x="171917" y="6613"/>
                  </a:lnTo>
                  <a:lnTo>
                    <a:pt x="179732" y="6886"/>
                  </a:lnTo>
                  <a:lnTo>
                    <a:pt x="187546" y="7161"/>
                  </a:lnTo>
                  <a:lnTo>
                    <a:pt x="195361" y="7483"/>
                  </a:lnTo>
                  <a:lnTo>
                    <a:pt x="203175" y="7780"/>
                  </a:lnTo>
                  <a:lnTo>
                    <a:pt x="210990" y="8038"/>
                  </a:lnTo>
                  <a:lnTo>
                    <a:pt x="218804" y="8316"/>
                  </a:lnTo>
                  <a:lnTo>
                    <a:pt x="226619" y="8559"/>
                  </a:lnTo>
                  <a:lnTo>
                    <a:pt x="234433" y="8828"/>
                  </a:lnTo>
                  <a:lnTo>
                    <a:pt x="242247" y="9076"/>
                  </a:lnTo>
                  <a:lnTo>
                    <a:pt x="250062" y="9385"/>
                  </a:lnTo>
                  <a:lnTo>
                    <a:pt x="257876" y="9664"/>
                  </a:lnTo>
                  <a:lnTo>
                    <a:pt x="265691" y="9971"/>
                  </a:lnTo>
                  <a:lnTo>
                    <a:pt x="273505" y="10199"/>
                  </a:lnTo>
                  <a:lnTo>
                    <a:pt x="281320" y="10461"/>
                  </a:lnTo>
                  <a:lnTo>
                    <a:pt x="289134" y="10726"/>
                  </a:lnTo>
                  <a:lnTo>
                    <a:pt x="296949" y="10987"/>
                  </a:lnTo>
                  <a:lnTo>
                    <a:pt x="304763" y="11202"/>
                  </a:lnTo>
                  <a:lnTo>
                    <a:pt x="312577" y="11459"/>
                  </a:lnTo>
                  <a:lnTo>
                    <a:pt x="320392" y="11715"/>
                  </a:lnTo>
                  <a:lnTo>
                    <a:pt x="328206" y="11924"/>
                  </a:lnTo>
                  <a:lnTo>
                    <a:pt x="336021" y="12180"/>
                  </a:lnTo>
                  <a:lnTo>
                    <a:pt x="343835" y="12455"/>
                  </a:lnTo>
                  <a:lnTo>
                    <a:pt x="351650" y="12705"/>
                  </a:lnTo>
                  <a:lnTo>
                    <a:pt x="359464" y="12948"/>
                  </a:lnTo>
                  <a:lnTo>
                    <a:pt x="367279" y="13184"/>
                  </a:lnTo>
                  <a:lnTo>
                    <a:pt x="375093" y="13402"/>
                  </a:lnTo>
                  <a:lnTo>
                    <a:pt x="382907" y="13633"/>
                  </a:lnTo>
                  <a:lnTo>
                    <a:pt x="390722" y="13853"/>
                  </a:lnTo>
                  <a:lnTo>
                    <a:pt x="398536" y="14129"/>
                  </a:lnTo>
                  <a:lnTo>
                    <a:pt x="406351" y="14373"/>
                  </a:lnTo>
                  <a:lnTo>
                    <a:pt x="414165" y="14606"/>
                  </a:lnTo>
                  <a:lnTo>
                    <a:pt x="421980" y="14851"/>
                  </a:lnTo>
                  <a:lnTo>
                    <a:pt x="429794" y="15058"/>
                  </a:lnTo>
                  <a:lnTo>
                    <a:pt x="437609" y="15268"/>
                  </a:lnTo>
                  <a:lnTo>
                    <a:pt x="445423" y="15468"/>
                  </a:lnTo>
                  <a:lnTo>
                    <a:pt x="453238" y="15733"/>
                  </a:lnTo>
                  <a:lnTo>
                    <a:pt x="461052" y="15948"/>
                  </a:lnTo>
                  <a:lnTo>
                    <a:pt x="468866" y="16188"/>
                  </a:lnTo>
                  <a:lnTo>
                    <a:pt x="476681" y="16395"/>
                  </a:lnTo>
                  <a:lnTo>
                    <a:pt x="484495" y="16595"/>
                  </a:lnTo>
                  <a:lnTo>
                    <a:pt x="492310" y="16829"/>
                  </a:lnTo>
                  <a:lnTo>
                    <a:pt x="500124" y="17011"/>
                  </a:lnTo>
                  <a:lnTo>
                    <a:pt x="507939" y="17228"/>
                  </a:lnTo>
                  <a:lnTo>
                    <a:pt x="515753" y="17481"/>
                  </a:lnTo>
                  <a:lnTo>
                    <a:pt x="523568" y="17724"/>
                  </a:lnTo>
                  <a:lnTo>
                    <a:pt x="531382" y="17935"/>
                  </a:lnTo>
                  <a:lnTo>
                    <a:pt x="539196" y="18162"/>
                  </a:lnTo>
                  <a:lnTo>
                    <a:pt x="547011" y="18384"/>
                  </a:lnTo>
                  <a:lnTo>
                    <a:pt x="554825" y="18601"/>
                  </a:lnTo>
                  <a:lnTo>
                    <a:pt x="562640" y="18844"/>
                  </a:lnTo>
                  <a:lnTo>
                    <a:pt x="570454" y="19066"/>
                  </a:lnTo>
                  <a:lnTo>
                    <a:pt x="578269" y="19290"/>
                  </a:lnTo>
                  <a:lnTo>
                    <a:pt x="586083" y="19501"/>
                  </a:lnTo>
                  <a:lnTo>
                    <a:pt x="593898" y="19757"/>
                  </a:lnTo>
                  <a:lnTo>
                    <a:pt x="601712" y="19981"/>
                  </a:lnTo>
                  <a:lnTo>
                    <a:pt x="609526" y="20188"/>
                  </a:lnTo>
                  <a:lnTo>
                    <a:pt x="617341" y="20414"/>
                  </a:lnTo>
                  <a:lnTo>
                    <a:pt x="625155" y="20605"/>
                  </a:lnTo>
                  <a:lnTo>
                    <a:pt x="632970" y="20808"/>
                  </a:lnTo>
                  <a:lnTo>
                    <a:pt x="640784" y="21037"/>
                  </a:lnTo>
                  <a:lnTo>
                    <a:pt x="648599" y="21236"/>
                  </a:lnTo>
                  <a:lnTo>
                    <a:pt x="656413" y="21410"/>
                  </a:lnTo>
                  <a:lnTo>
                    <a:pt x="664228" y="21615"/>
                  </a:lnTo>
                  <a:lnTo>
                    <a:pt x="672042" y="21778"/>
                  </a:lnTo>
                  <a:lnTo>
                    <a:pt x="679857" y="21967"/>
                  </a:lnTo>
                  <a:lnTo>
                    <a:pt x="687671" y="22154"/>
                  </a:lnTo>
                  <a:lnTo>
                    <a:pt x="695485" y="22353"/>
                  </a:lnTo>
                  <a:lnTo>
                    <a:pt x="703300" y="22537"/>
                  </a:lnTo>
                  <a:lnTo>
                    <a:pt x="711114" y="22744"/>
                  </a:lnTo>
                  <a:lnTo>
                    <a:pt x="718929" y="22940"/>
                  </a:lnTo>
                  <a:lnTo>
                    <a:pt x="726743" y="23099"/>
                  </a:lnTo>
                  <a:lnTo>
                    <a:pt x="734558" y="23259"/>
                  </a:lnTo>
                  <a:lnTo>
                    <a:pt x="742372" y="23415"/>
                  </a:lnTo>
                  <a:lnTo>
                    <a:pt x="750187" y="23606"/>
                  </a:lnTo>
                  <a:lnTo>
                    <a:pt x="758001" y="23787"/>
                  </a:lnTo>
                  <a:lnTo>
                    <a:pt x="765815" y="23949"/>
                  </a:lnTo>
                  <a:lnTo>
                    <a:pt x="773630" y="24146"/>
                  </a:lnTo>
                  <a:lnTo>
                    <a:pt x="781444" y="24369"/>
                  </a:lnTo>
                  <a:lnTo>
                    <a:pt x="789259" y="24511"/>
                  </a:lnTo>
                  <a:lnTo>
                    <a:pt x="797073" y="24690"/>
                  </a:lnTo>
                  <a:lnTo>
                    <a:pt x="804888" y="24866"/>
                  </a:lnTo>
                  <a:lnTo>
                    <a:pt x="812702" y="25054"/>
                  </a:lnTo>
                  <a:lnTo>
                    <a:pt x="820517" y="25247"/>
                  </a:lnTo>
                  <a:lnTo>
                    <a:pt x="828331" y="25428"/>
                  </a:lnTo>
                  <a:lnTo>
                    <a:pt x="836145" y="25602"/>
                  </a:lnTo>
                  <a:lnTo>
                    <a:pt x="843960" y="25773"/>
                  </a:lnTo>
                  <a:lnTo>
                    <a:pt x="851774" y="25957"/>
                  </a:lnTo>
                  <a:lnTo>
                    <a:pt x="859589" y="26140"/>
                  </a:lnTo>
                  <a:lnTo>
                    <a:pt x="867403" y="26309"/>
                  </a:lnTo>
                  <a:lnTo>
                    <a:pt x="875218" y="26475"/>
                  </a:lnTo>
                  <a:lnTo>
                    <a:pt x="883032" y="26644"/>
                  </a:lnTo>
                  <a:lnTo>
                    <a:pt x="890847" y="26766"/>
                  </a:lnTo>
                  <a:lnTo>
                    <a:pt x="898661" y="26939"/>
                  </a:lnTo>
                  <a:lnTo>
                    <a:pt x="906476" y="27091"/>
                  </a:lnTo>
                  <a:lnTo>
                    <a:pt x="914290" y="27262"/>
                  </a:lnTo>
                  <a:lnTo>
                    <a:pt x="922104" y="27414"/>
                  </a:lnTo>
                  <a:lnTo>
                    <a:pt x="929919" y="27551"/>
                  </a:lnTo>
                  <a:lnTo>
                    <a:pt x="937733" y="27703"/>
                  </a:lnTo>
                  <a:lnTo>
                    <a:pt x="945548" y="27886"/>
                  </a:lnTo>
                  <a:lnTo>
                    <a:pt x="953362" y="28041"/>
                  </a:lnTo>
                  <a:lnTo>
                    <a:pt x="961177" y="28200"/>
                  </a:lnTo>
                  <a:lnTo>
                    <a:pt x="968991" y="28371"/>
                  </a:lnTo>
                  <a:lnTo>
                    <a:pt x="976806" y="28513"/>
                  </a:lnTo>
                  <a:lnTo>
                    <a:pt x="984620" y="28679"/>
                  </a:lnTo>
                  <a:lnTo>
                    <a:pt x="992434" y="28830"/>
                  </a:lnTo>
                  <a:lnTo>
                    <a:pt x="1000249" y="28989"/>
                  </a:lnTo>
                  <a:lnTo>
                    <a:pt x="1008063" y="29134"/>
                  </a:lnTo>
                  <a:lnTo>
                    <a:pt x="1015878" y="29257"/>
                  </a:lnTo>
                  <a:lnTo>
                    <a:pt x="1023692" y="29389"/>
                  </a:lnTo>
                  <a:lnTo>
                    <a:pt x="1031507" y="29518"/>
                  </a:lnTo>
                  <a:lnTo>
                    <a:pt x="1039321" y="29652"/>
                  </a:lnTo>
                  <a:lnTo>
                    <a:pt x="1047136" y="29781"/>
                  </a:lnTo>
                  <a:lnTo>
                    <a:pt x="1054950" y="29893"/>
                  </a:lnTo>
                  <a:lnTo>
                    <a:pt x="1062765" y="30037"/>
                  </a:lnTo>
                  <a:lnTo>
                    <a:pt x="1070579" y="30164"/>
                  </a:lnTo>
                  <a:lnTo>
                    <a:pt x="1078393" y="30311"/>
                  </a:lnTo>
                  <a:lnTo>
                    <a:pt x="1086208" y="30447"/>
                  </a:lnTo>
                  <a:lnTo>
                    <a:pt x="1094022" y="30605"/>
                  </a:lnTo>
                  <a:lnTo>
                    <a:pt x="1101837" y="30725"/>
                  </a:lnTo>
                  <a:lnTo>
                    <a:pt x="1109651" y="30867"/>
                  </a:lnTo>
                  <a:lnTo>
                    <a:pt x="1117466" y="30981"/>
                  </a:lnTo>
                  <a:lnTo>
                    <a:pt x="1125280" y="31113"/>
                  </a:lnTo>
                  <a:lnTo>
                    <a:pt x="1133095" y="31233"/>
                  </a:lnTo>
                  <a:lnTo>
                    <a:pt x="1140909" y="31364"/>
                  </a:lnTo>
                  <a:lnTo>
                    <a:pt x="1148723" y="31482"/>
                  </a:lnTo>
                  <a:lnTo>
                    <a:pt x="1156538" y="31623"/>
                  </a:lnTo>
                  <a:lnTo>
                    <a:pt x="1164352" y="31775"/>
                  </a:lnTo>
                  <a:lnTo>
                    <a:pt x="1172167" y="31921"/>
                  </a:lnTo>
                  <a:lnTo>
                    <a:pt x="1179981" y="32025"/>
                  </a:lnTo>
                  <a:lnTo>
                    <a:pt x="1187796" y="32140"/>
                  </a:lnTo>
                  <a:lnTo>
                    <a:pt x="1195610" y="32255"/>
                  </a:lnTo>
                  <a:lnTo>
                    <a:pt x="1203425" y="32375"/>
                  </a:lnTo>
                  <a:lnTo>
                    <a:pt x="1211239" y="32510"/>
                  </a:lnTo>
                  <a:lnTo>
                    <a:pt x="1219053" y="32638"/>
                  </a:lnTo>
                  <a:lnTo>
                    <a:pt x="1226868" y="32782"/>
                  </a:lnTo>
                  <a:lnTo>
                    <a:pt x="1234682" y="32885"/>
                  </a:lnTo>
                  <a:lnTo>
                    <a:pt x="1242497" y="33045"/>
                  </a:lnTo>
                  <a:lnTo>
                    <a:pt x="1250311" y="33156"/>
                  </a:lnTo>
                  <a:lnTo>
                    <a:pt x="1258126" y="33284"/>
                  </a:lnTo>
                  <a:lnTo>
                    <a:pt x="1265940" y="33411"/>
                  </a:lnTo>
                  <a:lnTo>
                    <a:pt x="1273755" y="33548"/>
                  </a:lnTo>
                  <a:lnTo>
                    <a:pt x="1281569" y="33665"/>
                  </a:lnTo>
                  <a:lnTo>
                    <a:pt x="1289384" y="33792"/>
                  </a:lnTo>
                  <a:lnTo>
                    <a:pt x="1297198" y="33927"/>
                  </a:lnTo>
                  <a:lnTo>
                    <a:pt x="1305012" y="34013"/>
                  </a:lnTo>
                  <a:lnTo>
                    <a:pt x="1312827" y="34114"/>
                  </a:lnTo>
                  <a:lnTo>
                    <a:pt x="1320641" y="34226"/>
                  </a:lnTo>
                  <a:lnTo>
                    <a:pt x="1328456" y="34322"/>
                  </a:lnTo>
                  <a:lnTo>
                    <a:pt x="1336270" y="34446"/>
                  </a:lnTo>
                  <a:lnTo>
                    <a:pt x="1344085" y="34555"/>
                  </a:lnTo>
                  <a:lnTo>
                    <a:pt x="1351899" y="34662"/>
                  </a:lnTo>
                  <a:lnTo>
                    <a:pt x="1359714" y="34773"/>
                  </a:lnTo>
                  <a:lnTo>
                    <a:pt x="1367528" y="34888"/>
                  </a:lnTo>
                  <a:lnTo>
                    <a:pt x="1375342" y="34999"/>
                  </a:lnTo>
                  <a:lnTo>
                    <a:pt x="1383157" y="35115"/>
                  </a:lnTo>
                  <a:lnTo>
                    <a:pt x="1390971" y="35207"/>
                  </a:lnTo>
                  <a:lnTo>
                    <a:pt x="1398786" y="35308"/>
                  </a:lnTo>
                  <a:lnTo>
                    <a:pt x="1406600" y="35397"/>
                  </a:lnTo>
                  <a:lnTo>
                    <a:pt x="1414415" y="35482"/>
                  </a:lnTo>
                  <a:lnTo>
                    <a:pt x="1422229" y="35576"/>
                  </a:lnTo>
                  <a:lnTo>
                    <a:pt x="1430044" y="35659"/>
                  </a:lnTo>
                  <a:lnTo>
                    <a:pt x="1437858" y="35751"/>
                  </a:lnTo>
                  <a:lnTo>
                    <a:pt x="1445672" y="35870"/>
                  </a:lnTo>
                  <a:lnTo>
                    <a:pt x="1453487" y="35994"/>
                  </a:lnTo>
                  <a:lnTo>
                    <a:pt x="1461301" y="36081"/>
                  </a:lnTo>
                  <a:lnTo>
                    <a:pt x="1469116" y="36165"/>
                  </a:lnTo>
                  <a:lnTo>
                    <a:pt x="1476930" y="36242"/>
                  </a:lnTo>
                  <a:lnTo>
                    <a:pt x="1484745" y="36330"/>
                  </a:lnTo>
                  <a:lnTo>
                    <a:pt x="1492559" y="36420"/>
                  </a:lnTo>
                  <a:lnTo>
                    <a:pt x="1500374" y="36500"/>
                  </a:lnTo>
                  <a:lnTo>
                    <a:pt x="1508188" y="36585"/>
                  </a:lnTo>
                  <a:lnTo>
                    <a:pt x="1516003" y="36680"/>
                  </a:lnTo>
                  <a:lnTo>
                    <a:pt x="1523817" y="36776"/>
                  </a:lnTo>
                  <a:lnTo>
                    <a:pt x="1531631" y="36851"/>
                  </a:lnTo>
                  <a:lnTo>
                    <a:pt x="1539446" y="36944"/>
                  </a:lnTo>
                  <a:lnTo>
                    <a:pt x="1547260" y="37033"/>
                  </a:lnTo>
                  <a:lnTo>
                    <a:pt x="1555075" y="37129"/>
                  </a:lnTo>
                  <a:lnTo>
                    <a:pt x="1562889" y="37228"/>
                  </a:lnTo>
                  <a:lnTo>
                    <a:pt x="1570704" y="37327"/>
                  </a:lnTo>
                  <a:lnTo>
                    <a:pt x="1578518" y="37411"/>
                  </a:lnTo>
                  <a:lnTo>
                    <a:pt x="1586333" y="37494"/>
                  </a:lnTo>
                  <a:lnTo>
                    <a:pt x="1594147" y="37560"/>
                  </a:lnTo>
                  <a:lnTo>
                    <a:pt x="1601961" y="37638"/>
                  </a:lnTo>
                  <a:lnTo>
                    <a:pt x="1609776" y="37710"/>
                  </a:lnTo>
                  <a:lnTo>
                    <a:pt x="1617590" y="37814"/>
                  </a:lnTo>
                  <a:lnTo>
                    <a:pt x="1625405" y="37893"/>
                  </a:lnTo>
                  <a:lnTo>
                    <a:pt x="1633219" y="37955"/>
                  </a:lnTo>
                  <a:lnTo>
                    <a:pt x="1641034" y="38062"/>
                  </a:lnTo>
                  <a:lnTo>
                    <a:pt x="1648848" y="38161"/>
                  </a:lnTo>
                  <a:lnTo>
                    <a:pt x="1656663" y="38254"/>
                  </a:lnTo>
                  <a:lnTo>
                    <a:pt x="1664477" y="38322"/>
                  </a:lnTo>
                  <a:lnTo>
                    <a:pt x="1672291" y="38389"/>
                  </a:lnTo>
                  <a:lnTo>
                    <a:pt x="1680106" y="38473"/>
                  </a:lnTo>
                  <a:lnTo>
                    <a:pt x="1687920" y="38580"/>
                  </a:lnTo>
                  <a:lnTo>
                    <a:pt x="1695735" y="38668"/>
                  </a:lnTo>
                  <a:lnTo>
                    <a:pt x="1703549" y="38733"/>
                  </a:lnTo>
                  <a:lnTo>
                    <a:pt x="1711364" y="38794"/>
                  </a:lnTo>
                  <a:lnTo>
                    <a:pt x="1719178" y="38878"/>
                  </a:lnTo>
                  <a:lnTo>
                    <a:pt x="1726993" y="38956"/>
                  </a:lnTo>
                  <a:lnTo>
                    <a:pt x="1734807" y="39032"/>
                  </a:lnTo>
                  <a:lnTo>
                    <a:pt x="1742622" y="39094"/>
                  </a:lnTo>
                  <a:lnTo>
                    <a:pt x="1750436" y="39145"/>
                  </a:lnTo>
                  <a:lnTo>
                    <a:pt x="1758250" y="39209"/>
                  </a:lnTo>
                  <a:lnTo>
                    <a:pt x="1766065" y="39263"/>
                  </a:lnTo>
                  <a:lnTo>
                    <a:pt x="1773879" y="39318"/>
                  </a:lnTo>
                  <a:lnTo>
                    <a:pt x="1781694" y="39369"/>
                  </a:lnTo>
                  <a:lnTo>
                    <a:pt x="1789508" y="39455"/>
                  </a:lnTo>
                  <a:lnTo>
                    <a:pt x="1797323" y="39526"/>
                  </a:lnTo>
                  <a:lnTo>
                    <a:pt x="1805137" y="39579"/>
                  </a:lnTo>
                  <a:lnTo>
                    <a:pt x="1812952" y="39637"/>
                  </a:lnTo>
                  <a:lnTo>
                    <a:pt x="1820766" y="39713"/>
                  </a:lnTo>
                  <a:lnTo>
                    <a:pt x="1828580" y="39791"/>
                  </a:lnTo>
                  <a:lnTo>
                    <a:pt x="1836395" y="39856"/>
                  </a:lnTo>
                  <a:lnTo>
                    <a:pt x="1844209" y="39930"/>
                  </a:lnTo>
                  <a:lnTo>
                    <a:pt x="1852024" y="40002"/>
                  </a:lnTo>
                  <a:lnTo>
                    <a:pt x="1859838" y="40068"/>
                  </a:lnTo>
                  <a:lnTo>
                    <a:pt x="1867653" y="40138"/>
                  </a:lnTo>
                  <a:lnTo>
                    <a:pt x="1875467" y="40198"/>
                  </a:lnTo>
                  <a:lnTo>
                    <a:pt x="1883282" y="40253"/>
                  </a:lnTo>
                  <a:lnTo>
                    <a:pt x="1891096" y="40308"/>
                  </a:lnTo>
                  <a:lnTo>
                    <a:pt x="1898910" y="40352"/>
                  </a:lnTo>
                  <a:lnTo>
                    <a:pt x="1906725" y="40392"/>
                  </a:lnTo>
                  <a:lnTo>
                    <a:pt x="1914539" y="40457"/>
                  </a:lnTo>
                  <a:lnTo>
                    <a:pt x="1922354" y="40532"/>
                  </a:lnTo>
                  <a:lnTo>
                    <a:pt x="1930168" y="40606"/>
                  </a:lnTo>
                  <a:lnTo>
                    <a:pt x="1937983" y="40680"/>
                  </a:lnTo>
                  <a:lnTo>
                    <a:pt x="1945797" y="40752"/>
                  </a:lnTo>
                  <a:lnTo>
                    <a:pt x="1953612" y="40808"/>
                  </a:lnTo>
                  <a:lnTo>
                    <a:pt x="1961426" y="40882"/>
                  </a:lnTo>
                  <a:lnTo>
                    <a:pt x="1969241" y="40945"/>
                  </a:lnTo>
                  <a:lnTo>
                    <a:pt x="1977055" y="41001"/>
                  </a:lnTo>
                  <a:lnTo>
                    <a:pt x="1984869" y="41066"/>
                  </a:lnTo>
                  <a:lnTo>
                    <a:pt x="1992684" y="41130"/>
                  </a:lnTo>
                  <a:lnTo>
                    <a:pt x="2000498" y="41212"/>
                  </a:lnTo>
                  <a:lnTo>
                    <a:pt x="2008313" y="41268"/>
                  </a:lnTo>
                  <a:lnTo>
                    <a:pt x="2016127" y="41326"/>
                  </a:lnTo>
                  <a:lnTo>
                    <a:pt x="2023942" y="41379"/>
                  </a:lnTo>
                </a:path>
              </a:pathLst>
            </a:custGeom>
            <a:ln w="18970" cap="flat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l96"/>
            <p:cNvSpPr/>
            <p:nvPr/>
          </p:nvSpPr>
          <p:spPr>
            <a:xfrm>
              <a:off x="1223067" y="4594304"/>
              <a:ext cx="2023942" cy="68576"/>
            </a:xfrm>
            <a:custGeom>
              <a:avLst/>
              <a:pathLst>
                <a:path w="2023942" h="68576">
                  <a:moveTo>
                    <a:pt x="0" y="0"/>
                  </a:moveTo>
                  <a:lnTo>
                    <a:pt x="7814" y="431"/>
                  </a:lnTo>
                  <a:lnTo>
                    <a:pt x="15628" y="844"/>
                  </a:lnTo>
                  <a:lnTo>
                    <a:pt x="23443" y="1223"/>
                  </a:lnTo>
                  <a:lnTo>
                    <a:pt x="31257" y="1772"/>
                  </a:lnTo>
                  <a:lnTo>
                    <a:pt x="39072" y="2033"/>
                  </a:lnTo>
                  <a:lnTo>
                    <a:pt x="46886" y="2335"/>
                  </a:lnTo>
                  <a:lnTo>
                    <a:pt x="54701" y="2907"/>
                  </a:lnTo>
                  <a:lnTo>
                    <a:pt x="62515" y="3530"/>
                  </a:lnTo>
                  <a:lnTo>
                    <a:pt x="70330" y="3833"/>
                  </a:lnTo>
                  <a:lnTo>
                    <a:pt x="78144" y="4449"/>
                  </a:lnTo>
                  <a:lnTo>
                    <a:pt x="85958" y="4750"/>
                  </a:lnTo>
                  <a:lnTo>
                    <a:pt x="93773" y="5037"/>
                  </a:lnTo>
                  <a:lnTo>
                    <a:pt x="101587" y="5575"/>
                  </a:lnTo>
                  <a:lnTo>
                    <a:pt x="109402" y="6256"/>
                  </a:lnTo>
                  <a:lnTo>
                    <a:pt x="117216" y="6581"/>
                  </a:lnTo>
                  <a:lnTo>
                    <a:pt x="125031" y="7072"/>
                  </a:lnTo>
                  <a:lnTo>
                    <a:pt x="132845" y="7535"/>
                  </a:lnTo>
                  <a:lnTo>
                    <a:pt x="140660" y="7969"/>
                  </a:lnTo>
                  <a:lnTo>
                    <a:pt x="148474" y="8504"/>
                  </a:lnTo>
                  <a:lnTo>
                    <a:pt x="156288" y="8993"/>
                  </a:lnTo>
                  <a:lnTo>
                    <a:pt x="164103" y="9458"/>
                  </a:lnTo>
                  <a:lnTo>
                    <a:pt x="171917" y="9878"/>
                  </a:lnTo>
                  <a:lnTo>
                    <a:pt x="179732" y="10421"/>
                  </a:lnTo>
                  <a:lnTo>
                    <a:pt x="187546" y="10745"/>
                  </a:lnTo>
                  <a:lnTo>
                    <a:pt x="195361" y="11136"/>
                  </a:lnTo>
                  <a:lnTo>
                    <a:pt x="203175" y="11513"/>
                  </a:lnTo>
                  <a:lnTo>
                    <a:pt x="210990" y="11876"/>
                  </a:lnTo>
                  <a:lnTo>
                    <a:pt x="218804" y="12283"/>
                  </a:lnTo>
                  <a:lnTo>
                    <a:pt x="226619" y="12564"/>
                  </a:lnTo>
                  <a:lnTo>
                    <a:pt x="234433" y="12950"/>
                  </a:lnTo>
                  <a:lnTo>
                    <a:pt x="242247" y="13194"/>
                  </a:lnTo>
                  <a:lnTo>
                    <a:pt x="250062" y="13842"/>
                  </a:lnTo>
                  <a:lnTo>
                    <a:pt x="257876" y="14205"/>
                  </a:lnTo>
                  <a:lnTo>
                    <a:pt x="265691" y="14691"/>
                  </a:lnTo>
                  <a:lnTo>
                    <a:pt x="273505" y="15155"/>
                  </a:lnTo>
                  <a:lnTo>
                    <a:pt x="281320" y="15484"/>
                  </a:lnTo>
                  <a:lnTo>
                    <a:pt x="289134" y="15727"/>
                  </a:lnTo>
                  <a:lnTo>
                    <a:pt x="296949" y="16127"/>
                  </a:lnTo>
                  <a:lnTo>
                    <a:pt x="304763" y="16652"/>
                  </a:lnTo>
                  <a:lnTo>
                    <a:pt x="312577" y="17052"/>
                  </a:lnTo>
                  <a:lnTo>
                    <a:pt x="320392" y="17484"/>
                  </a:lnTo>
                  <a:lnTo>
                    <a:pt x="328206" y="17870"/>
                  </a:lnTo>
                  <a:lnTo>
                    <a:pt x="336021" y="18286"/>
                  </a:lnTo>
                  <a:lnTo>
                    <a:pt x="343835" y="18774"/>
                  </a:lnTo>
                  <a:lnTo>
                    <a:pt x="351650" y="19220"/>
                  </a:lnTo>
                  <a:lnTo>
                    <a:pt x="359464" y="19665"/>
                  </a:lnTo>
                  <a:lnTo>
                    <a:pt x="367279" y="20114"/>
                  </a:lnTo>
                  <a:lnTo>
                    <a:pt x="375093" y="20632"/>
                  </a:lnTo>
                  <a:lnTo>
                    <a:pt x="382907" y="21110"/>
                  </a:lnTo>
                  <a:lnTo>
                    <a:pt x="390722" y="21554"/>
                  </a:lnTo>
                  <a:lnTo>
                    <a:pt x="398536" y="21787"/>
                  </a:lnTo>
                  <a:lnTo>
                    <a:pt x="406351" y="22135"/>
                  </a:lnTo>
                  <a:lnTo>
                    <a:pt x="414165" y="22499"/>
                  </a:lnTo>
                  <a:lnTo>
                    <a:pt x="421980" y="22749"/>
                  </a:lnTo>
                  <a:lnTo>
                    <a:pt x="429794" y="23073"/>
                  </a:lnTo>
                  <a:lnTo>
                    <a:pt x="437609" y="23555"/>
                  </a:lnTo>
                  <a:lnTo>
                    <a:pt x="445423" y="23872"/>
                  </a:lnTo>
                  <a:lnTo>
                    <a:pt x="453238" y="24201"/>
                  </a:lnTo>
                  <a:lnTo>
                    <a:pt x="461052" y="24617"/>
                  </a:lnTo>
                  <a:lnTo>
                    <a:pt x="468866" y="25162"/>
                  </a:lnTo>
                  <a:lnTo>
                    <a:pt x="476681" y="25498"/>
                  </a:lnTo>
                  <a:lnTo>
                    <a:pt x="484495" y="25663"/>
                  </a:lnTo>
                  <a:lnTo>
                    <a:pt x="492310" y="25952"/>
                  </a:lnTo>
                  <a:lnTo>
                    <a:pt x="500124" y="26412"/>
                  </a:lnTo>
                  <a:lnTo>
                    <a:pt x="507939" y="26691"/>
                  </a:lnTo>
                  <a:lnTo>
                    <a:pt x="515753" y="27045"/>
                  </a:lnTo>
                  <a:lnTo>
                    <a:pt x="523568" y="27421"/>
                  </a:lnTo>
                  <a:lnTo>
                    <a:pt x="531382" y="27608"/>
                  </a:lnTo>
                  <a:lnTo>
                    <a:pt x="539196" y="28027"/>
                  </a:lnTo>
                  <a:lnTo>
                    <a:pt x="547011" y="28544"/>
                  </a:lnTo>
                  <a:lnTo>
                    <a:pt x="554825" y="28740"/>
                  </a:lnTo>
                  <a:lnTo>
                    <a:pt x="562640" y="29156"/>
                  </a:lnTo>
                  <a:lnTo>
                    <a:pt x="570454" y="29354"/>
                  </a:lnTo>
                  <a:lnTo>
                    <a:pt x="578269" y="29570"/>
                  </a:lnTo>
                  <a:lnTo>
                    <a:pt x="586083" y="29825"/>
                  </a:lnTo>
                  <a:lnTo>
                    <a:pt x="593898" y="30148"/>
                  </a:lnTo>
                  <a:lnTo>
                    <a:pt x="601712" y="30457"/>
                  </a:lnTo>
                  <a:lnTo>
                    <a:pt x="609526" y="30741"/>
                  </a:lnTo>
                  <a:lnTo>
                    <a:pt x="617341" y="31056"/>
                  </a:lnTo>
                  <a:lnTo>
                    <a:pt x="625155" y="31359"/>
                  </a:lnTo>
                  <a:lnTo>
                    <a:pt x="632970" y="31569"/>
                  </a:lnTo>
                  <a:lnTo>
                    <a:pt x="640784" y="31852"/>
                  </a:lnTo>
                  <a:lnTo>
                    <a:pt x="648599" y="32124"/>
                  </a:lnTo>
                  <a:lnTo>
                    <a:pt x="656413" y="32504"/>
                  </a:lnTo>
                  <a:lnTo>
                    <a:pt x="664228" y="32901"/>
                  </a:lnTo>
                  <a:lnTo>
                    <a:pt x="672042" y="33196"/>
                  </a:lnTo>
                  <a:lnTo>
                    <a:pt x="679857" y="33682"/>
                  </a:lnTo>
                  <a:lnTo>
                    <a:pt x="687671" y="34122"/>
                  </a:lnTo>
                  <a:lnTo>
                    <a:pt x="695485" y="34439"/>
                  </a:lnTo>
                  <a:lnTo>
                    <a:pt x="703300" y="34754"/>
                  </a:lnTo>
                  <a:lnTo>
                    <a:pt x="711114" y="35127"/>
                  </a:lnTo>
                  <a:lnTo>
                    <a:pt x="718929" y="35484"/>
                  </a:lnTo>
                  <a:lnTo>
                    <a:pt x="726743" y="35725"/>
                  </a:lnTo>
                  <a:lnTo>
                    <a:pt x="734558" y="35915"/>
                  </a:lnTo>
                  <a:lnTo>
                    <a:pt x="742372" y="36078"/>
                  </a:lnTo>
                  <a:lnTo>
                    <a:pt x="750187" y="36338"/>
                  </a:lnTo>
                  <a:lnTo>
                    <a:pt x="758001" y="36740"/>
                  </a:lnTo>
                  <a:lnTo>
                    <a:pt x="765815" y="37028"/>
                  </a:lnTo>
                  <a:lnTo>
                    <a:pt x="773630" y="37350"/>
                  </a:lnTo>
                  <a:lnTo>
                    <a:pt x="781444" y="37606"/>
                  </a:lnTo>
                  <a:lnTo>
                    <a:pt x="789259" y="38021"/>
                  </a:lnTo>
                  <a:lnTo>
                    <a:pt x="797073" y="38302"/>
                  </a:lnTo>
                  <a:lnTo>
                    <a:pt x="804888" y="38680"/>
                  </a:lnTo>
                  <a:lnTo>
                    <a:pt x="812702" y="38926"/>
                  </a:lnTo>
                  <a:lnTo>
                    <a:pt x="820517" y="39136"/>
                  </a:lnTo>
                  <a:lnTo>
                    <a:pt x="828331" y="39439"/>
                  </a:lnTo>
                  <a:lnTo>
                    <a:pt x="836145" y="39744"/>
                  </a:lnTo>
                  <a:lnTo>
                    <a:pt x="843960" y="39916"/>
                  </a:lnTo>
                  <a:lnTo>
                    <a:pt x="851774" y="40200"/>
                  </a:lnTo>
                  <a:lnTo>
                    <a:pt x="859589" y="40450"/>
                  </a:lnTo>
                  <a:lnTo>
                    <a:pt x="867403" y="40750"/>
                  </a:lnTo>
                  <a:lnTo>
                    <a:pt x="875218" y="41075"/>
                  </a:lnTo>
                  <a:lnTo>
                    <a:pt x="883032" y="41261"/>
                  </a:lnTo>
                  <a:lnTo>
                    <a:pt x="890847" y="41576"/>
                  </a:lnTo>
                  <a:lnTo>
                    <a:pt x="898661" y="41937"/>
                  </a:lnTo>
                  <a:lnTo>
                    <a:pt x="906476" y="42340"/>
                  </a:lnTo>
                  <a:lnTo>
                    <a:pt x="914290" y="42528"/>
                  </a:lnTo>
                  <a:lnTo>
                    <a:pt x="922104" y="42765"/>
                  </a:lnTo>
                  <a:lnTo>
                    <a:pt x="929919" y="43093"/>
                  </a:lnTo>
                  <a:lnTo>
                    <a:pt x="937733" y="43434"/>
                  </a:lnTo>
                  <a:lnTo>
                    <a:pt x="945548" y="43659"/>
                  </a:lnTo>
                  <a:lnTo>
                    <a:pt x="953362" y="43949"/>
                  </a:lnTo>
                  <a:lnTo>
                    <a:pt x="961177" y="44323"/>
                  </a:lnTo>
                  <a:lnTo>
                    <a:pt x="968991" y="44569"/>
                  </a:lnTo>
                  <a:lnTo>
                    <a:pt x="976806" y="44877"/>
                  </a:lnTo>
                  <a:lnTo>
                    <a:pt x="984620" y="45212"/>
                  </a:lnTo>
                  <a:lnTo>
                    <a:pt x="992434" y="45391"/>
                  </a:lnTo>
                  <a:lnTo>
                    <a:pt x="1000249" y="45598"/>
                  </a:lnTo>
                  <a:lnTo>
                    <a:pt x="1008063" y="45906"/>
                  </a:lnTo>
                  <a:lnTo>
                    <a:pt x="1015878" y="46197"/>
                  </a:lnTo>
                  <a:lnTo>
                    <a:pt x="1023692" y="46450"/>
                  </a:lnTo>
                  <a:lnTo>
                    <a:pt x="1031507" y="46634"/>
                  </a:lnTo>
                  <a:lnTo>
                    <a:pt x="1039321" y="46760"/>
                  </a:lnTo>
                  <a:lnTo>
                    <a:pt x="1047136" y="46950"/>
                  </a:lnTo>
                  <a:lnTo>
                    <a:pt x="1054950" y="47302"/>
                  </a:lnTo>
                  <a:lnTo>
                    <a:pt x="1062765" y="47533"/>
                  </a:lnTo>
                  <a:lnTo>
                    <a:pt x="1070579" y="47792"/>
                  </a:lnTo>
                  <a:lnTo>
                    <a:pt x="1078393" y="48074"/>
                  </a:lnTo>
                  <a:lnTo>
                    <a:pt x="1086208" y="48341"/>
                  </a:lnTo>
                  <a:lnTo>
                    <a:pt x="1094022" y="48592"/>
                  </a:lnTo>
                  <a:lnTo>
                    <a:pt x="1101837" y="48793"/>
                  </a:lnTo>
                  <a:lnTo>
                    <a:pt x="1109651" y="49051"/>
                  </a:lnTo>
                  <a:lnTo>
                    <a:pt x="1117466" y="49219"/>
                  </a:lnTo>
                  <a:lnTo>
                    <a:pt x="1125280" y="49383"/>
                  </a:lnTo>
                  <a:lnTo>
                    <a:pt x="1133095" y="49587"/>
                  </a:lnTo>
                  <a:lnTo>
                    <a:pt x="1140909" y="49763"/>
                  </a:lnTo>
                  <a:lnTo>
                    <a:pt x="1148723" y="50003"/>
                  </a:lnTo>
                  <a:lnTo>
                    <a:pt x="1156538" y="50312"/>
                  </a:lnTo>
                  <a:lnTo>
                    <a:pt x="1164352" y="50525"/>
                  </a:lnTo>
                  <a:lnTo>
                    <a:pt x="1172167" y="50706"/>
                  </a:lnTo>
                  <a:lnTo>
                    <a:pt x="1179981" y="50945"/>
                  </a:lnTo>
                  <a:lnTo>
                    <a:pt x="1187796" y="51147"/>
                  </a:lnTo>
                  <a:lnTo>
                    <a:pt x="1195610" y="51405"/>
                  </a:lnTo>
                  <a:lnTo>
                    <a:pt x="1203425" y="51719"/>
                  </a:lnTo>
                  <a:lnTo>
                    <a:pt x="1211239" y="51933"/>
                  </a:lnTo>
                  <a:lnTo>
                    <a:pt x="1219053" y="52204"/>
                  </a:lnTo>
                  <a:lnTo>
                    <a:pt x="1226868" y="52486"/>
                  </a:lnTo>
                  <a:lnTo>
                    <a:pt x="1234682" y="52755"/>
                  </a:lnTo>
                  <a:lnTo>
                    <a:pt x="1242497" y="53043"/>
                  </a:lnTo>
                  <a:lnTo>
                    <a:pt x="1250311" y="53281"/>
                  </a:lnTo>
                  <a:lnTo>
                    <a:pt x="1258126" y="53485"/>
                  </a:lnTo>
                  <a:lnTo>
                    <a:pt x="1265940" y="53785"/>
                  </a:lnTo>
                  <a:lnTo>
                    <a:pt x="1273755" y="53973"/>
                  </a:lnTo>
                  <a:lnTo>
                    <a:pt x="1281569" y="54133"/>
                  </a:lnTo>
                  <a:lnTo>
                    <a:pt x="1289384" y="54294"/>
                  </a:lnTo>
                  <a:lnTo>
                    <a:pt x="1297198" y="54478"/>
                  </a:lnTo>
                  <a:lnTo>
                    <a:pt x="1305012" y="54650"/>
                  </a:lnTo>
                  <a:lnTo>
                    <a:pt x="1312827" y="54796"/>
                  </a:lnTo>
                  <a:lnTo>
                    <a:pt x="1320641" y="54930"/>
                  </a:lnTo>
                  <a:lnTo>
                    <a:pt x="1328456" y="55117"/>
                  </a:lnTo>
                  <a:lnTo>
                    <a:pt x="1336270" y="55318"/>
                  </a:lnTo>
                  <a:lnTo>
                    <a:pt x="1344085" y="55509"/>
                  </a:lnTo>
                  <a:lnTo>
                    <a:pt x="1351899" y="55772"/>
                  </a:lnTo>
                  <a:lnTo>
                    <a:pt x="1359714" y="56015"/>
                  </a:lnTo>
                  <a:lnTo>
                    <a:pt x="1367528" y="56263"/>
                  </a:lnTo>
                  <a:lnTo>
                    <a:pt x="1375342" y="56506"/>
                  </a:lnTo>
                  <a:lnTo>
                    <a:pt x="1383157" y="56758"/>
                  </a:lnTo>
                  <a:lnTo>
                    <a:pt x="1390971" y="56911"/>
                  </a:lnTo>
                  <a:lnTo>
                    <a:pt x="1398786" y="57068"/>
                  </a:lnTo>
                  <a:lnTo>
                    <a:pt x="1406600" y="57215"/>
                  </a:lnTo>
                  <a:lnTo>
                    <a:pt x="1414415" y="57401"/>
                  </a:lnTo>
                  <a:lnTo>
                    <a:pt x="1422229" y="57605"/>
                  </a:lnTo>
                  <a:lnTo>
                    <a:pt x="1430044" y="57791"/>
                  </a:lnTo>
                  <a:lnTo>
                    <a:pt x="1437858" y="57926"/>
                  </a:lnTo>
                  <a:lnTo>
                    <a:pt x="1445672" y="58036"/>
                  </a:lnTo>
                  <a:lnTo>
                    <a:pt x="1453487" y="58205"/>
                  </a:lnTo>
                  <a:lnTo>
                    <a:pt x="1461301" y="58392"/>
                  </a:lnTo>
                  <a:lnTo>
                    <a:pt x="1469116" y="58621"/>
                  </a:lnTo>
                  <a:lnTo>
                    <a:pt x="1476930" y="58781"/>
                  </a:lnTo>
                  <a:lnTo>
                    <a:pt x="1484745" y="58909"/>
                  </a:lnTo>
                  <a:lnTo>
                    <a:pt x="1492559" y="59143"/>
                  </a:lnTo>
                  <a:lnTo>
                    <a:pt x="1500374" y="59297"/>
                  </a:lnTo>
                  <a:lnTo>
                    <a:pt x="1508188" y="59508"/>
                  </a:lnTo>
                  <a:lnTo>
                    <a:pt x="1516003" y="59680"/>
                  </a:lnTo>
                  <a:lnTo>
                    <a:pt x="1523817" y="59814"/>
                  </a:lnTo>
                  <a:lnTo>
                    <a:pt x="1531631" y="59947"/>
                  </a:lnTo>
                  <a:lnTo>
                    <a:pt x="1539446" y="60079"/>
                  </a:lnTo>
                  <a:lnTo>
                    <a:pt x="1547260" y="60217"/>
                  </a:lnTo>
                  <a:lnTo>
                    <a:pt x="1555075" y="60323"/>
                  </a:lnTo>
                  <a:lnTo>
                    <a:pt x="1562889" y="60480"/>
                  </a:lnTo>
                  <a:lnTo>
                    <a:pt x="1570704" y="60656"/>
                  </a:lnTo>
                  <a:lnTo>
                    <a:pt x="1578518" y="60808"/>
                  </a:lnTo>
                  <a:lnTo>
                    <a:pt x="1586333" y="61050"/>
                  </a:lnTo>
                  <a:lnTo>
                    <a:pt x="1594147" y="61319"/>
                  </a:lnTo>
                  <a:lnTo>
                    <a:pt x="1601961" y="61541"/>
                  </a:lnTo>
                  <a:lnTo>
                    <a:pt x="1609776" y="61733"/>
                  </a:lnTo>
                  <a:lnTo>
                    <a:pt x="1617590" y="61855"/>
                  </a:lnTo>
                  <a:lnTo>
                    <a:pt x="1625405" y="61941"/>
                  </a:lnTo>
                  <a:lnTo>
                    <a:pt x="1633219" y="62059"/>
                  </a:lnTo>
                  <a:lnTo>
                    <a:pt x="1641034" y="62292"/>
                  </a:lnTo>
                  <a:lnTo>
                    <a:pt x="1648848" y="62428"/>
                  </a:lnTo>
                  <a:lnTo>
                    <a:pt x="1656663" y="62601"/>
                  </a:lnTo>
                  <a:lnTo>
                    <a:pt x="1664477" y="62878"/>
                  </a:lnTo>
                  <a:lnTo>
                    <a:pt x="1672291" y="63034"/>
                  </a:lnTo>
                  <a:lnTo>
                    <a:pt x="1680106" y="63179"/>
                  </a:lnTo>
                  <a:lnTo>
                    <a:pt x="1687920" y="63270"/>
                  </a:lnTo>
                  <a:lnTo>
                    <a:pt x="1695735" y="63351"/>
                  </a:lnTo>
                  <a:lnTo>
                    <a:pt x="1703549" y="63461"/>
                  </a:lnTo>
                  <a:lnTo>
                    <a:pt x="1711364" y="63610"/>
                  </a:lnTo>
                  <a:lnTo>
                    <a:pt x="1719178" y="63758"/>
                  </a:lnTo>
                  <a:lnTo>
                    <a:pt x="1726993" y="63906"/>
                  </a:lnTo>
                  <a:lnTo>
                    <a:pt x="1734807" y="64052"/>
                  </a:lnTo>
                  <a:lnTo>
                    <a:pt x="1742622" y="64198"/>
                  </a:lnTo>
                  <a:lnTo>
                    <a:pt x="1750436" y="64344"/>
                  </a:lnTo>
                  <a:lnTo>
                    <a:pt x="1758250" y="64509"/>
                  </a:lnTo>
                  <a:lnTo>
                    <a:pt x="1766065" y="64741"/>
                  </a:lnTo>
                  <a:lnTo>
                    <a:pt x="1773879" y="64890"/>
                  </a:lnTo>
                  <a:lnTo>
                    <a:pt x="1781694" y="65040"/>
                  </a:lnTo>
                  <a:lnTo>
                    <a:pt x="1789508" y="65172"/>
                  </a:lnTo>
                  <a:lnTo>
                    <a:pt x="1797323" y="65292"/>
                  </a:lnTo>
                  <a:lnTo>
                    <a:pt x="1805137" y="65416"/>
                  </a:lnTo>
                  <a:lnTo>
                    <a:pt x="1812952" y="65559"/>
                  </a:lnTo>
                  <a:lnTo>
                    <a:pt x="1820766" y="65677"/>
                  </a:lnTo>
                  <a:lnTo>
                    <a:pt x="1828580" y="65773"/>
                  </a:lnTo>
                  <a:lnTo>
                    <a:pt x="1836395" y="65881"/>
                  </a:lnTo>
                  <a:lnTo>
                    <a:pt x="1844209" y="65977"/>
                  </a:lnTo>
                  <a:lnTo>
                    <a:pt x="1852024" y="66101"/>
                  </a:lnTo>
                  <a:lnTo>
                    <a:pt x="1859838" y="66228"/>
                  </a:lnTo>
                  <a:lnTo>
                    <a:pt x="1867653" y="66342"/>
                  </a:lnTo>
                  <a:lnTo>
                    <a:pt x="1875467" y="66445"/>
                  </a:lnTo>
                  <a:lnTo>
                    <a:pt x="1883282" y="66555"/>
                  </a:lnTo>
                  <a:lnTo>
                    <a:pt x="1891096" y="66685"/>
                  </a:lnTo>
                  <a:lnTo>
                    <a:pt x="1898910" y="66820"/>
                  </a:lnTo>
                  <a:lnTo>
                    <a:pt x="1906725" y="66915"/>
                  </a:lnTo>
                  <a:lnTo>
                    <a:pt x="1914539" y="67043"/>
                  </a:lnTo>
                  <a:lnTo>
                    <a:pt x="1922354" y="67171"/>
                  </a:lnTo>
                  <a:lnTo>
                    <a:pt x="1930168" y="67286"/>
                  </a:lnTo>
                  <a:lnTo>
                    <a:pt x="1937983" y="67400"/>
                  </a:lnTo>
                  <a:lnTo>
                    <a:pt x="1945797" y="67517"/>
                  </a:lnTo>
                  <a:lnTo>
                    <a:pt x="1953612" y="67601"/>
                  </a:lnTo>
                  <a:lnTo>
                    <a:pt x="1961426" y="67701"/>
                  </a:lnTo>
                  <a:lnTo>
                    <a:pt x="1969241" y="67828"/>
                  </a:lnTo>
                  <a:lnTo>
                    <a:pt x="1977055" y="67976"/>
                  </a:lnTo>
                  <a:lnTo>
                    <a:pt x="1984869" y="68096"/>
                  </a:lnTo>
                  <a:lnTo>
                    <a:pt x="1992684" y="68176"/>
                  </a:lnTo>
                  <a:lnTo>
                    <a:pt x="2000498" y="68295"/>
                  </a:lnTo>
                  <a:lnTo>
                    <a:pt x="2008313" y="68416"/>
                  </a:lnTo>
                  <a:lnTo>
                    <a:pt x="2016127" y="68522"/>
                  </a:lnTo>
                  <a:lnTo>
                    <a:pt x="2023942" y="68576"/>
                  </a:lnTo>
                </a:path>
              </a:pathLst>
            </a:custGeom>
            <a:ln w="18970" cap="flat">
              <a:solidFill>
                <a:srgbClr val="FFC0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rc97"/>
            <p:cNvSpPr/>
            <p:nvPr/>
          </p:nvSpPr>
          <p:spPr>
            <a:xfrm>
              <a:off x="1121870" y="4247864"/>
              <a:ext cx="2226336" cy="742778"/>
            </a:xfrm>
            <a:prstGeom prst="rect">
              <a:avLst/>
            </a:prstGeom>
            <a:ln w="1084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rc98"/>
            <p:cNvSpPr/>
            <p:nvPr/>
          </p:nvSpPr>
          <p:spPr>
            <a:xfrm>
              <a:off x="3531086" y="2396548"/>
              <a:ext cx="2226336" cy="74277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0" name="pl99"/>
            <p:cNvSpPr/>
            <p:nvPr/>
          </p:nvSpPr>
          <p:spPr>
            <a:xfrm>
              <a:off x="3531086" y="2999010"/>
              <a:ext cx="2226336" cy="0"/>
            </a:xfrm>
            <a:custGeom>
              <a:avLst/>
              <a:pathLst>
                <a:path w="2226336" h="0">
                  <a:moveTo>
                    <a:pt x="0" y="0"/>
                  </a:moveTo>
                  <a:lnTo>
                    <a:pt x="2226336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l100"/>
            <p:cNvSpPr/>
            <p:nvPr/>
          </p:nvSpPr>
          <p:spPr>
            <a:xfrm>
              <a:off x="3531086" y="2797402"/>
              <a:ext cx="2226336" cy="0"/>
            </a:xfrm>
            <a:custGeom>
              <a:avLst/>
              <a:pathLst>
                <a:path w="2226336" h="0">
                  <a:moveTo>
                    <a:pt x="0" y="0"/>
                  </a:moveTo>
                  <a:lnTo>
                    <a:pt x="2226336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1"/>
            <p:cNvSpPr/>
            <p:nvPr/>
          </p:nvSpPr>
          <p:spPr>
            <a:xfrm>
              <a:off x="3531086" y="2595794"/>
              <a:ext cx="2226336" cy="0"/>
            </a:xfrm>
            <a:custGeom>
              <a:avLst/>
              <a:pathLst>
                <a:path w="2226336" h="0">
                  <a:moveTo>
                    <a:pt x="0" y="0"/>
                  </a:moveTo>
                  <a:lnTo>
                    <a:pt x="2226336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2"/>
            <p:cNvSpPr/>
            <p:nvPr/>
          </p:nvSpPr>
          <p:spPr>
            <a:xfrm>
              <a:off x="3549315" y="2396548"/>
              <a:ext cx="0" cy="742778"/>
            </a:xfrm>
            <a:custGeom>
              <a:avLst/>
              <a:pathLst>
                <a:path w="0" h="742778">
                  <a:moveTo>
                    <a:pt x="0" y="742778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3"/>
            <p:cNvSpPr/>
            <p:nvPr/>
          </p:nvSpPr>
          <p:spPr>
            <a:xfrm>
              <a:off x="4066278" y="2396548"/>
              <a:ext cx="0" cy="742778"/>
            </a:xfrm>
            <a:custGeom>
              <a:avLst/>
              <a:pathLst>
                <a:path w="0" h="742778">
                  <a:moveTo>
                    <a:pt x="0" y="742778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4"/>
            <p:cNvSpPr/>
            <p:nvPr/>
          </p:nvSpPr>
          <p:spPr>
            <a:xfrm>
              <a:off x="4583242" y="2396548"/>
              <a:ext cx="0" cy="742778"/>
            </a:xfrm>
            <a:custGeom>
              <a:avLst/>
              <a:pathLst>
                <a:path w="0" h="742778">
                  <a:moveTo>
                    <a:pt x="0" y="742778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5"/>
            <p:cNvSpPr/>
            <p:nvPr/>
          </p:nvSpPr>
          <p:spPr>
            <a:xfrm>
              <a:off x="5100205" y="2396548"/>
              <a:ext cx="0" cy="742778"/>
            </a:xfrm>
            <a:custGeom>
              <a:avLst/>
              <a:pathLst>
                <a:path w="0" h="742778">
                  <a:moveTo>
                    <a:pt x="0" y="742778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6"/>
            <p:cNvSpPr/>
            <p:nvPr/>
          </p:nvSpPr>
          <p:spPr>
            <a:xfrm>
              <a:off x="5617168" y="2396548"/>
              <a:ext cx="0" cy="742778"/>
            </a:xfrm>
            <a:custGeom>
              <a:avLst/>
              <a:pathLst>
                <a:path w="0" h="742778">
                  <a:moveTo>
                    <a:pt x="0" y="742778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7"/>
            <p:cNvSpPr/>
            <p:nvPr/>
          </p:nvSpPr>
          <p:spPr>
            <a:xfrm>
              <a:off x="3531086" y="2797402"/>
              <a:ext cx="2226336" cy="0"/>
            </a:xfrm>
            <a:custGeom>
              <a:avLst/>
              <a:pathLst>
                <a:path w="2226336" h="0">
                  <a:moveTo>
                    <a:pt x="0" y="0"/>
                  </a:moveTo>
                  <a:lnTo>
                    <a:pt x="2226336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9" name="pg108"/>
            <p:cNvSpPr/>
            <p:nvPr/>
          </p:nvSpPr>
          <p:spPr>
            <a:xfrm>
              <a:off x="3632283" y="2762264"/>
              <a:ext cx="2023942" cy="229343"/>
            </a:xfrm>
            <a:custGeom>
              <a:avLst/>
              <a:pathLst>
                <a:path w="2023942" h="229343">
                  <a:moveTo>
                    <a:pt x="0" y="0"/>
                  </a:moveTo>
                  <a:lnTo>
                    <a:pt x="7814" y="546"/>
                  </a:lnTo>
                  <a:lnTo>
                    <a:pt x="15628" y="1095"/>
                  </a:lnTo>
                  <a:lnTo>
                    <a:pt x="23443" y="1634"/>
                  </a:lnTo>
                  <a:lnTo>
                    <a:pt x="31257" y="2169"/>
                  </a:lnTo>
                  <a:lnTo>
                    <a:pt x="39072" y="2698"/>
                  </a:lnTo>
                  <a:lnTo>
                    <a:pt x="46886" y="3236"/>
                  </a:lnTo>
                  <a:lnTo>
                    <a:pt x="54701" y="3816"/>
                  </a:lnTo>
                  <a:lnTo>
                    <a:pt x="62515" y="4409"/>
                  </a:lnTo>
                  <a:lnTo>
                    <a:pt x="70330" y="5004"/>
                  </a:lnTo>
                  <a:lnTo>
                    <a:pt x="78144" y="5602"/>
                  </a:lnTo>
                  <a:lnTo>
                    <a:pt x="85958" y="6186"/>
                  </a:lnTo>
                  <a:lnTo>
                    <a:pt x="93773" y="6767"/>
                  </a:lnTo>
                  <a:lnTo>
                    <a:pt x="101587" y="7352"/>
                  </a:lnTo>
                  <a:lnTo>
                    <a:pt x="109402" y="7925"/>
                  </a:lnTo>
                  <a:lnTo>
                    <a:pt x="117216" y="8498"/>
                  </a:lnTo>
                  <a:lnTo>
                    <a:pt x="125031" y="9075"/>
                  </a:lnTo>
                  <a:lnTo>
                    <a:pt x="132845" y="9656"/>
                  </a:lnTo>
                  <a:lnTo>
                    <a:pt x="140660" y="10245"/>
                  </a:lnTo>
                  <a:lnTo>
                    <a:pt x="148474" y="10850"/>
                  </a:lnTo>
                  <a:lnTo>
                    <a:pt x="156288" y="11458"/>
                  </a:lnTo>
                  <a:lnTo>
                    <a:pt x="164103" y="12069"/>
                  </a:lnTo>
                  <a:lnTo>
                    <a:pt x="171917" y="12684"/>
                  </a:lnTo>
                  <a:lnTo>
                    <a:pt x="179732" y="13301"/>
                  </a:lnTo>
                  <a:lnTo>
                    <a:pt x="187546" y="13922"/>
                  </a:lnTo>
                  <a:lnTo>
                    <a:pt x="195361" y="14547"/>
                  </a:lnTo>
                  <a:lnTo>
                    <a:pt x="203175" y="15158"/>
                  </a:lnTo>
                  <a:lnTo>
                    <a:pt x="210990" y="15772"/>
                  </a:lnTo>
                  <a:lnTo>
                    <a:pt x="218804" y="16390"/>
                  </a:lnTo>
                  <a:lnTo>
                    <a:pt x="226619" y="17014"/>
                  </a:lnTo>
                  <a:lnTo>
                    <a:pt x="234433" y="17641"/>
                  </a:lnTo>
                  <a:lnTo>
                    <a:pt x="242247" y="18273"/>
                  </a:lnTo>
                  <a:lnTo>
                    <a:pt x="250062" y="18917"/>
                  </a:lnTo>
                  <a:lnTo>
                    <a:pt x="257876" y="19575"/>
                  </a:lnTo>
                  <a:lnTo>
                    <a:pt x="265691" y="20236"/>
                  </a:lnTo>
                  <a:lnTo>
                    <a:pt x="273505" y="20892"/>
                  </a:lnTo>
                  <a:lnTo>
                    <a:pt x="281320" y="21536"/>
                  </a:lnTo>
                  <a:lnTo>
                    <a:pt x="289134" y="22186"/>
                  </a:lnTo>
                  <a:lnTo>
                    <a:pt x="296949" y="22840"/>
                  </a:lnTo>
                  <a:lnTo>
                    <a:pt x="304763" y="23508"/>
                  </a:lnTo>
                  <a:lnTo>
                    <a:pt x="312577" y="24186"/>
                  </a:lnTo>
                  <a:lnTo>
                    <a:pt x="320392" y="24868"/>
                  </a:lnTo>
                  <a:lnTo>
                    <a:pt x="328206" y="25553"/>
                  </a:lnTo>
                  <a:lnTo>
                    <a:pt x="336021" y="26242"/>
                  </a:lnTo>
                  <a:lnTo>
                    <a:pt x="343835" y="26933"/>
                  </a:lnTo>
                  <a:lnTo>
                    <a:pt x="351650" y="27628"/>
                  </a:lnTo>
                  <a:lnTo>
                    <a:pt x="359464" y="28328"/>
                  </a:lnTo>
                  <a:lnTo>
                    <a:pt x="367279" y="29029"/>
                  </a:lnTo>
                  <a:lnTo>
                    <a:pt x="375093" y="29730"/>
                  </a:lnTo>
                  <a:lnTo>
                    <a:pt x="382907" y="30435"/>
                  </a:lnTo>
                  <a:lnTo>
                    <a:pt x="390722" y="31143"/>
                  </a:lnTo>
                  <a:lnTo>
                    <a:pt x="398536" y="31856"/>
                  </a:lnTo>
                  <a:lnTo>
                    <a:pt x="406351" y="32572"/>
                  </a:lnTo>
                  <a:lnTo>
                    <a:pt x="414165" y="33292"/>
                  </a:lnTo>
                  <a:lnTo>
                    <a:pt x="421980" y="34017"/>
                  </a:lnTo>
                  <a:lnTo>
                    <a:pt x="429794" y="34745"/>
                  </a:lnTo>
                  <a:lnTo>
                    <a:pt x="437609" y="35115"/>
                  </a:lnTo>
                  <a:lnTo>
                    <a:pt x="445423" y="35067"/>
                  </a:lnTo>
                  <a:lnTo>
                    <a:pt x="453238" y="35018"/>
                  </a:lnTo>
                  <a:lnTo>
                    <a:pt x="461052" y="34969"/>
                  </a:lnTo>
                  <a:lnTo>
                    <a:pt x="468866" y="34921"/>
                  </a:lnTo>
                  <a:lnTo>
                    <a:pt x="476681" y="34872"/>
                  </a:lnTo>
                  <a:lnTo>
                    <a:pt x="484495" y="34824"/>
                  </a:lnTo>
                  <a:lnTo>
                    <a:pt x="492310" y="34775"/>
                  </a:lnTo>
                  <a:lnTo>
                    <a:pt x="500124" y="34727"/>
                  </a:lnTo>
                  <a:lnTo>
                    <a:pt x="507939" y="34678"/>
                  </a:lnTo>
                  <a:lnTo>
                    <a:pt x="515753" y="34630"/>
                  </a:lnTo>
                  <a:lnTo>
                    <a:pt x="523568" y="34581"/>
                  </a:lnTo>
                  <a:lnTo>
                    <a:pt x="531382" y="34533"/>
                  </a:lnTo>
                  <a:lnTo>
                    <a:pt x="539196" y="34484"/>
                  </a:lnTo>
                  <a:lnTo>
                    <a:pt x="547011" y="34436"/>
                  </a:lnTo>
                  <a:lnTo>
                    <a:pt x="554825" y="34388"/>
                  </a:lnTo>
                  <a:lnTo>
                    <a:pt x="562640" y="34339"/>
                  </a:lnTo>
                  <a:lnTo>
                    <a:pt x="570454" y="34291"/>
                  </a:lnTo>
                  <a:lnTo>
                    <a:pt x="578269" y="34243"/>
                  </a:lnTo>
                  <a:lnTo>
                    <a:pt x="586083" y="34194"/>
                  </a:lnTo>
                  <a:lnTo>
                    <a:pt x="593898" y="34146"/>
                  </a:lnTo>
                  <a:lnTo>
                    <a:pt x="601712" y="34098"/>
                  </a:lnTo>
                  <a:lnTo>
                    <a:pt x="609526" y="34049"/>
                  </a:lnTo>
                  <a:lnTo>
                    <a:pt x="617341" y="34001"/>
                  </a:lnTo>
                  <a:lnTo>
                    <a:pt x="625155" y="33953"/>
                  </a:lnTo>
                  <a:lnTo>
                    <a:pt x="632970" y="33905"/>
                  </a:lnTo>
                  <a:lnTo>
                    <a:pt x="640784" y="33857"/>
                  </a:lnTo>
                  <a:lnTo>
                    <a:pt x="648599" y="33809"/>
                  </a:lnTo>
                  <a:lnTo>
                    <a:pt x="656413" y="33760"/>
                  </a:lnTo>
                  <a:lnTo>
                    <a:pt x="664228" y="33712"/>
                  </a:lnTo>
                  <a:lnTo>
                    <a:pt x="672042" y="33664"/>
                  </a:lnTo>
                  <a:lnTo>
                    <a:pt x="679857" y="33616"/>
                  </a:lnTo>
                  <a:lnTo>
                    <a:pt x="687671" y="33568"/>
                  </a:lnTo>
                  <a:lnTo>
                    <a:pt x="695485" y="33520"/>
                  </a:lnTo>
                  <a:lnTo>
                    <a:pt x="703300" y="33472"/>
                  </a:lnTo>
                  <a:lnTo>
                    <a:pt x="711114" y="33424"/>
                  </a:lnTo>
                  <a:lnTo>
                    <a:pt x="718929" y="33376"/>
                  </a:lnTo>
                  <a:lnTo>
                    <a:pt x="726743" y="33328"/>
                  </a:lnTo>
                  <a:lnTo>
                    <a:pt x="734558" y="33280"/>
                  </a:lnTo>
                  <a:lnTo>
                    <a:pt x="742372" y="33232"/>
                  </a:lnTo>
                  <a:lnTo>
                    <a:pt x="750187" y="33185"/>
                  </a:lnTo>
                  <a:lnTo>
                    <a:pt x="758001" y="33137"/>
                  </a:lnTo>
                  <a:lnTo>
                    <a:pt x="765815" y="33089"/>
                  </a:lnTo>
                  <a:lnTo>
                    <a:pt x="773630" y="33041"/>
                  </a:lnTo>
                  <a:lnTo>
                    <a:pt x="781444" y="32993"/>
                  </a:lnTo>
                  <a:lnTo>
                    <a:pt x="789259" y="32945"/>
                  </a:lnTo>
                  <a:lnTo>
                    <a:pt x="797073" y="32898"/>
                  </a:lnTo>
                  <a:lnTo>
                    <a:pt x="804888" y="32850"/>
                  </a:lnTo>
                  <a:lnTo>
                    <a:pt x="812702" y="32802"/>
                  </a:lnTo>
                  <a:lnTo>
                    <a:pt x="820517" y="32755"/>
                  </a:lnTo>
                  <a:lnTo>
                    <a:pt x="828331" y="32707"/>
                  </a:lnTo>
                  <a:lnTo>
                    <a:pt x="836145" y="32659"/>
                  </a:lnTo>
                  <a:lnTo>
                    <a:pt x="843960" y="32612"/>
                  </a:lnTo>
                  <a:lnTo>
                    <a:pt x="851774" y="32564"/>
                  </a:lnTo>
                  <a:lnTo>
                    <a:pt x="859589" y="32516"/>
                  </a:lnTo>
                  <a:lnTo>
                    <a:pt x="867403" y="32469"/>
                  </a:lnTo>
                  <a:lnTo>
                    <a:pt x="875218" y="32421"/>
                  </a:lnTo>
                  <a:lnTo>
                    <a:pt x="883032" y="32374"/>
                  </a:lnTo>
                  <a:lnTo>
                    <a:pt x="890847" y="32326"/>
                  </a:lnTo>
                  <a:lnTo>
                    <a:pt x="898661" y="32279"/>
                  </a:lnTo>
                  <a:lnTo>
                    <a:pt x="906476" y="32232"/>
                  </a:lnTo>
                  <a:lnTo>
                    <a:pt x="914290" y="32184"/>
                  </a:lnTo>
                  <a:lnTo>
                    <a:pt x="922104" y="32137"/>
                  </a:lnTo>
                  <a:lnTo>
                    <a:pt x="929919" y="32090"/>
                  </a:lnTo>
                  <a:lnTo>
                    <a:pt x="937733" y="32043"/>
                  </a:lnTo>
                  <a:lnTo>
                    <a:pt x="945548" y="31995"/>
                  </a:lnTo>
                  <a:lnTo>
                    <a:pt x="953362" y="31948"/>
                  </a:lnTo>
                  <a:lnTo>
                    <a:pt x="961177" y="31901"/>
                  </a:lnTo>
                  <a:lnTo>
                    <a:pt x="968991" y="31854"/>
                  </a:lnTo>
                  <a:lnTo>
                    <a:pt x="976806" y="31807"/>
                  </a:lnTo>
                  <a:lnTo>
                    <a:pt x="984620" y="31760"/>
                  </a:lnTo>
                  <a:lnTo>
                    <a:pt x="992434" y="31713"/>
                  </a:lnTo>
                  <a:lnTo>
                    <a:pt x="1000249" y="31666"/>
                  </a:lnTo>
                  <a:lnTo>
                    <a:pt x="1008063" y="31619"/>
                  </a:lnTo>
                  <a:lnTo>
                    <a:pt x="1015878" y="31572"/>
                  </a:lnTo>
                  <a:lnTo>
                    <a:pt x="1023692" y="31525"/>
                  </a:lnTo>
                  <a:lnTo>
                    <a:pt x="1031507" y="31478"/>
                  </a:lnTo>
                  <a:lnTo>
                    <a:pt x="1039321" y="31431"/>
                  </a:lnTo>
                  <a:lnTo>
                    <a:pt x="1047136" y="31384"/>
                  </a:lnTo>
                  <a:lnTo>
                    <a:pt x="1054950" y="31337"/>
                  </a:lnTo>
                  <a:lnTo>
                    <a:pt x="1062765" y="31290"/>
                  </a:lnTo>
                  <a:lnTo>
                    <a:pt x="1070579" y="31243"/>
                  </a:lnTo>
                  <a:lnTo>
                    <a:pt x="1078393" y="31196"/>
                  </a:lnTo>
                  <a:lnTo>
                    <a:pt x="1086208" y="31150"/>
                  </a:lnTo>
                  <a:lnTo>
                    <a:pt x="1094022" y="31103"/>
                  </a:lnTo>
                  <a:lnTo>
                    <a:pt x="1101837" y="31056"/>
                  </a:lnTo>
                  <a:lnTo>
                    <a:pt x="1109651" y="31010"/>
                  </a:lnTo>
                  <a:lnTo>
                    <a:pt x="1117466" y="30963"/>
                  </a:lnTo>
                  <a:lnTo>
                    <a:pt x="1125280" y="30916"/>
                  </a:lnTo>
                  <a:lnTo>
                    <a:pt x="1133095" y="30870"/>
                  </a:lnTo>
                  <a:lnTo>
                    <a:pt x="1140909" y="30823"/>
                  </a:lnTo>
                  <a:lnTo>
                    <a:pt x="1148723" y="30776"/>
                  </a:lnTo>
                  <a:lnTo>
                    <a:pt x="1156538" y="30730"/>
                  </a:lnTo>
                  <a:lnTo>
                    <a:pt x="1164352" y="30683"/>
                  </a:lnTo>
                  <a:lnTo>
                    <a:pt x="1172167" y="30637"/>
                  </a:lnTo>
                  <a:lnTo>
                    <a:pt x="1179981" y="30590"/>
                  </a:lnTo>
                  <a:lnTo>
                    <a:pt x="1187796" y="30544"/>
                  </a:lnTo>
                  <a:lnTo>
                    <a:pt x="1195610" y="30497"/>
                  </a:lnTo>
                  <a:lnTo>
                    <a:pt x="1203425" y="30451"/>
                  </a:lnTo>
                  <a:lnTo>
                    <a:pt x="1211239" y="30405"/>
                  </a:lnTo>
                  <a:lnTo>
                    <a:pt x="1219053" y="30358"/>
                  </a:lnTo>
                  <a:lnTo>
                    <a:pt x="1226868" y="30312"/>
                  </a:lnTo>
                  <a:lnTo>
                    <a:pt x="1234682" y="30266"/>
                  </a:lnTo>
                  <a:lnTo>
                    <a:pt x="1242497" y="30219"/>
                  </a:lnTo>
                  <a:lnTo>
                    <a:pt x="1250311" y="30173"/>
                  </a:lnTo>
                  <a:lnTo>
                    <a:pt x="1258126" y="30127"/>
                  </a:lnTo>
                  <a:lnTo>
                    <a:pt x="1265940" y="30081"/>
                  </a:lnTo>
                  <a:lnTo>
                    <a:pt x="1273755" y="30035"/>
                  </a:lnTo>
                  <a:lnTo>
                    <a:pt x="1281569" y="29988"/>
                  </a:lnTo>
                  <a:lnTo>
                    <a:pt x="1289384" y="29942"/>
                  </a:lnTo>
                  <a:lnTo>
                    <a:pt x="1297198" y="29896"/>
                  </a:lnTo>
                  <a:lnTo>
                    <a:pt x="1305012" y="29850"/>
                  </a:lnTo>
                  <a:lnTo>
                    <a:pt x="1312827" y="29804"/>
                  </a:lnTo>
                  <a:lnTo>
                    <a:pt x="1320641" y="29758"/>
                  </a:lnTo>
                  <a:lnTo>
                    <a:pt x="1328456" y="29712"/>
                  </a:lnTo>
                  <a:lnTo>
                    <a:pt x="1336270" y="29666"/>
                  </a:lnTo>
                  <a:lnTo>
                    <a:pt x="1344085" y="29620"/>
                  </a:lnTo>
                  <a:lnTo>
                    <a:pt x="1351899" y="29574"/>
                  </a:lnTo>
                  <a:lnTo>
                    <a:pt x="1359714" y="29529"/>
                  </a:lnTo>
                  <a:lnTo>
                    <a:pt x="1367528" y="29484"/>
                  </a:lnTo>
                  <a:lnTo>
                    <a:pt x="1375342" y="29439"/>
                  </a:lnTo>
                  <a:lnTo>
                    <a:pt x="1383157" y="29394"/>
                  </a:lnTo>
                  <a:lnTo>
                    <a:pt x="1390971" y="29349"/>
                  </a:lnTo>
                  <a:lnTo>
                    <a:pt x="1398786" y="29304"/>
                  </a:lnTo>
                  <a:lnTo>
                    <a:pt x="1406600" y="29259"/>
                  </a:lnTo>
                  <a:lnTo>
                    <a:pt x="1414415" y="29214"/>
                  </a:lnTo>
                  <a:lnTo>
                    <a:pt x="1422229" y="29170"/>
                  </a:lnTo>
                  <a:lnTo>
                    <a:pt x="1430044" y="29125"/>
                  </a:lnTo>
                  <a:lnTo>
                    <a:pt x="1437858" y="29080"/>
                  </a:lnTo>
                  <a:lnTo>
                    <a:pt x="1445672" y="29035"/>
                  </a:lnTo>
                  <a:lnTo>
                    <a:pt x="1453487" y="28991"/>
                  </a:lnTo>
                  <a:lnTo>
                    <a:pt x="1461301" y="28946"/>
                  </a:lnTo>
                  <a:lnTo>
                    <a:pt x="1469116" y="28901"/>
                  </a:lnTo>
                  <a:lnTo>
                    <a:pt x="1476930" y="28857"/>
                  </a:lnTo>
                  <a:lnTo>
                    <a:pt x="1484745" y="28812"/>
                  </a:lnTo>
                  <a:lnTo>
                    <a:pt x="1492559" y="28768"/>
                  </a:lnTo>
                  <a:lnTo>
                    <a:pt x="1500374" y="28723"/>
                  </a:lnTo>
                  <a:lnTo>
                    <a:pt x="1508188" y="28679"/>
                  </a:lnTo>
                  <a:lnTo>
                    <a:pt x="1516003" y="28634"/>
                  </a:lnTo>
                  <a:lnTo>
                    <a:pt x="1523817" y="28590"/>
                  </a:lnTo>
                  <a:lnTo>
                    <a:pt x="1531631" y="28546"/>
                  </a:lnTo>
                  <a:lnTo>
                    <a:pt x="1539446" y="28501"/>
                  </a:lnTo>
                  <a:lnTo>
                    <a:pt x="1547260" y="28457"/>
                  </a:lnTo>
                  <a:lnTo>
                    <a:pt x="1555075" y="28413"/>
                  </a:lnTo>
                  <a:lnTo>
                    <a:pt x="1562889" y="28369"/>
                  </a:lnTo>
                  <a:lnTo>
                    <a:pt x="1570704" y="28325"/>
                  </a:lnTo>
                  <a:lnTo>
                    <a:pt x="1578518" y="28280"/>
                  </a:lnTo>
                  <a:lnTo>
                    <a:pt x="1586333" y="28236"/>
                  </a:lnTo>
                  <a:lnTo>
                    <a:pt x="1594147" y="28192"/>
                  </a:lnTo>
                  <a:lnTo>
                    <a:pt x="1601961" y="28148"/>
                  </a:lnTo>
                  <a:lnTo>
                    <a:pt x="1609776" y="28104"/>
                  </a:lnTo>
                  <a:lnTo>
                    <a:pt x="1617590" y="28060"/>
                  </a:lnTo>
                  <a:lnTo>
                    <a:pt x="1625405" y="28017"/>
                  </a:lnTo>
                  <a:lnTo>
                    <a:pt x="1633219" y="27973"/>
                  </a:lnTo>
                  <a:lnTo>
                    <a:pt x="1641034" y="27929"/>
                  </a:lnTo>
                  <a:lnTo>
                    <a:pt x="1648848" y="27885"/>
                  </a:lnTo>
                  <a:lnTo>
                    <a:pt x="1656663" y="27841"/>
                  </a:lnTo>
                  <a:lnTo>
                    <a:pt x="1664477" y="27798"/>
                  </a:lnTo>
                  <a:lnTo>
                    <a:pt x="1672291" y="27754"/>
                  </a:lnTo>
                  <a:lnTo>
                    <a:pt x="1680106" y="27710"/>
                  </a:lnTo>
                  <a:lnTo>
                    <a:pt x="1687920" y="27667"/>
                  </a:lnTo>
                  <a:lnTo>
                    <a:pt x="1695735" y="27623"/>
                  </a:lnTo>
                  <a:lnTo>
                    <a:pt x="1703549" y="27580"/>
                  </a:lnTo>
                  <a:lnTo>
                    <a:pt x="1711364" y="27536"/>
                  </a:lnTo>
                  <a:lnTo>
                    <a:pt x="1719178" y="27493"/>
                  </a:lnTo>
                  <a:lnTo>
                    <a:pt x="1726993" y="27449"/>
                  </a:lnTo>
                  <a:lnTo>
                    <a:pt x="1734807" y="27406"/>
                  </a:lnTo>
                  <a:lnTo>
                    <a:pt x="1742622" y="27362"/>
                  </a:lnTo>
                  <a:lnTo>
                    <a:pt x="1750436" y="27319"/>
                  </a:lnTo>
                  <a:lnTo>
                    <a:pt x="1758250" y="27276"/>
                  </a:lnTo>
                  <a:lnTo>
                    <a:pt x="1766065" y="27233"/>
                  </a:lnTo>
                  <a:lnTo>
                    <a:pt x="1773879" y="27189"/>
                  </a:lnTo>
                  <a:lnTo>
                    <a:pt x="1781694" y="27146"/>
                  </a:lnTo>
                  <a:lnTo>
                    <a:pt x="1789508" y="27103"/>
                  </a:lnTo>
                  <a:lnTo>
                    <a:pt x="1797323" y="27060"/>
                  </a:lnTo>
                  <a:lnTo>
                    <a:pt x="1805137" y="27017"/>
                  </a:lnTo>
                  <a:lnTo>
                    <a:pt x="1812952" y="26974"/>
                  </a:lnTo>
                  <a:lnTo>
                    <a:pt x="1820766" y="26931"/>
                  </a:lnTo>
                  <a:lnTo>
                    <a:pt x="1828580" y="26888"/>
                  </a:lnTo>
                  <a:lnTo>
                    <a:pt x="1836395" y="26845"/>
                  </a:lnTo>
                  <a:lnTo>
                    <a:pt x="1844209" y="26802"/>
                  </a:lnTo>
                  <a:lnTo>
                    <a:pt x="1852024" y="26759"/>
                  </a:lnTo>
                  <a:lnTo>
                    <a:pt x="1859838" y="26716"/>
                  </a:lnTo>
                  <a:lnTo>
                    <a:pt x="1867653" y="26674"/>
                  </a:lnTo>
                  <a:lnTo>
                    <a:pt x="1875467" y="26631"/>
                  </a:lnTo>
                  <a:lnTo>
                    <a:pt x="1883282" y="26588"/>
                  </a:lnTo>
                  <a:lnTo>
                    <a:pt x="1891096" y="26546"/>
                  </a:lnTo>
                  <a:lnTo>
                    <a:pt x="1898910" y="26503"/>
                  </a:lnTo>
                  <a:lnTo>
                    <a:pt x="1906725" y="26460"/>
                  </a:lnTo>
                  <a:lnTo>
                    <a:pt x="1914539" y="26418"/>
                  </a:lnTo>
                  <a:lnTo>
                    <a:pt x="1922354" y="26375"/>
                  </a:lnTo>
                  <a:lnTo>
                    <a:pt x="1930168" y="26333"/>
                  </a:lnTo>
                  <a:lnTo>
                    <a:pt x="1937983" y="26290"/>
                  </a:lnTo>
                  <a:lnTo>
                    <a:pt x="1945797" y="26248"/>
                  </a:lnTo>
                  <a:lnTo>
                    <a:pt x="1953612" y="26205"/>
                  </a:lnTo>
                  <a:lnTo>
                    <a:pt x="1961426" y="26163"/>
                  </a:lnTo>
                  <a:lnTo>
                    <a:pt x="1969241" y="26121"/>
                  </a:lnTo>
                  <a:lnTo>
                    <a:pt x="1977055" y="26079"/>
                  </a:lnTo>
                  <a:lnTo>
                    <a:pt x="1984869" y="26036"/>
                  </a:lnTo>
                  <a:lnTo>
                    <a:pt x="1992684" y="25994"/>
                  </a:lnTo>
                  <a:lnTo>
                    <a:pt x="2000498" y="25952"/>
                  </a:lnTo>
                  <a:lnTo>
                    <a:pt x="2008313" y="25910"/>
                  </a:lnTo>
                  <a:lnTo>
                    <a:pt x="2016127" y="25868"/>
                  </a:lnTo>
                  <a:lnTo>
                    <a:pt x="2023942" y="25826"/>
                  </a:lnTo>
                  <a:lnTo>
                    <a:pt x="2023942" y="229343"/>
                  </a:lnTo>
                  <a:lnTo>
                    <a:pt x="2016127" y="228572"/>
                  </a:lnTo>
                  <a:lnTo>
                    <a:pt x="2008313" y="227797"/>
                  </a:lnTo>
                  <a:lnTo>
                    <a:pt x="2000498" y="227017"/>
                  </a:lnTo>
                  <a:lnTo>
                    <a:pt x="1992684" y="226234"/>
                  </a:lnTo>
                  <a:lnTo>
                    <a:pt x="1984869" y="225252"/>
                  </a:lnTo>
                  <a:lnTo>
                    <a:pt x="1977055" y="224251"/>
                  </a:lnTo>
                  <a:lnTo>
                    <a:pt x="1969241" y="223386"/>
                  </a:lnTo>
                  <a:lnTo>
                    <a:pt x="1961426" y="222557"/>
                  </a:lnTo>
                  <a:lnTo>
                    <a:pt x="1953612" y="221724"/>
                  </a:lnTo>
                  <a:lnTo>
                    <a:pt x="1945797" y="220887"/>
                  </a:lnTo>
                  <a:lnTo>
                    <a:pt x="1937983" y="220046"/>
                  </a:lnTo>
                  <a:lnTo>
                    <a:pt x="1930168" y="219199"/>
                  </a:lnTo>
                  <a:lnTo>
                    <a:pt x="1922354" y="218302"/>
                  </a:lnTo>
                  <a:lnTo>
                    <a:pt x="1914539" y="217403"/>
                  </a:lnTo>
                  <a:lnTo>
                    <a:pt x="1906725" y="216499"/>
                  </a:lnTo>
                  <a:lnTo>
                    <a:pt x="1898910" y="215593"/>
                  </a:lnTo>
                  <a:lnTo>
                    <a:pt x="1891096" y="214683"/>
                  </a:lnTo>
                  <a:lnTo>
                    <a:pt x="1883282" y="213769"/>
                  </a:lnTo>
                  <a:lnTo>
                    <a:pt x="1875467" y="212852"/>
                  </a:lnTo>
                  <a:lnTo>
                    <a:pt x="1867653" y="211927"/>
                  </a:lnTo>
                  <a:lnTo>
                    <a:pt x="1859838" y="210999"/>
                  </a:lnTo>
                  <a:lnTo>
                    <a:pt x="1852024" y="209977"/>
                  </a:lnTo>
                  <a:lnTo>
                    <a:pt x="1844209" y="208885"/>
                  </a:lnTo>
                  <a:lnTo>
                    <a:pt x="1836395" y="207792"/>
                  </a:lnTo>
                  <a:lnTo>
                    <a:pt x="1828580" y="206696"/>
                  </a:lnTo>
                  <a:lnTo>
                    <a:pt x="1820766" y="205598"/>
                  </a:lnTo>
                  <a:lnTo>
                    <a:pt x="1812952" y="204526"/>
                  </a:lnTo>
                  <a:lnTo>
                    <a:pt x="1805137" y="203474"/>
                  </a:lnTo>
                  <a:lnTo>
                    <a:pt x="1797323" y="202385"/>
                  </a:lnTo>
                  <a:lnTo>
                    <a:pt x="1789508" y="201294"/>
                  </a:lnTo>
                  <a:lnTo>
                    <a:pt x="1781694" y="200201"/>
                  </a:lnTo>
                  <a:lnTo>
                    <a:pt x="1773879" y="199107"/>
                  </a:lnTo>
                  <a:lnTo>
                    <a:pt x="1766065" y="198010"/>
                  </a:lnTo>
                  <a:lnTo>
                    <a:pt x="1758250" y="196912"/>
                  </a:lnTo>
                  <a:lnTo>
                    <a:pt x="1750436" y="195948"/>
                  </a:lnTo>
                  <a:lnTo>
                    <a:pt x="1742622" y="194993"/>
                  </a:lnTo>
                  <a:lnTo>
                    <a:pt x="1734807" y="194035"/>
                  </a:lnTo>
                  <a:lnTo>
                    <a:pt x="1726993" y="193073"/>
                  </a:lnTo>
                  <a:lnTo>
                    <a:pt x="1719178" y="192108"/>
                  </a:lnTo>
                  <a:lnTo>
                    <a:pt x="1711364" y="191141"/>
                  </a:lnTo>
                  <a:lnTo>
                    <a:pt x="1703549" y="190172"/>
                  </a:lnTo>
                  <a:lnTo>
                    <a:pt x="1695735" y="189200"/>
                  </a:lnTo>
                  <a:lnTo>
                    <a:pt x="1687920" y="188226"/>
                  </a:lnTo>
                  <a:lnTo>
                    <a:pt x="1680106" y="187249"/>
                  </a:lnTo>
                  <a:lnTo>
                    <a:pt x="1672291" y="186270"/>
                  </a:lnTo>
                  <a:lnTo>
                    <a:pt x="1664477" y="185289"/>
                  </a:lnTo>
                  <a:lnTo>
                    <a:pt x="1656663" y="184305"/>
                  </a:lnTo>
                  <a:lnTo>
                    <a:pt x="1648848" y="183292"/>
                  </a:lnTo>
                  <a:lnTo>
                    <a:pt x="1641034" y="182228"/>
                  </a:lnTo>
                  <a:lnTo>
                    <a:pt x="1633219" y="181165"/>
                  </a:lnTo>
                  <a:lnTo>
                    <a:pt x="1625405" y="180101"/>
                  </a:lnTo>
                  <a:lnTo>
                    <a:pt x="1617590" y="179036"/>
                  </a:lnTo>
                  <a:lnTo>
                    <a:pt x="1609776" y="177968"/>
                  </a:lnTo>
                  <a:lnTo>
                    <a:pt x="1601961" y="176897"/>
                  </a:lnTo>
                  <a:lnTo>
                    <a:pt x="1594147" y="175825"/>
                  </a:lnTo>
                  <a:lnTo>
                    <a:pt x="1586333" y="174752"/>
                  </a:lnTo>
                  <a:lnTo>
                    <a:pt x="1578518" y="173678"/>
                  </a:lnTo>
                  <a:lnTo>
                    <a:pt x="1570704" y="172603"/>
                  </a:lnTo>
                  <a:lnTo>
                    <a:pt x="1562889" y="171528"/>
                  </a:lnTo>
                  <a:lnTo>
                    <a:pt x="1555075" y="170414"/>
                  </a:lnTo>
                  <a:lnTo>
                    <a:pt x="1547260" y="169298"/>
                  </a:lnTo>
                  <a:lnTo>
                    <a:pt x="1539446" y="168182"/>
                  </a:lnTo>
                  <a:lnTo>
                    <a:pt x="1531631" y="167066"/>
                  </a:lnTo>
                  <a:lnTo>
                    <a:pt x="1523817" y="165949"/>
                  </a:lnTo>
                  <a:lnTo>
                    <a:pt x="1516003" y="164833"/>
                  </a:lnTo>
                  <a:lnTo>
                    <a:pt x="1508188" y="163716"/>
                  </a:lnTo>
                  <a:lnTo>
                    <a:pt x="1500374" y="162600"/>
                  </a:lnTo>
                  <a:lnTo>
                    <a:pt x="1492559" y="161604"/>
                  </a:lnTo>
                  <a:lnTo>
                    <a:pt x="1484745" y="160627"/>
                  </a:lnTo>
                  <a:lnTo>
                    <a:pt x="1476930" y="159649"/>
                  </a:lnTo>
                  <a:lnTo>
                    <a:pt x="1469116" y="158589"/>
                  </a:lnTo>
                  <a:lnTo>
                    <a:pt x="1461301" y="157511"/>
                  </a:lnTo>
                  <a:lnTo>
                    <a:pt x="1453487" y="156434"/>
                  </a:lnTo>
                  <a:lnTo>
                    <a:pt x="1445672" y="155356"/>
                  </a:lnTo>
                  <a:lnTo>
                    <a:pt x="1437858" y="154278"/>
                  </a:lnTo>
                  <a:lnTo>
                    <a:pt x="1430044" y="153201"/>
                  </a:lnTo>
                  <a:lnTo>
                    <a:pt x="1422229" y="152170"/>
                  </a:lnTo>
                  <a:lnTo>
                    <a:pt x="1414415" y="151148"/>
                  </a:lnTo>
                  <a:lnTo>
                    <a:pt x="1406600" y="150127"/>
                  </a:lnTo>
                  <a:lnTo>
                    <a:pt x="1398786" y="149104"/>
                  </a:lnTo>
                  <a:lnTo>
                    <a:pt x="1390971" y="148079"/>
                  </a:lnTo>
                  <a:lnTo>
                    <a:pt x="1383157" y="147052"/>
                  </a:lnTo>
                  <a:lnTo>
                    <a:pt x="1375342" y="146025"/>
                  </a:lnTo>
                  <a:lnTo>
                    <a:pt x="1367528" y="144998"/>
                  </a:lnTo>
                  <a:lnTo>
                    <a:pt x="1359714" y="143971"/>
                  </a:lnTo>
                  <a:lnTo>
                    <a:pt x="1351899" y="142944"/>
                  </a:lnTo>
                  <a:lnTo>
                    <a:pt x="1344085" y="141875"/>
                  </a:lnTo>
                  <a:lnTo>
                    <a:pt x="1336270" y="140742"/>
                  </a:lnTo>
                  <a:lnTo>
                    <a:pt x="1328456" y="139612"/>
                  </a:lnTo>
                  <a:lnTo>
                    <a:pt x="1320641" y="138481"/>
                  </a:lnTo>
                  <a:lnTo>
                    <a:pt x="1312827" y="137352"/>
                  </a:lnTo>
                  <a:lnTo>
                    <a:pt x="1305012" y="136255"/>
                  </a:lnTo>
                  <a:lnTo>
                    <a:pt x="1297198" y="135239"/>
                  </a:lnTo>
                  <a:lnTo>
                    <a:pt x="1289384" y="134224"/>
                  </a:lnTo>
                  <a:lnTo>
                    <a:pt x="1281569" y="133210"/>
                  </a:lnTo>
                  <a:lnTo>
                    <a:pt x="1273755" y="132167"/>
                  </a:lnTo>
                  <a:lnTo>
                    <a:pt x="1265940" y="131179"/>
                  </a:lnTo>
                  <a:lnTo>
                    <a:pt x="1258126" y="130174"/>
                  </a:lnTo>
                  <a:lnTo>
                    <a:pt x="1250311" y="129164"/>
                  </a:lnTo>
                  <a:lnTo>
                    <a:pt x="1242497" y="128155"/>
                  </a:lnTo>
                  <a:lnTo>
                    <a:pt x="1234682" y="127149"/>
                  </a:lnTo>
                  <a:lnTo>
                    <a:pt x="1226868" y="126149"/>
                  </a:lnTo>
                  <a:lnTo>
                    <a:pt x="1219053" y="125151"/>
                  </a:lnTo>
                  <a:lnTo>
                    <a:pt x="1211239" y="124152"/>
                  </a:lnTo>
                  <a:lnTo>
                    <a:pt x="1203425" y="123155"/>
                  </a:lnTo>
                  <a:lnTo>
                    <a:pt x="1195610" y="122158"/>
                  </a:lnTo>
                  <a:lnTo>
                    <a:pt x="1187796" y="121162"/>
                  </a:lnTo>
                  <a:lnTo>
                    <a:pt x="1179981" y="120167"/>
                  </a:lnTo>
                  <a:lnTo>
                    <a:pt x="1172167" y="119173"/>
                  </a:lnTo>
                  <a:lnTo>
                    <a:pt x="1164352" y="118179"/>
                  </a:lnTo>
                  <a:lnTo>
                    <a:pt x="1156538" y="117186"/>
                  </a:lnTo>
                  <a:lnTo>
                    <a:pt x="1148723" y="116193"/>
                  </a:lnTo>
                  <a:lnTo>
                    <a:pt x="1140909" y="115201"/>
                  </a:lnTo>
                  <a:lnTo>
                    <a:pt x="1133095" y="114211"/>
                  </a:lnTo>
                  <a:lnTo>
                    <a:pt x="1125280" y="113209"/>
                  </a:lnTo>
                  <a:lnTo>
                    <a:pt x="1117466" y="112182"/>
                  </a:lnTo>
                  <a:lnTo>
                    <a:pt x="1109651" y="111194"/>
                  </a:lnTo>
                  <a:lnTo>
                    <a:pt x="1101837" y="110228"/>
                  </a:lnTo>
                  <a:lnTo>
                    <a:pt x="1094022" y="109264"/>
                  </a:lnTo>
                  <a:lnTo>
                    <a:pt x="1086208" y="108300"/>
                  </a:lnTo>
                  <a:lnTo>
                    <a:pt x="1078393" y="107321"/>
                  </a:lnTo>
                  <a:lnTo>
                    <a:pt x="1070579" y="106343"/>
                  </a:lnTo>
                  <a:lnTo>
                    <a:pt x="1062765" y="105366"/>
                  </a:lnTo>
                  <a:lnTo>
                    <a:pt x="1054950" y="104391"/>
                  </a:lnTo>
                  <a:lnTo>
                    <a:pt x="1047136" y="103418"/>
                  </a:lnTo>
                  <a:lnTo>
                    <a:pt x="1039321" y="102446"/>
                  </a:lnTo>
                  <a:lnTo>
                    <a:pt x="1031507" y="101475"/>
                  </a:lnTo>
                  <a:lnTo>
                    <a:pt x="1023692" y="100506"/>
                  </a:lnTo>
                  <a:lnTo>
                    <a:pt x="1015878" y="99539"/>
                  </a:lnTo>
                  <a:lnTo>
                    <a:pt x="1008063" y="98574"/>
                  </a:lnTo>
                  <a:lnTo>
                    <a:pt x="1000249" y="97610"/>
                  </a:lnTo>
                  <a:lnTo>
                    <a:pt x="992434" y="96573"/>
                  </a:lnTo>
                  <a:lnTo>
                    <a:pt x="984620" y="95538"/>
                  </a:lnTo>
                  <a:lnTo>
                    <a:pt x="976806" y="94537"/>
                  </a:lnTo>
                  <a:lnTo>
                    <a:pt x="968991" y="93577"/>
                  </a:lnTo>
                  <a:lnTo>
                    <a:pt x="961177" y="92563"/>
                  </a:lnTo>
                  <a:lnTo>
                    <a:pt x="953362" y="91545"/>
                  </a:lnTo>
                  <a:lnTo>
                    <a:pt x="945548" y="90631"/>
                  </a:lnTo>
                  <a:lnTo>
                    <a:pt x="937733" y="89718"/>
                  </a:lnTo>
                  <a:lnTo>
                    <a:pt x="929919" y="88807"/>
                  </a:lnTo>
                  <a:lnTo>
                    <a:pt x="922104" y="87879"/>
                  </a:lnTo>
                  <a:lnTo>
                    <a:pt x="914290" y="86939"/>
                  </a:lnTo>
                  <a:lnTo>
                    <a:pt x="906476" y="86001"/>
                  </a:lnTo>
                  <a:lnTo>
                    <a:pt x="898661" y="85066"/>
                  </a:lnTo>
                  <a:lnTo>
                    <a:pt x="890847" y="84133"/>
                  </a:lnTo>
                  <a:lnTo>
                    <a:pt x="883032" y="83202"/>
                  </a:lnTo>
                  <a:lnTo>
                    <a:pt x="875218" y="82273"/>
                  </a:lnTo>
                  <a:lnTo>
                    <a:pt x="867403" y="81364"/>
                  </a:lnTo>
                  <a:lnTo>
                    <a:pt x="859589" y="80469"/>
                  </a:lnTo>
                  <a:lnTo>
                    <a:pt x="851774" y="79537"/>
                  </a:lnTo>
                  <a:lnTo>
                    <a:pt x="843960" y="78600"/>
                  </a:lnTo>
                  <a:lnTo>
                    <a:pt x="836145" y="77675"/>
                  </a:lnTo>
                  <a:lnTo>
                    <a:pt x="828331" y="76763"/>
                  </a:lnTo>
                  <a:lnTo>
                    <a:pt x="820517" y="75854"/>
                  </a:lnTo>
                  <a:lnTo>
                    <a:pt x="812702" y="74930"/>
                  </a:lnTo>
                  <a:lnTo>
                    <a:pt x="804888" y="73985"/>
                  </a:lnTo>
                  <a:lnTo>
                    <a:pt x="797073" y="73054"/>
                  </a:lnTo>
                  <a:lnTo>
                    <a:pt x="789259" y="72142"/>
                  </a:lnTo>
                  <a:lnTo>
                    <a:pt x="781444" y="71234"/>
                  </a:lnTo>
                  <a:lnTo>
                    <a:pt x="773630" y="70330"/>
                  </a:lnTo>
                  <a:lnTo>
                    <a:pt x="765815" y="69418"/>
                  </a:lnTo>
                  <a:lnTo>
                    <a:pt x="758001" y="68498"/>
                  </a:lnTo>
                  <a:lnTo>
                    <a:pt x="750187" y="67620"/>
                  </a:lnTo>
                  <a:lnTo>
                    <a:pt x="742372" y="66774"/>
                  </a:lnTo>
                  <a:lnTo>
                    <a:pt x="734558" y="65934"/>
                  </a:lnTo>
                  <a:lnTo>
                    <a:pt x="726743" y="65067"/>
                  </a:lnTo>
                  <a:lnTo>
                    <a:pt x="718929" y="64183"/>
                  </a:lnTo>
                  <a:lnTo>
                    <a:pt x="711114" y="63303"/>
                  </a:lnTo>
                  <a:lnTo>
                    <a:pt x="703300" y="62427"/>
                  </a:lnTo>
                  <a:lnTo>
                    <a:pt x="695485" y="61556"/>
                  </a:lnTo>
                  <a:lnTo>
                    <a:pt x="687671" y="60706"/>
                  </a:lnTo>
                  <a:lnTo>
                    <a:pt x="679857" y="59881"/>
                  </a:lnTo>
                  <a:lnTo>
                    <a:pt x="672042" y="59057"/>
                  </a:lnTo>
                  <a:lnTo>
                    <a:pt x="664228" y="58213"/>
                  </a:lnTo>
                  <a:lnTo>
                    <a:pt x="656413" y="57401"/>
                  </a:lnTo>
                  <a:lnTo>
                    <a:pt x="648599" y="56592"/>
                  </a:lnTo>
                  <a:lnTo>
                    <a:pt x="640784" y="55783"/>
                  </a:lnTo>
                  <a:lnTo>
                    <a:pt x="632970" y="54976"/>
                  </a:lnTo>
                  <a:lnTo>
                    <a:pt x="625155" y="54167"/>
                  </a:lnTo>
                  <a:lnTo>
                    <a:pt x="617341" y="53360"/>
                  </a:lnTo>
                  <a:lnTo>
                    <a:pt x="609526" y="52546"/>
                  </a:lnTo>
                  <a:lnTo>
                    <a:pt x="601712" y="51731"/>
                  </a:lnTo>
                  <a:lnTo>
                    <a:pt x="593898" y="50914"/>
                  </a:lnTo>
                  <a:lnTo>
                    <a:pt x="586083" y="50112"/>
                  </a:lnTo>
                  <a:lnTo>
                    <a:pt x="578269" y="49307"/>
                  </a:lnTo>
                  <a:lnTo>
                    <a:pt x="570454" y="48504"/>
                  </a:lnTo>
                  <a:lnTo>
                    <a:pt x="562640" y="47699"/>
                  </a:lnTo>
                  <a:lnTo>
                    <a:pt x="554825" y="46898"/>
                  </a:lnTo>
                  <a:lnTo>
                    <a:pt x="547011" y="46107"/>
                  </a:lnTo>
                  <a:lnTo>
                    <a:pt x="539196" y="45331"/>
                  </a:lnTo>
                  <a:lnTo>
                    <a:pt x="531382" y="44556"/>
                  </a:lnTo>
                  <a:lnTo>
                    <a:pt x="523568" y="43776"/>
                  </a:lnTo>
                  <a:lnTo>
                    <a:pt x="515753" y="43000"/>
                  </a:lnTo>
                  <a:lnTo>
                    <a:pt x="507939" y="42228"/>
                  </a:lnTo>
                  <a:lnTo>
                    <a:pt x="500124" y="41461"/>
                  </a:lnTo>
                  <a:lnTo>
                    <a:pt x="492310" y="40697"/>
                  </a:lnTo>
                  <a:lnTo>
                    <a:pt x="484495" y="39941"/>
                  </a:lnTo>
                  <a:lnTo>
                    <a:pt x="476681" y="39189"/>
                  </a:lnTo>
                  <a:lnTo>
                    <a:pt x="468866" y="38441"/>
                  </a:lnTo>
                  <a:lnTo>
                    <a:pt x="461052" y="37694"/>
                  </a:lnTo>
                  <a:lnTo>
                    <a:pt x="453238" y="36952"/>
                  </a:lnTo>
                  <a:lnTo>
                    <a:pt x="445423" y="36213"/>
                  </a:lnTo>
                  <a:lnTo>
                    <a:pt x="437609" y="35477"/>
                  </a:lnTo>
                  <a:lnTo>
                    <a:pt x="429794" y="35164"/>
                  </a:lnTo>
                  <a:lnTo>
                    <a:pt x="421980" y="35213"/>
                  </a:lnTo>
                  <a:lnTo>
                    <a:pt x="414165" y="35261"/>
                  </a:lnTo>
                  <a:lnTo>
                    <a:pt x="406351" y="35310"/>
                  </a:lnTo>
                  <a:lnTo>
                    <a:pt x="398536" y="35359"/>
                  </a:lnTo>
                  <a:lnTo>
                    <a:pt x="390722" y="35408"/>
                  </a:lnTo>
                  <a:lnTo>
                    <a:pt x="382907" y="35457"/>
                  </a:lnTo>
                  <a:lnTo>
                    <a:pt x="375093" y="35505"/>
                  </a:lnTo>
                  <a:lnTo>
                    <a:pt x="367279" y="35554"/>
                  </a:lnTo>
                  <a:lnTo>
                    <a:pt x="359464" y="35603"/>
                  </a:lnTo>
                  <a:lnTo>
                    <a:pt x="351650" y="35652"/>
                  </a:lnTo>
                  <a:lnTo>
                    <a:pt x="343835" y="35701"/>
                  </a:lnTo>
                  <a:lnTo>
                    <a:pt x="336021" y="35750"/>
                  </a:lnTo>
                  <a:lnTo>
                    <a:pt x="328206" y="35799"/>
                  </a:lnTo>
                  <a:lnTo>
                    <a:pt x="320392" y="35848"/>
                  </a:lnTo>
                  <a:lnTo>
                    <a:pt x="312577" y="35897"/>
                  </a:lnTo>
                  <a:lnTo>
                    <a:pt x="304763" y="35946"/>
                  </a:lnTo>
                  <a:lnTo>
                    <a:pt x="296949" y="35995"/>
                  </a:lnTo>
                  <a:lnTo>
                    <a:pt x="289134" y="36044"/>
                  </a:lnTo>
                  <a:lnTo>
                    <a:pt x="281320" y="36093"/>
                  </a:lnTo>
                  <a:lnTo>
                    <a:pt x="273505" y="36142"/>
                  </a:lnTo>
                  <a:lnTo>
                    <a:pt x="265691" y="36191"/>
                  </a:lnTo>
                  <a:lnTo>
                    <a:pt x="257876" y="36240"/>
                  </a:lnTo>
                  <a:lnTo>
                    <a:pt x="250062" y="36289"/>
                  </a:lnTo>
                  <a:lnTo>
                    <a:pt x="242247" y="36338"/>
                  </a:lnTo>
                  <a:lnTo>
                    <a:pt x="234433" y="36388"/>
                  </a:lnTo>
                  <a:lnTo>
                    <a:pt x="226619" y="36437"/>
                  </a:lnTo>
                  <a:lnTo>
                    <a:pt x="218804" y="36486"/>
                  </a:lnTo>
                  <a:lnTo>
                    <a:pt x="210990" y="36535"/>
                  </a:lnTo>
                  <a:lnTo>
                    <a:pt x="203175" y="36584"/>
                  </a:lnTo>
                  <a:lnTo>
                    <a:pt x="195361" y="36634"/>
                  </a:lnTo>
                  <a:lnTo>
                    <a:pt x="187546" y="36683"/>
                  </a:lnTo>
                  <a:lnTo>
                    <a:pt x="179732" y="36732"/>
                  </a:lnTo>
                  <a:lnTo>
                    <a:pt x="171917" y="36782"/>
                  </a:lnTo>
                  <a:lnTo>
                    <a:pt x="164103" y="36831"/>
                  </a:lnTo>
                  <a:lnTo>
                    <a:pt x="156288" y="36880"/>
                  </a:lnTo>
                  <a:lnTo>
                    <a:pt x="148474" y="36930"/>
                  </a:lnTo>
                  <a:lnTo>
                    <a:pt x="140660" y="36979"/>
                  </a:lnTo>
                  <a:lnTo>
                    <a:pt x="132845" y="37029"/>
                  </a:lnTo>
                  <a:lnTo>
                    <a:pt x="125031" y="37078"/>
                  </a:lnTo>
                  <a:lnTo>
                    <a:pt x="117216" y="37128"/>
                  </a:lnTo>
                  <a:lnTo>
                    <a:pt x="109402" y="37177"/>
                  </a:lnTo>
                  <a:lnTo>
                    <a:pt x="101587" y="37227"/>
                  </a:lnTo>
                  <a:lnTo>
                    <a:pt x="93773" y="37276"/>
                  </a:lnTo>
                  <a:lnTo>
                    <a:pt x="85958" y="37326"/>
                  </a:lnTo>
                  <a:lnTo>
                    <a:pt x="78144" y="37375"/>
                  </a:lnTo>
                  <a:lnTo>
                    <a:pt x="70330" y="37425"/>
                  </a:lnTo>
                  <a:lnTo>
                    <a:pt x="62515" y="37475"/>
                  </a:lnTo>
                  <a:lnTo>
                    <a:pt x="54701" y="37524"/>
                  </a:lnTo>
                  <a:lnTo>
                    <a:pt x="46886" y="37574"/>
                  </a:lnTo>
                  <a:lnTo>
                    <a:pt x="39072" y="37624"/>
                  </a:lnTo>
                  <a:lnTo>
                    <a:pt x="31257" y="37673"/>
                  </a:lnTo>
                  <a:lnTo>
                    <a:pt x="23443" y="37723"/>
                  </a:lnTo>
                  <a:lnTo>
                    <a:pt x="15628" y="37773"/>
                  </a:lnTo>
                  <a:lnTo>
                    <a:pt x="7814" y="37823"/>
                  </a:lnTo>
                  <a:lnTo>
                    <a:pt x="0" y="37872"/>
                  </a:lnTo>
                  <a:close/>
                </a:path>
              </a:pathLst>
            </a:custGeom>
            <a:solidFill>
              <a:srgbClr val="009E73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110" name="pl109"/>
            <p:cNvSpPr/>
            <p:nvPr/>
          </p:nvSpPr>
          <p:spPr>
            <a:xfrm>
              <a:off x="3632283" y="2762264"/>
              <a:ext cx="2023942" cy="35115"/>
            </a:xfrm>
            <a:custGeom>
              <a:avLst/>
              <a:pathLst>
                <a:path w="2023942" h="35115">
                  <a:moveTo>
                    <a:pt x="0" y="0"/>
                  </a:moveTo>
                  <a:lnTo>
                    <a:pt x="7814" y="546"/>
                  </a:lnTo>
                  <a:lnTo>
                    <a:pt x="15628" y="1095"/>
                  </a:lnTo>
                  <a:lnTo>
                    <a:pt x="23443" y="1634"/>
                  </a:lnTo>
                  <a:lnTo>
                    <a:pt x="31257" y="2169"/>
                  </a:lnTo>
                  <a:lnTo>
                    <a:pt x="39072" y="2698"/>
                  </a:lnTo>
                  <a:lnTo>
                    <a:pt x="46886" y="3236"/>
                  </a:lnTo>
                  <a:lnTo>
                    <a:pt x="54701" y="3816"/>
                  </a:lnTo>
                  <a:lnTo>
                    <a:pt x="62515" y="4409"/>
                  </a:lnTo>
                  <a:lnTo>
                    <a:pt x="70330" y="5004"/>
                  </a:lnTo>
                  <a:lnTo>
                    <a:pt x="78144" y="5602"/>
                  </a:lnTo>
                  <a:lnTo>
                    <a:pt x="85958" y="6186"/>
                  </a:lnTo>
                  <a:lnTo>
                    <a:pt x="93773" y="6767"/>
                  </a:lnTo>
                  <a:lnTo>
                    <a:pt x="101587" y="7352"/>
                  </a:lnTo>
                  <a:lnTo>
                    <a:pt x="109402" y="7925"/>
                  </a:lnTo>
                  <a:lnTo>
                    <a:pt x="117216" y="8498"/>
                  </a:lnTo>
                  <a:lnTo>
                    <a:pt x="125031" y="9075"/>
                  </a:lnTo>
                  <a:lnTo>
                    <a:pt x="132845" y="9656"/>
                  </a:lnTo>
                  <a:lnTo>
                    <a:pt x="140660" y="10245"/>
                  </a:lnTo>
                  <a:lnTo>
                    <a:pt x="148474" y="10850"/>
                  </a:lnTo>
                  <a:lnTo>
                    <a:pt x="156288" y="11458"/>
                  </a:lnTo>
                  <a:lnTo>
                    <a:pt x="164103" y="12069"/>
                  </a:lnTo>
                  <a:lnTo>
                    <a:pt x="171917" y="12684"/>
                  </a:lnTo>
                  <a:lnTo>
                    <a:pt x="179732" y="13301"/>
                  </a:lnTo>
                  <a:lnTo>
                    <a:pt x="187546" y="13922"/>
                  </a:lnTo>
                  <a:lnTo>
                    <a:pt x="195361" y="14547"/>
                  </a:lnTo>
                  <a:lnTo>
                    <a:pt x="203175" y="15158"/>
                  </a:lnTo>
                  <a:lnTo>
                    <a:pt x="210990" y="15772"/>
                  </a:lnTo>
                  <a:lnTo>
                    <a:pt x="218804" y="16390"/>
                  </a:lnTo>
                  <a:lnTo>
                    <a:pt x="226619" y="17014"/>
                  </a:lnTo>
                  <a:lnTo>
                    <a:pt x="234433" y="17641"/>
                  </a:lnTo>
                  <a:lnTo>
                    <a:pt x="242247" y="18273"/>
                  </a:lnTo>
                  <a:lnTo>
                    <a:pt x="250062" y="18917"/>
                  </a:lnTo>
                  <a:lnTo>
                    <a:pt x="257876" y="19575"/>
                  </a:lnTo>
                  <a:lnTo>
                    <a:pt x="265691" y="20236"/>
                  </a:lnTo>
                  <a:lnTo>
                    <a:pt x="273505" y="20892"/>
                  </a:lnTo>
                  <a:lnTo>
                    <a:pt x="281320" y="21536"/>
                  </a:lnTo>
                  <a:lnTo>
                    <a:pt x="289134" y="22186"/>
                  </a:lnTo>
                  <a:lnTo>
                    <a:pt x="296949" y="22840"/>
                  </a:lnTo>
                  <a:lnTo>
                    <a:pt x="304763" y="23508"/>
                  </a:lnTo>
                  <a:lnTo>
                    <a:pt x="312577" y="24186"/>
                  </a:lnTo>
                  <a:lnTo>
                    <a:pt x="320392" y="24868"/>
                  </a:lnTo>
                  <a:lnTo>
                    <a:pt x="328206" y="25553"/>
                  </a:lnTo>
                  <a:lnTo>
                    <a:pt x="336021" y="26242"/>
                  </a:lnTo>
                  <a:lnTo>
                    <a:pt x="343835" y="26933"/>
                  </a:lnTo>
                  <a:lnTo>
                    <a:pt x="351650" y="27628"/>
                  </a:lnTo>
                  <a:lnTo>
                    <a:pt x="359464" y="28328"/>
                  </a:lnTo>
                  <a:lnTo>
                    <a:pt x="367279" y="29029"/>
                  </a:lnTo>
                  <a:lnTo>
                    <a:pt x="375093" y="29730"/>
                  </a:lnTo>
                  <a:lnTo>
                    <a:pt x="382907" y="30435"/>
                  </a:lnTo>
                  <a:lnTo>
                    <a:pt x="390722" y="31143"/>
                  </a:lnTo>
                  <a:lnTo>
                    <a:pt x="398536" y="31856"/>
                  </a:lnTo>
                  <a:lnTo>
                    <a:pt x="406351" y="32572"/>
                  </a:lnTo>
                  <a:lnTo>
                    <a:pt x="414165" y="33292"/>
                  </a:lnTo>
                  <a:lnTo>
                    <a:pt x="421980" y="34017"/>
                  </a:lnTo>
                  <a:lnTo>
                    <a:pt x="429794" y="34745"/>
                  </a:lnTo>
                  <a:lnTo>
                    <a:pt x="437609" y="35115"/>
                  </a:lnTo>
                  <a:lnTo>
                    <a:pt x="445423" y="35067"/>
                  </a:lnTo>
                  <a:lnTo>
                    <a:pt x="453238" y="35018"/>
                  </a:lnTo>
                  <a:lnTo>
                    <a:pt x="461052" y="34969"/>
                  </a:lnTo>
                  <a:lnTo>
                    <a:pt x="468866" y="34921"/>
                  </a:lnTo>
                  <a:lnTo>
                    <a:pt x="476681" y="34872"/>
                  </a:lnTo>
                  <a:lnTo>
                    <a:pt x="484495" y="34824"/>
                  </a:lnTo>
                  <a:lnTo>
                    <a:pt x="492310" y="34775"/>
                  </a:lnTo>
                  <a:lnTo>
                    <a:pt x="500124" y="34727"/>
                  </a:lnTo>
                  <a:lnTo>
                    <a:pt x="507939" y="34678"/>
                  </a:lnTo>
                  <a:lnTo>
                    <a:pt x="515753" y="34630"/>
                  </a:lnTo>
                  <a:lnTo>
                    <a:pt x="523568" y="34581"/>
                  </a:lnTo>
                  <a:lnTo>
                    <a:pt x="531382" y="34533"/>
                  </a:lnTo>
                  <a:lnTo>
                    <a:pt x="539196" y="34484"/>
                  </a:lnTo>
                  <a:lnTo>
                    <a:pt x="547011" y="34436"/>
                  </a:lnTo>
                  <a:lnTo>
                    <a:pt x="554825" y="34388"/>
                  </a:lnTo>
                  <a:lnTo>
                    <a:pt x="562640" y="34339"/>
                  </a:lnTo>
                  <a:lnTo>
                    <a:pt x="570454" y="34291"/>
                  </a:lnTo>
                  <a:lnTo>
                    <a:pt x="578269" y="34243"/>
                  </a:lnTo>
                  <a:lnTo>
                    <a:pt x="586083" y="34194"/>
                  </a:lnTo>
                  <a:lnTo>
                    <a:pt x="593898" y="34146"/>
                  </a:lnTo>
                  <a:lnTo>
                    <a:pt x="601712" y="34098"/>
                  </a:lnTo>
                  <a:lnTo>
                    <a:pt x="609526" y="34049"/>
                  </a:lnTo>
                  <a:lnTo>
                    <a:pt x="617341" y="34001"/>
                  </a:lnTo>
                  <a:lnTo>
                    <a:pt x="625155" y="33953"/>
                  </a:lnTo>
                  <a:lnTo>
                    <a:pt x="632970" y="33905"/>
                  </a:lnTo>
                  <a:lnTo>
                    <a:pt x="640784" y="33857"/>
                  </a:lnTo>
                  <a:lnTo>
                    <a:pt x="648599" y="33809"/>
                  </a:lnTo>
                  <a:lnTo>
                    <a:pt x="656413" y="33760"/>
                  </a:lnTo>
                  <a:lnTo>
                    <a:pt x="664228" y="33712"/>
                  </a:lnTo>
                  <a:lnTo>
                    <a:pt x="672042" y="33664"/>
                  </a:lnTo>
                  <a:lnTo>
                    <a:pt x="679857" y="33616"/>
                  </a:lnTo>
                  <a:lnTo>
                    <a:pt x="687671" y="33568"/>
                  </a:lnTo>
                  <a:lnTo>
                    <a:pt x="695485" y="33520"/>
                  </a:lnTo>
                  <a:lnTo>
                    <a:pt x="703300" y="33472"/>
                  </a:lnTo>
                  <a:lnTo>
                    <a:pt x="711114" y="33424"/>
                  </a:lnTo>
                  <a:lnTo>
                    <a:pt x="718929" y="33376"/>
                  </a:lnTo>
                  <a:lnTo>
                    <a:pt x="726743" y="33328"/>
                  </a:lnTo>
                  <a:lnTo>
                    <a:pt x="734558" y="33280"/>
                  </a:lnTo>
                  <a:lnTo>
                    <a:pt x="742372" y="33232"/>
                  </a:lnTo>
                  <a:lnTo>
                    <a:pt x="750187" y="33185"/>
                  </a:lnTo>
                  <a:lnTo>
                    <a:pt x="758001" y="33137"/>
                  </a:lnTo>
                  <a:lnTo>
                    <a:pt x="765815" y="33089"/>
                  </a:lnTo>
                  <a:lnTo>
                    <a:pt x="773630" y="33041"/>
                  </a:lnTo>
                  <a:lnTo>
                    <a:pt x="781444" y="32993"/>
                  </a:lnTo>
                  <a:lnTo>
                    <a:pt x="789259" y="32945"/>
                  </a:lnTo>
                  <a:lnTo>
                    <a:pt x="797073" y="32898"/>
                  </a:lnTo>
                  <a:lnTo>
                    <a:pt x="804888" y="32850"/>
                  </a:lnTo>
                  <a:lnTo>
                    <a:pt x="812702" y="32802"/>
                  </a:lnTo>
                  <a:lnTo>
                    <a:pt x="820517" y="32755"/>
                  </a:lnTo>
                  <a:lnTo>
                    <a:pt x="828331" y="32707"/>
                  </a:lnTo>
                  <a:lnTo>
                    <a:pt x="836145" y="32659"/>
                  </a:lnTo>
                  <a:lnTo>
                    <a:pt x="843960" y="32612"/>
                  </a:lnTo>
                  <a:lnTo>
                    <a:pt x="851774" y="32564"/>
                  </a:lnTo>
                  <a:lnTo>
                    <a:pt x="859589" y="32516"/>
                  </a:lnTo>
                  <a:lnTo>
                    <a:pt x="867403" y="32469"/>
                  </a:lnTo>
                  <a:lnTo>
                    <a:pt x="875218" y="32421"/>
                  </a:lnTo>
                  <a:lnTo>
                    <a:pt x="883032" y="32374"/>
                  </a:lnTo>
                  <a:lnTo>
                    <a:pt x="890847" y="32326"/>
                  </a:lnTo>
                  <a:lnTo>
                    <a:pt x="898661" y="32279"/>
                  </a:lnTo>
                  <a:lnTo>
                    <a:pt x="906476" y="32232"/>
                  </a:lnTo>
                  <a:lnTo>
                    <a:pt x="914290" y="32184"/>
                  </a:lnTo>
                  <a:lnTo>
                    <a:pt x="922104" y="32137"/>
                  </a:lnTo>
                  <a:lnTo>
                    <a:pt x="929919" y="32090"/>
                  </a:lnTo>
                  <a:lnTo>
                    <a:pt x="937733" y="32043"/>
                  </a:lnTo>
                  <a:lnTo>
                    <a:pt x="945548" y="31995"/>
                  </a:lnTo>
                  <a:lnTo>
                    <a:pt x="953362" y="31948"/>
                  </a:lnTo>
                  <a:lnTo>
                    <a:pt x="961177" y="31901"/>
                  </a:lnTo>
                  <a:lnTo>
                    <a:pt x="968991" y="31854"/>
                  </a:lnTo>
                  <a:lnTo>
                    <a:pt x="976806" y="31807"/>
                  </a:lnTo>
                  <a:lnTo>
                    <a:pt x="984620" y="31760"/>
                  </a:lnTo>
                  <a:lnTo>
                    <a:pt x="992434" y="31713"/>
                  </a:lnTo>
                  <a:lnTo>
                    <a:pt x="1000249" y="31666"/>
                  </a:lnTo>
                  <a:lnTo>
                    <a:pt x="1008063" y="31619"/>
                  </a:lnTo>
                  <a:lnTo>
                    <a:pt x="1015878" y="31572"/>
                  </a:lnTo>
                  <a:lnTo>
                    <a:pt x="1023692" y="31525"/>
                  </a:lnTo>
                  <a:lnTo>
                    <a:pt x="1031507" y="31478"/>
                  </a:lnTo>
                  <a:lnTo>
                    <a:pt x="1039321" y="31431"/>
                  </a:lnTo>
                  <a:lnTo>
                    <a:pt x="1047136" y="31384"/>
                  </a:lnTo>
                  <a:lnTo>
                    <a:pt x="1054950" y="31337"/>
                  </a:lnTo>
                  <a:lnTo>
                    <a:pt x="1062765" y="31290"/>
                  </a:lnTo>
                  <a:lnTo>
                    <a:pt x="1070579" y="31243"/>
                  </a:lnTo>
                  <a:lnTo>
                    <a:pt x="1078393" y="31196"/>
                  </a:lnTo>
                  <a:lnTo>
                    <a:pt x="1086208" y="31150"/>
                  </a:lnTo>
                  <a:lnTo>
                    <a:pt x="1094022" y="31103"/>
                  </a:lnTo>
                  <a:lnTo>
                    <a:pt x="1101837" y="31056"/>
                  </a:lnTo>
                  <a:lnTo>
                    <a:pt x="1109651" y="31010"/>
                  </a:lnTo>
                  <a:lnTo>
                    <a:pt x="1117466" y="30963"/>
                  </a:lnTo>
                  <a:lnTo>
                    <a:pt x="1125280" y="30916"/>
                  </a:lnTo>
                  <a:lnTo>
                    <a:pt x="1133095" y="30870"/>
                  </a:lnTo>
                  <a:lnTo>
                    <a:pt x="1140909" y="30823"/>
                  </a:lnTo>
                  <a:lnTo>
                    <a:pt x="1148723" y="30776"/>
                  </a:lnTo>
                  <a:lnTo>
                    <a:pt x="1156538" y="30730"/>
                  </a:lnTo>
                  <a:lnTo>
                    <a:pt x="1164352" y="30683"/>
                  </a:lnTo>
                  <a:lnTo>
                    <a:pt x="1172167" y="30637"/>
                  </a:lnTo>
                  <a:lnTo>
                    <a:pt x="1179981" y="30590"/>
                  </a:lnTo>
                  <a:lnTo>
                    <a:pt x="1187796" y="30544"/>
                  </a:lnTo>
                  <a:lnTo>
                    <a:pt x="1195610" y="30497"/>
                  </a:lnTo>
                  <a:lnTo>
                    <a:pt x="1203425" y="30451"/>
                  </a:lnTo>
                  <a:lnTo>
                    <a:pt x="1211239" y="30405"/>
                  </a:lnTo>
                  <a:lnTo>
                    <a:pt x="1219053" y="30358"/>
                  </a:lnTo>
                  <a:lnTo>
                    <a:pt x="1226868" y="30312"/>
                  </a:lnTo>
                  <a:lnTo>
                    <a:pt x="1234682" y="30266"/>
                  </a:lnTo>
                  <a:lnTo>
                    <a:pt x="1242497" y="30219"/>
                  </a:lnTo>
                  <a:lnTo>
                    <a:pt x="1250311" y="30173"/>
                  </a:lnTo>
                  <a:lnTo>
                    <a:pt x="1258126" y="30127"/>
                  </a:lnTo>
                  <a:lnTo>
                    <a:pt x="1265940" y="30081"/>
                  </a:lnTo>
                  <a:lnTo>
                    <a:pt x="1273755" y="30035"/>
                  </a:lnTo>
                  <a:lnTo>
                    <a:pt x="1281569" y="29988"/>
                  </a:lnTo>
                  <a:lnTo>
                    <a:pt x="1289384" y="29942"/>
                  </a:lnTo>
                  <a:lnTo>
                    <a:pt x="1297198" y="29896"/>
                  </a:lnTo>
                  <a:lnTo>
                    <a:pt x="1305012" y="29850"/>
                  </a:lnTo>
                  <a:lnTo>
                    <a:pt x="1312827" y="29804"/>
                  </a:lnTo>
                  <a:lnTo>
                    <a:pt x="1320641" y="29758"/>
                  </a:lnTo>
                  <a:lnTo>
                    <a:pt x="1328456" y="29712"/>
                  </a:lnTo>
                  <a:lnTo>
                    <a:pt x="1336270" y="29666"/>
                  </a:lnTo>
                  <a:lnTo>
                    <a:pt x="1344085" y="29620"/>
                  </a:lnTo>
                  <a:lnTo>
                    <a:pt x="1351899" y="29574"/>
                  </a:lnTo>
                  <a:lnTo>
                    <a:pt x="1359714" y="29529"/>
                  </a:lnTo>
                  <a:lnTo>
                    <a:pt x="1367528" y="29484"/>
                  </a:lnTo>
                  <a:lnTo>
                    <a:pt x="1375342" y="29439"/>
                  </a:lnTo>
                  <a:lnTo>
                    <a:pt x="1383157" y="29394"/>
                  </a:lnTo>
                  <a:lnTo>
                    <a:pt x="1390971" y="29349"/>
                  </a:lnTo>
                  <a:lnTo>
                    <a:pt x="1398786" y="29304"/>
                  </a:lnTo>
                  <a:lnTo>
                    <a:pt x="1406600" y="29259"/>
                  </a:lnTo>
                  <a:lnTo>
                    <a:pt x="1414415" y="29214"/>
                  </a:lnTo>
                  <a:lnTo>
                    <a:pt x="1422229" y="29170"/>
                  </a:lnTo>
                  <a:lnTo>
                    <a:pt x="1430044" y="29125"/>
                  </a:lnTo>
                  <a:lnTo>
                    <a:pt x="1437858" y="29080"/>
                  </a:lnTo>
                  <a:lnTo>
                    <a:pt x="1445672" y="29035"/>
                  </a:lnTo>
                  <a:lnTo>
                    <a:pt x="1453487" y="28991"/>
                  </a:lnTo>
                  <a:lnTo>
                    <a:pt x="1461301" y="28946"/>
                  </a:lnTo>
                  <a:lnTo>
                    <a:pt x="1469116" y="28901"/>
                  </a:lnTo>
                  <a:lnTo>
                    <a:pt x="1476930" y="28857"/>
                  </a:lnTo>
                  <a:lnTo>
                    <a:pt x="1484745" y="28812"/>
                  </a:lnTo>
                  <a:lnTo>
                    <a:pt x="1492559" y="28768"/>
                  </a:lnTo>
                  <a:lnTo>
                    <a:pt x="1500374" y="28723"/>
                  </a:lnTo>
                  <a:lnTo>
                    <a:pt x="1508188" y="28679"/>
                  </a:lnTo>
                  <a:lnTo>
                    <a:pt x="1516003" y="28634"/>
                  </a:lnTo>
                  <a:lnTo>
                    <a:pt x="1523817" y="28590"/>
                  </a:lnTo>
                  <a:lnTo>
                    <a:pt x="1531631" y="28546"/>
                  </a:lnTo>
                  <a:lnTo>
                    <a:pt x="1539446" y="28501"/>
                  </a:lnTo>
                  <a:lnTo>
                    <a:pt x="1547260" y="28457"/>
                  </a:lnTo>
                  <a:lnTo>
                    <a:pt x="1555075" y="28413"/>
                  </a:lnTo>
                  <a:lnTo>
                    <a:pt x="1562889" y="28369"/>
                  </a:lnTo>
                  <a:lnTo>
                    <a:pt x="1570704" y="28325"/>
                  </a:lnTo>
                  <a:lnTo>
                    <a:pt x="1578518" y="28280"/>
                  </a:lnTo>
                  <a:lnTo>
                    <a:pt x="1586333" y="28236"/>
                  </a:lnTo>
                  <a:lnTo>
                    <a:pt x="1594147" y="28192"/>
                  </a:lnTo>
                  <a:lnTo>
                    <a:pt x="1601961" y="28148"/>
                  </a:lnTo>
                  <a:lnTo>
                    <a:pt x="1609776" y="28104"/>
                  </a:lnTo>
                  <a:lnTo>
                    <a:pt x="1617590" y="28060"/>
                  </a:lnTo>
                  <a:lnTo>
                    <a:pt x="1625405" y="28017"/>
                  </a:lnTo>
                  <a:lnTo>
                    <a:pt x="1633219" y="27973"/>
                  </a:lnTo>
                  <a:lnTo>
                    <a:pt x="1641034" y="27929"/>
                  </a:lnTo>
                  <a:lnTo>
                    <a:pt x="1648848" y="27885"/>
                  </a:lnTo>
                  <a:lnTo>
                    <a:pt x="1656663" y="27841"/>
                  </a:lnTo>
                  <a:lnTo>
                    <a:pt x="1664477" y="27798"/>
                  </a:lnTo>
                  <a:lnTo>
                    <a:pt x="1672291" y="27754"/>
                  </a:lnTo>
                  <a:lnTo>
                    <a:pt x="1680106" y="27710"/>
                  </a:lnTo>
                  <a:lnTo>
                    <a:pt x="1687920" y="27667"/>
                  </a:lnTo>
                  <a:lnTo>
                    <a:pt x="1695735" y="27623"/>
                  </a:lnTo>
                  <a:lnTo>
                    <a:pt x="1703549" y="27580"/>
                  </a:lnTo>
                  <a:lnTo>
                    <a:pt x="1711364" y="27536"/>
                  </a:lnTo>
                  <a:lnTo>
                    <a:pt x="1719178" y="27493"/>
                  </a:lnTo>
                  <a:lnTo>
                    <a:pt x="1726993" y="27449"/>
                  </a:lnTo>
                  <a:lnTo>
                    <a:pt x="1734807" y="27406"/>
                  </a:lnTo>
                  <a:lnTo>
                    <a:pt x="1742622" y="27362"/>
                  </a:lnTo>
                  <a:lnTo>
                    <a:pt x="1750436" y="27319"/>
                  </a:lnTo>
                  <a:lnTo>
                    <a:pt x="1758250" y="27276"/>
                  </a:lnTo>
                  <a:lnTo>
                    <a:pt x="1766065" y="27233"/>
                  </a:lnTo>
                  <a:lnTo>
                    <a:pt x="1773879" y="27189"/>
                  </a:lnTo>
                  <a:lnTo>
                    <a:pt x="1781694" y="27146"/>
                  </a:lnTo>
                  <a:lnTo>
                    <a:pt x="1789508" y="27103"/>
                  </a:lnTo>
                  <a:lnTo>
                    <a:pt x="1797323" y="27060"/>
                  </a:lnTo>
                  <a:lnTo>
                    <a:pt x="1805137" y="27017"/>
                  </a:lnTo>
                  <a:lnTo>
                    <a:pt x="1812952" y="26974"/>
                  </a:lnTo>
                  <a:lnTo>
                    <a:pt x="1820766" y="26931"/>
                  </a:lnTo>
                  <a:lnTo>
                    <a:pt x="1828580" y="26888"/>
                  </a:lnTo>
                  <a:lnTo>
                    <a:pt x="1836395" y="26845"/>
                  </a:lnTo>
                  <a:lnTo>
                    <a:pt x="1844209" y="26802"/>
                  </a:lnTo>
                  <a:lnTo>
                    <a:pt x="1852024" y="26759"/>
                  </a:lnTo>
                  <a:lnTo>
                    <a:pt x="1859838" y="26716"/>
                  </a:lnTo>
                  <a:lnTo>
                    <a:pt x="1867653" y="26674"/>
                  </a:lnTo>
                  <a:lnTo>
                    <a:pt x="1875467" y="26631"/>
                  </a:lnTo>
                  <a:lnTo>
                    <a:pt x="1883282" y="26588"/>
                  </a:lnTo>
                  <a:lnTo>
                    <a:pt x="1891096" y="26546"/>
                  </a:lnTo>
                  <a:lnTo>
                    <a:pt x="1898910" y="26503"/>
                  </a:lnTo>
                  <a:lnTo>
                    <a:pt x="1906725" y="26460"/>
                  </a:lnTo>
                  <a:lnTo>
                    <a:pt x="1914539" y="26418"/>
                  </a:lnTo>
                  <a:lnTo>
                    <a:pt x="1922354" y="26375"/>
                  </a:lnTo>
                  <a:lnTo>
                    <a:pt x="1930168" y="26333"/>
                  </a:lnTo>
                  <a:lnTo>
                    <a:pt x="1937983" y="26290"/>
                  </a:lnTo>
                  <a:lnTo>
                    <a:pt x="1945797" y="26248"/>
                  </a:lnTo>
                  <a:lnTo>
                    <a:pt x="1953612" y="26205"/>
                  </a:lnTo>
                  <a:lnTo>
                    <a:pt x="1961426" y="26163"/>
                  </a:lnTo>
                  <a:lnTo>
                    <a:pt x="1969241" y="26121"/>
                  </a:lnTo>
                  <a:lnTo>
                    <a:pt x="1977055" y="26079"/>
                  </a:lnTo>
                  <a:lnTo>
                    <a:pt x="1984869" y="26036"/>
                  </a:lnTo>
                  <a:lnTo>
                    <a:pt x="1992684" y="25994"/>
                  </a:lnTo>
                  <a:lnTo>
                    <a:pt x="2000498" y="25952"/>
                  </a:lnTo>
                  <a:lnTo>
                    <a:pt x="2008313" y="25910"/>
                  </a:lnTo>
                  <a:lnTo>
                    <a:pt x="2016127" y="25868"/>
                  </a:lnTo>
                  <a:lnTo>
                    <a:pt x="2023942" y="258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1" name="pl110"/>
            <p:cNvSpPr/>
            <p:nvPr/>
          </p:nvSpPr>
          <p:spPr>
            <a:xfrm>
              <a:off x="3632283" y="2797428"/>
              <a:ext cx="2023942" cy="194179"/>
            </a:xfrm>
            <a:custGeom>
              <a:avLst/>
              <a:pathLst>
                <a:path w="2023942" h="194179">
                  <a:moveTo>
                    <a:pt x="2023942" y="194179"/>
                  </a:moveTo>
                  <a:lnTo>
                    <a:pt x="2016127" y="193408"/>
                  </a:lnTo>
                  <a:lnTo>
                    <a:pt x="2008313" y="192632"/>
                  </a:lnTo>
                  <a:lnTo>
                    <a:pt x="2000498" y="191853"/>
                  </a:lnTo>
                  <a:lnTo>
                    <a:pt x="1992684" y="191070"/>
                  </a:lnTo>
                  <a:lnTo>
                    <a:pt x="1984869" y="190088"/>
                  </a:lnTo>
                  <a:lnTo>
                    <a:pt x="1977055" y="189087"/>
                  </a:lnTo>
                  <a:lnTo>
                    <a:pt x="1969241" y="188221"/>
                  </a:lnTo>
                  <a:lnTo>
                    <a:pt x="1961426" y="187392"/>
                  </a:lnTo>
                  <a:lnTo>
                    <a:pt x="1953612" y="186559"/>
                  </a:lnTo>
                  <a:lnTo>
                    <a:pt x="1945797" y="185722"/>
                  </a:lnTo>
                  <a:lnTo>
                    <a:pt x="1937983" y="184881"/>
                  </a:lnTo>
                  <a:lnTo>
                    <a:pt x="1930168" y="184034"/>
                  </a:lnTo>
                  <a:lnTo>
                    <a:pt x="1922354" y="183138"/>
                  </a:lnTo>
                  <a:lnTo>
                    <a:pt x="1914539" y="182238"/>
                  </a:lnTo>
                  <a:lnTo>
                    <a:pt x="1906725" y="181335"/>
                  </a:lnTo>
                  <a:lnTo>
                    <a:pt x="1898910" y="180428"/>
                  </a:lnTo>
                  <a:lnTo>
                    <a:pt x="1891096" y="179518"/>
                  </a:lnTo>
                  <a:lnTo>
                    <a:pt x="1883282" y="178604"/>
                  </a:lnTo>
                  <a:lnTo>
                    <a:pt x="1875467" y="177688"/>
                  </a:lnTo>
                  <a:lnTo>
                    <a:pt x="1867653" y="176763"/>
                  </a:lnTo>
                  <a:lnTo>
                    <a:pt x="1859838" y="175834"/>
                  </a:lnTo>
                  <a:lnTo>
                    <a:pt x="1852024" y="174812"/>
                  </a:lnTo>
                  <a:lnTo>
                    <a:pt x="1844209" y="173721"/>
                  </a:lnTo>
                  <a:lnTo>
                    <a:pt x="1836395" y="172627"/>
                  </a:lnTo>
                  <a:lnTo>
                    <a:pt x="1828580" y="171531"/>
                  </a:lnTo>
                  <a:lnTo>
                    <a:pt x="1820766" y="170433"/>
                  </a:lnTo>
                  <a:lnTo>
                    <a:pt x="1812952" y="169361"/>
                  </a:lnTo>
                  <a:lnTo>
                    <a:pt x="1805137" y="168309"/>
                  </a:lnTo>
                  <a:lnTo>
                    <a:pt x="1797323" y="167220"/>
                  </a:lnTo>
                  <a:lnTo>
                    <a:pt x="1789508" y="166129"/>
                  </a:lnTo>
                  <a:lnTo>
                    <a:pt x="1781694" y="165037"/>
                  </a:lnTo>
                  <a:lnTo>
                    <a:pt x="1773879" y="163942"/>
                  </a:lnTo>
                  <a:lnTo>
                    <a:pt x="1766065" y="162846"/>
                  </a:lnTo>
                  <a:lnTo>
                    <a:pt x="1758250" y="161748"/>
                  </a:lnTo>
                  <a:lnTo>
                    <a:pt x="1750436" y="160784"/>
                  </a:lnTo>
                  <a:lnTo>
                    <a:pt x="1742622" y="159829"/>
                  </a:lnTo>
                  <a:lnTo>
                    <a:pt x="1734807" y="158870"/>
                  </a:lnTo>
                  <a:lnTo>
                    <a:pt x="1726993" y="157909"/>
                  </a:lnTo>
                  <a:lnTo>
                    <a:pt x="1719178" y="156944"/>
                  </a:lnTo>
                  <a:lnTo>
                    <a:pt x="1711364" y="155977"/>
                  </a:lnTo>
                  <a:lnTo>
                    <a:pt x="1703549" y="155007"/>
                  </a:lnTo>
                  <a:lnTo>
                    <a:pt x="1695735" y="154036"/>
                  </a:lnTo>
                  <a:lnTo>
                    <a:pt x="1687920" y="153061"/>
                  </a:lnTo>
                  <a:lnTo>
                    <a:pt x="1680106" y="152085"/>
                  </a:lnTo>
                  <a:lnTo>
                    <a:pt x="1672291" y="151106"/>
                  </a:lnTo>
                  <a:lnTo>
                    <a:pt x="1664477" y="150124"/>
                  </a:lnTo>
                  <a:lnTo>
                    <a:pt x="1656663" y="149141"/>
                  </a:lnTo>
                  <a:lnTo>
                    <a:pt x="1648848" y="148128"/>
                  </a:lnTo>
                  <a:lnTo>
                    <a:pt x="1641034" y="147064"/>
                  </a:lnTo>
                  <a:lnTo>
                    <a:pt x="1633219" y="146001"/>
                  </a:lnTo>
                  <a:lnTo>
                    <a:pt x="1625405" y="144937"/>
                  </a:lnTo>
                  <a:lnTo>
                    <a:pt x="1617590" y="143871"/>
                  </a:lnTo>
                  <a:lnTo>
                    <a:pt x="1609776" y="142803"/>
                  </a:lnTo>
                  <a:lnTo>
                    <a:pt x="1601961" y="141732"/>
                  </a:lnTo>
                  <a:lnTo>
                    <a:pt x="1594147" y="140661"/>
                  </a:lnTo>
                  <a:lnTo>
                    <a:pt x="1586333" y="139588"/>
                  </a:lnTo>
                  <a:lnTo>
                    <a:pt x="1578518" y="138514"/>
                  </a:lnTo>
                  <a:lnTo>
                    <a:pt x="1570704" y="137439"/>
                  </a:lnTo>
                  <a:lnTo>
                    <a:pt x="1562889" y="136363"/>
                  </a:lnTo>
                  <a:lnTo>
                    <a:pt x="1555075" y="135250"/>
                  </a:lnTo>
                  <a:lnTo>
                    <a:pt x="1547260" y="134134"/>
                  </a:lnTo>
                  <a:lnTo>
                    <a:pt x="1539446" y="133017"/>
                  </a:lnTo>
                  <a:lnTo>
                    <a:pt x="1531631" y="131901"/>
                  </a:lnTo>
                  <a:lnTo>
                    <a:pt x="1523817" y="130785"/>
                  </a:lnTo>
                  <a:lnTo>
                    <a:pt x="1516003" y="129668"/>
                  </a:lnTo>
                  <a:lnTo>
                    <a:pt x="1508188" y="128552"/>
                  </a:lnTo>
                  <a:lnTo>
                    <a:pt x="1500374" y="127435"/>
                  </a:lnTo>
                  <a:lnTo>
                    <a:pt x="1492559" y="126439"/>
                  </a:lnTo>
                  <a:lnTo>
                    <a:pt x="1484745" y="125463"/>
                  </a:lnTo>
                  <a:lnTo>
                    <a:pt x="1476930" y="124484"/>
                  </a:lnTo>
                  <a:lnTo>
                    <a:pt x="1469116" y="123425"/>
                  </a:lnTo>
                  <a:lnTo>
                    <a:pt x="1461301" y="122347"/>
                  </a:lnTo>
                  <a:lnTo>
                    <a:pt x="1453487" y="121269"/>
                  </a:lnTo>
                  <a:lnTo>
                    <a:pt x="1445672" y="120192"/>
                  </a:lnTo>
                  <a:lnTo>
                    <a:pt x="1437858" y="119114"/>
                  </a:lnTo>
                  <a:lnTo>
                    <a:pt x="1430044" y="118037"/>
                  </a:lnTo>
                  <a:lnTo>
                    <a:pt x="1422229" y="117005"/>
                  </a:lnTo>
                  <a:lnTo>
                    <a:pt x="1414415" y="115984"/>
                  </a:lnTo>
                  <a:lnTo>
                    <a:pt x="1406600" y="114962"/>
                  </a:lnTo>
                  <a:lnTo>
                    <a:pt x="1398786" y="113940"/>
                  </a:lnTo>
                  <a:lnTo>
                    <a:pt x="1390971" y="112914"/>
                  </a:lnTo>
                  <a:lnTo>
                    <a:pt x="1383157" y="111888"/>
                  </a:lnTo>
                  <a:lnTo>
                    <a:pt x="1375342" y="110861"/>
                  </a:lnTo>
                  <a:lnTo>
                    <a:pt x="1367528" y="109834"/>
                  </a:lnTo>
                  <a:lnTo>
                    <a:pt x="1359714" y="108807"/>
                  </a:lnTo>
                  <a:lnTo>
                    <a:pt x="1351899" y="107780"/>
                  </a:lnTo>
                  <a:lnTo>
                    <a:pt x="1344085" y="106710"/>
                  </a:lnTo>
                  <a:lnTo>
                    <a:pt x="1336270" y="105578"/>
                  </a:lnTo>
                  <a:lnTo>
                    <a:pt x="1328456" y="104447"/>
                  </a:lnTo>
                  <a:lnTo>
                    <a:pt x="1320641" y="103317"/>
                  </a:lnTo>
                  <a:lnTo>
                    <a:pt x="1312827" y="102188"/>
                  </a:lnTo>
                  <a:lnTo>
                    <a:pt x="1305012" y="101090"/>
                  </a:lnTo>
                  <a:lnTo>
                    <a:pt x="1297198" y="100075"/>
                  </a:lnTo>
                  <a:lnTo>
                    <a:pt x="1289384" y="99060"/>
                  </a:lnTo>
                  <a:lnTo>
                    <a:pt x="1281569" y="98045"/>
                  </a:lnTo>
                  <a:lnTo>
                    <a:pt x="1273755" y="97003"/>
                  </a:lnTo>
                  <a:lnTo>
                    <a:pt x="1265940" y="96015"/>
                  </a:lnTo>
                  <a:lnTo>
                    <a:pt x="1258126" y="95010"/>
                  </a:lnTo>
                  <a:lnTo>
                    <a:pt x="1250311" y="94000"/>
                  </a:lnTo>
                  <a:lnTo>
                    <a:pt x="1242497" y="92990"/>
                  </a:lnTo>
                  <a:lnTo>
                    <a:pt x="1234682" y="91984"/>
                  </a:lnTo>
                  <a:lnTo>
                    <a:pt x="1226868" y="90985"/>
                  </a:lnTo>
                  <a:lnTo>
                    <a:pt x="1219053" y="89986"/>
                  </a:lnTo>
                  <a:lnTo>
                    <a:pt x="1211239" y="88988"/>
                  </a:lnTo>
                  <a:lnTo>
                    <a:pt x="1203425" y="87990"/>
                  </a:lnTo>
                  <a:lnTo>
                    <a:pt x="1195610" y="86994"/>
                  </a:lnTo>
                  <a:lnTo>
                    <a:pt x="1187796" y="85998"/>
                  </a:lnTo>
                  <a:lnTo>
                    <a:pt x="1179981" y="85003"/>
                  </a:lnTo>
                  <a:lnTo>
                    <a:pt x="1172167" y="84008"/>
                  </a:lnTo>
                  <a:lnTo>
                    <a:pt x="1164352" y="83015"/>
                  </a:lnTo>
                  <a:lnTo>
                    <a:pt x="1156538" y="82021"/>
                  </a:lnTo>
                  <a:lnTo>
                    <a:pt x="1148723" y="81029"/>
                  </a:lnTo>
                  <a:lnTo>
                    <a:pt x="1140909" y="80037"/>
                  </a:lnTo>
                  <a:lnTo>
                    <a:pt x="1133095" y="79047"/>
                  </a:lnTo>
                  <a:lnTo>
                    <a:pt x="1125280" y="78045"/>
                  </a:lnTo>
                  <a:lnTo>
                    <a:pt x="1117466" y="77018"/>
                  </a:lnTo>
                  <a:lnTo>
                    <a:pt x="1109651" y="76030"/>
                  </a:lnTo>
                  <a:lnTo>
                    <a:pt x="1101837" y="75064"/>
                  </a:lnTo>
                  <a:lnTo>
                    <a:pt x="1094022" y="74099"/>
                  </a:lnTo>
                  <a:lnTo>
                    <a:pt x="1086208" y="73135"/>
                  </a:lnTo>
                  <a:lnTo>
                    <a:pt x="1078393" y="72157"/>
                  </a:lnTo>
                  <a:lnTo>
                    <a:pt x="1070579" y="71179"/>
                  </a:lnTo>
                  <a:lnTo>
                    <a:pt x="1062765" y="70202"/>
                  </a:lnTo>
                  <a:lnTo>
                    <a:pt x="1054950" y="69227"/>
                  </a:lnTo>
                  <a:lnTo>
                    <a:pt x="1047136" y="68254"/>
                  </a:lnTo>
                  <a:lnTo>
                    <a:pt x="1039321" y="67281"/>
                  </a:lnTo>
                  <a:lnTo>
                    <a:pt x="1031507" y="66311"/>
                  </a:lnTo>
                  <a:lnTo>
                    <a:pt x="1023692" y="65342"/>
                  </a:lnTo>
                  <a:lnTo>
                    <a:pt x="1015878" y="64375"/>
                  </a:lnTo>
                  <a:lnTo>
                    <a:pt x="1008063" y="63410"/>
                  </a:lnTo>
                  <a:lnTo>
                    <a:pt x="1000249" y="62446"/>
                  </a:lnTo>
                  <a:lnTo>
                    <a:pt x="992434" y="61408"/>
                  </a:lnTo>
                  <a:lnTo>
                    <a:pt x="984620" y="60374"/>
                  </a:lnTo>
                  <a:lnTo>
                    <a:pt x="976806" y="59373"/>
                  </a:lnTo>
                  <a:lnTo>
                    <a:pt x="968991" y="58413"/>
                  </a:lnTo>
                  <a:lnTo>
                    <a:pt x="961177" y="57398"/>
                  </a:lnTo>
                  <a:lnTo>
                    <a:pt x="953362" y="56380"/>
                  </a:lnTo>
                  <a:lnTo>
                    <a:pt x="945548" y="55466"/>
                  </a:lnTo>
                  <a:lnTo>
                    <a:pt x="937733" y="54554"/>
                  </a:lnTo>
                  <a:lnTo>
                    <a:pt x="929919" y="53643"/>
                  </a:lnTo>
                  <a:lnTo>
                    <a:pt x="922104" y="52714"/>
                  </a:lnTo>
                  <a:lnTo>
                    <a:pt x="914290" y="51774"/>
                  </a:lnTo>
                  <a:lnTo>
                    <a:pt x="906476" y="50836"/>
                  </a:lnTo>
                  <a:lnTo>
                    <a:pt x="898661" y="49901"/>
                  </a:lnTo>
                  <a:lnTo>
                    <a:pt x="890847" y="48968"/>
                  </a:lnTo>
                  <a:lnTo>
                    <a:pt x="883032" y="48037"/>
                  </a:lnTo>
                  <a:lnTo>
                    <a:pt x="875218" y="47109"/>
                  </a:lnTo>
                  <a:lnTo>
                    <a:pt x="867403" y="46200"/>
                  </a:lnTo>
                  <a:lnTo>
                    <a:pt x="859589" y="45304"/>
                  </a:lnTo>
                  <a:lnTo>
                    <a:pt x="851774" y="44372"/>
                  </a:lnTo>
                  <a:lnTo>
                    <a:pt x="843960" y="43436"/>
                  </a:lnTo>
                  <a:lnTo>
                    <a:pt x="836145" y="42510"/>
                  </a:lnTo>
                  <a:lnTo>
                    <a:pt x="828331" y="41599"/>
                  </a:lnTo>
                  <a:lnTo>
                    <a:pt x="820517" y="40689"/>
                  </a:lnTo>
                  <a:lnTo>
                    <a:pt x="812702" y="39766"/>
                  </a:lnTo>
                  <a:lnTo>
                    <a:pt x="804888" y="38820"/>
                  </a:lnTo>
                  <a:lnTo>
                    <a:pt x="797073" y="37889"/>
                  </a:lnTo>
                  <a:lnTo>
                    <a:pt x="789259" y="36977"/>
                  </a:lnTo>
                  <a:lnTo>
                    <a:pt x="781444" y="36069"/>
                  </a:lnTo>
                  <a:lnTo>
                    <a:pt x="773630" y="35165"/>
                  </a:lnTo>
                  <a:lnTo>
                    <a:pt x="765815" y="34253"/>
                  </a:lnTo>
                  <a:lnTo>
                    <a:pt x="758001" y="33333"/>
                  </a:lnTo>
                  <a:lnTo>
                    <a:pt x="750187" y="32455"/>
                  </a:lnTo>
                  <a:lnTo>
                    <a:pt x="742372" y="31609"/>
                  </a:lnTo>
                  <a:lnTo>
                    <a:pt x="734558" y="30769"/>
                  </a:lnTo>
                  <a:lnTo>
                    <a:pt x="726743" y="29902"/>
                  </a:lnTo>
                  <a:lnTo>
                    <a:pt x="718929" y="29018"/>
                  </a:lnTo>
                  <a:lnTo>
                    <a:pt x="711114" y="28138"/>
                  </a:lnTo>
                  <a:lnTo>
                    <a:pt x="703300" y="27263"/>
                  </a:lnTo>
                  <a:lnTo>
                    <a:pt x="695485" y="26392"/>
                  </a:lnTo>
                  <a:lnTo>
                    <a:pt x="687671" y="25542"/>
                  </a:lnTo>
                  <a:lnTo>
                    <a:pt x="679857" y="24716"/>
                  </a:lnTo>
                  <a:lnTo>
                    <a:pt x="672042" y="23893"/>
                  </a:lnTo>
                  <a:lnTo>
                    <a:pt x="664228" y="23049"/>
                  </a:lnTo>
                  <a:lnTo>
                    <a:pt x="656413" y="22237"/>
                  </a:lnTo>
                  <a:lnTo>
                    <a:pt x="648599" y="21427"/>
                  </a:lnTo>
                  <a:lnTo>
                    <a:pt x="640784" y="20619"/>
                  </a:lnTo>
                  <a:lnTo>
                    <a:pt x="632970" y="19812"/>
                  </a:lnTo>
                  <a:lnTo>
                    <a:pt x="625155" y="19003"/>
                  </a:lnTo>
                  <a:lnTo>
                    <a:pt x="617341" y="18196"/>
                  </a:lnTo>
                  <a:lnTo>
                    <a:pt x="609526" y="17381"/>
                  </a:lnTo>
                  <a:lnTo>
                    <a:pt x="601712" y="16566"/>
                  </a:lnTo>
                  <a:lnTo>
                    <a:pt x="593898" y="15749"/>
                  </a:lnTo>
                  <a:lnTo>
                    <a:pt x="586083" y="14947"/>
                  </a:lnTo>
                  <a:lnTo>
                    <a:pt x="578269" y="14143"/>
                  </a:lnTo>
                  <a:lnTo>
                    <a:pt x="570454" y="13339"/>
                  </a:lnTo>
                  <a:lnTo>
                    <a:pt x="562640" y="12534"/>
                  </a:lnTo>
                  <a:lnTo>
                    <a:pt x="554825" y="11734"/>
                  </a:lnTo>
                  <a:lnTo>
                    <a:pt x="547011" y="10943"/>
                  </a:lnTo>
                  <a:lnTo>
                    <a:pt x="539196" y="10166"/>
                  </a:lnTo>
                  <a:lnTo>
                    <a:pt x="531382" y="9392"/>
                  </a:lnTo>
                  <a:lnTo>
                    <a:pt x="523568" y="8612"/>
                  </a:lnTo>
                  <a:lnTo>
                    <a:pt x="515753" y="7836"/>
                  </a:lnTo>
                  <a:lnTo>
                    <a:pt x="507939" y="7064"/>
                  </a:lnTo>
                  <a:lnTo>
                    <a:pt x="500124" y="6296"/>
                  </a:lnTo>
                  <a:lnTo>
                    <a:pt x="492310" y="5533"/>
                  </a:lnTo>
                  <a:lnTo>
                    <a:pt x="484495" y="4777"/>
                  </a:lnTo>
                  <a:lnTo>
                    <a:pt x="476681" y="4025"/>
                  </a:lnTo>
                  <a:lnTo>
                    <a:pt x="468866" y="3276"/>
                  </a:lnTo>
                  <a:lnTo>
                    <a:pt x="461052" y="2529"/>
                  </a:lnTo>
                  <a:lnTo>
                    <a:pt x="453238" y="1787"/>
                  </a:lnTo>
                  <a:lnTo>
                    <a:pt x="445423" y="1048"/>
                  </a:lnTo>
                  <a:lnTo>
                    <a:pt x="437609" y="312"/>
                  </a:lnTo>
                  <a:lnTo>
                    <a:pt x="429794" y="0"/>
                  </a:lnTo>
                  <a:lnTo>
                    <a:pt x="421980" y="48"/>
                  </a:lnTo>
                  <a:lnTo>
                    <a:pt x="414165" y="97"/>
                  </a:lnTo>
                  <a:lnTo>
                    <a:pt x="406351" y="146"/>
                  </a:lnTo>
                  <a:lnTo>
                    <a:pt x="398536" y="194"/>
                  </a:lnTo>
                  <a:lnTo>
                    <a:pt x="390722" y="243"/>
                  </a:lnTo>
                  <a:lnTo>
                    <a:pt x="382907" y="292"/>
                  </a:lnTo>
                  <a:lnTo>
                    <a:pt x="375093" y="341"/>
                  </a:lnTo>
                  <a:lnTo>
                    <a:pt x="367279" y="390"/>
                  </a:lnTo>
                  <a:lnTo>
                    <a:pt x="359464" y="439"/>
                  </a:lnTo>
                  <a:lnTo>
                    <a:pt x="351650" y="487"/>
                  </a:lnTo>
                  <a:lnTo>
                    <a:pt x="343835" y="536"/>
                  </a:lnTo>
                  <a:lnTo>
                    <a:pt x="336021" y="585"/>
                  </a:lnTo>
                  <a:lnTo>
                    <a:pt x="328206" y="634"/>
                  </a:lnTo>
                  <a:lnTo>
                    <a:pt x="320392" y="683"/>
                  </a:lnTo>
                  <a:lnTo>
                    <a:pt x="312577" y="732"/>
                  </a:lnTo>
                  <a:lnTo>
                    <a:pt x="304763" y="781"/>
                  </a:lnTo>
                  <a:lnTo>
                    <a:pt x="296949" y="830"/>
                  </a:lnTo>
                  <a:lnTo>
                    <a:pt x="289134" y="879"/>
                  </a:lnTo>
                  <a:lnTo>
                    <a:pt x="281320" y="928"/>
                  </a:lnTo>
                  <a:lnTo>
                    <a:pt x="273505" y="977"/>
                  </a:lnTo>
                  <a:lnTo>
                    <a:pt x="265691" y="1026"/>
                  </a:lnTo>
                  <a:lnTo>
                    <a:pt x="257876" y="1076"/>
                  </a:lnTo>
                  <a:lnTo>
                    <a:pt x="250062" y="1125"/>
                  </a:lnTo>
                  <a:lnTo>
                    <a:pt x="242247" y="1174"/>
                  </a:lnTo>
                  <a:lnTo>
                    <a:pt x="234433" y="1223"/>
                  </a:lnTo>
                  <a:lnTo>
                    <a:pt x="226619" y="1272"/>
                  </a:lnTo>
                  <a:lnTo>
                    <a:pt x="218804" y="1321"/>
                  </a:lnTo>
                  <a:lnTo>
                    <a:pt x="210990" y="1371"/>
                  </a:lnTo>
                  <a:lnTo>
                    <a:pt x="203175" y="1420"/>
                  </a:lnTo>
                  <a:lnTo>
                    <a:pt x="195361" y="1469"/>
                  </a:lnTo>
                  <a:lnTo>
                    <a:pt x="187546" y="1519"/>
                  </a:lnTo>
                  <a:lnTo>
                    <a:pt x="179732" y="1568"/>
                  </a:lnTo>
                  <a:lnTo>
                    <a:pt x="171917" y="1617"/>
                  </a:lnTo>
                  <a:lnTo>
                    <a:pt x="164103" y="1667"/>
                  </a:lnTo>
                  <a:lnTo>
                    <a:pt x="156288" y="1716"/>
                  </a:lnTo>
                  <a:lnTo>
                    <a:pt x="148474" y="1765"/>
                  </a:lnTo>
                  <a:lnTo>
                    <a:pt x="140660" y="1815"/>
                  </a:lnTo>
                  <a:lnTo>
                    <a:pt x="132845" y="1864"/>
                  </a:lnTo>
                  <a:lnTo>
                    <a:pt x="125031" y="1914"/>
                  </a:lnTo>
                  <a:lnTo>
                    <a:pt x="117216" y="1963"/>
                  </a:lnTo>
                  <a:lnTo>
                    <a:pt x="109402" y="2013"/>
                  </a:lnTo>
                  <a:lnTo>
                    <a:pt x="101587" y="2062"/>
                  </a:lnTo>
                  <a:lnTo>
                    <a:pt x="93773" y="2112"/>
                  </a:lnTo>
                  <a:lnTo>
                    <a:pt x="85958" y="2161"/>
                  </a:lnTo>
                  <a:lnTo>
                    <a:pt x="78144" y="2211"/>
                  </a:lnTo>
                  <a:lnTo>
                    <a:pt x="70330" y="2260"/>
                  </a:lnTo>
                  <a:lnTo>
                    <a:pt x="62515" y="2310"/>
                  </a:lnTo>
                  <a:lnTo>
                    <a:pt x="54701" y="2360"/>
                  </a:lnTo>
                  <a:lnTo>
                    <a:pt x="46886" y="2409"/>
                  </a:lnTo>
                  <a:lnTo>
                    <a:pt x="39072" y="2459"/>
                  </a:lnTo>
                  <a:lnTo>
                    <a:pt x="31257" y="2509"/>
                  </a:lnTo>
                  <a:lnTo>
                    <a:pt x="23443" y="2559"/>
                  </a:lnTo>
                  <a:lnTo>
                    <a:pt x="15628" y="2608"/>
                  </a:lnTo>
                  <a:lnTo>
                    <a:pt x="7814" y="2658"/>
                  </a:lnTo>
                  <a:lnTo>
                    <a:pt x="0" y="27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2" name="pg111"/>
            <p:cNvSpPr/>
            <p:nvPr/>
          </p:nvSpPr>
          <p:spPr>
            <a:xfrm>
              <a:off x="3632283" y="2734821"/>
              <a:ext cx="2023942" cy="252335"/>
            </a:xfrm>
            <a:custGeom>
              <a:avLst/>
              <a:pathLst>
                <a:path w="2023942" h="252335">
                  <a:moveTo>
                    <a:pt x="0" y="2946"/>
                  </a:moveTo>
                  <a:lnTo>
                    <a:pt x="7814" y="3226"/>
                  </a:lnTo>
                  <a:lnTo>
                    <a:pt x="15628" y="3364"/>
                  </a:lnTo>
                  <a:lnTo>
                    <a:pt x="23443" y="3857"/>
                  </a:lnTo>
                  <a:lnTo>
                    <a:pt x="31257" y="4357"/>
                  </a:lnTo>
                  <a:lnTo>
                    <a:pt x="39072" y="4796"/>
                  </a:lnTo>
                  <a:lnTo>
                    <a:pt x="46886" y="4959"/>
                  </a:lnTo>
                  <a:lnTo>
                    <a:pt x="54701" y="5251"/>
                  </a:lnTo>
                  <a:lnTo>
                    <a:pt x="62515" y="5688"/>
                  </a:lnTo>
                  <a:lnTo>
                    <a:pt x="70330" y="5866"/>
                  </a:lnTo>
                  <a:lnTo>
                    <a:pt x="78144" y="6117"/>
                  </a:lnTo>
                  <a:lnTo>
                    <a:pt x="85958" y="6373"/>
                  </a:lnTo>
                  <a:lnTo>
                    <a:pt x="93773" y="6604"/>
                  </a:lnTo>
                  <a:lnTo>
                    <a:pt x="101587" y="6796"/>
                  </a:lnTo>
                  <a:lnTo>
                    <a:pt x="109402" y="7286"/>
                  </a:lnTo>
                  <a:lnTo>
                    <a:pt x="117216" y="7651"/>
                  </a:lnTo>
                  <a:lnTo>
                    <a:pt x="125031" y="7797"/>
                  </a:lnTo>
                  <a:lnTo>
                    <a:pt x="132845" y="8039"/>
                  </a:lnTo>
                  <a:lnTo>
                    <a:pt x="140660" y="8526"/>
                  </a:lnTo>
                  <a:lnTo>
                    <a:pt x="148474" y="9014"/>
                  </a:lnTo>
                  <a:lnTo>
                    <a:pt x="156288" y="9459"/>
                  </a:lnTo>
                  <a:lnTo>
                    <a:pt x="164103" y="9683"/>
                  </a:lnTo>
                  <a:lnTo>
                    <a:pt x="171917" y="9881"/>
                  </a:lnTo>
                  <a:lnTo>
                    <a:pt x="179732" y="10072"/>
                  </a:lnTo>
                  <a:lnTo>
                    <a:pt x="187546" y="10272"/>
                  </a:lnTo>
                  <a:lnTo>
                    <a:pt x="195361" y="10528"/>
                  </a:lnTo>
                  <a:lnTo>
                    <a:pt x="203175" y="10922"/>
                  </a:lnTo>
                  <a:lnTo>
                    <a:pt x="210990" y="11168"/>
                  </a:lnTo>
                  <a:lnTo>
                    <a:pt x="218804" y="11520"/>
                  </a:lnTo>
                  <a:lnTo>
                    <a:pt x="226619" y="11781"/>
                  </a:lnTo>
                  <a:lnTo>
                    <a:pt x="234433" y="11953"/>
                  </a:lnTo>
                  <a:lnTo>
                    <a:pt x="242247" y="12250"/>
                  </a:lnTo>
                  <a:lnTo>
                    <a:pt x="250062" y="12542"/>
                  </a:lnTo>
                  <a:lnTo>
                    <a:pt x="257876" y="12830"/>
                  </a:lnTo>
                  <a:lnTo>
                    <a:pt x="265691" y="12924"/>
                  </a:lnTo>
                  <a:lnTo>
                    <a:pt x="273505" y="13397"/>
                  </a:lnTo>
                  <a:lnTo>
                    <a:pt x="281320" y="13690"/>
                  </a:lnTo>
                  <a:lnTo>
                    <a:pt x="289134" y="13891"/>
                  </a:lnTo>
                  <a:lnTo>
                    <a:pt x="296949" y="14158"/>
                  </a:lnTo>
                  <a:lnTo>
                    <a:pt x="304763" y="14425"/>
                  </a:lnTo>
                  <a:lnTo>
                    <a:pt x="312577" y="14692"/>
                  </a:lnTo>
                  <a:lnTo>
                    <a:pt x="320392" y="14960"/>
                  </a:lnTo>
                  <a:lnTo>
                    <a:pt x="328206" y="15228"/>
                  </a:lnTo>
                  <a:lnTo>
                    <a:pt x="336021" y="15368"/>
                  </a:lnTo>
                  <a:lnTo>
                    <a:pt x="343835" y="15603"/>
                  </a:lnTo>
                  <a:lnTo>
                    <a:pt x="351650" y="15757"/>
                  </a:lnTo>
                  <a:lnTo>
                    <a:pt x="359464" y="15845"/>
                  </a:lnTo>
                  <a:lnTo>
                    <a:pt x="367279" y="16119"/>
                  </a:lnTo>
                  <a:lnTo>
                    <a:pt x="375093" y="16395"/>
                  </a:lnTo>
                  <a:lnTo>
                    <a:pt x="382907" y="16383"/>
                  </a:lnTo>
                  <a:lnTo>
                    <a:pt x="390722" y="16719"/>
                  </a:lnTo>
                  <a:lnTo>
                    <a:pt x="398536" y="16944"/>
                  </a:lnTo>
                  <a:lnTo>
                    <a:pt x="406351" y="17127"/>
                  </a:lnTo>
                  <a:lnTo>
                    <a:pt x="414165" y="17055"/>
                  </a:lnTo>
                  <a:lnTo>
                    <a:pt x="421980" y="17368"/>
                  </a:lnTo>
                  <a:lnTo>
                    <a:pt x="429794" y="17549"/>
                  </a:lnTo>
                  <a:lnTo>
                    <a:pt x="437609" y="17571"/>
                  </a:lnTo>
                  <a:lnTo>
                    <a:pt x="445423" y="17609"/>
                  </a:lnTo>
                  <a:lnTo>
                    <a:pt x="453238" y="17628"/>
                  </a:lnTo>
                  <a:lnTo>
                    <a:pt x="461052" y="17507"/>
                  </a:lnTo>
                  <a:lnTo>
                    <a:pt x="468866" y="17701"/>
                  </a:lnTo>
                  <a:lnTo>
                    <a:pt x="476681" y="17737"/>
                  </a:lnTo>
                  <a:lnTo>
                    <a:pt x="484495" y="17915"/>
                  </a:lnTo>
                  <a:lnTo>
                    <a:pt x="492310" y="17884"/>
                  </a:lnTo>
                  <a:lnTo>
                    <a:pt x="500124" y="17914"/>
                  </a:lnTo>
                  <a:lnTo>
                    <a:pt x="507939" y="17922"/>
                  </a:lnTo>
                  <a:lnTo>
                    <a:pt x="515753" y="18032"/>
                  </a:lnTo>
                  <a:lnTo>
                    <a:pt x="523568" y="18193"/>
                  </a:lnTo>
                  <a:lnTo>
                    <a:pt x="531382" y="18102"/>
                  </a:lnTo>
                  <a:lnTo>
                    <a:pt x="539196" y="18165"/>
                  </a:lnTo>
                  <a:lnTo>
                    <a:pt x="547011" y="18049"/>
                  </a:lnTo>
                  <a:lnTo>
                    <a:pt x="554825" y="18052"/>
                  </a:lnTo>
                  <a:lnTo>
                    <a:pt x="562640" y="18080"/>
                  </a:lnTo>
                  <a:lnTo>
                    <a:pt x="570454" y="18108"/>
                  </a:lnTo>
                  <a:lnTo>
                    <a:pt x="578269" y="18158"/>
                  </a:lnTo>
                  <a:lnTo>
                    <a:pt x="586083" y="17970"/>
                  </a:lnTo>
                  <a:lnTo>
                    <a:pt x="593898" y="18155"/>
                  </a:lnTo>
                  <a:lnTo>
                    <a:pt x="601712" y="18234"/>
                  </a:lnTo>
                  <a:lnTo>
                    <a:pt x="609526" y="18195"/>
                  </a:lnTo>
                  <a:lnTo>
                    <a:pt x="617341" y="18037"/>
                  </a:lnTo>
                  <a:lnTo>
                    <a:pt x="625155" y="18098"/>
                  </a:lnTo>
                  <a:lnTo>
                    <a:pt x="632970" y="17992"/>
                  </a:lnTo>
                  <a:lnTo>
                    <a:pt x="640784" y="17869"/>
                  </a:lnTo>
                  <a:lnTo>
                    <a:pt x="648599" y="17900"/>
                  </a:lnTo>
                  <a:lnTo>
                    <a:pt x="656413" y="18205"/>
                  </a:lnTo>
                  <a:lnTo>
                    <a:pt x="664228" y="18085"/>
                  </a:lnTo>
                  <a:lnTo>
                    <a:pt x="672042" y="18129"/>
                  </a:lnTo>
                  <a:lnTo>
                    <a:pt x="679857" y="18311"/>
                  </a:lnTo>
                  <a:lnTo>
                    <a:pt x="687671" y="18155"/>
                  </a:lnTo>
                  <a:lnTo>
                    <a:pt x="695485" y="18143"/>
                  </a:lnTo>
                  <a:lnTo>
                    <a:pt x="703300" y="18290"/>
                  </a:lnTo>
                  <a:lnTo>
                    <a:pt x="711114" y="18424"/>
                  </a:lnTo>
                  <a:lnTo>
                    <a:pt x="718929" y="18451"/>
                  </a:lnTo>
                  <a:lnTo>
                    <a:pt x="726743" y="18362"/>
                  </a:lnTo>
                  <a:lnTo>
                    <a:pt x="734558" y="18273"/>
                  </a:lnTo>
                  <a:lnTo>
                    <a:pt x="742372" y="18298"/>
                  </a:lnTo>
                  <a:lnTo>
                    <a:pt x="750187" y="18341"/>
                  </a:lnTo>
                  <a:lnTo>
                    <a:pt x="758001" y="18383"/>
                  </a:lnTo>
                  <a:lnTo>
                    <a:pt x="765815" y="18405"/>
                  </a:lnTo>
                  <a:lnTo>
                    <a:pt x="773630" y="18256"/>
                  </a:lnTo>
                  <a:lnTo>
                    <a:pt x="781444" y="18064"/>
                  </a:lnTo>
                  <a:lnTo>
                    <a:pt x="789259" y="17874"/>
                  </a:lnTo>
                  <a:lnTo>
                    <a:pt x="797073" y="17683"/>
                  </a:lnTo>
                  <a:lnTo>
                    <a:pt x="804888" y="17603"/>
                  </a:lnTo>
                  <a:lnTo>
                    <a:pt x="812702" y="17470"/>
                  </a:lnTo>
                  <a:lnTo>
                    <a:pt x="820517" y="17270"/>
                  </a:lnTo>
                  <a:lnTo>
                    <a:pt x="828331" y="17165"/>
                  </a:lnTo>
                  <a:lnTo>
                    <a:pt x="836145" y="17044"/>
                  </a:lnTo>
                  <a:lnTo>
                    <a:pt x="843960" y="16916"/>
                  </a:lnTo>
                  <a:lnTo>
                    <a:pt x="851774" y="16712"/>
                  </a:lnTo>
                  <a:lnTo>
                    <a:pt x="859589" y="16525"/>
                  </a:lnTo>
                  <a:lnTo>
                    <a:pt x="867403" y="16364"/>
                  </a:lnTo>
                  <a:lnTo>
                    <a:pt x="875218" y="16203"/>
                  </a:lnTo>
                  <a:lnTo>
                    <a:pt x="883032" y="16069"/>
                  </a:lnTo>
                  <a:lnTo>
                    <a:pt x="890847" y="16217"/>
                  </a:lnTo>
                  <a:lnTo>
                    <a:pt x="898661" y="16294"/>
                  </a:lnTo>
                  <a:lnTo>
                    <a:pt x="906476" y="16155"/>
                  </a:lnTo>
                  <a:lnTo>
                    <a:pt x="914290" y="16147"/>
                  </a:lnTo>
                  <a:lnTo>
                    <a:pt x="922104" y="16165"/>
                  </a:lnTo>
                  <a:lnTo>
                    <a:pt x="929919" y="16032"/>
                  </a:lnTo>
                  <a:lnTo>
                    <a:pt x="937733" y="15942"/>
                  </a:lnTo>
                  <a:lnTo>
                    <a:pt x="945548" y="15853"/>
                  </a:lnTo>
                  <a:lnTo>
                    <a:pt x="953362" y="15763"/>
                  </a:lnTo>
                  <a:lnTo>
                    <a:pt x="961177" y="15674"/>
                  </a:lnTo>
                  <a:lnTo>
                    <a:pt x="968991" y="15526"/>
                  </a:lnTo>
                  <a:lnTo>
                    <a:pt x="976806" y="15344"/>
                  </a:lnTo>
                  <a:lnTo>
                    <a:pt x="984620" y="15162"/>
                  </a:lnTo>
                  <a:lnTo>
                    <a:pt x="992434" y="14981"/>
                  </a:lnTo>
                  <a:lnTo>
                    <a:pt x="1000249" y="14844"/>
                  </a:lnTo>
                  <a:lnTo>
                    <a:pt x="1008063" y="14780"/>
                  </a:lnTo>
                  <a:lnTo>
                    <a:pt x="1015878" y="14594"/>
                  </a:lnTo>
                  <a:lnTo>
                    <a:pt x="1023692" y="14611"/>
                  </a:lnTo>
                  <a:lnTo>
                    <a:pt x="1031507" y="14433"/>
                  </a:lnTo>
                  <a:lnTo>
                    <a:pt x="1039321" y="14314"/>
                  </a:lnTo>
                  <a:lnTo>
                    <a:pt x="1047136" y="14268"/>
                  </a:lnTo>
                  <a:lnTo>
                    <a:pt x="1054950" y="14223"/>
                  </a:lnTo>
                  <a:lnTo>
                    <a:pt x="1062765" y="14098"/>
                  </a:lnTo>
                  <a:lnTo>
                    <a:pt x="1070579" y="13943"/>
                  </a:lnTo>
                  <a:lnTo>
                    <a:pt x="1078393" y="13789"/>
                  </a:lnTo>
                  <a:lnTo>
                    <a:pt x="1086208" y="13636"/>
                  </a:lnTo>
                  <a:lnTo>
                    <a:pt x="1094022" y="13483"/>
                  </a:lnTo>
                  <a:lnTo>
                    <a:pt x="1101837" y="13308"/>
                  </a:lnTo>
                  <a:lnTo>
                    <a:pt x="1109651" y="13064"/>
                  </a:lnTo>
                  <a:lnTo>
                    <a:pt x="1117466" y="12824"/>
                  </a:lnTo>
                  <a:lnTo>
                    <a:pt x="1125280" y="12585"/>
                  </a:lnTo>
                  <a:lnTo>
                    <a:pt x="1133095" y="12480"/>
                  </a:lnTo>
                  <a:lnTo>
                    <a:pt x="1140909" y="12545"/>
                  </a:lnTo>
                  <a:lnTo>
                    <a:pt x="1148723" y="12442"/>
                  </a:lnTo>
                  <a:lnTo>
                    <a:pt x="1156538" y="12290"/>
                  </a:lnTo>
                  <a:lnTo>
                    <a:pt x="1164352" y="12148"/>
                  </a:lnTo>
                  <a:lnTo>
                    <a:pt x="1172167" y="12000"/>
                  </a:lnTo>
                  <a:lnTo>
                    <a:pt x="1179981" y="11853"/>
                  </a:lnTo>
                  <a:lnTo>
                    <a:pt x="1187796" y="11707"/>
                  </a:lnTo>
                  <a:lnTo>
                    <a:pt x="1195610" y="11561"/>
                  </a:lnTo>
                  <a:lnTo>
                    <a:pt x="1203425" y="11415"/>
                  </a:lnTo>
                  <a:lnTo>
                    <a:pt x="1211239" y="11272"/>
                  </a:lnTo>
                  <a:lnTo>
                    <a:pt x="1219053" y="11191"/>
                  </a:lnTo>
                  <a:lnTo>
                    <a:pt x="1226868" y="11273"/>
                  </a:lnTo>
                  <a:lnTo>
                    <a:pt x="1234682" y="11356"/>
                  </a:lnTo>
                  <a:lnTo>
                    <a:pt x="1242497" y="11377"/>
                  </a:lnTo>
                  <a:lnTo>
                    <a:pt x="1250311" y="11251"/>
                  </a:lnTo>
                  <a:lnTo>
                    <a:pt x="1258126" y="11126"/>
                  </a:lnTo>
                  <a:lnTo>
                    <a:pt x="1265940" y="11001"/>
                  </a:lnTo>
                  <a:lnTo>
                    <a:pt x="1273755" y="10876"/>
                  </a:lnTo>
                  <a:lnTo>
                    <a:pt x="1281569" y="10752"/>
                  </a:lnTo>
                  <a:lnTo>
                    <a:pt x="1289384" y="10629"/>
                  </a:lnTo>
                  <a:lnTo>
                    <a:pt x="1297198" y="10507"/>
                  </a:lnTo>
                  <a:lnTo>
                    <a:pt x="1305012" y="10385"/>
                  </a:lnTo>
                  <a:lnTo>
                    <a:pt x="1312827" y="10263"/>
                  </a:lnTo>
                  <a:lnTo>
                    <a:pt x="1320641" y="10142"/>
                  </a:lnTo>
                  <a:lnTo>
                    <a:pt x="1328456" y="10020"/>
                  </a:lnTo>
                  <a:lnTo>
                    <a:pt x="1336270" y="9899"/>
                  </a:lnTo>
                  <a:lnTo>
                    <a:pt x="1344085" y="9779"/>
                  </a:lnTo>
                  <a:lnTo>
                    <a:pt x="1351899" y="9658"/>
                  </a:lnTo>
                  <a:lnTo>
                    <a:pt x="1359714" y="9519"/>
                  </a:lnTo>
                  <a:lnTo>
                    <a:pt x="1367528" y="9349"/>
                  </a:lnTo>
                  <a:lnTo>
                    <a:pt x="1375342" y="9181"/>
                  </a:lnTo>
                  <a:lnTo>
                    <a:pt x="1383157" y="9081"/>
                  </a:lnTo>
                  <a:lnTo>
                    <a:pt x="1390971" y="8974"/>
                  </a:lnTo>
                  <a:lnTo>
                    <a:pt x="1398786" y="8901"/>
                  </a:lnTo>
                  <a:lnTo>
                    <a:pt x="1406600" y="8817"/>
                  </a:lnTo>
                  <a:lnTo>
                    <a:pt x="1414415" y="8696"/>
                  </a:lnTo>
                  <a:lnTo>
                    <a:pt x="1422229" y="8576"/>
                  </a:lnTo>
                  <a:lnTo>
                    <a:pt x="1430044" y="8456"/>
                  </a:lnTo>
                  <a:lnTo>
                    <a:pt x="1437858" y="8336"/>
                  </a:lnTo>
                  <a:lnTo>
                    <a:pt x="1445672" y="8217"/>
                  </a:lnTo>
                  <a:lnTo>
                    <a:pt x="1453487" y="8097"/>
                  </a:lnTo>
                  <a:lnTo>
                    <a:pt x="1461301" y="7978"/>
                  </a:lnTo>
                  <a:lnTo>
                    <a:pt x="1469116" y="7842"/>
                  </a:lnTo>
                  <a:lnTo>
                    <a:pt x="1476930" y="7681"/>
                  </a:lnTo>
                  <a:lnTo>
                    <a:pt x="1484745" y="7520"/>
                  </a:lnTo>
                  <a:lnTo>
                    <a:pt x="1492559" y="7361"/>
                  </a:lnTo>
                  <a:lnTo>
                    <a:pt x="1500374" y="7202"/>
                  </a:lnTo>
                  <a:lnTo>
                    <a:pt x="1508188" y="7043"/>
                  </a:lnTo>
                  <a:lnTo>
                    <a:pt x="1516003" y="6886"/>
                  </a:lnTo>
                  <a:lnTo>
                    <a:pt x="1523817" y="6729"/>
                  </a:lnTo>
                  <a:lnTo>
                    <a:pt x="1531631" y="6573"/>
                  </a:lnTo>
                  <a:lnTo>
                    <a:pt x="1539446" y="6418"/>
                  </a:lnTo>
                  <a:lnTo>
                    <a:pt x="1547260" y="6263"/>
                  </a:lnTo>
                  <a:lnTo>
                    <a:pt x="1555075" y="6110"/>
                  </a:lnTo>
                  <a:lnTo>
                    <a:pt x="1562889" y="5958"/>
                  </a:lnTo>
                  <a:lnTo>
                    <a:pt x="1570704" y="5807"/>
                  </a:lnTo>
                  <a:lnTo>
                    <a:pt x="1578518" y="5657"/>
                  </a:lnTo>
                  <a:lnTo>
                    <a:pt x="1586333" y="5507"/>
                  </a:lnTo>
                  <a:lnTo>
                    <a:pt x="1594147" y="5358"/>
                  </a:lnTo>
                  <a:lnTo>
                    <a:pt x="1601961" y="5210"/>
                  </a:lnTo>
                  <a:lnTo>
                    <a:pt x="1609776" y="5062"/>
                  </a:lnTo>
                  <a:lnTo>
                    <a:pt x="1617590" y="4915"/>
                  </a:lnTo>
                  <a:lnTo>
                    <a:pt x="1625405" y="4814"/>
                  </a:lnTo>
                  <a:lnTo>
                    <a:pt x="1633219" y="4721"/>
                  </a:lnTo>
                  <a:lnTo>
                    <a:pt x="1641034" y="4628"/>
                  </a:lnTo>
                  <a:lnTo>
                    <a:pt x="1648848" y="4535"/>
                  </a:lnTo>
                  <a:lnTo>
                    <a:pt x="1656663" y="4442"/>
                  </a:lnTo>
                  <a:lnTo>
                    <a:pt x="1664477" y="4350"/>
                  </a:lnTo>
                  <a:lnTo>
                    <a:pt x="1672291" y="4258"/>
                  </a:lnTo>
                  <a:lnTo>
                    <a:pt x="1680106" y="4168"/>
                  </a:lnTo>
                  <a:lnTo>
                    <a:pt x="1687920" y="4077"/>
                  </a:lnTo>
                  <a:lnTo>
                    <a:pt x="1695735" y="3987"/>
                  </a:lnTo>
                  <a:lnTo>
                    <a:pt x="1703549" y="3897"/>
                  </a:lnTo>
                  <a:lnTo>
                    <a:pt x="1711364" y="3808"/>
                  </a:lnTo>
                  <a:lnTo>
                    <a:pt x="1719178" y="3718"/>
                  </a:lnTo>
                  <a:lnTo>
                    <a:pt x="1726993" y="3630"/>
                  </a:lnTo>
                  <a:lnTo>
                    <a:pt x="1734807" y="3541"/>
                  </a:lnTo>
                  <a:lnTo>
                    <a:pt x="1742622" y="3453"/>
                  </a:lnTo>
                  <a:lnTo>
                    <a:pt x="1750436" y="3365"/>
                  </a:lnTo>
                  <a:lnTo>
                    <a:pt x="1758250" y="3277"/>
                  </a:lnTo>
                  <a:lnTo>
                    <a:pt x="1766065" y="3189"/>
                  </a:lnTo>
                  <a:lnTo>
                    <a:pt x="1773879" y="3102"/>
                  </a:lnTo>
                  <a:lnTo>
                    <a:pt x="1781694" y="3015"/>
                  </a:lnTo>
                  <a:lnTo>
                    <a:pt x="1789508" y="2928"/>
                  </a:lnTo>
                  <a:lnTo>
                    <a:pt x="1797323" y="2841"/>
                  </a:lnTo>
                  <a:lnTo>
                    <a:pt x="1805137" y="2755"/>
                  </a:lnTo>
                  <a:lnTo>
                    <a:pt x="1812952" y="2669"/>
                  </a:lnTo>
                  <a:lnTo>
                    <a:pt x="1820766" y="2583"/>
                  </a:lnTo>
                  <a:lnTo>
                    <a:pt x="1828580" y="2497"/>
                  </a:lnTo>
                  <a:lnTo>
                    <a:pt x="1836395" y="2412"/>
                  </a:lnTo>
                  <a:lnTo>
                    <a:pt x="1844209" y="2346"/>
                  </a:lnTo>
                  <a:lnTo>
                    <a:pt x="1852024" y="2239"/>
                  </a:lnTo>
                  <a:lnTo>
                    <a:pt x="1859838" y="2152"/>
                  </a:lnTo>
                  <a:lnTo>
                    <a:pt x="1867653" y="2065"/>
                  </a:lnTo>
                  <a:lnTo>
                    <a:pt x="1875467" y="1978"/>
                  </a:lnTo>
                  <a:lnTo>
                    <a:pt x="1883282" y="1891"/>
                  </a:lnTo>
                  <a:lnTo>
                    <a:pt x="1891096" y="1744"/>
                  </a:lnTo>
                  <a:lnTo>
                    <a:pt x="1898910" y="1587"/>
                  </a:lnTo>
                  <a:lnTo>
                    <a:pt x="1906725" y="1429"/>
                  </a:lnTo>
                  <a:lnTo>
                    <a:pt x="1914539" y="1273"/>
                  </a:lnTo>
                  <a:lnTo>
                    <a:pt x="1922354" y="1117"/>
                  </a:lnTo>
                  <a:lnTo>
                    <a:pt x="1930168" y="1025"/>
                  </a:lnTo>
                  <a:lnTo>
                    <a:pt x="1937983" y="937"/>
                  </a:lnTo>
                  <a:lnTo>
                    <a:pt x="1945797" y="850"/>
                  </a:lnTo>
                  <a:lnTo>
                    <a:pt x="1953612" y="764"/>
                  </a:lnTo>
                  <a:lnTo>
                    <a:pt x="1961426" y="678"/>
                  </a:lnTo>
                  <a:lnTo>
                    <a:pt x="1969241" y="593"/>
                  </a:lnTo>
                  <a:lnTo>
                    <a:pt x="1977055" y="508"/>
                  </a:lnTo>
                  <a:lnTo>
                    <a:pt x="1984869" y="423"/>
                  </a:lnTo>
                  <a:lnTo>
                    <a:pt x="1992684" y="338"/>
                  </a:lnTo>
                  <a:lnTo>
                    <a:pt x="2000498" y="253"/>
                  </a:lnTo>
                  <a:lnTo>
                    <a:pt x="2008313" y="168"/>
                  </a:lnTo>
                  <a:lnTo>
                    <a:pt x="2016127" y="84"/>
                  </a:lnTo>
                  <a:lnTo>
                    <a:pt x="2023942" y="0"/>
                  </a:lnTo>
                  <a:lnTo>
                    <a:pt x="2023942" y="252335"/>
                  </a:lnTo>
                  <a:lnTo>
                    <a:pt x="2016127" y="251369"/>
                  </a:lnTo>
                  <a:lnTo>
                    <a:pt x="2008313" y="250458"/>
                  </a:lnTo>
                  <a:lnTo>
                    <a:pt x="2000498" y="249644"/>
                  </a:lnTo>
                  <a:lnTo>
                    <a:pt x="1992684" y="248818"/>
                  </a:lnTo>
                  <a:lnTo>
                    <a:pt x="1984869" y="247855"/>
                  </a:lnTo>
                  <a:lnTo>
                    <a:pt x="1977055" y="246682"/>
                  </a:lnTo>
                  <a:lnTo>
                    <a:pt x="1969241" y="245636"/>
                  </a:lnTo>
                  <a:lnTo>
                    <a:pt x="1961426" y="244634"/>
                  </a:lnTo>
                  <a:lnTo>
                    <a:pt x="1953612" y="243479"/>
                  </a:lnTo>
                  <a:lnTo>
                    <a:pt x="1945797" y="242477"/>
                  </a:lnTo>
                  <a:lnTo>
                    <a:pt x="1937983" y="241468"/>
                  </a:lnTo>
                  <a:lnTo>
                    <a:pt x="1930168" y="240456"/>
                  </a:lnTo>
                  <a:lnTo>
                    <a:pt x="1922354" y="239440"/>
                  </a:lnTo>
                  <a:lnTo>
                    <a:pt x="1914539" y="238353"/>
                  </a:lnTo>
                  <a:lnTo>
                    <a:pt x="1906725" y="237347"/>
                  </a:lnTo>
                  <a:lnTo>
                    <a:pt x="1898910" y="236299"/>
                  </a:lnTo>
                  <a:lnTo>
                    <a:pt x="1891096" y="235141"/>
                  </a:lnTo>
                  <a:lnTo>
                    <a:pt x="1883282" y="234042"/>
                  </a:lnTo>
                  <a:lnTo>
                    <a:pt x="1875467" y="233034"/>
                  </a:lnTo>
                  <a:lnTo>
                    <a:pt x="1867653" y="232024"/>
                  </a:lnTo>
                  <a:lnTo>
                    <a:pt x="1859838" y="231011"/>
                  </a:lnTo>
                  <a:lnTo>
                    <a:pt x="1852024" y="229997"/>
                  </a:lnTo>
                  <a:lnTo>
                    <a:pt x="1844209" y="228980"/>
                  </a:lnTo>
                  <a:lnTo>
                    <a:pt x="1836395" y="227961"/>
                  </a:lnTo>
                  <a:lnTo>
                    <a:pt x="1828580" y="226852"/>
                  </a:lnTo>
                  <a:lnTo>
                    <a:pt x="1820766" y="225644"/>
                  </a:lnTo>
                  <a:lnTo>
                    <a:pt x="1812952" y="224433"/>
                  </a:lnTo>
                  <a:lnTo>
                    <a:pt x="1805137" y="223250"/>
                  </a:lnTo>
                  <a:lnTo>
                    <a:pt x="1797323" y="222014"/>
                  </a:lnTo>
                  <a:lnTo>
                    <a:pt x="1789508" y="220979"/>
                  </a:lnTo>
                  <a:lnTo>
                    <a:pt x="1781694" y="220013"/>
                  </a:lnTo>
                  <a:lnTo>
                    <a:pt x="1773879" y="218741"/>
                  </a:lnTo>
                  <a:lnTo>
                    <a:pt x="1766065" y="217465"/>
                  </a:lnTo>
                  <a:lnTo>
                    <a:pt x="1758250" y="216410"/>
                  </a:lnTo>
                  <a:lnTo>
                    <a:pt x="1750436" y="215241"/>
                  </a:lnTo>
                  <a:lnTo>
                    <a:pt x="1742622" y="214014"/>
                  </a:lnTo>
                  <a:lnTo>
                    <a:pt x="1734807" y="212785"/>
                  </a:lnTo>
                  <a:lnTo>
                    <a:pt x="1726993" y="211655"/>
                  </a:lnTo>
                  <a:lnTo>
                    <a:pt x="1719178" y="210575"/>
                  </a:lnTo>
                  <a:lnTo>
                    <a:pt x="1711364" y="209492"/>
                  </a:lnTo>
                  <a:lnTo>
                    <a:pt x="1703549" y="208408"/>
                  </a:lnTo>
                  <a:lnTo>
                    <a:pt x="1695735" y="207322"/>
                  </a:lnTo>
                  <a:lnTo>
                    <a:pt x="1687920" y="206234"/>
                  </a:lnTo>
                  <a:lnTo>
                    <a:pt x="1680106" y="205145"/>
                  </a:lnTo>
                  <a:lnTo>
                    <a:pt x="1672291" y="204054"/>
                  </a:lnTo>
                  <a:lnTo>
                    <a:pt x="1664477" y="202957"/>
                  </a:lnTo>
                  <a:lnTo>
                    <a:pt x="1656663" y="201857"/>
                  </a:lnTo>
                  <a:lnTo>
                    <a:pt x="1648848" y="200868"/>
                  </a:lnTo>
                  <a:lnTo>
                    <a:pt x="1641034" y="199919"/>
                  </a:lnTo>
                  <a:lnTo>
                    <a:pt x="1633219" y="198966"/>
                  </a:lnTo>
                  <a:lnTo>
                    <a:pt x="1625405" y="197804"/>
                  </a:lnTo>
                  <a:lnTo>
                    <a:pt x="1617590" y="196468"/>
                  </a:lnTo>
                  <a:lnTo>
                    <a:pt x="1609776" y="195236"/>
                  </a:lnTo>
                  <a:lnTo>
                    <a:pt x="1601961" y="194053"/>
                  </a:lnTo>
                  <a:lnTo>
                    <a:pt x="1594147" y="192802"/>
                  </a:lnTo>
                  <a:lnTo>
                    <a:pt x="1586333" y="191700"/>
                  </a:lnTo>
                  <a:lnTo>
                    <a:pt x="1578518" y="190745"/>
                  </a:lnTo>
                  <a:lnTo>
                    <a:pt x="1570704" y="189709"/>
                  </a:lnTo>
                  <a:lnTo>
                    <a:pt x="1562889" y="188626"/>
                  </a:lnTo>
                  <a:lnTo>
                    <a:pt x="1555075" y="187633"/>
                  </a:lnTo>
                  <a:lnTo>
                    <a:pt x="1547260" y="186634"/>
                  </a:lnTo>
                  <a:lnTo>
                    <a:pt x="1539446" y="185509"/>
                  </a:lnTo>
                  <a:lnTo>
                    <a:pt x="1531631" y="184326"/>
                  </a:lnTo>
                  <a:lnTo>
                    <a:pt x="1523817" y="183143"/>
                  </a:lnTo>
                  <a:lnTo>
                    <a:pt x="1516003" y="181963"/>
                  </a:lnTo>
                  <a:lnTo>
                    <a:pt x="1508188" y="180851"/>
                  </a:lnTo>
                  <a:lnTo>
                    <a:pt x="1500374" y="179739"/>
                  </a:lnTo>
                  <a:lnTo>
                    <a:pt x="1492559" y="178627"/>
                  </a:lnTo>
                  <a:lnTo>
                    <a:pt x="1484745" y="177515"/>
                  </a:lnTo>
                  <a:lnTo>
                    <a:pt x="1476930" y="176403"/>
                  </a:lnTo>
                  <a:lnTo>
                    <a:pt x="1469116" y="175292"/>
                  </a:lnTo>
                  <a:lnTo>
                    <a:pt x="1461301" y="174180"/>
                  </a:lnTo>
                  <a:lnTo>
                    <a:pt x="1453487" y="173069"/>
                  </a:lnTo>
                  <a:lnTo>
                    <a:pt x="1445672" y="171959"/>
                  </a:lnTo>
                  <a:lnTo>
                    <a:pt x="1437858" y="170848"/>
                  </a:lnTo>
                  <a:lnTo>
                    <a:pt x="1430044" y="169710"/>
                  </a:lnTo>
                  <a:lnTo>
                    <a:pt x="1422229" y="168539"/>
                  </a:lnTo>
                  <a:lnTo>
                    <a:pt x="1414415" y="167370"/>
                  </a:lnTo>
                  <a:lnTo>
                    <a:pt x="1406600" y="166202"/>
                  </a:lnTo>
                  <a:lnTo>
                    <a:pt x="1398786" y="165035"/>
                  </a:lnTo>
                  <a:lnTo>
                    <a:pt x="1390971" y="163870"/>
                  </a:lnTo>
                  <a:lnTo>
                    <a:pt x="1383157" y="162707"/>
                  </a:lnTo>
                  <a:lnTo>
                    <a:pt x="1375342" y="161545"/>
                  </a:lnTo>
                  <a:lnTo>
                    <a:pt x="1367528" y="160386"/>
                  </a:lnTo>
                  <a:lnTo>
                    <a:pt x="1359714" y="159228"/>
                  </a:lnTo>
                  <a:lnTo>
                    <a:pt x="1351899" y="158072"/>
                  </a:lnTo>
                  <a:lnTo>
                    <a:pt x="1344085" y="157085"/>
                  </a:lnTo>
                  <a:lnTo>
                    <a:pt x="1336270" y="156205"/>
                  </a:lnTo>
                  <a:lnTo>
                    <a:pt x="1328456" y="155326"/>
                  </a:lnTo>
                  <a:lnTo>
                    <a:pt x="1320641" y="154318"/>
                  </a:lnTo>
                  <a:lnTo>
                    <a:pt x="1312827" y="153183"/>
                  </a:lnTo>
                  <a:lnTo>
                    <a:pt x="1305012" y="151988"/>
                  </a:lnTo>
                  <a:lnTo>
                    <a:pt x="1297198" y="150795"/>
                  </a:lnTo>
                  <a:lnTo>
                    <a:pt x="1289384" y="149603"/>
                  </a:lnTo>
                  <a:lnTo>
                    <a:pt x="1281569" y="148414"/>
                  </a:lnTo>
                  <a:lnTo>
                    <a:pt x="1273755" y="147227"/>
                  </a:lnTo>
                  <a:lnTo>
                    <a:pt x="1265940" y="146266"/>
                  </a:lnTo>
                  <a:lnTo>
                    <a:pt x="1258126" y="145317"/>
                  </a:lnTo>
                  <a:lnTo>
                    <a:pt x="1250311" y="144370"/>
                  </a:lnTo>
                  <a:lnTo>
                    <a:pt x="1242497" y="143425"/>
                  </a:lnTo>
                  <a:lnTo>
                    <a:pt x="1234682" y="142395"/>
                  </a:lnTo>
                  <a:lnTo>
                    <a:pt x="1226868" y="141325"/>
                  </a:lnTo>
                  <a:lnTo>
                    <a:pt x="1219053" y="140259"/>
                  </a:lnTo>
                  <a:lnTo>
                    <a:pt x="1211239" y="139190"/>
                  </a:lnTo>
                  <a:lnTo>
                    <a:pt x="1203425" y="138094"/>
                  </a:lnTo>
                  <a:lnTo>
                    <a:pt x="1195610" y="136769"/>
                  </a:lnTo>
                  <a:lnTo>
                    <a:pt x="1187796" y="135452"/>
                  </a:lnTo>
                  <a:lnTo>
                    <a:pt x="1179981" y="134288"/>
                  </a:lnTo>
                  <a:lnTo>
                    <a:pt x="1172167" y="133126"/>
                  </a:lnTo>
                  <a:lnTo>
                    <a:pt x="1164352" y="131966"/>
                  </a:lnTo>
                  <a:lnTo>
                    <a:pt x="1156538" y="130809"/>
                  </a:lnTo>
                  <a:lnTo>
                    <a:pt x="1148723" y="129654"/>
                  </a:lnTo>
                  <a:lnTo>
                    <a:pt x="1140909" y="128501"/>
                  </a:lnTo>
                  <a:lnTo>
                    <a:pt x="1133095" y="127352"/>
                  </a:lnTo>
                  <a:lnTo>
                    <a:pt x="1125280" y="126205"/>
                  </a:lnTo>
                  <a:lnTo>
                    <a:pt x="1117466" y="125113"/>
                  </a:lnTo>
                  <a:lnTo>
                    <a:pt x="1109651" y="124124"/>
                  </a:lnTo>
                  <a:lnTo>
                    <a:pt x="1101837" y="122976"/>
                  </a:lnTo>
                  <a:lnTo>
                    <a:pt x="1094022" y="121822"/>
                  </a:lnTo>
                  <a:lnTo>
                    <a:pt x="1086208" y="120671"/>
                  </a:lnTo>
                  <a:lnTo>
                    <a:pt x="1078393" y="119700"/>
                  </a:lnTo>
                  <a:lnTo>
                    <a:pt x="1070579" y="118863"/>
                  </a:lnTo>
                  <a:lnTo>
                    <a:pt x="1062765" y="117765"/>
                  </a:lnTo>
                  <a:lnTo>
                    <a:pt x="1054950" y="116864"/>
                  </a:lnTo>
                  <a:lnTo>
                    <a:pt x="1047136" y="115966"/>
                  </a:lnTo>
                  <a:lnTo>
                    <a:pt x="1039321" y="115069"/>
                  </a:lnTo>
                  <a:lnTo>
                    <a:pt x="1031507" y="114172"/>
                  </a:lnTo>
                  <a:lnTo>
                    <a:pt x="1023692" y="113242"/>
                  </a:lnTo>
                  <a:lnTo>
                    <a:pt x="1015878" y="112153"/>
                  </a:lnTo>
                  <a:lnTo>
                    <a:pt x="1008063" y="111061"/>
                  </a:lnTo>
                  <a:lnTo>
                    <a:pt x="1000249" y="109973"/>
                  </a:lnTo>
                  <a:lnTo>
                    <a:pt x="992434" y="108856"/>
                  </a:lnTo>
                  <a:lnTo>
                    <a:pt x="984620" y="107708"/>
                  </a:lnTo>
                  <a:lnTo>
                    <a:pt x="976806" y="106566"/>
                  </a:lnTo>
                  <a:lnTo>
                    <a:pt x="968991" y="105672"/>
                  </a:lnTo>
                  <a:lnTo>
                    <a:pt x="961177" y="104604"/>
                  </a:lnTo>
                  <a:lnTo>
                    <a:pt x="953362" y="103541"/>
                  </a:lnTo>
                  <a:lnTo>
                    <a:pt x="945548" y="102481"/>
                  </a:lnTo>
                  <a:lnTo>
                    <a:pt x="937733" y="101426"/>
                  </a:lnTo>
                  <a:lnTo>
                    <a:pt x="929919" y="100374"/>
                  </a:lnTo>
                  <a:lnTo>
                    <a:pt x="922104" y="99396"/>
                  </a:lnTo>
                  <a:lnTo>
                    <a:pt x="914290" y="98448"/>
                  </a:lnTo>
                  <a:lnTo>
                    <a:pt x="906476" y="97512"/>
                  </a:lnTo>
                  <a:lnTo>
                    <a:pt x="898661" y="96623"/>
                  </a:lnTo>
                  <a:lnTo>
                    <a:pt x="890847" y="95951"/>
                  </a:lnTo>
                  <a:lnTo>
                    <a:pt x="883032" y="95280"/>
                  </a:lnTo>
                  <a:lnTo>
                    <a:pt x="875218" y="94602"/>
                  </a:lnTo>
                  <a:lnTo>
                    <a:pt x="867403" y="93656"/>
                  </a:lnTo>
                  <a:lnTo>
                    <a:pt x="859589" y="92705"/>
                  </a:lnTo>
                  <a:lnTo>
                    <a:pt x="851774" y="91949"/>
                  </a:lnTo>
                  <a:lnTo>
                    <a:pt x="843960" y="91204"/>
                  </a:lnTo>
                  <a:lnTo>
                    <a:pt x="836145" y="90463"/>
                  </a:lnTo>
                  <a:lnTo>
                    <a:pt x="828331" y="89563"/>
                  </a:lnTo>
                  <a:lnTo>
                    <a:pt x="820517" y="88977"/>
                  </a:lnTo>
                  <a:lnTo>
                    <a:pt x="812702" y="88244"/>
                  </a:lnTo>
                  <a:lnTo>
                    <a:pt x="804888" y="87500"/>
                  </a:lnTo>
                  <a:lnTo>
                    <a:pt x="797073" y="86572"/>
                  </a:lnTo>
                  <a:lnTo>
                    <a:pt x="789259" y="85858"/>
                  </a:lnTo>
                  <a:lnTo>
                    <a:pt x="781444" y="85142"/>
                  </a:lnTo>
                  <a:lnTo>
                    <a:pt x="773630" y="84379"/>
                  </a:lnTo>
                  <a:lnTo>
                    <a:pt x="765815" y="83659"/>
                  </a:lnTo>
                  <a:lnTo>
                    <a:pt x="758001" y="82335"/>
                  </a:lnTo>
                  <a:lnTo>
                    <a:pt x="750187" y="81532"/>
                  </a:lnTo>
                  <a:lnTo>
                    <a:pt x="742372" y="80993"/>
                  </a:lnTo>
                  <a:lnTo>
                    <a:pt x="734558" y="80200"/>
                  </a:lnTo>
                  <a:lnTo>
                    <a:pt x="726743" y="79347"/>
                  </a:lnTo>
                  <a:lnTo>
                    <a:pt x="718929" y="78447"/>
                  </a:lnTo>
                  <a:lnTo>
                    <a:pt x="711114" y="77520"/>
                  </a:lnTo>
                  <a:lnTo>
                    <a:pt x="703300" y="77001"/>
                  </a:lnTo>
                  <a:lnTo>
                    <a:pt x="695485" y="76329"/>
                  </a:lnTo>
                  <a:lnTo>
                    <a:pt x="687671" y="75443"/>
                  </a:lnTo>
                  <a:lnTo>
                    <a:pt x="679857" y="74562"/>
                  </a:lnTo>
                  <a:lnTo>
                    <a:pt x="672042" y="73766"/>
                  </a:lnTo>
                  <a:lnTo>
                    <a:pt x="664228" y="73180"/>
                  </a:lnTo>
                  <a:lnTo>
                    <a:pt x="656413" y="72375"/>
                  </a:lnTo>
                  <a:lnTo>
                    <a:pt x="648599" y="71558"/>
                  </a:lnTo>
                  <a:lnTo>
                    <a:pt x="640784" y="70744"/>
                  </a:lnTo>
                  <a:lnTo>
                    <a:pt x="632970" y="69938"/>
                  </a:lnTo>
                  <a:lnTo>
                    <a:pt x="625155" y="69302"/>
                  </a:lnTo>
                  <a:lnTo>
                    <a:pt x="617341" y="68780"/>
                  </a:lnTo>
                  <a:lnTo>
                    <a:pt x="609526" y="68268"/>
                  </a:lnTo>
                  <a:lnTo>
                    <a:pt x="601712" y="67835"/>
                  </a:lnTo>
                  <a:lnTo>
                    <a:pt x="593898" y="67265"/>
                  </a:lnTo>
                  <a:lnTo>
                    <a:pt x="586083" y="66782"/>
                  </a:lnTo>
                  <a:lnTo>
                    <a:pt x="578269" y="66289"/>
                  </a:lnTo>
                  <a:lnTo>
                    <a:pt x="570454" y="65756"/>
                  </a:lnTo>
                  <a:lnTo>
                    <a:pt x="562640" y="65142"/>
                  </a:lnTo>
                  <a:lnTo>
                    <a:pt x="554825" y="64643"/>
                  </a:lnTo>
                  <a:lnTo>
                    <a:pt x="547011" y="64246"/>
                  </a:lnTo>
                  <a:lnTo>
                    <a:pt x="539196" y="63816"/>
                  </a:lnTo>
                  <a:lnTo>
                    <a:pt x="531382" y="63307"/>
                  </a:lnTo>
                  <a:lnTo>
                    <a:pt x="523568" y="62826"/>
                  </a:lnTo>
                  <a:lnTo>
                    <a:pt x="515753" y="62346"/>
                  </a:lnTo>
                  <a:lnTo>
                    <a:pt x="507939" y="61868"/>
                  </a:lnTo>
                  <a:lnTo>
                    <a:pt x="500124" y="61430"/>
                  </a:lnTo>
                  <a:lnTo>
                    <a:pt x="492310" y="61079"/>
                  </a:lnTo>
                  <a:lnTo>
                    <a:pt x="484495" y="60583"/>
                  </a:lnTo>
                  <a:lnTo>
                    <a:pt x="476681" y="60033"/>
                  </a:lnTo>
                  <a:lnTo>
                    <a:pt x="468866" y="59591"/>
                  </a:lnTo>
                  <a:lnTo>
                    <a:pt x="461052" y="58896"/>
                  </a:lnTo>
                  <a:lnTo>
                    <a:pt x="453238" y="58333"/>
                  </a:lnTo>
                  <a:lnTo>
                    <a:pt x="445423" y="57867"/>
                  </a:lnTo>
                  <a:lnTo>
                    <a:pt x="437609" y="57670"/>
                  </a:lnTo>
                  <a:lnTo>
                    <a:pt x="429794" y="57229"/>
                  </a:lnTo>
                  <a:lnTo>
                    <a:pt x="421980" y="56814"/>
                  </a:lnTo>
                  <a:lnTo>
                    <a:pt x="414165" y="56378"/>
                  </a:lnTo>
                  <a:lnTo>
                    <a:pt x="406351" y="56099"/>
                  </a:lnTo>
                  <a:lnTo>
                    <a:pt x="398536" y="55728"/>
                  </a:lnTo>
                  <a:lnTo>
                    <a:pt x="390722" y="55507"/>
                  </a:lnTo>
                  <a:lnTo>
                    <a:pt x="382907" y="55223"/>
                  </a:lnTo>
                  <a:lnTo>
                    <a:pt x="375093" y="54946"/>
                  </a:lnTo>
                  <a:lnTo>
                    <a:pt x="367279" y="54684"/>
                  </a:lnTo>
                  <a:lnTo>
                    <a:pt x="359464" y="54451"/>
                  </a:lnTo>
                  <a:lnTo>
                    <a:pt x="351650" y="54099"/>
                  </a:lnTo>
                  <a:lnTo>
                    <a:pt x="343835" y="53766"/>
                  </a:lnTo>
                  <a:lnTo>
                    <a:pt x="336021" y="53411"/>
                  </a:lnTo>
                  <a:lnTo>
                    <a:pt x="328206" y="53050"/>
                  </a:lnTo>
                  <a:lnTo>
                    <a:pt x="320392" y="52702"/>
                  </a:lnTo>
                  <a:lnTo>
                    <a:pt x="312577" y="52352"/>
                  </a:lnTo>
                  <a:lnTo>
                    <a:pt x="304763" y="52060"/>
                  </a:lnTo>
                  <a:lnTo>
                    <a:pt x="296949" y="51945"/>
                  </a:lnTo>
                  <a:lnTo>
                    <a:pt x="289134" y="51641"/>
                  </a:lnTo>
                  <a:lnTo>
                    <a:pt x="281320" y="51450"/>
                  </a:lnTo>
                  <a:lnTo>
                    <a:pt x="273505" y="51307"/>
                  </a:lnTo>
                  <a:lnTo>
                    <a:pt x="265691" y="51125"/>
                  </a:lnTo>
                  <a:lnTo>
                    <a:pt x="257876" y="50726"/>
                  </a:lnTo>
                  <a:lnTo>
                    <a:pt x="250062" y="50619"/>
                  </a:lnTo>
                  <a:lnTo>
                    <a:pt x="242247" y="50431"/>
                  </a:lnTo>
                  <a:lnTo>
                    <a:pt x="234433" y="50056"/>
                  </a:lnTo>
                  <a:lnTo>
                    <a:pt x="226619" y="49884"/>
                  </a:lnTo>
                  <a:lnTo>
                    <a:pt x="218804" y="49726"/>
                  </a:lnTo>
                  <a:lnTo>
                    <a:pt x="210990" y="49534"/>
                  </a:lnTo>
                  <a:lnTo>
                    <a:pt x="203175" y="49450"/>
                  </a:lnTo>
                  <a:lnTo>
                    <a:pt x="195361" y="49262"/>
                  </a:lnTo>
                  <a:lnTo>
                    <a:pt x="187546" y="49252"/>
                  </a:lnTo>
                  <a:lnTo>
                    <a:pt x="179732" y="49094"/>
                  </a:lnTo>
                  <a:lnTo>
                    <a:pt x="171917" y="49119"/>
                  </a:lnTo>
                  <a:lnTo>
                    <a:pt x="164103" y="49106"/>
                  </a:lnTo>
                  <a:lnTo>
                    <a:pt x="156288" y="48954"/>
                  </a:lnTo>
                  <a:lnTo>
                    <a:pt x="148474" y="48909"/>
                  </a:lnTo>
                  <a:lnTo>
                    <a:pt x="140660" y="48804"/>
                  </a:lnTo>
                  <a:lnTo>
                    <a:pt x="132845" y="48815"/>
                  </a:lnTo>
                  <a:lnTo>
                    <a:pt x="125031" y="49085"/>
                  </a:lnTo>
                  <a:lnTo>
                    <a:pt x="117216" y="49104"/>
                  </a:lnTo>
                  <a:lnTo>
                    <a:pt x="109402" y="49048"/>
                  </a:lnTo>
                  <a:lnTo>
                    <a:pt x="101587" y="49016"/>
                  </a:lnTo>
                  <a:lnTo>
                    <a:pt x="93773" y="49005"/>
                  </a:lnTo>
                  <a:lnTo>
                    <a:pt x="85958" y="48873"/>
                  </a:lnTo>
                  <a:lnTo>
                    <a:pt x="78144" y="48819"/>
                  </a:lnTo>
                  <a:lnTo>
                    <a:pt x="70330" y="48823"/>
                  </a:lnTo>
                  <a:lnTo>
                    <a:pt x="62515" y="48835"/>
                  </a:lnTo>
                  <a:lnTo>
                    <a:pt x="54701" y="48898"/>
                  </a:lnTo>
                  <a:lnTo>
                    <a:pt x="46886" y="48976"/>
                  </a:lnTo>
                  <a:lnTo>
                    <a:pt x="39072" y="48771"/>
                  </a:lnTo>
                  <a:lnTo>
                    <a:pt x="31257" y="48565"/>
                  </a:lnTo>
                  <a:lnTo>
                    <a:pt x="23443" y="48567"/>
                  </a:lnTo>
                  <a:lnTo>
                    <a:pt x="15628" y="48933"/>
                  </a:lnTo>
                  <a:lnTo>
                    <a:pt x="7814" y="48790"/>
                  </a:lnTo>
                  <a:lnTo>
                    <a:pt x="0" y="48740"/>
                  </a:lnTo>
                  <a:close/>
                </a:path>
              </a:pathLst>
            </a:custGeom>
            <a:solidFill>
              <a:srgbClr val="0072B2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113" name="pl112"/>
            <p:cNvSpPr/>
            <p:nvPr/>
          </p:nvSpPr>
          <p:spPr>
            <a:xfrm>
              <a:off x="3632283" y="2734821"/>
              <a:ext cx="2023942" cy="18451"/>
            </a:xfrm>
            <a:custGeom>
              <a:avLst/>
              <a:pathLst>
                <a:path w="2023942" h="18451">
                  <a:moveTo>
                    <a:pt x="0" y="2946"/>
                  </a:moveTo>
                  <a:lnTo>
                    <a:pt x="7814" y="3226"/>
                  </a:lnTo>
                  <a:lnTo>
                    <a:pt x="15628" y="3364"/>
                  </a:lnTo>
                  <a:lnTo>
                    <a:pt x="23443" y="3857"/>
                  </a:lnTo>
                  <a:lnTo>
                    <a:pt x="31257" y="4357"/>
                  </a:lnTo>
                  <a:lnTo>
                    <a:pt x="39072" y="4796"/>
                  </a:lnTo>
                  <a:lnTo>
                    <a:pt x="46886" y="4959"/>
                  </a:lnTo>
                  <a:lnTo>
                    <a:pt x="54701" y="5251"/>
                  </a:lnTo>
                  <a:lnTo>
                    <a:pt x="62515" y="5688"/>
                  </a:lnTo>
                  <a:lnTo>
                    <a:pt x="70330" y="5866"/>
                  </a:lnTo>
                  <a:lnTo>
                    <a:pt x="78144" y="6117"/>
                  </a:lnTo>
                  <a:lnTo>
                    <a:pt x="85958" y="6373"/>
                  </a:lnTo>
                  <a:lnTo>
                    <a:pt x="93773" y="6604"/>
                  </a:lnTo>
                  <a:lnTo>
                    <a:pt x="101587" y="6796"/>
                  </a:lnTo>
                  <a:lnTo>
                    <a:pt x="109402" y="7286"/>
                  </a:lnTo>
                  <a:lnTo>
                    <a:pt x="117216" y="7651"/>
                  </a:lnTo>
                  <a:lnTo>
                    <a:pt x="125031" y="7797"/>
                  </a:lnTo>
                  <a:lnTo>
                    <a:pt x="132845" y="8039"/>
                  </a:lnTo>
                  <a:lnTo>
                    <a:pt x="140660" y="8526"/>
                  </a:lnTo>
                  <a:lnTo>
                    <a:pt x="148474" y="9014"/>
                  </a:lnTo>
                  <a:lnTo>
                    <a:pt x="156288" y="9459"/>
                  </a:lnTo>
                  <a:lnTo>
                    <a:pt x="164103" y="9683"/>
                  </a:lnTo>
                  <a:lnTo>
                    <a:pt x="171917" y="9881"/>
                  </a:lnTo>
                  <a:lnTo>
                    <a:pt x="179732" y="10072"/>
                  </a:lnTo>
                  <a:lnTo>
                    <a:pt x="187546" y="10272"/>
                  </a:lnTo>
                  <a:lnTo>
                    <a:pt x="195361" y="10528"/>
                  </a:lnTo>
                  <a:lnTo>
                    <a:pt x="203175" y="10922"/>
                  </a:lnTo>
                  <a:lnTo>
                    <a:pt x="210990" y="11168"/>
                  </a:lnTo>
                  <a:lnTo>
                    <a:pt x="218804" y="11520"/>
                  </a:lnTo>
                  <a:lnTo>
                    <a:pt x="226619" y="11781"/>
                  </a:lnTo>
                  <a:lnTo>
                    <a:pt x="234433" y="11953"/>
                  </a:lnTo>
                  <a:lnTo>
                    <a:pt x="242247" y="12250"/>
                  </a:lnTo>
                  <a:lnTo>
                    <a:pt x="250062" y="12542"/>
                  </a:lnTo>
                  <a:lnTo>
                    <a:pt x="257876" y="12830"/>
                  </a:lnTo>
                  <a:lnTo>
                    <a:pt x="265691" y="12924"/>
                  </a:lnTo>
                  <a:lnTo>
                    <a:pt x="273505" y="13397"/>
                  </a:lnTo>
                  <a:lnTo>
                    <a:pt x="281320" y="13690"/>
                  </a:lnTo>
                  <a:lnTo>
                    <a:pt x="289134" y="13891"/>
                  </a:lnTo>
                  <a:lnTo>
                    <a:pt x="296949" y="14158"/>
                  </a:lnTo>
                  <a:lnTo>
                    <a:pt x="304763" y="14425"/>
                  </a:lnTo>
                  <a:lnTo>
                    <a:pt x="312577" y="14692"/>
                  </a:lnTo>
                  <a:lnTo>
                    <a:pt x="320392" y="14960"/>
                  </a:lnTo>
                  <a:lnTo>
                    <a:pt x="328206" y="15228"/>
                  </a:lnTo>
                  <a:lnTo>
                    <a:pt x="336021" y="15368"/>
                  </a:lnTo>
                  <a:lnTo>
                    <a:pt x="343835" y="15603"/>
                  </a:lnTo>
                  <a:lnTo>
                    <a:pt x="351650" y="15757"/>
                  </a:lnTo>
                  <a:lnTo>
                    <a:pt x="359464" y="15845"/>
                  </a:lnTo>
                  <a:lnTo>
                    <a:pt x="367279" y="16119"/>
                  </a:lnTo>
                  <a:lnTo>
                    <a:pt x="375093" y="16395"/>
                  </a:lnTo>
                  <a:lnTo>
                    <a:pt x="382907" y="16383"/>
                  </a:lnTo>
                  <a:lnTo>
                    <a:pt x="390722" y="16719"/>
                  </a:lnTo>
                  <a:lnTo>
                    <a:pt x="398536" y="16944"/>
                  </a:lnTo>
                  <a:lnTo>
                    <a:pt x="406351" y="17127"/>
                  </a:lnTo>
                  <a:lnTo>
                    <a:pt x="414165" y="17055"/>
                  </a:lnTo>
                  <a:lnTo>
                    <a:pt x="421980" y="17368"/>
                  </a:lnTo>
                  <a:lnTo>
                    <a:pt x="429794" y="17549"/>
                  </a:lnTo>
                  <a:lnTo>
                    <a:pt x="437609" y="17571"/>
                  </a:lnTo>
                  <a:lnTo>
                    <a:pt x="445423" y="17609"/>
                  </a:lnTo>
                  <a:lnTo>
                    <a:pt x="453238" y="17628"/>
                  </a:lnTo>
                  <a:lnTo>
                    <a:pt x="461052" y="17507"/>
                  </a:lnTo>
                  <a:lnTo>
                    <a:pt x="468866" y="17701"/>
                  </a:lnTo>
                  <a:lnTo>
                    <a:pt x="476681" y="17737"/>
                  </a:lnTo>
                  <a:lnTo>
                    <a:pt x="484495" y="17915"/>
                  </a:lnTo>
                  <a:lnTo>
                    <a:pt x="492310" y="17884"/>
                  </a:lnTo>
                  <a:lnTo>
                    <a:pt x="500124" y="17914"/>
                  </a:lnTo>
                  <a:lnTo>
                    <a:pt x="507939" y="17922"/>
                  </a:lnTo>
                  <a:lnTo>
                    <a:pt x="515753" y="18032"/>
                  </a:lnTo>
                  <a:lnTo>
                    <a:pt x="523568" y="18193"/>
                  </a:lnTo>
                  <a:lnTo>
                    <a:pt x="531382" y="18102"/>
                  </a:lnTo>
                  <a:lnTo>
                    <a:pt x="539196" y="18165"/>
                  </a:lnTo>
                  <a:lnTo>
                    <a:pt x="547011" y="18049"/>
                  </a:lnTo>
                  <a:lnTo>
                    <a:pt x="554825" y="18052"/>
                  </a:lnTo>
                  <a:lnTo>
                    <a:pt x="562640" y="18080"/>
                  </a:lnTo>
                  <a:lnTo>
                    <a:pt x="570454" y="18108"/>
                  </a:lnTo>
                  <a:lnTo>
                    <a:pt x="578269" y="18158"/>
                  </a:lnTo>
                  <a:lnTo>
                    <a:pt x="586083" y="17970"/>
                  </a:lnTo>
                  <a:lnTo>
                    <a:pt x="593898" y="18155"/>
                  </a:lnTo>
                  <a:lnTo>
                    <a:pt x="601712" y="18234"/>
                  </a:lnTo>
                  <a:lnTo>
                    <a:pt x="609526" y="18195"/>
                  </a:lnTo>
                  <a:lnTo>
                    <a:pt x="617341" y="18037"/>
                  </a:lnTo>
                  <a:lnTo>
                    <a:pt x="625155" y="18098"/>
                  </a:lnTo>
                  <a:lnTo>
                    <a:pt x="632970" y="17992"/>
                  </a:lnTo>
                  <a:lnTo>
                    <a:pt x="640784" y="17869"/>
                  </a:lnTo>
                  <a:lnTo>
                    <a:pt x="648599" y="17900"/>
                  </a:lnTo>
                  <a:lnTo>
                    <a:pt x="656413" y="18205"/>
                  </a:lnTo>
                  <a:lnTo>
                    <a:pt x="664228" y="18085"/>
                  </a:lnTo>
                  <a:lnTo>
                    <a:pt x="672042" y="18129"/>
                  </a:lnTo>
                  <a:lnTo>
                    <a:pt x="679857" y="18311"/>
                  </a:lnTo>
                  <a:lnTo>
                    <a:pt x="687671" y="18155"/>
                  </a:lnTo>
                  <a:lnTo>
                    <a:pt x="695485" y="18143"/>
                  </a:lnTo>
                  <a:lnTo>
                    <a:pt x="703300" y="18290"/>
                  </a:lnTo>
                  <a:lnTo>
                    <a:pt x="711114" y="18424"/>
                  </a:lnTo>
                  <a:lnTo>
                    <a:pt x="718929" y="18451"/>
                  </a:lnTo>
                  <a:lnTo>
                    <a:pt x="726743" y="18362"/>
                  </a:lnTo>
                  <a:lnTo>
                    <a:pt x="734558" y="18273"/>
                  </a:lnTo>
                  <a:lnTo>
                    <a:pt x="742372" y="18298"/>
                  </a:lnTo>
                  <a:lnTo>
                    <a:pt x="750187" y="18341"/>
                  </a:lnTo>
                  <a:lnTo>
                    <a:pt x="758001" y="18383"/>
                  </a:lnTo>
                  <a:lnTo>
                    <a:pt x="765815" y="18405"/>
                  </a:lnTo>
                  <a:lnTo>
                    <a:pt x="773630" y="18256"/>
                  </a:lnTo>
                  <a:lnTo>
                    <a:pt x="781444" y="18064"/>
                  </a:lnTo>
                  <a:lnTo>
                    <a:pt x="789259" y="17874"/>
                  </a:lnTo>
                  <a:lnTo>
                    <a:pt x="797073" y="17683"/>
                  </a:lnTo>
                  <a:lnTo>
                    <a:pt x="804888" y="17603"/>
                  </a:lnTo>
                  <a:lnTo>
                    <a:pt x="812702" y="17470"/>
                  </a:lnTo>
                  <a:lnTo>
                    <a:pt x="820517" y="17270"/>
                  </a:lnTo>
                  <a:lnTo>
                    <a:pt x="828331" y="17165"/>
                  </a:lnTo>
                  <a:lnTo>
                    <a:pt x="836145" y="17044"/>
                  </a:lnTo>
                  <a:lnTo>
                    <a:pt x="843960" y="16916"/>
                  </a:lnTo>
                  <a:lnTo>
                    <a:pt x="851774" y="16712"/>
                  </a:lnTo>
                  <a:lnTo>
                    <a:pt x="859589" y="16525"/>
                  </a:lnTo>
                  <a:lnTo>
                    <a:pt x="867403" y="16364"/>
                  </a:lnTo>
                  <a:lnTo>
                    <a:pt x="875218" y="16203"/>
                  </a:lnTo>
                  <a:lnTo>
                    <a:pt x="883032" y="16069"/>
                  </a:lnTo>
                  <a:lnTo>
                    <a:pt x="890847" y="16217"/>
                  </a:lnTo>
                  <a:lnTo>
                    <a:pt x="898661" y="16294"/>
                  </a:lnTo>
                  <a:lnTo>
                    <a:pt x="906476" y="16155"/>
                  </a:lnTo>
                  <a:lnTo>
                    <a:pt x="914290" y="16147"/>
                  </a:lnTo>
                  <a:lnTo>
                    <a:pt x="922104" y="16165"/>
                  </a:lnTo>
                  <a:lnTo>
                    <a:pt x="929919" y="16032"/>
                  </a:lnTo>
                  <a:lnTo>
                    <a:pt x="937733" y="15942"/>
                  </a:lnTo>
                  <a:lnTo>
                    <a:pt x="945548" y="15853"/>
                  </a:lnTo>
                  <a:lnTo>
                    <a:pt x="953362" y="15763"/>
                  </a:lnTo>
                  <a:lnTo>
                    <a:pt x="961177" y="15674"/>
                  </a:lnTo>
                  <a:lnTo>
                    <a:pt x="968991" y="15526"/>
                  </a:lnTo>
                  <a:lnTo>
                    <a:pt x="976806" y="15344"/>
                  </a:lnTo>
                  <a:lnTo>
                    <a:pt x="984620" y="15162"/>
                  </a:lnTo>
                  <a:lnTo>
                    <a:pt x="992434" y="14981"/>
                  </a:lnTo>
                  <a:lnTo>
                    <a:pt x="1000249" y="14844"/>
                  </a:lnTo>
                  <a:lnTo>
                    <a:pt x="1008063" y="14780"/>
                  </a:lnTo>
                  <a:lnTo>
                    <a:pt x="1015878" y="14594"/>
                  </a:lnTo>
                  <a:lnTo>
                    <a:pt x="1023692" y="14611"/>
                  </a:lnTo>
                  <a:lnTo>
                    <a:pt x="1031507" y="14433"/>
                  </a:lnTo>
                  <a:lnTo>
                    <a:pt x="1039321" y="14314"/>
                  </a:lnTo>
                  <a:lnTo>
                    <a:pt x="1047136" y="14268"/>
                  </a:lnTo>
                  <a:lnTo>
                    <a:pt x="1054950" y="14223"/>
                  </a:lnTo>
                  <a:lnTo>
                    <a:pt x="1062765" y="14098"/>
                  </a:lnTo>
                  <a:lnTo>
                    <a:pt x="1070579" y="13943"/>
                  </a:lnTo>
                  <a:lnTo>
                    <a:pt x="1078393" y="13789"/>
                  </a:lnTo>
                  <a:lnTo>
                    <a:pt x="1086208" y="13636"/>
                  </a:lnTo>
                  <a:lnTo>
                    <a:pt x="1094022" y="13483"/>
                  </a:lnTo>
                  <a:lnTo>
                    <a:pt x="1101837" y="13308"/>
                  </a:lnTo>
                  <a:lnTo>
                    <a:pt x="1109651" y="13064"/>
                  </a:lnTo>
                  <a:lnTo>
                    <a:pt x="1117466" y="12824"/>
                  </a:lnTo>
                  <a:lnTo>
                    <a:pt x="1125280" y="12585"/>
                  </a:lnTo>
                  <a:lnTo>
                    <a:pt x="1133095" y="12480"/>
                  </a:lnTo>
                  <a:lnTo>
                    <a:pt x="1140909" y="12545"/>
                  </a:lnTo>
                  <a:lnTo>
                    <a:pt x="1148723" y="12442"/>
                  </a:lnTo>
                  <a:lnTo>
                    <a:pt x="1156538" y="12290"/>
                  </a:lnTo>
                  <a:lnTo>
                    <a:pt x="1164352" y="12148"/>
                  </a:lnTo>
                  <a:lnTo>
                    <a:pt x="1172167" y="12000"/>
                  </a:lnTo>
                  <a:lnTo>
                    <a:pt x="1179981" y="11853"/>
                  </a:lnTo>
                  <a:lnTo>
                    <a:pt x="1187796" y="11707"/>
                  </a:lnTo>
                  <a:lnTo>
                    <a:pt x="1195610" y="11561"/>
                  </a:lnTo>
                  <a:lnTo>
                    <a:pt x="1203425" y="11415"/>
                  </a:lnTo>
                  <a:lnTo>
                    <a:pt x="1211239" y="11272"/>
                  </a:lnTo>
                  <a:lnTo>
                    <a:pt x="1219053" y="11191"/>
                  </a:lnTo>
                  <a:lnTo>
                    <a:pt x="1226868" y="11273"/>
                  </a:lnTo>
                  <a:lnTo>
                    <a:pt x="1234682" y="11356"/>
                  </a:lnTo>
                  <a:lnTo>
                    <a:pt x="1242497" y="11377"/>
                  </a:lnTo>
                  <a:lnTo>
                    <a:pt x="1250311" y="11251"/>
                  </a:lnTo>
                  <a:lnTo>
                    <a:pt x="1258126" y="11126"/>
                  </a:lnTo>
                  <a:lnTo>
                    <a:pt x="1265940" y="11001"/>
                  </a:lnTo>
                  <a:lnTo>
                    <a:pt x="1273755" y="10876"/>
                  </a:lnTo>
                  <a:lnTo>
                    <a:pt x="1281569" y="10752"/>
                  </a:lnTo>
                  <a:lnTo>
                    <a:pt x="1289384" y="10629"/>
                  </a:lnTo>
                  <a:lnTo>
                    <a:pt x="1297198" y="10507"/>
                  </a:lnTo>
                  <a:lnTo>
                    <a:pt x="1305012" y="10385"/>
                  </a:lnTo>
                  <a:lnTo>
                    <a:pt x="1312827" y="10263"/>
                  </a:lnTo>
                  <a:lnTo>
                    <a:pt x="1320641" y="10142"/>
                  </a:lnTo>
                  <a:lnTo>
                    <a:pt x="1328456" y="10020"/>
                  </a:lnTo>
                  <a:lnTo>
                    <a:pt x="1336270" y="9899"/>
                  </a:lnTo>
                  <a:lnTo>
                    <a:pt x="1344085" y="9779"/>
                  </a:lnTo>
                  <a:lnTo>
                    <a:pt x="1351899" y="9658"/>
                  </a:lnTo>
                  <a:lnTo>
                    <a:pt x="1359714" y="9519"/>
                  </a:lnTo>
                  <a:lnTo>
                    <a:pt x="1367528" y="9349"/>
                  </a:lnTo>
                  <a:lnTo>
                    <a:pt x="1375342" y="9181"/>
                  </a:lnTo>
                  <a:lnTo>
                    <a:pt x="1383157" y="9081"/>
                  </a:lnTo>
                  <a:lnTo>
                    <a:pt x="1390971" y="8974"/>
                  </a:lnTo>
                  <a:lnTo>
                    <a:pt x="1398786" y="8901"/>
                  </a:lnTo>
                  <a:lnTo>
                    <a:pt x="1406600" y="8817"/>
                  </a:lnTo>
                  <a:lnTo>
                    <a:pt x="1414415" y="8696"/>
                  </a:lnTo>
                  <a:lnTo>
                    <a:pt x="1422229" y="8576"/>
                  </a:lnTo>
                  <a:lnTo>
                    <a:pt x="1430044" y="8456"/>
                  </a:lnTo>
                  <a:lnTo>
                    <a:pt x="1437858" y="8336"/>
                  </a:lnTo>
                  <a:lnTo>
                    <a:pt x="1445672" y="8217"/>
                  </a:lnTo>
                  <a:lnTo>
                    <a:pt x="1453487" y="8097"/>
                  </a:lnTo>
                  <a:lnTo>
                    <a:pt x="1461301" y="7978"/>
                  </a:lnTo>
                  <a:lnTo>
                    <a:pt x="1469116" y="7842"/>
                  </a:lnTo>
                  <a:lnTo>
                    <a:pt x="1476930" y="7681"/>
                  </a:lnTo>
                  <a:lnTo>
                    <a:pt x="1484745" y="7520"/>
                  </a:lnTo>
                  <a:lnTo>
                    <a:pt x="1492559" y="7361"/>
                  </a:lnTo>
                  <a:lnTo>
                    <a:pt x="1500374" y="7202"/>
                  </a:lnTo>
                  <a:lnTo>
                    <a:pt x="1508188" y="7043"/>
                  </a:lnTo>
                  <a:lnTo>
                    <a:pt x="1516003" y="6886"/>
                  </a:lnTo>
                  <a:lnTo>
                    <a:pt x="1523817" y="6729"/>
                  </a:lnTo>
                  <a:lnTo>
                    <a:pt x="1531631" y="6573"/>
                  </a:lnTo>
                  <a:lnTo>
                    <a:pt x="1539446" y="6418"/>
                  </a:lnTo>
                  <a:lnTo>
                    <a:pt x="1547260" y="6263"/>
                  </a:lnTo>
                  <a:lnTo>
                    <a:pt x="1555075" y="6110"/>
                  </a:lnTo>
                  <a:lnTo>
                    <a:pt x="1562889" y="5958"/>
                  </a:lnTo>
                  <a:lnTo>
                    <a:pt x="1570704" y="5807"/>
                  </a:lnTo>
                  <a:lnTo>
                    <a:pt x="1578518" y="5657"/>
                  </a:lnTo>
                  <a:lnTo>
                    <a:pt x="1586333" y="5507"/>
                  </a:lnTo>
                  <a:lnTo>
                    <a:pt x="1594147" y="5358"/>
                  </a:lnTo>
                  <a:lnTo>
                    <a:pt x="1601961" y="5210"/>
                  </a:lnTo>
                  <a:lnTo>
                    <a:pt x="1609776" y="5062"/>
                  </a:lnTo>
                  <a:lnTo>
                    <a:pt x="1617590" y="4915"/>
                  </a:lnTo>
                  <a:lnTo>
                    <a:pt x="1625405" y="4814"/>
                  </a:lnTo>
                  <a:lnTo>
                    <a:pt x="1633219" y="4721"/>
                  </a:lnTo>
                  <a:lnTo>
                    <a:pt x="1641034" y="4628"/>
                  </a:lnTo>
                  <a:lnTo>
                    <a:pt x="1648848" y="4535"/>
                  </a:lnTo>
                  <a:lnTo>
                    <a:pt x="1656663" y="4442"/>
                  </a:lnTo>
                  <a:lnTo>
                    <a:pt x="1664477" y="4350"/>
                  </a:lnTo>
                  <a:lnTo>
                    <a:pt x="1672291" y="4258"/>
                  </a:lnTo>
                  <a:lnTo>
                    <a:pt x="1680106" y="4168"/>
                  </a:lnTo>
                  <a:lnTo>
                    <a:pt x="1687920" y="4077"/>
                  </a:lnTo>
                  <a:lnTo>
                    <a:pt x="1695735" y="3987"/>
                  </a:lnTo>
                  <a:lnTo>
                    <a:pt x="1703549" y="3897"/>
                  </a:lnTo>
                  <a:lnTo>
                    <a:pt x="1711364" y="3808"/>
                  </a:lnTo>
                  <a:lnTo>
                    <a:pt x="1719178" y="3718"/>
                  </a:lnTo>
                  <a:lnTo>
                    <a:pt x="1726993" y="3630"/>
                  </a:lnTo>
                  <a:lnTo>
                    <a:pt x="1734807" y="3541"/>
                  </a:lnTo>
                  <a:lnTo>
                    <a:pt x="1742622" y="3453"/>
                  </a:lnTo>
                  <a:lnTo>
                    <a:pt x="1750436" y="3365"/>
                  </a:lnTo>
                  <a:lnTo>
                    <a:pt x="1758250" y="3277"/>
                  </a:lnTo>
                  <a:lnTo>
                    <a:pt x="1766065" y="3189"/>
                  </a:lnTo>
                  <a:lnTo>
                    <a:pt x="1773879" y="3102"/>
                  </a:lnTo>
                  <a:lnTo>
                    <a:pt x="1781694" y="3015"/>
                  </a:lnTo>
                  <a:lnTo>
                    <a:pt x="1789508" y="2928"/>
                  </a:lnTo>
                  <a:lnTo>
                    <a:pt x="1797323" y="2841"/>
                  </a:lnTo>
                  <a:lnTo>
                    <a:pt x="1805137" y="2755"/>
                  </a:lnTo>
                  <a:lnTo>
                    <a:pt x="1812952" y="2669"/>
                  </a:lnTo>
                  <a:lnTo>
                    <a:pt x="1820766" y="2583"/>
                  </a:lnTo>
                  <a:lnTo>
                    <a:pt x="1828580" y="2497"/>
                  </a:lnTo>
                  <a:lnTo>
                    <a:pt x="1836395" y="2412"/>
                  </a:lnTo>
                  <a:lnTo>
                    <a:pt x="1844209" y="2346"/>
                  </a:lnTo>
                  <a:lnTo>
                    <a:pt x="1852024" y="2239"/>
                  </a:lnTo>
                  <a:lnTo>
                    <a:pt x="1859838" y="2152"/>
                  </a:lnTo>
                  <a:lnTo>
                    <a:pt x="1867653" y="2065"/>
                  </a:lnTo>
                  <a:lnTo>
                    <a:pt x="1875467" y="1978"/>
                  </a:lnTo>
                  <a:lnTo>
                    <a:pt x="1883282" y="1891"/>
                  </a:lnTo>
                  <a:lnTo>
                    <a:pt x="1891096" y="1744"/>
                  </a:lnTo>
                  <a:lnTo>
                    <a:pt x="1898910" y="1587"/>
                  </a:lnTo>
                  <a:lnTo>
                    <a:pt x="1906725" y="1429"/>
                  </a:lnTo>
                  <a:lnTo>
                    <a:pt x="1914539" y="1273"/>
                  </a:lnTo>
                  <a:lnTo>
                    <a:pt x="1922354" y="1117"/>
                  </a:lnTo>
                  <a:lnTo>
                    <a:pt x="1930168" y="1025"/>
                  </a:lnTo>
                  <a:lnTo>
                    <a:pt x="1937983" y="937"/>
                  </a:lnTo>
                  <a:lnTo>
                    <a:pt x="1945797" y="850"/>
                  </a:lnTo>
                  <a:lnTo>
                    <a:pt x="1953612" y="764"/>
                  </a:lnTo>
                  <a:lnTo>
                    <a:pt x="1961426" y="678"/>
                  </a:lnTo>
                  <a:lnTo>
                    <a:pt x="1969241" y="593"/>
                  </a:lnTo>
                  <a:lnTo>
                    <a:pt x="1977055" y="508"/>
                  </a:lnTo>
                  <a:lnTo>
                    <a:pt x="1984869" y="423"/>
                  </a:lnTo>
                  <a:lnTo>
                    <a:pt x="1992684" y="338"/>
                  </a:lnTo>
                  <a:lnTo>
                    <a:pt x="2000498" y="253"/>
                  </a:lnTo>
                  <a:lnTo>
                    <a:pt x="2008313" y="168"/>
                  </a:lnTo>
                  <a:lnTo>
                    <a:pt x="2016127" y="84"/>
                  </a:lnTo>
                  <a:lnTo>
                    <a:pt x="202394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4" name="pl113"/>
            <p:cNvSpPr/>
            <p:nvPr/>
          </p:nvSpPr>
          <p:spPr>
            <a:xfrm>
              <a:off x="3632283" y="2783386"/>
              <a:ext cx="2023942" cy="203770"/>
            </a:xfrm>
            <a:custGeom>
              <a:avLst/>
              <a:pathLst>
                <a:path w="2023942" h="203770">
                  <a:moveTo>
                    <a:pt x="2023942" y="203770"/>
                  </a:moveTo>
                  <a:lnTo>
                    <a:pt x="2016127" y="202804"/>
                  </a:lnTo>
                  <a:lnTo>
                    <a:pt x="2008313" y="201893"/>
                  </a:lnTo>
                  <a:lnTo>
                    <a:pt x="2000498" y="201079"/>
                  </a:lnTo>
                  <a:lnTo>
                    <a:pt x="1992684" y="200253"/>
                  </a:lnTo>
                  <a:lnTo>
                    <a:pt x="1984869" y="199289"/>
                  </a:lnTo>
                  <a:lnTo>
                    <a:pt x="1977055" y="198117"/>
                  </a:lnTo>
                  <a:lnTo>
                    <a:pt x="1969241" y="197071"/>
                  </a:lnTo>
                  <a:lnTo>
                    <a:pt x="1961426" y="196069"/>
                  </a:lnTo>
                  <a:lnTo>
                    <a:pt x="1953612" y="194914"/>
                  </a:lnTo>
                  <a:lnTo>
                    <a:pt x="1945797" y="193911"/>
                  </a:lnTo>
                  <a:lnTo>
                    <a:pt x="1937983" y="192903"/>
                  </a:lnTo>
                  <a:lnTo>
                    <a:pt x="1930168" y="191891"/>
                  </a:lnTo>
                  <a:lnTo>
                    <a:pt x="1922354" y="190875"/>
                  </a:lnTo>
                  <a:lnTo>
                    <a:pt x="1914539" y="189787"/>
                  </a:lnTo>
                  <a:lnTo>
                    <a:pt x="1906725" y="188782"/>
                  </a:lnTo>
                  <a:lnTo>
                    <a:pt x="1898910" y="187734"/>
                  </a:lnTo>
                  <a:lnTo>
                    <a:pt x="1891096" y="186576"/>
                  </a:lnTo>
                  <a:lnTo>
                    <a:pt x="1883282" y="185477"/>
                  </a:lnTo>
                  <a:lnTo>
                    <a:pt x="1875467" y="184469"/>
                  </a:lnTo>
                  <a:lnTo>
                    <a:pt x="1867653" y="183459"/>
                  </a:lnTo>
                  <a:lnTo>
                    <a:pt x="1859838" y="182446"/>
                  </a:lnTo>
                  <a:lnTo>
                    <a:pt x="1852024" y="181432"/>
                  </a:lnTo>
                  <a:lnTo>
                    <a:pt x="1844209" y="180415"/>
                  </a:lnTo>
                  <a:lnTo>
                    <a:pt x="1836395" y="179396"/>
                  </a:lnTo>
                  <a:lnTo>
                    <a:pt x="1828580" y="178287"/>
                  </a:lnTo>
                  <a:lnTo>
                    <a:pt x="1820766" y="177079"/>
                  </a:lnTo>
                  <a:lnTo>
                    <a:pt x="1812952" y="175868"/>
                  </a:lnTo>
                  <a:lnTo>
                    <a:pt x="1805137" y="174685"/>
                  </a:lnTo>
                  <a:lnTo>
                    <a:pt x="1797323" y="173449"/>
                  </a:lnTo>
                  <a:lnTo>
                    <a:pt x="1789508" y="172414"/>
                  </a:lnTo>
                  <a:lnTo>
                    <a:pt x="1781694" y="171448"/>
                  </a:lnTo>
                  <a:lnTo>
                    <a:pt x="1773879" y="170176"/>
                  </a:lnTo>
                  <a:lnTo>
                    <a:pt x="1766065" y="168900"/>
                  </a:lnTo>
                  <a:lnTo>
                    <a:pt x="1758250" y="167845"/>
                  </a:lnTo>
                  <a:lnTo>
                    <a:pt x="1750436" y="166676"/>
                  </a:lnTo>
                  <a:lnTo>
                    <a:pt x="1742622" y="165449"/>
                  </a:lnTo>
                  <a:lnTo>
                    <a:pt x="1734807" y="164220"/>
                  </a:lnTo>
                  <a:lnTo>
                    <a:pt x="1726993" y="163090"/>
                  </a:lnTo>
                  <a:lnTo>
                    <a:pt x="1719178" y="162010"/>
                  </a:lnTo>
                  <a:lnTo>
                    <a:pt x="1711364" y="160927"/>
                  </a:lnTo>
                  <a:lnTo>
                    <a:pt x="1703549" y="159843"/>
                  </a:lnTo>
                  <a:lnTo>
                    <a:pt x="1695735" y="158757"/>
                  </a:lnTo>
                  <a:lnTo>
                    <a:pt x="1687920" y="157669"/>
                  </a:lnTo>
                  <a:lnTo>
                    <a:pt x="1680106" y="156580"/>
                  </a:lnTo>
                  <a:lnTo>
                    <a:pt x="1672291" y="155489"/>
                  </a:lnTo>
                  <a:lnTo>
                    <a:pt x="1664477" y="154392"/>
                  </a:lnTo>
                  <a:lnTo>
                    <a:pt x="1656663" y="153292"/>
                  </a:lnTo>
                  <a:lnTo>
                    <a:pt x="1648848" y="152303"/>
                  </a:lnTo>
                  <a:lnTo>
                    <a:pt x="1641034" y="151354"/>
                  </a:lnTo>
                  <a:lnTo>
                    <a:pt x="1633219" y="150401"/>
                  </a:lnTo>
                  <a:lnTo>
                    <a:pt x="1625405" y="149239"/>
                  </a:lnTo>
                  <a:lnTo>
                    <a:pt x="1617590" y="147903"/>
                  </a:lnTo>
                  <a:lnTo>
                    <a:pt x="1609776" y="146671"/>
                  </a:lnTo>
                  <a:lnTo>
                    <a:pt x="1601961" y="145488"/>
                  </a:lnTo>
                  <a:lnTo>
                    <a:pt x="1594147" y="144237"/>
                  </a:lnTo>
                  <a:lnTo>
                    <a:pt x="1586333" y="143135"/>
                  </a:lnTo>
                  <a:lnTo>
                    <a:pt x="1578518" y="142180"/>
                  </a:lnTo>
                  <a:lnTo>
                    <a:pt x="1570704" y="141144"/>
                  </a:lnTo>
                  <a:lnTo>
                    <a:pt x="1562889" y="140061"/>
                  </a:lnTo>
                  <a:lnTo>
                    <a:pt x="1555075" y="139068"/>
                  </a:lnTo>
                  <a:lnTo>
                    <a:pt x="1547260" y="138069"/>
                  </a:lnTo>
                  <a:lnTo>
                    <a:pt x="1539446" y="136944"/>
                  </a:lnTo>
                  <a:lnTo>
                    <a:pt x="1531631" y="135761"/>
                  </a:lnTo>
                  <a:lnTo>
                    <a:pt x="1523817" y="134578"/>
                  </a:lnTo>
                  <a:lnTo>
                    <a:pt x="1516003" y="133398"/>
                  </a:lnTo>
                  <a:lnTo>
                    <a:pt x="1508188" y="132286"/>
                  </a:lnTo>
                  <a:lnTo>
                    <a:pt x="1500374" y="131174"/>
                  </a:lnTo>
                  <a:lnTo>
                    <a:pt x="1492559" y="130062"/>
                  </a:lnTo>
                  <a:lnTo>
                    <a:pt x="1484745" y="128950"/>
                  </a:lnTo>
                  <a:lnTo>
                    <a:pt x="1476930" y="127838"/>
                  </a:lnTo>
                  <a:lnTo>
                    <a:pt x="1469116" y="126727"/>
                  </a:lnTo>
                  <a:lnTo>
                    <a:pt x="1461301" y="125615"/>
                  </a:lnTo>
                  <a:lnTo>
                    <a:pt x="1453487" y="124504"/>
                  </a:lnTo>
                  <a:lnTo>
                    <a:pt x="1445672" y="123394"/>
                  </a:lnTo>
                  <a:lnTo>
                    <a:pt x="1437858" y="122283"/>
                  </a:lnTo>
                  <a:lnTo>
                    <a:pt x="1430044" y="121145"/>
                  </a:lnTo>
                  <a:lnTo>
                    <a:pt x="1422229" y="119974"/>
                  </a:lnTo>
                  <a:lnTo>
                    <a:pt x="1414415" y="118805"/>
                  </a:lnTo>
                  <a:lnTo>
                    <a:pt x="1406600" y="117637"/>
                  </a:lnTo>
                  <a:lnTo>
                    <a:pt x="1398786" y="116470"/>
                  </a:lnTo>
                  <a:lnTo>
                    <a:pt x="1390971" y="115305"/>
                  </a:lnTo>
                  <a:lnTo>
                    <a:pt x="1383157" y="114142"/>
                  </a:lnTo>
                  <a:lnTo>
                    <a:pt x="1375342" y="112980"/>
                  </a:lnTo>
                  <a:lnTo>
                    <a:pt x="1367528" y="111821"/>
                  </a:lnTo>
                  <a:lnTo>
                    <a:pt x="1359714" y="110663"/>
                  </a:lnTo>
                  <a:lnTo>
                    <a:pt x="1351899" y="109507"/>
                  </a:lnTo>
                  <a:lnTo>
                    <a:pt x="1344085" y="108520"/>
                  </a:lnTo>
                  <a:lnTo>
                    <a:pt x="1336270" y="107640"/>
                  </a:lnTo>
                  <a:lnTo>
                    <a:pt x="1328456" y="106761"/>
                  </a:lnTo>
                  <a:lnTo>
                    <a:pt x="1320641" y="105753"/>
                  </a:lnTo>
                  <a:lnTo>
                    <a:pt x="1312827" y="104618"/>
                  </a:lnTo>
                  <a:lnTo>
                    <a:pt x="1305012" y="103423"/>
                  </a:lnTo>
                  <a:lnTo>
                    <a:pt x="1297198" y="102230"/>
                  </a:lnTo>
                  <a:lnTo>
                    <a:pt x="1289384" y="101038"/>
                  </a:lnTo>
                  <a:lnTo>
                    <a:pt x="1281569" y="99849"/>
                  </a:lnTo>
                  <a:lnTo>
                    <a:pt x="1273755" y="98662"/>
                  </a:lnTo>
                  <a:lnTo>
                    <a:pt x="1265940" y="97701"/>
                  </a:lnTo>
                  <a:lnTo>
                    <a:pt x="1258126" y="96752"/>
                  </a:lnTo>
                  <a:lnTo>
                    <a:pt x="1250311" y="95805"/>
                  </a:lnTo>
                  <a:lnTo>
                    <a:pt x="1242497" y="94860"/>
                  </a:lnTo>
                  <a:lnTo>
                    <a:pt x="1234682" y="93830"/>
                  </a:lnTo>
                  <a:lnTo>
                    <a:pt x="1226868" y="92760"/>
                  </a:lnTo>
                  <a:lnTo>
                    <a:pt x="1219053" y="91694"/>
                  </a:lnTo>
                  <a:lnTo>
                    <a:pt x="1211239" y="90625"/>
                  </a:lnTo>
                  <a:lnTo>
                    <a:pt x="1203425" y="89529"/>
                  </a:lnTo>
                  <a:lnTo>
                    <a:pt x="1195610" y="88204"/>
                  </a:lnTo>
                  <a:lnTo>
                    <a:pt x="1187796" y="86887"/>
                  </a:lnTo>
                  <a:lnTo>
                    <a:pt x="1179981" y="85723"/>
                  </a:lnTo>
                  <a:lnTo>
                    <a:pt x="1172167" y="84561"/>
                  </a:lnTo>
                  <a:lnTo>
                    <a:pt x="1164352" y="83401"/>
                  </a:lnTo>
                  <a:lnTo>
                    <a:pt x="1156538" y="82244"/>
                  </a:lnTo>
                  <a:lnTo>
                    <a:pt x="1148723" y="81089"/>
                  </a:lnTo>
                  <a:lnTo>
                    <a:pt x="1140909" y="79936"/>
                  </a:lnTo>
                  <a:lnTo>
                    <a:pt x="1133095" y="78787"/>
                  </a:lnTo>
                  <a:lnTo>
                    <a:pt x="1125280" y="77640"/>
                  </a:lnTo>
                  <a:lnTo>
                    <a:pt x="1117466" y="76547"/>
                  </a:lnTo>
                  <a:lnTo>
                    <a:pt x="1109651" y="75559"/>
                  </a:lnTo>
                  <a:lnTo>
                    <a:pt x="1101837" y="74411"/>
                  </a:lnTo>
                  <a:lnTo>
                    <a:pt x="1094022" y="73257"/>
                  </a:lnTo>
                  <a:lnTo>
                    <a:pt x="1086208" y="72106"/>
                  </a:lnTo>
                  <a:lnTo>
                    <a:pt x="1078393" y="71135"/>
                  </a:lnTo>
                  <a:lnTo>
                    <a:pt x="1070579" y="70298"/>
                  </a:lnTo>
                  <a:lnTo>
                    <a:pt x="1062765" y="69200"/>
                  </a:lnTo>
                  <a:lnTo>
                    <a:pt x="1054950" y="68299"/>
                  </a:lnTo>
                  <a:lnTo>
                    <a:pt x="1047136" y="67401"/>
                  </a:lnTo>
                  <a:lnTo>
                    <a:pt x="1039321" y="66504"/>
                  </a:lnTo>
                  <a:lnTo>
                    <a:pt x="1031507" y="65607"/>
                  </a:lnTo>
                  <a:lnTo>
                    <a:pt x="1023692" y="64677"/>
                  </a:lnTo>
                  <a:lnTo>
                    <a:pt x="1015878" y="63587"/>
                  </a:lnTo>
                  <a:lnTo>
                    <a:pt x="1008063" y="62496"/>
                  </a:lnTo>
                  <a:lnTo>
                    <a:pt x="1000249" y="61408"/>
                  </a:lnTo>
                  <a:lnTo>
                    <a:pt x="992434" y="60291"/>
                  </a:lnTo>
                  <a:lnTo>
                    <a:pt x="984620" y="59143"/>
                  </a:lnTo>
                  <a:lnTo>
                    <a:pt x="976806" y="58001"/>
                  </a:lnTo>
                  <a:lnTo>
                    <a:pt x="968991" y="57107"/>
                  </a:lnTo>
                  <a:lnTo>
                    <a:pt x="961177" y="56039"/>
                  </a:lnTo>
                  <a:lnTo>
                    <a:pt x="953362" y="54976"/>
                  </a:lnTo>
                  <a:lnTo>
                    <a:pt x="945548" y="53916"/>
                  </a:lnTo>
                  <a:lnTo>
                    <a:pt x="937733" y="52861"/>
                  </a:lnTo>
                  <a:lnTo>
                    <a:pt x="929919" y="51809"/>
                  </a:lnTo>
                  <a:lnTo>
                    <a:pt x="922104" y="50831"/>
                  </a:lnTo>
                  <a:lnTo>
                    <a:pt x="914290" y="49883"/>
                  </a:lnTo>
                  <a:lnTo>
                    <a:pt x="906476" y="48947"/>
                  </a:lnTo>
                  <a:lnTo>
                    <a:pt x="898661" y="48058"/>
                  </a:lnTo>
                  <a:lnTo>
                    <a:pt x="890847" y="47386"/>
                  </a:lnTo>
                  <a:lnTo>
                    <a:pt x="883032" y="46715"/>
                  </a:lnTo>
                  <a:lnTo>
                    <a:pt x="875218" y="46037"/>
                  </a:lnTo>
                  <a:lnTo>
                    <a:pt x="867403" y="45091"/>
                  </a:lnTo>
                  <a:lnTo>
                    <a:pt x="859589" y="44140"/>
                  </a:lnTo>
                  <a:lnTo>
                    <a:pt x="851774" y="43384"/>
                  </a:lnTo>
                  <a:lnTo>
                    <a:pt x="843960" y="42639"/>
                  </a:lnTo>
                  <a:lnTo>
                    <a:pt x="836145" y="41898"/>
                  </a:lnTo>
                  <a:lnTo>
                    <a:pt x="828331" y="40998"/>
                  </a:lnTo>
                  <a:lnTo>
                    <a:pt x="820517" y="40412"/>
                  </a:lnTo>
                  <a:lnTo>
                    <a:pt x="812702" y="39679"/>
                  </a:lnTo>
                  <a:lnTo>
                    <a:pt x="804888" y="38935"/>
                  </a:lnTo>
                  <a:lnTo>
                    <a:pt x="797073" y="38007"/>
                  </a:lnTo>
                  <a:lnTo>
                    <a:pt x="789259" y="37293"/>
                  </a:lnTo>
                  <a:lnTo>
                    <a:pt x="781444" y="36577"/>
                  </a:lnTo>
                  <a:lnTo>
                    <a:pt x="773630" y="35814"/>
                  </a:lnTo>
                  <a:lnTo>
                    <a:pt x="765815" y="35094"/>
                  </a:lnTo>
                  <a:lnTo>
                    <a:pt x="758001" y="33770"/>
                  </a:lnTo>
                  <a:lnTo>
                    <a:pt x="750187" y="32967"/>
                  </a:lnTo>
                  <a:lnTo>
                    <a:pt x="742372" y="32428"/>
                  </a:lnTo>
                  <a:lnTo>
                    <a:pt x="734558" y="31635"/>
                  </a:lnTo>
                  <a:lnTo>
                    <a:pt x="726743" y="30782"/>
                  </a:lnTo>
                  <a:lnTo>
                    <a:pt x="718929" y="29882"/>
                  </a:lnTo>
                  <a:lnTo>
                    <a:pt x="711114" y="28955"/>
                  </a:lnTo>
                  <a:lnTo>
                    <a:pt x="703300" y="28436"/>
                  </a:lnTo>
                  <a:lnTo>
                    <a:pt x="695485" y="27764"/>
                  </a:lnTo>
                  <a:lnTo>
                    <a:pt x="687671" y="26878"/>
                  </a:lnTo>
                  <a:lnTo>
                    <a:pt x="679857" y="25997"/>
                  </a:lnTo>
                  <a:lnTo>
                    <a:pt x="672042" y="25201"/>
                  </a:lnTo>
                  <a:lnTo>
                    <a:pt x="664228" y="24615"/>
                  </a:lnTo>
                  <a:lnTo>
                    <a:pt x="656413" y="23810"/>
                  </a:lnTo>
                  <a:lnTo>
                    <a:pt x="648599" y="22993"/>
                  </a:lnTo>
                  <a:lnTo>
                    <a:pt x="640784" y="22179"/>
                  </a:lnTo>
                  <a:lnTo>
                    <a:pt x="632970" y="21373"/>
                  </a:lnTo>
                  <a:lnTo>
                    <a:pt x="625155" y="20737"/>
                  </a:lnTo>
                  <a:lnTo>
                    <a:pt x="617341" y="20215"/>
                  </a:lnTo>
                  <a:lnTo>
                    <a:pt x="609526" y="19703"/>
                  </a:lnTo>
                  <a:lnTo>
                    <a:pt x="601712" y="19270"/>
                  </a:lnTo>
                  <a:lnTo>
                    <a:pt x="593898" y="18700"/>
                  </a:lnTo>
                  <a:lnTo>
                    <a:pt x="586083" y="18217"/>
                  </a:lnTo>
                  <a:lnTo>
                    <a:pt x="578269" y="17724"/>
                  </a:lnTo>
                  <a:lnTo>
                    <a:pt x="570454" y="17191"/>
                  </a:lnTo>
                  <a:lnTo>
                    <a:pt x="562640" y="16577"/>
                  </a:lnTo>
                  <a:lnTo>
                    <a:pt x="554825" y="16078"/>
                  </a:lnTo>
                  <a:lnTo>
                    <a:pt x="547011" y="15681"/>
                  </a:lnTo>
                  <a:lnTo>
                    <a:pt x="539196" y="15251"/>
                  </a:lnTo>
                  <a:lnTo>
                    <a:pt x="531382" y="14742"/>
                  </a:lnTo>
                  <a:lnTo>
                    <a:pt x="523568" y="14261"/>
                  </a:lnTo>
                  <a:lnTo>
                    <a:pt x="515753" y="13781"/>
                  </a:lnTo>
                  <a:lnTo>
                    <a:pt x="507939" y="13303"/>
                  </a:lnTo>
                  <a:lnTo>
                    <a:pt x="500124" y="12865"/>
                  </a:lnTo>
                  <a:lnTo>
                    <a:pt x="492310" y="12514"/>
                  </a:lnTo>
                  <a:lnTo>
                    <a:pt x="484495" y="12018"/>
                  </a:lnTo>
                  <a:lnTo>
                    <a:pt x="476681" y="11468"/>
                  </a:lnTo>
                  <a:lnTo>
                    <a:pt x="468866" y="11026"/>
                  </a:lnTo>
                  <a:lnTo>
                    <a:pt x="461052" y="10331"/>
                  </a:lnTo>
                  <a:lnTo>
                    <a:pt x="453238" y="9768"/>
                  </a:lnTo>
                  <a:lnTo>
                    <a:pt x="445423" y="9302"/>
                  </a:lnTo>
                  <a:lnTo>
                    <a:pt x="437609" y="9105"/>
                  </a:lnTo>
                  <a:lnTo>
                    <a:pt x="429794" y="8664"/>
                  </a:lnTo>
                  <a:lnTo>
                    <a:pt x="421980" y="8249"/>
                  </a:lnTo>
                  <a:lnTo>
                    <a:pt x="414165" y="7813"/>
                  </a:lnTo>
                  <a:lnTo>
                    <a:pt x="406351" y="7534"/>
                  </a:lnTo>
                  <a:lnTo>
                    <a:pt x="398536" y="7163"/>
                  </a:lnTo>
                  <a:lnTo>
                    <a:pt x="390722" y="6942"/>
                  </a:lnTo>
                  <a:lnTo>
                    <a:pt x="382907" y="6658"/>
                  </a:lnTo>
                  <a:lnTo>
                    <a:pt x="375093" y="6381"/>
                  </a:lnTo>
                  <a:lnTo>
                    <a:pt x="367279" y="6118"/>
                  </a:lnTo>
                  <a:lnTo>
                    <a:pt x="359464" y="5885"/>
                  </a:lnTo>
                  <a:lnTo>
                    <a:pt x="351650" y="5534"/>
                  </a:lnTo>
                  <a:lnTo>
                    <a:pt x="343835" y="5201"/>
                  </a:lnTo>
                  <a:lnTo>
                    <a:pt x="336021" y="4846"/>
                  </a:lnTo>
                  <a:lnTo>
                    <a:pt x="328206" y="4485"/>
                  </a:lnTo>
                  <a:lnTo>
                    <a:pt x="320392" y="4137"/>
                  </a:lnTo>
                  <a:lnTo>
                    <a:pt x="312577" y="3787"/>
                  </a:lnTo>
                  <a:lnTo>
                    <a:pt x="304763" y="3495"/>
                  </a:lnTo>
                  <a:lnTo>
                    <a:pt x="296949" y="3380"/>
                  </a:lnTo>
                  <a:lnTo>
                    <a:pt x="289134" y="3076"/>
                  </a:lnTo>
                  <a:lnTo>
                    <a:pt x="281320" y="2885"/>
                  </a:lnTo>
                  <a:lnTo>
                    <a:pt x="273505" y="2742"/>
                  </a:lnTo>
                  <a:lnTo>
                    <a:pt x="265691" y="2560"/>
                  </a:lnTo>
                  <a:lnTo>
                    <a:pt x="257876" y="2161"/>
                  </a:lnTo>
                  <a:lnTo>
                    <a:pt x="250062" y="2054"/>
                  </a:lnTo>
                  <a:lnTo>
                    <a:pt x="242247" y="1866"/>
                  </a:lnTo>
                  <a:lnTo>
                    <a:pt x="234433" y="1491"/>
                  </a:lnTo>
                  <a:lnTo>
                    <a:pt x="226619" y="1319"/>
                  </a:lnTo>
                  <a:lnTo>
                    <a:pt x="218804" y="1161"/>
                  </a:lnTo>
                  <a:lnTo>
                    <a:pt x="210990" y="969"/>
                  </a:lnTo>
                  <a:lnTo>
                    <a:pt x="203175" y="885"/>
                  </a:lnTo>
                  <a:lnTo>
                    <a:pt x="195361" y="697"/>
                  </a:lnTo>
                  <a:lnTo>
                    <a:pt x="187546" y="687"/>
                  </a:lnTo>
                  <a:lnTo>
                    <a:pt x="179732" y="529"/>
                  </a:lnTo>
                  <a:lnTo>
                    <a:pt x="171917" y="554"/>
                  </a:lnTo>
                  <a:lnTo>
                    <a:pt x="164103" y="541"/>
                  </a:lnTo>
                  <a:lnTo>
                    <a:pt x="156288" y="389"/>
                  </a:lnTo>
                  <a:lnTo>
                    <a:pt x="148474" y="344"/>
                  </a:lnTo>
                  <a:lnTo>
                    <a:pt x="140660" y="239"/>
                  </a:lnTo>
                  <a:lnTo>
                    <a:pt x="132845" y="250"/>
                  </a:lnTo>
                  <a:lnTo>
                    <a:pt x="125031" y="520"/>
                  </a:lnTo>
                  <a:lnTo>
                    <a:pt x="117216" y="539"/>
                  </a:lnTo>
                  <a:lnTo>
                    <a:pt x="109402" y="483"/>
                  </a:lnTo>
                  <a:lnTo>
                    <a:pt x="101587" y="451"/>
                  </a:lnTo>
                  <a:lnTo>
                    <a:pt x="93773" y="440"/>
                  </a:lnTo>
                  <a:lnTo>
                    <a:pt x="85958" y="308"/>
                  </a:lnTo>
                  <a:lnTo>
                    <a:pt x="78144" y="254"/>
                  </a:lnTo>
                  <a:lnTo>
                    <a:pt x="70330" y="258"/>
                  </a:lnTo>
                  <a:lnTo>
                    <a:pt x="62515" y="270"/>
                  </a:lnTo>
                  <a:lnTo>
                    <a:pt x="54701" y="333"/>
                  </a:lnTo>
                  <a:lnTo>
                    <a:pt x="46886" y="411"/>
                  </a:lnTo>
                  <a:lnTo>
                    <a:pt x="39072" y="206"/>
                  </a:lnTo>
                  <a:lnTo>
                    <a:pt x="31257" y="0"/>
                  </a:lnTo>
                  <a:lnTo>
                    <a:pt x="23443" y="1"/>
                  </a:lnTo>
                  <a:lnTo>
                    <a:pt x="15628" y="368"/>
                  </a:lnTo>
                  <a:lnTo>
                    <a:pt x="7814" y="225"/>
                  </a:lnTo>
                  <a:lnTo>
                    <a:pt x="0" y="1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5" name="pg114"/>
            <p:cNvSpPr/>
            <p:nvPr/>
          </p:nvSpPr>
          <p:spPr>
            <a:xfrm>
              <a:off x="3632283" y="2736466"/>
              <a:ext cx="2023942" cy="245685"/>
            </a:xfrm>
            <a:custGeom>
              <a:avLst/>
              <a:pathLst>
                <a:path w="2023942" h="245685">
                  <a:moveTo>
                    <a:pt x="0" y="0"/>
                  </a:moveTo>
                  <a:lnTo>
                    <a:pt x="7814" y="412"/>
                  </a:lnTo>
                  <a:lnTo>
                    <a:pt x="15628" y="749"/>
                  </a:lnTo>
                  <a:lnTo>
                    <a:pt x="23443" y="1011"/>
                  </a:lnTo>
                  <a:lnTo>
                    <a:pt x="31257" y="1584"/>
                  </a:lnTo>
                  <a:lnTo>
                    <a:pt x="39072" y="1845"/>
                  </a:lnTo>
                  <a:lnTo>
                    <a:pt x="46886" y="2335"/>
                  </a:lnTo>
                  <a:lnTo>
                    <a:pt x="54701" y="2774"/>
                  </a:lnTo>
                  <a:lnTo>
                    <a:pt x="62515" y="3178"/>
                  </a:lnTo>
                  <a:lnTo>
                    <a:pt x="70330" y="3584"/>
                  </a:lnTo>
                  <a:lnTo>
                    <a:pt x="78144" y="3995"/>
                  </a:lnTo>
                  <a:lnTo>
                    <a:pt x="85958" y="4273"/>
                  </a:lnTo>
                  <a:lnTo>
                    <a:pt x="93773" y="4595"/>
                  </a:lnTo>
                  <a:lnTo>
                    <a:pt x="101587" y="5047"/>
                  </a:lnTo>
                  <a:lnTo>
                    <a:pt x="109402" y="5448"/>
                  </a:lnTo>
                  <a:lnTo>
                    <a:pt x="117216" y="5872"/>
                  </a:lnTo>
                  <a:lnTo>
                    <a:pt x="125031" y="6385"/>
                  </a:lnTo>
                  <a:lnTo>
                    <a:pt x="132845" y="6742"/>
                  </a:lnTo>
                  <a:lnTo>
                    <a:pt x="140660" y="7169"/>
                  </a:lnTo>
                  <a:lnTo>
                    <a:pt x="148474" y="7573"/>
                  </a:lnTo>
                  <a:lnTo>
                    <a:pt x="156288" y="7959"/>
                  </a:lnTo>
                  <a:lnTo>
                    <a:pt x="164103" y="8348"/>
                  </a:lnTo>
                  <a:lnTo>
                    <a:pt x="171917" y="8739"/>
                  </a:lnTo>
                  <a:lnTo>
                    <a:pt x="179732" y="9135"/>
                  </a:lnTo>
                  <a:lnTo>
                    <a:pt x="187546" y="9556"/>
                  </a:lnTo>
                  <a:lnTo>
                    <a:pt x="195361" y="9929"/>
                  </a:lnTo>
                  <a:lnTo>
                    <a:pt x="203175" y="10223"/>
                  </a:lnTo>
                  <a:lnTo>
                    <a:pt x="210990" y="10682"/>
                  </a:lnTo>
                  <a:lnTo>
                    <a:pt x="218804" y="10984"/>
                  </a:lnTo>
                  <a:lnTo>
                    <a:pt x="226619" y="11310"/>
                  </a:lnTo>
                  <a:lnTo>
                    <a:pt x="234433" y="11587"/>
                  </a:lnTo>
                  <a:lnTo>
                    <a:pt x="242247" y="12238"/>
                  </a:lnTo>
                  <a:lnTo>
                    <a:pt x="250062" y="12767"/>
                  </a:lnTo>
                  <a:lnTo>
                    <a:pt x="257876" y="13110"/>
                  </a:lnTo>
                  <a:lnTo>
                    <a:pt x="265691" y="13374"/>
                  </a:lnTo>
                  <a:lnTo>
                    <a:pt x="273505" y="13639"/>
                  </a:lnTo>
                  <a:lnTo>
                    <a:pt x="281320" y="13949"/>
                  </a:lnTo>
                  <a:lnTo>
                    <a:pt x="289134" y="14297"/>
                  </a:lnTo>
                  <a:lnTo>
                    <a:pt x="296949" y="14767"/>
                  </a:lnTo>
                  <a:lnTo>
                    <a:pt x="304763" y="15151"/>
                  </a:lnTo>
                  <a:lnTo>
                    <a:pt x="312577" y="15595"/>
                  </a:lnTo>
                  <a:lnTo>
                    <a:pt x="320392" y="16014"/>
                  </a:lnTo>
                  <a:lnTo>
                    <a:pt x="328206" y="16567"/>
                  </a:lnTo>
                  <a:lnTo>
                    <a:pt x="336021" y="16936"/>
                  </a:lnTo>
                  <a:lnTo>
                    <a:pt x="343835" y="17277"/>
                  </a:lnTo>
                  <a:lnTo>
                    <a:pt x="351650" y="17613"/>
                  </a:lnTo>
                  <a:lnTo>
                    <a:pt x="359464" y="17871"/>
                  </a:lnTo>
                  <a:lnTo>
                    <a:pt x="367279" y="18357"/>
                  </a:lnTo>
                  <a:lnTo>
                    <a:pt x="375093" y="18762"/>
                  </a:lnTo>
                  <a:lnTo>
                    <a:pt x="382907" y="19145"/>
                  </a:lnTo>
                  <a:lnTo>
                    <a:pt x="390722" y="19555"/>
                  </a:lnTo>
                  <a:lnTo>
                    <a:pt x="398536" y="19815"/>
                  </a:lnTo>
                  <a:lnTo>
                    <a:pt x="406351" y="20357"/>
                  </a:lnTo>
                  <a:lnTo>
                    <a:pt x="414165" y="20844"/>
                  </a:lnTo>
                  <a:lnTo>
                    <a:pt x="421980" y="21135"/>
                  </a:lnTo>
                  <a:lnTo>
                    <a:pt x="429794" y="21686"/>
                  </a:lnTo>
                  <a:lnTo>
                    <a:pt x="437609" y="22162"/>
                  </a:lnTo>
                  <a:lnTo>
                    <a:pt x="445423" y="22606"/>
                  </a:lnTo>
                  <a:lnTo>
                    <a:pt x="453238" y="22842"/>
                  </a:lnTo>
                  <a:lnTo>
                    <a:pt x="461052" y="23175"/>
                  </a:lnTo>
                  <a:lnTo>
                    <a:pt x="468866" y="23401"/>
                  </a:lnTo>
                  <a:lnTo>
                    <a:pt x="476681" y="23708"/>
                  </a:lnTo>
                  <a:lnTo>
                    <a:pt x="484495" y="24037"/>
                  </a:lnTo>
                  <a:lnTo>
                    <a:pt x="492310" y="24238"/>
                  </a:lnTo>
                  <a:lnTo>
                    <a:pt x="500124" y="24494"/>
                  </a:lnTo>
                  <a:lnTo>
                    <a:pt x="507939" y="24476"/>
                  </a:lnTo>
                  <a:lnTo>
                    <a:pt x="515753" y="24640"/>
                  </a:lnTo>
                  <a:lnTo>
                    <a:pt x="523568" y="24951"/>
                  </a:lnTo>
                  <a:lnTo>
                    <a:pt x="531382" y="25299"/>
                  </a:lnTo>
                  <a:lnTo>
                    <a:pt x="539196" y="25844"/>
                  </a:lnTo>
                  <a:lnTo>
                    <a:pt x="547011" y="26006"/>
                  </a:lnTo>
                  <a:lnTo>
                    <a:pt x="554825" y="26409"/>
                  </a:lnTo>
                  <a:lnTo>
                    <a:pt x="562640" y="26772"/>
                  </a:lnTo>
                  <a:lnTo>
                    <a:pt x="570454" y="27128"/>
                  </a:lnTo>
                  <a:lnTo>
                    <a:pt x="578269" y="27322"/>
                  </a:lnTo>
                  <a:lnTo>
                    <a:pt x="586083" y="27650"/>
                  </a:lnTo>
                  <a:lnTo>
                    <a:pt x="593898" y="27993"/>
                  </a:lnTo>
                  <a:lnTo>
                    <a:pt x="601712" y="28314"/>
                  </a:lnTo>
                  <a:lnTo>
                    <a:pt x="609526" y="28608"/>
                  </a:lnTo>
                  <a:lnTo>
                    <a:pt x="617341" y="28829"/>
                  </a:lnTo>
                  <a:lnTo>
                    <a:pt x="625155" y="29085"/>
                  </a:lnTo>
                  <a:lnTo>
                    <a:pt x="632970" y="29347"/>
                  </a:lnTo>
                  <a:lnTo>
                    <a:pt x="640784" y="29607"/>
                  </a:lnTo>
                  <a:lnTo>
                    <a:pt x="648599" y="29868"/>
                  </a:lnTo>
                  <a:lnTo>
                    <a:pt x="656413" y="30192"/>
                  </a:lnTo>
                  <a:lnTo>
                    <a:pt x="664228" y="30480"/>
                  </a:lnTo>
                  <a:lnTo>
                    <a:pt x="672042" y="30719"/>
                  </a:lnTo>
                  <a:lnTo>
                    <a:pt x="679857" y="30922"/>
                  </a:lnTo>
                  <a:lnTo>
                    <a:pt x="687671" y="31188"/>
                  </a:lnTo>
                  <a:lnTo>
                    <a:pt x="695485" y="31453"/>
                  </a:lnTo>
                  <a:lnTo>
                    <a:pt x="703300" y="31677"/>
                  </a:lnTo>
                  <a:lnTo>
                    <a:pt x="711114" y="31918"/>
                  </a:lnTo>
                  <a:lnTo>
                    <a:pt x="718929" y="32160"/>
                  </a:lnTo>
                  <a:lnTo>
                    <a:pt x="726743" y="32402"/>
                  </a:lnTo>
                  <a:lnTo>
                    <a:pt x="734558" y="32694"/>
                  </a:lnTo>
                  <a:lnTo>
                    <a:pt x="742372" y="32939"/>
                  </a:lnTo>
                  <a:lnTo>
                    <a:pt x="750187" y="33129"/>
                  </a:lnTo>
                  <a:lnTo>
                    <a:pt x="758001" y="33282"/>
                  </a:lnTo>
                  <a:lnTo>
                    <a:pt x="765815" y="33381"/>
                  </a:lnTo>
                  <a:lnTo>
                    <a:pt x="773630" y="33436"/>
                  </a:lnTo>
                  <a:lnTo>
                    <a:pt x="781444" y="33688"/>
                  </a:lnTo>
                  <a:lnTo>
                    <a:pt x="789259" y="33815"/>
                  </a:lnTo>
                  <a:lnTo>
                    <a:pt x="797073" y="33895"/>
                  </a:lnTo>
                  <a:lnTo>
                    <a:pt x="804888" y="33990"/>
                  </a:lnTo>
                  <a:lnTo>
                    <a:pt x="812702" y="34192"/>
                  </a:lnTo>
                  <a:lnTo>
                    <a:pt x="820517" y="34320"/>
                  </a:lnTo>
                  <a:lnTo>
                    <a:pt x="828331" y="34449"/>
                  </a:lnTo>
                  <a:lnTo>
                    <a:pt x="836145" y="34545"/>
                  </a:lnTo>
                  <a:lnTo>
                    <a:pt x="843960" y="34773"/>
                  </a:lnTo>
                  <a:lnTo>
                    <a:pt x="851774" y="35006"/>
                  </a:lnTo>
                  <a:lnTo>
                    <a:pt x="859589" y="34961"/>
                  </a:lnTo>
                  <a:lnTo>
                    <a:pt x="867403" y="35122"/>
                  </a:lnTo>
                  <a:lnTo>
                    <a:pt x="875218" y="35346"/>
                  </a:lnTo>
                  <a:lnTo>
                    <a:pt x="883032" y="35571"/>
                  </a:lnTo>
                  <a:lnTo>
                    <a:pt x="890847" y="35743"/>
                  </a:lnTo>
                  <a:lnTo>
                    <a:pt x="898661" y="35885"/>
                  </a:lnTo>
                  <a:lnTo>
                    <a:pt x="906476" y="35836"/>
                  </a:lnTo>
                  <a:lnTo>
                    <a:pt x="914290" y="35883"/>
                  </a:lnTo>
                  <a:lnTo>
                    <a:pt x="922104" y="35980"/>
                  </a:lnTo>
                  <a:lnTo>
                    <a:pt x="929919" y="36105"/>
                  </a:lnTo>
                  <a:lnTo>
                    <a:pt x="937733" y="36239"/>
                  </a:lnTo>
                  <a:lnTo>
                    <a:pt x="945548" y="36400"/>
                  </a:lnTo>
                  <a:lnTo>
                    <a:pt x="953362" y="36681"/>
                  </a:lnTo>
                  <a:lnTo>
                    <a:pt x="961177" y="36701"/>
                  </a:lnTo>
                  <a:lnTo>
                    <a:pt x="968991" y="36976"/>
                  </a:lnTo>
                  <a:lnTo>
                    <a:pt x="976806" y="37253"/>
                  </a:lnTo>
                  <a:lnTo>
                    <a:pt x="984620" y="37512"/>
                  </a:lnTo>
                  <a:lnTo>
                    <a:pt x="992434" y="37662"/>
                  </a:lnTo>
                  <a:lnTo>
                    <a:pt x="1000249" y="37752"/>
                  </a:lnTo>
                  <a:lnTo>
                    <a:pt x="1008063" y="37770"/>
                  </a:lnTo>
                  <a:lnTo>
                    <a:pt x="1015878" y="38100"/>
                  </a:lnTo>
                  <a:lnTo>
                    <a:pt x="1023692" y="38112"/>
                  </a:lnTo>
                  <a:lnTo>
                    <a:pt x="1031507" y="38126"/>
                  </a:lnTo>
                  <a:lnTo>
                    <a:pt x="1039321" y="38287"/>
                  </a:lnTo>
                  <a:lnTo>
                    <a:pt x="1047136" y="38468"/>
                  </a:lnTo>
                  <a:lnTo>
                    <a:pt x="1054950" y="38606"/>
                  </a:lnTo>
                  <a:lnTo>
                    <a:pt x="1062765" y="38636"/>
                  </a:lnTo>
                  <a:lnTo>
                    <a:pt x="1070579" y="38666"/>
                  </a:lnTo>
                  <a:lnTo>
                    <a:pt x="1078393" y="38696"/>
                  </a:lnTo>
                  <a:lnTo>
                    <a:pt x="1086208" y="38727"/>
                  </a:lnTo>
                  <a:lnTo>
                    <a:pt x="1094022" y="38855"/>
                  </a:lnTo>
                  <a:lnTo>
                    <a:pt x="1101837" y="38974"/>
                  </a:lnTo>
                  <a:lnTo>
                    <a:pt x="1109651" y="38951"/>
                  </a:lnTo>
                  <a:lnTo>
                    <a:pt x="1117466" y="39074"/>
                  </a:lnTo>
                  <a:lnTo>
                    <a:pt x="1125280" y="39014"/>
                  </a:lnTo>
                  <a:lnTo>
                    <a:pt x="1133095" y="38954"/>
                  </a:lnTo>
                  <a:lnTo>
                    <a:pt x="1140909" y="38920"/>
                  </a:lnTo>
                  <a:lnTo>
                    <a:pt x="1148723" y="38945"/>
                  </a:lnTo>
                  <a:lnTo>
                    <a:pt x="1156538" y="39010"/>
                  </a:lnTo>
                  <a:lnTo>
                    <a:pt x="1164352" y="39276"/>
                  </a:lnTo>
                  <a:lnTo>
                    <a:pt x="1172167" y="39543"/>
                  </a:lnTo>
                  <a:lnTo>
                    <a:pt x="1179981" y="39810"/>
                  </a:lnTo>
                  <a:lnTo>
                    <a:pt x="1187796" y="40078"/>
                  </a:lnTo>
                  <a:lnTo>
                    <a:pt x="1195610" y="40129"/>
                  </a:lnTo>
                  <a:lnTo>
                    <a:pt x="1203425" y="40056"/>
                  </a:lnTo>
                  <a:lnTo>
                    <a:pt x="1211239" y="40156"/>
                  </a:lnTo>
                  <a:lnTo>
                    <a:pt x="1219053" y="40262"/>
                  </a:lnTo>
                  <a:lnTo>
                    <a:pt x="1226868" y="40287"/>
                  </a:lnTo>
                  <a:lnTo>
                    <a:pt x="1234682" y="40313"/>
                  </a:lnTo>
                  <a:lnTo>
                    <a:pt x="1242497" y="40516"/>
                  </a:lnTo>
                  <a:lnTo>
                    <a:pt x="1250311" y="40611"/>
                  </a:lnTo>
                  <a:lnTo>
                    <a:pt x="1258126" y="40604"/>
                  </a:lnTo>
                  <a:lnTo>
                    <a:pt x="1265940" y="40600"/>
                  </a:lnTo>
                  <a:lnTo>
                    <a:pt x="1273755" y="40620"/>
                  </a:lnTo>
                  <a:lnTo>
                    <a:pt x="1281569" y="40735"/>
                  </a:lnTo>
                  <a:lnTo>
                    <a:pt x="1289384" y="40855"/>
                  </a:lnTo>
                  <a:lnTo>
                    <a:pt x="1297198" y="41002"/>
                  </a:lnTo>
                  <a:lnTo>
                    <a:pt x="1305012" y="41214"/>
                  </a:lnTo>
                  <a:lnTo>
                    <a:pt x="1312827" y="41341"/>
                  </a:lnTo>
                  <a:lnTo>
                    <a:pt x="1320641" y="41332"/>
                  </a:lnTo>
                  <a:lnTo>
                    <a:pt x="1328456" y="41440"/>
                  </a:lnTo>
                  <a:lnTo>
                    <a:pt x="1336270" y="41569"/>
                  </a:lnTo>
                  <a:lnTo>
                    <a:pt x="1344085" y="41714"/>
                  </a:lnTo>
                  <a:lnTo>
                    <a:pt x="1351899" y="42013"/>
                  </a:lnTo>
                  <a:lnTo>
                    <a:pt x="1359714" y="42304"/>
                  </a:lnTo>
                  <a:lnTo>
                    <a:pt x="1367528" y="42538"/>
                  </a:lnTo>
                  <a:lnTo>
                    <a:pt x="1375342" y="42639"/>
                  </a:lnTo>
                  <a:lnTo>
                    <a:pt x="1383157" y="42602"/>
                  </a:lnTo>
                  <a:lnTo>
                    <a:pt x="1390971" y="42645"/>
                  </a:lnTo>
                  <a:lnTo>
                    <a:pt x="1398786" y="42773"/>
                  </a:lnTo>
                  <a:lnTo>
                    <a:pt x="1406600" y="42954"/>
                  </a:lnTo>
                  <a:lnTo>
                    <a:pt x="1414415" y="43138"/>
                  </a:lnTo>
                  <a:lnTo>
                    <a:pt x="1422229" y="43193"/>
                  </a:lnTo>
                  <a:lnTo>
                    <a:pt x="1430044" y="43079"/>
                  </a:lnTo>
                  <a:lnTo>
                    <a:pt x="1437858" y="43130"/>
                  </a:lnTo>
                  <a:lnTo>
                    <a:pt x="1445672" y="43245"/>
                  </a:lnTo>
                  <a:lnTo>
                    <a:pt x="1453487" y="43360"/>
                  </a:lnTo>
                  <a:lnTo>
                    <a:pt x="1461301" y="43476"/>
                  </a:lnTo>
                  <a:lnTo>
                    <a:pt x="1469116" y="43596"/>
                  </a:lnTo>
                  <a:lnTo>
                    <a:pt x="1476930" y="43717"/>
                  </a:lnTo>
                  <a:lnTo>
                    <a:pt x="1484745" y="43838"/>
                  </a:lnTo>
                  <a:lnTo>
                    <a:pt x="1492559" y="43960"/>
                  </a:lnTo>
                  <a:lnTo>
                    <a:pt x="1500374" y="44082"/>
                  </a:lnTo>
                  <a:lnTo>
                    <a:pt x="1508188" y="44204"/>
                  </a:lnTo>
                  <a:lnTo>
                    <a:pt x="1516003" y="44326"/>
                  </a:lnTo>
                  <a:lnTo>
                    <a:pt x="1523817" y="44448"/>
                  </a:lnTo>
                  <a:lnTo>
                    <a:pt x="1531631" y="44570"/>
                  </a:lnTo>
                  <a:lnTo>
                    <a:pt x="1539446" y="44693"/>
                  </a:lnTo>
                  <a:lnTo>
                    <a:pt x="1547260" y="44815"/>
                  </a:lnTo>
                  <a:lnTo>
                    <a:pt x="1555075" y="44938"/>
                  </a:lnTo>
                  <a:lnTo>
                    <a:pt x="1562889" y="45061"/>
                  </a:lnTo>
                  <a:lnTo>
                    <a:pt x="1570704" y="45184"/>
                  </a:lnTo>
                  <a:lnTo>
                    <a:pt x="1578518" y="45307"/>
                  </a:lnTo>
                  <a:lnTo>
                    <a:pt x="1586333" y="45430"/>
                  </a:lnTo>
                  <a:lnTo>
                    <a:pt x="1594147" y="45534"/>
                  </a:lnTo>
                  <a:lnTo>
                    <a:pt x="1601961" y="45572"/>
                  </a:lnTo>
                  <a:lnTo>
                    <a:pt x="1609776" y="45610"/>
                  </a:lnTo>
                  <a:lnTo>
                    <a:pt x="1617590" y="45647"/>
                  </a:lnTo>
                  <a:lnTo>
                    <a:pt x="1625405" y="45590"/>
                  </a:lnTo>
                  <a:lnTo>
                    <a:pt x="1633219" y="45477"/>
                  </a:lnTo>
                  <a:lnTo>
                    <a:pt x="1641034" y="45365"/>
                  </a:lnTo>
                  <a:lnTo>
                    <a:pt x="1648848" y="45253"/>
                  </a:lnTo>
                  <a:lnTo>
                    <a:pt x="1656663" y="45257"/>
                  </a:lnTo>
                  <a:lnTo>
                    <a:pt x="1664477" y="45361"/>
                  </a:lnTo>
                  <a:lnTo>
                    <a:pt x="1672291" y="45470"/>
                  </a:lnTo>
                  <a:lnTo>
                    <a:pt x="1680106" y="45581"/>
                  </a:lnTo>
                  <a:lnTo>
                    <a:pt x="1687920" y="45692"/>
                  </a:lnTo>
                  <a:lnTo>
                    <a:pt x="1695735" y="45804"/>
                  </a:lnTo>
                  <a:lnTo>
                    <a:pt x="1703549" y="45915"/>
                  </a:lnTo>
                  <a:lnTo>
                    <a:pt x="1711364" y="45937"/>
                  </a:lnTo>
                  <a:lnTo>
                    <a:pt x="1719178" y="46063"/>
                  </a:lnTo>
                  <a:lnTo>
                    <a:pt x="1726993" y="46169"/>
                  </a:lnTo>
                  <a:lnTo>
                    <a:pt x="1734807" y="46204"/>
                  </a:lnTo>
                  <a:lnTo>
                    <a:pt x="1742622" y="46239"/>
                  </a:lnTo>
                  <a:lnTo>
                    <a:pt x="1750436" y="46274"/>
                  </a:lnTo>
                  <a:lnTo>
                    <a:pt x="1758250" y="46309"/>
                  </a:lnTo>
                  <a:lnTo>
                    <a:pt x="1766065" y="46344"/>
                  </a:lnTo>
                  <a:lnTo>
                    <a:pt x="1773879" y="46379"/>
                  </a:lnTo>
                  <a:lnTo>
                    <a:pt x="1781694" y="46414"/>
                  </a:lnTo>
                  <a:lnTo>
                    <a:pt x="1789508" y="46451"/>
                  </a:lnTo>
                  <a:lnTo>
                    <a:pt x="1797323" y="46489"/>
                  </a:lnTo>
                  <a:lnTo>
                    <a:pt x="1805137" y="46527"/>
                  </a:lnTo>
                  <a:lnTo>
                    <a:pt x="1812952" y="46564"/>
                  </a:lnTo>
                  <a:lnTo>
                    <a:pt x="1820766" y="46602"/>
                  </a:lnTo>
                  <a:lnTo>
                    <a:pt x="1828580" y="46640"/>
                  </a:lnTo>
                  <a:lnTo>
                    <a:pt x="1836395" y="46678"/>
                  </a:lnTo>
                  <a:lnTo>
                    <a:pt x="1844209" y="46716"/>
                  </a:lnTo>
                  <a:lnTo>
                    <a:pt x="1852024" y="46753"/>
                  </a:lnTo>
                  <a:lnTo>
                    <a:pt x="1859838" y="46808"/>
                  </a:lnTo>
                  <a:lnTo>
                    <a:pt x="1867653" y="46905"/>
                  </a:lnTo>
                  <a:lnTo>
                    <a:pt x="1875467" y="47002"/>
                  </a:lnTo>
                  <a:lnTo>
                    <a:pt x="1883282" y="47099"/>
                  </a:lnTo>
                  <a:lnTo>
                    <a:pt x="1891096" y="47196"/>
                  </a:lnTo>
                  <a:lnTo>
                    <a:pt x="1898910" y="47293"/>
                  </a:lnTo>
                  <a:lnTo>
                    <a:pt x="1906725" y="47390"/>
                  </a:lnTo>
                  <a:lnTo>
                    <a:pt x="1914539" y="47444"/>
                  </a:lnTo>
                  <a:lnTo>
                    <a:pt x="1922354" y="47391"/>
                  </a:lnTo>
                  <a:lnTo>
                    <a:pt x="1930168" y="47338"/>
                  </a:lnTo>
                  <a:lnTo>
                    <a:pt x="1937983" y="47285"/>
                  </a:lnTo>
                  <a:lnTo>
                    <a:pt x="1945797" y="47232"/>
                  </a:lnTo>
                  <a:lnTo>
                    <a:pt x="1953612" y="47226"/>
                  </a:lnTo>
                  <a:lnTo>
                    <a:pt x="1961426" y="47260"/>
                  </a:lnTo>
                  <a:lnTo>
                    <a:pt x="1969241" y="47294"/>
                  </a:lnTo>
                  <a:lnTo>
                    <a:pt x="1977055" y="47328"/>
                  </a:lnTo>
                  <a:lnTo>
                    <a:pt x="1984869" y="47363"/>
                  </a:lnTo>
                  <a:lnTo>
                    <a:pt x="1992684" y="47397"/>
                  </a:lnTo>
                  <a:lnTo>
                    <a:pt x="2000498" y="47431"/>
                  </a:lnTo>
                  <a:lnTo>
                    <a:pt x="2008313" y="47465"/>
                  </a:lnTo>
                  <a:lnTo>
                    <a:pt x="2016127" y="47499"/>
                  </a:lnTo>
                  <a:lnTo>
                    <a:pt x="2023942" y="47535"/>
                  </a:lnTo>
                  <a:lnTo>
                    <a:pt x="2023942" y="245685"/>
                  </a:lnTo>
                  <a:lnTo>
                    <a:pt x="2016127" y="244807"/>
                  </a:lnTo>
                  <a:lnTo>
                    <a:pt x="2008313" y="243925"/>
                  </a:lnTo>
                  <a:lnTo>
                    <a:pt x="2000498" y="243039"/>
                  </a:lnTo>
                  <a:lnTo>
                    <a:pt x="1992684" y="242148"/>
                  </a:lnTo>
                  <a:lnTo>
                    <a:pt x="1984869" y="241215"/>
                  </a:lnTo>
                  <a:lnTo>
                    <a:pt x="1977055" y="240074"/>
                  </a:lnTo>
                  <a:lnTo>
                    <a:pt x="1969241" y="238929"/>
                  </a:lnTo>
                  <a:lnTo>
                    <a:pt x="1961426" y="237779"/>
                  </a:lnTo>
                  <a:lnTo>
                    <a:pt x="1953612" y="236961"/>
                  </a:lnTo>
                  <a:lnTo>
                    <a:pt x="1945797" y="236206"/>
                  </a:lnTo>
                  <a:lnTo>
                    <a:pt x="1937983" y="235447"/>
                  </a:lnTo>
                  <a:lnTo>
                    <a:pt x="1930168" y="234684"/>
                  </a:lnTo>
                  <a:lnTo>
                    <a:pt x="1922354" y="233916"/>
                  </a:lnTo>
                  <a:lnTo>
                    <a:pt x="1914539" y="232950"/>
                  </a:lnTo>
                  <a:lnTo>
                    <a:pt x="1906725" y="231876"/>
                  </a:lnTo>
                  <a:lnTo>
                    <a:pt x="1898910" y="230798"/>
                  </a:lnTo>
                  <a:lnTo>
                    <a:pt x="1891096" y="229717"/>
                  </a:lnTo>
                  <a:lnTo>
                    <a:pt x="1883282" y="228633"/>
                  </a:lnTo>
                  <a:lnTo>
                    <a:pt x="1875467" y="227543"/>
                  </a:lnTo>
                  <a:lnTo>
                    <a:pt x="1867653" y="226450"/>
                  </a:lnTo>
                  <a:lnTo>
                    <a:pt x="1859838" y="225354"/>
                  </a:lnTo>
                  <a:lnTo>
                    <a:pt x="1852024" y="224254"/>
                  </a:lnTo>
                  <a:lnTo>
                    <a:pt x="1844209" y="223150"/>
                  </a:lnTo>
                  <a:lnTo>
                    <a:pt x="1836395" y="222043"/>
                  </a:lnTo>
                  <a:lnTo>
                    <a:pt x="1828580" y="220933"/>
                  </a:lnTo>
                  <a:lnTo>
                    <a:pt x="1820766" y="219821"/>
                  </a:lnTo>
                  <a:lnTo>
                    <a:pt x="1812952" y="218773"/>
                  </a:lnTo>
                  <a:lnTo>
                    <a:pt x="1805137" y="217789"/>
                  </a:lnTo>
                  <a:lnTo>
                    <a:pt x="1797323" y="216758"/>
                  </a:lnTo>
                  <a:lnTo>
                    <a:pt x="1789508" y="215605"/>
                  </a:lnTo>
                  <a:lnTo>
                    <a:pt x="1781694" y="214450"/>
                  </a:lnTo>
                  <a:lnTo>
                    <a:pt x="1773879" y="213293"/>
                  </a:lnTo>
                  <a:lnTo>
                    <a:pt x="1766065" y="212226"/>
                  </a:lnTo>
                  <a:lnTo>
                    <a:pt x="1758250" y="211306"/>
                  </a:lnTo>
                  <a:lnTo>
                    <a:pt x="1750436" y="210382"/>
                  </a:lnTo>
                  <a:lnTo>
                    <a:pt x="1742622" y="209456"/>
                  </a:lnTo>
                  <a:lnTo>
                    <a:pt x="1734807" y="208529"/>
                  </a:lnTo>
                  <a:lnTo>
                    <a:pt x="1726993" y="207465"/>
                  </a:lnTo>
                  <a:lnTo>
                    <a:pt x="1719178" y="206364"/>
                  </a:lnTo>
                  <a:lnTo>
                    <a:pt x="1711364" y="205259"/>
                  </a:lnTo>
                  <a:lnTo>
                    <a:pt x="1703549" y="204152"/>
                  </a:lnTo>
                  <a:lnTo>
                    <a:pt x="1695735" y="203034"/>
                  </a:lnTo>
                  <a:lnTo>
                    <a:pt x="1687920" y="201866"/>
                  </a:lnTo>
                  <a:lnTo>
                    <a:pt x="1680106" y="200698"/>
                  </a:lnTo>
                  <a:lnTo>
                    <a:pt x="1672291" y="199530"/>
                  </a:lnTo>
                  <a:lnTo>
                    <a:pt x="1664477" y="198360"/>
                  </a:lnTo>
                  <a:lnTo>
                    <a:pt x="1656663" y="197190"/>
                  </a:lnTo>
                  <a:lnTo>
                    <a:pt x="1648848" y="196020"/>
                  </a:lnTo>
                  <a:lnTo>
                    <a:pt x="1641034" y="194848"/>
                  </a:lnTo>
                  <a:lnTo>
                    <a:pt x="1633219" y="193675"/>
                  </a:lnTo>
                  <a:lnTo>
                    <a:pt x="1625405" y="192499"/>
                  </a:lnTo>
                  <a:lnTo>
                    <a:pt x="1617590" y="191323"/>
                  </a:lnTo>
                  <a:lnTo>
                    <a:pt x="1609776" y="190147"/>
                  </a:lnTo>
                  <a:lnTo>
                    <a:pt x="1601961" y="188904"/>
                  </a:lnTo>
                  <a:lnTo>
                    <a:pt x="1594147" y="187619"/>
                  </a:lnTo>
                  <a:lnTo>
                    <a:pt x="1586333" y="186333"/>
                  </a:lnTo>
                  <a:lnTo>
                    <a:pt x="1578518" y="185046"/>
                  </a:lnTo>
                  <a:lnTo>
                    <a:pt x="1570704" y="183759"/>
                  </a:lnTo>
                  <a:lnTo>
                    <a:pt x="1562889" y="182666"/>
                  </a:lnTo>
                  <a:lnTo>
                    <a:pt x="1555075" y="181710"/>
                  </a:lnTo>
                  <a:lnTo>
                    <a:pt x="1547260" y="180753"/>
                  </a:lnTo>
                  <a:lnTo>
                    <a:pt x="1539446" y="179595"/>
                  </a:lnTo>
                  <a:lnTo>
                    <a:pt x="1531631" y="178424"/>
                  </a:lnTo>
                  <a:lnTo>
                    <a:pt x="1523817" y="177254"/>
                  </a:lnTo>
                  <a:lnTo>
                    <a:pt x="1516003" y="176052"/>
                  </a:lnTo>
                  <a:lnTo>
                    <a:pt x="1508188" y="174920"/>
                  </a:lnTo>
                  <a:lnTo>
                    <a:pt x="1500374" y="173886"/>
                  </a:lnTo>
                  <a:lnTo>
                    <a:pt x="1492559" y="172866"/>
                  </a:lnTo>
                  <a:lnTo>
                    <a:pt x="1484745" y="171843"/>
                  </a:lnTo>
                  <a:lnTo>
                    <a:pt x="1476930" y="170598"/>
                  </a:lnTo>
                  <a:lnTo>
                    <a:pt x="1469116" y="169387"/>
                  </a:lnTo>
                  <a:lnTo>
                    <a:pt x="1461301" y="168169"/>
                  </a:lnTo>
                  <a:lnTo>
                    <a:pt x="1453487" y="166935"/>
                  </a:lnTo>
                  <a:lnTo>
                    <a:pt x="1445672" y="165888"/>
                  </a:lnTo>
                  <a:lnTo>
                    <a:pt x="1437858" y="164871"/>
                  </a:lnTo>
                  <a:lnTo>
                    <a:pt x="1430044" y="163850"/>
                  </a:lnTo>
                  <a:lnTo>
                    <a:pt x="1422229" y="162830"/>
                  </a:lnTo>
                  <a:lnTo>
                    <a:pt x="1414415" y="161624"/>
                  </a:lnTo>
                  <a:lnTo>
                    <a:pt x="1406600" y="160412"/>
                  </a:lnTo>
                  <a:lnTo>
                    <a:pt x="1398786" y="159202"/>
                  </a:lnTo>
                  <a:lnTo>
                    <a:pt x="1390971" y="158092"/>
                  </a:lnTo>
                  <a:lnTo>
                    <a:pt x="1383157" y="157069"/>
                  </a:lnTo>
                  <a:lnTo>
                    <a:pt x="1375342" y="156042"/>
                  </a:lnTo>
                  <a:lnTo>
                    <a:pt x="1367528" y="155013"/>
                  </a:lnTo>
                  <a:lnTo>
                    <a:pt x="1359714" y="153984"/>
                  </a:lnTo>
                  <a:lnTo>
                    <a:pt x="1351899" y="152725"/>
                  </a:lnTo>
                  <a:lnTo>
                    <a:pt x="1344085" y="151618"/>
                  </a:lnTo>
                  <a:lnTo>
                    <a:pt x="1336270" y="150684"/>
                  </a:lnTo>
                  <a:lnTo>
                    <a:pt x="1328456" y="149750"/>
                  </a:lnTo>
                  <a:lnTo>
                    <a:pt x="1320641" y="148817"/>
                  </a:lnTo>
                  <a:lnTo>
                    <a:pt x="1312827" y="147869"/>
                  </a:lnTo>
                  <a:lnTo>
                    <a:pt x="1305012" y="146855"/>
                  </a:lnTo>
                  <a:lnTo>
                    <a:pt x="1297198" y="145842"/>
                  </a:lnTo>
                  <a:lnTo>
                    <a:pt x="1289384" y="144830"/>
                  </a:lnTo>
                  <a:lnTo>
                    <a:pt x="1281569" y="143819"/>
                  </a:lnTo>
                  <a:lnTo>
                    <a:pt x="1273755" y="142868"/>
                  </a:lnTo>
                  <a:lnTo>
                    <a:pt x="1265940" y="141921"/>
                  </a:lnTo>
                  <a:lnTo>
                    <a:pt x="1258126" y="140841"/>
                  </a:lnTo>
                  <a:lnTo>
                    <a:pt x="1250311" y="139895"/>
                  </a:lnTo>
                  <a:lnTo>
                    <a:pt x="1242497" y="138951"/>
                  </a:lnTo>
                  <a:lnTo>
                    <a:pt x="1234682" y="138006"/>
                  </a:lnTo>
                  <a:lnTo>
                    <a:pt x="1226868" y="136963"/>
                  </a:lnTo>
                  <a:lnTo>
                    <a:pt x="1219053" y="135842"/>
                  </a:lnTo>
                  <a:lnTo>
                    <a:pt x="1211239" y="134733"/>
                  </a:lnTo>
                  <a:lnTo>
                    <a:pt x="1203425" y="133621"/>
                  </a:lnTo>
                  <a:lnTo>
                    <a:pt x="1195610" y="132511"/>
                  </a:lnTo>
                  <a:lnTo>
                    <a:pt x="1187796" y="131402"/>
                  </a:lnTo>
                  <a:lnTo>
                    <a:pt x="1179981" y="130295"/>
                  </a:lnTo>
                  <a:lnTo>
                    <a:pt x="1172167" y="129190"/>
                  </a:lnTo>
                  <a:lnTo>
                    <a:pt x="1164352" y="128082"/>
                  </a:lnTo>
                  <a:lnTo>
                    <a:pt x="1156538" y="126991"/>
                  </a:lnTo>
                  <a:lnTo>
                    <a:pt x="1148723" y="125903"/>
                  </a:lnTo>
                  <a:lnTo>
                    <a:pt x="1140909" y="124813"/>
                  </a:lnTo>
                  <a:lnTo>
                    <a:pt x="1133095" y="123934"/>
                  </a:lnTo>
                  <a:lnTo>
                    <a:pt x="1125280" y="123140"/>
                  </a:lnTo>
                  <a:lnTo>
                    <a:pt x="1117466" y="122056"/>
                  </a:lnTo>
                  <a:lnTo>
                    <a:pt x="1109651" y="120896"/>
                  </a:lnTo>
                  <a:lnTo>
                    <a:pt x="1101837" y="119832"/>
                  </a:lnTo>
                  <a:lnTo>
                    <a:pt x="1094022" y="119017"/>
                  </a:lnTo>
                  <a:lnTo>
                    <a:pt x="1086208" y="118203"/>
                  </a:lnTo>
                  <a:lnTo>
                    <a:pt x="1078393" y="117388"/>
                  </a:lnTo>
                  <a:lnTo>
                    <a:pt x="1070579" y="116376"/>
                  </a:lnTo>
                  <a:lnTo>
                    <a:pt x="1062765" y="115253"/>
                  </a:lnTo>
                  <a:lnTo>
                    <a:pt x="1054950" y="114134"/>
                  </a:lnTo>
                  <a:lnTo>
                    <a:pt x="1047136" y="113020"/>
                  </a:lnTo>
                  <a:lnTo>
                    <a:pt x="1039321" y="111905"/>
                  </a:lnTo>
                  <a:lnTo>
                    <a:pt x="1031507" y="110794"/>
                  </a:lnTo>
                  <a:lnTo>
                    <a:pt x="1023692" y="109688"/>
                  </a:lnTo>
                  <a:lnTo>
                    <a:pt x="1015878" y="108711"/>
                  </a:lnTo>
                  <a:lnTo>
                    <a:pt x="1008063" y="107820"/>
                  </a:lnTo>
                  <a:lnTo>
                    <a:pt x="1000249" y="107011"/>
                  </a:lnTo>
                  <a:lnTo>
                    <a:pt x="992434" y="106204"/>
                  </a:lnTo>
                  <a:lnTo>
                    <a:pt x="984620" y="105400"/>
                  </a:lnTo>
                  <a:lnTo>
                    <a:pt x="976806" y="104598"/>
                  </a:lnTo>
                  <a:lnTo>
                    <a:pt x="968991" y="103481"/>
                  </a:lnTo>
                  <a:lnTo>
                    <a:pt x="961177" y="102484"/>
                  </a:lnTo>
                  <a:lnTo>
                    <a:pt x="953362" y="101700"/>
                  </a:lnTo>
                  <a:lnTo>
                    <a:pt x="945548" y="100740"/>
                  </a:lnTo>
                  <a:lnTo>
                    <a:pt x="937733" y="99820"/>
                  </a:lnTo>
                  <a:lnTo>
                    <a:pt x="929919" y="99149"/>
                  </a:lnTo>
                  <a:lnTo>
                    <a:pt x="922104" y="98467"/>
                  </a:lnTo>
                  <a:lnTo>
                    <a:pt x="914290" y="97449"/>
                  </a:lnTo>
                  <a:lnTo>
                    <a:pt x="906476" y="96698"/>
                  </a:lnTo>
                  <a:lnTo>
                    <a:pt x="898661" y="95808"/>
                  </a:lnTo>
                  <a:lnTo>
                    <a:pt x="890847" y="94941"/>
                  </a:lnTo>
                  <a:lnTo>
                    <a:pt x="883032" y="94102"/>
                  </a:lnTo>
                  <a:lnTo>
                    <a:pt x="875218" y="93487"/>
                  </a:lnTo>
                  <a:lnTo>
                    <a:pt x="867403" y="92840"/>
                  </a:lnTo>
                  <a:lnTo>
                    <a:pt x="859589" y="91759"/>
                  </a:lnTo>
                  <a:lnTo>
                    <a:pt x="851774" y="91172"/>
                  </a:lnTo>
                  <a:lnTo>
                    <a:pt x="843960" y="90298"/>
                  </a:lnTo>
                  <a:lnTo>
                    <a:pt x="836145" y="89420"/>
                  </a:lnTo>
                  <a:lnTo>
                    <a:pt x="828331" y="88603"/>
                  </a:lnTo>
                  <a:lnTo>
                    <a:pt x="820517" y="87882"/>
                  </a:lnTo>
                  <a:lnTo>
                    <a:pt x="812702" y="87137"/>
                  </a:lnTo>
                  <a:lnTo>
                    <a:pt x="804888" y="86255"/>
                  </a:lnTo>
                  <a:lnTo>
                    <a:pt x="797073" y="85564"/>
                  </a:lnTo>
                  <a:lnTo>
                    <a:pt x="789259" y="84915"/>
                  </a:lnTo>
                  <a:lnTo>
                    <a:pt x="781444" y="84149"/>
                  </a:lnTo>
                  <a:lnTo>
                    <a:pt x="773630" y="83090"/>
                  </a:lnTo>
                  <a:lnTo>
                    <a:pt x="765815" y="82481"/>
                  </a:lnTo>
                  <a:lnTo>
                    <a:pt x="758001" y="81690"/>
                  </a:lnTo>
                  <a:lnTo>
                    <a:pt x="750187" y="81031"/>
                  </a:lnTo>
                  <a:lnTo>
                    <a:pt x="742372" y="80315"/>
                  </a:lnTo>
                  <a:lnTo>
                    <a:pt x="734558" y="79642"/>
                  </a:lnTo>
                  <a:lnTo>
                    <a:pt x="726743" y="79001"/>
                  </a:lnTo>
                  <a:lnTo>
                    <a:pt x="718929" y="78363"/>
                  </a:lnTo>
                  <a:lnTo>
                    <a:pt x="711114" y="77765"/>
                  </a:lnTo>
                  <a:lnTo>
                    <a:pt x="703300" y="77092"/>
                  </a:lnTo>
                  <a:lnTo>
                    <a:pt x="695485" y="76355"/>
                  </a:lnTo>
                  <a:lnTo>
                    <a:pt x="687671" y="75511"/>
                  </a:lnTo>
                  <a:lnTo>
                    <a:pt x="679857" y="74725"/>
                  </a:lnTo>
                  <a:lnTo>
                    <a:pt x="672042" y="74159"/>
                  </a:lnTo>
                  <a:lnTo>
                    <a:pt x="664228" y="73611"/>
                  </a:lnTo>
                  <a:lnTo>
                    <a:pt x="656413" y="73058"/>
                  </a:lnTo>
                  <a:lnTo>
                    <a:pt x="648599" y="72530"/>
                  </a:lnTo>
                  <a:lnTo>
                    <a:pt x="640784" y="71993"/>
                  </a:lnTo>
                  <a:lnTo>
                    <a:pt x="632970" y="71436"/>
                  </a:lnTo>
                  <a:lnTo>
                    <a:pt x="625155" y="70851"/>
                  </a:lnTo>
                  <a:lnTo>
                    <a:pt x="617341" y="70323"/>
                  </a:lnTo>
                  <a:lnTo>
                    <a:pt x="609526" y="69869"/>
                  </a:lnTo>
                  <a:lnTo>
                    <a:pt x="601712" y="69243"/>
                  </a:lnTo>
                  <a:lnTo>
                    <a:pt x="593898" y="68713"/>
                  </a:lnTo>
                  <a:lnTo>
                    <a:pt x="586083" y="68172"/>
                  </a:lnTo>
                  <a:lnTo>
                    <a:pt x="578269" y="67396"/>
                  </a:lnTo>
                  <a:lnTo>
                    <a:pt x="570454" y="66716"/>
                  </a:lnTo>
                  <a:lnTo>
                    <a:pt x="562640" y="66138"/>
                  </a:lnTo>
                  <a:lnTo>
                    <a:pt x="554825" y="65710"/>
                  </a:lnTo>
                  <a:lnTo>
                    <a:pt x="547011" y="65212"/>
                  </a:lnTo>
                  <a:lnTo>
                    <a:pt x="539196" y="64749"/>
                  </a:lnTo>
                  <a:lnTo>
                    <a:pt x="531382" y="64249"/>
                  </a:lnTo>
                  <a:lnTo>
                    <a:pt x="523568" y="63859"/>
                  </a:lnTo>
                  <a:lnTo>
                    <a:pt x="515753" y="63311"/>
                  </a:lnTo>
                  <a:lnTo>
                    <a:pt x="507939" y="62776"/>
                  </a:lnTo>
                  <a:lnTo>
                    <a:pt x="500124" y="62431"/>
                  </a:lnTo>
                  <a:lnTo>
                    <a:pt x="492310" y="62045"/>
                  </a:lnTo>
                  <a:lnTo>
                    <a:pt x="484495" y="61554"/>
                  </a:lnTo>
                  <a:lnTo>
                    <a:pt x="476681" y="61137"/>
                  </a:lnTo>
                  <a:lnTo>
                    <a:pt x="468866" y="60663"/>
                  </a:lnTo>
                  <a:lnTo>
                    <a:pt x="461052" y="60351"/>
                  </a:lnTo>
                  <a:lnTo>
                    <a:pt x="453238" y="59872"/>
                  </a:lnTo>
                  <a:lnTo>
                    <a:pt x="445423" y="59415"/>
                  </a:lnTo>
                  <a:lnTo>
                    <a:pt x="437609" y="59073"/>
                  </a:lnTo>
                  <a:lnTo>
                    <a:pt x="429794" y="58675"/>
                  </a:lnTo>
                  <a:lnTo>
                    <a:pt x="421980" y="58331"/>
                  </a:lnTo>
                  <a:lnTo>
                    <a:pt x="414165" y="57944"/>
                  </a:lnTo>
                  <a:lnTo>
                    <a:pt x="406351" y="57488"/>
                  </a:lnTo>
                  <a:lnTo>
                    <a:pt x="398536" y="57233"/>
                  </a:lnTo>
                  <a:lnTo>
                    <a:pt x="390722" y="57082"/>
                  </a:lnTo>
                  <a:lnTo>
                    <a:pt x="382907" y="56793"/>
                  </a:lnTo>
                  <a:lnTo>
                    <a:pt x="375093" y="56429"/>
                  </a:lnTo>
                  <a:lnTo>
                    <a:pt x="367279" y="56048"/>
                  </a:lnTo>
                  <a:lnTo>
                    <a:pt x="359464" y="55833"/>
                  </a:lnTo>
                  <a:lnTo>
                    <a:pt x="351650" y="55592"/>
                  </a:lnTo>
                  <a:lnTo>
                    <a:pt x="343835" y="55359"/>
                  </a:lnTo>
                  <a:lnTo>
                    <a:pt x="336021" y="55253"/>
                  </a:lnTo>
                  <a:lnTo>
                    <a:pt x="328206" y="54995"/>
                  </a:lnTo>
                  <a:lnTo>
                    <a:pt x="320392" y="54812"/>
                  </a:lnTo>
                  <a:lnTo>
                    <a:pt x="312577" y="54590"/>
                  </a:lnTo>
                  <a:lnTo>
                    <a:pt x="304763" y="54352"/>
                  </a:lnTo>
                  <a:lnTo>
                    <a:pt x="296949" y="54052"/>
                  </a:lnTo>
                  <a:lnTo>
                    <a:pt x="289134" y="53835"/>
                  </a:lnTo>
                  <a:lnTo>
                    <a:pt x="281320" y="53659"/>
                  </a:lnTo>
                  <a:lnTo>
                    <a:pt x="273505" y="53235"/>
                  </a:lnTo>
                  <a:lnTo>
                    <a:pt x="265691" y="53065"/>
                  </a:lnTo>
                  <a:lnTo>
                    <a:pt x="257876" y="52653"/>
                  </a:lnTo>
                  <a:lnTo>
                    <a:pt x="250062" y="52402"/>
                  </a:lnTo>
                  <a:lnTo>
                    <a:pt x="242247" y="52300"/>
                  </a:lnTo>
                  <a:lnTo>
                    <a:pt x="234433" y="52172"/>
                  </a:lnTo>
                  <a:lnTo>
                    <a:pt x="226619" y="51918"/>
                  </a:lnTo>
                  <a:lnTo>
                    <a:pt x="218804" y="51598"/>
                  </a:lnTo>
                  <a:lnTo>
                    <a:pt x="210990" y="51316"/>
                  </a:lnTo>
                  <a:lnTo>
                    <a:pt x="203175" y="51132"/>
                  </a:lnTo>
                  <a:lnTo>
                    <a:pt x="195361" y="50917"/>
                  </a:lnTo>
                  <a:lnTo>
                    <a:pt x="187546" y="50671"/>
                  </a:lnTo>
                  <a:lnTo>
                    <a:pt x="179732" y="50427"/>
                  </a:lnTo>
                  <a:lnTo>
                    <a:pt x="171917" y="50239"/>
                  </a:lnTo>
                  <a:lnTo>
                    <a:pt x="164103" y="50137"/>
                  </a:lnTo>
                  <a:lnTo>
                    <a:pt x="156288" y="50036"/>
                  </a:lnTo>
                  <a:lnTo>
                    <a:pt x="148474" y="49865"/>
                  </a:lnTo>
                  <a:lnTo>
                    <a:pt x="140660" y="49728"/>
                  </a:lnTo>
                  <a:lnTo>
                    <a:pt x="132845" y="49690"/>
                  </a:lnTo>
                  <a:lnTo>
                    <a:pt x="125031" y="49628"/>
                  </a:lnTo>
                  <a:lnTo>
                    <a:pt x="117216" y="49543"/>
                  </a:lnTo>
                  <a:lnTo>
                    <a:pt x="109402" y="49375"/>
                  </a:lnTo>
                  <a:lnTo>
                    <a:pt x="101587" y="49171"/>
                  </a:lnTo>
                  <a:lnTo>
                    <a:pt x="93773" y="48965"/>
                  </a:lnTo>
                  <a:lnTo>
                    <a:pt x="85958" y="48764"/>
                  </a:lnTo>
                  <a:lnTo>
                    <a:pt x="78144" y="48531"/>
                  </a:lnTo>
                  <a:lnTo>
                    <a:pt x="70330" y="48359"/>
                  </a:lnTo>
                  <a:lnTo>
                    <a:pt x="62515" y="48277"/>
                  </a:lnTo>
                  <a:lnTo>
                    <a:pt x="54701" y="48008"/>
                  </a:lnTo>
                  <a:lnTo>
                    <a:pt x="46886" y="48032"/>
                  </a:lnTo>
                  <a:lnTo>
                    <a:pt x="39072" y="47747"/>
                  </a:lnTo>
                  <a:lnTo>
                    <a:pt x="31257" y="47808"/>
                  </a:lnTo>
                  <a:lnTo>
                    <a:pt x="23443" y="47807"/>
                  </a:lnTo>
                  <a:lnTo>
                    <a:pt x="15628" y="47715"/>
                  </a:lnTo>
                  <a:lnTo>
                    <a:pt x="7814" y="47624"/>
                  </a:lnTo>
                  <a:lnTo>
                    <a:pt x="0" y="47470"/>
                  </a:lnTo>
                  <a:close/>
                </a:path>
              </a:pathLst>
            </a:custGeom>
            <a:solidFill>
              <a:srgbClr val="E69F00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116" name="pl115"/>
            <p:cNvSpPr/>
            <p:nvPr/>
          </p:nvSpPr>
          <p:spPr>
            <a:xfrm>
              <a:off x="3632283" y="2736466"/>
              <a:ext cx="2023942" cy="47535"/>
            </a:xfrm>
            <a:custGeom>
              <a:avLst/>
              <a:pathLst>
                <a:path w="2023942" h="47535">
                  <a:moveTo>
                    <a:pt x="0" y="0"/>
                  </a:moveTo>
                  <a:lnTo>
                    <a:pt x="7814" y="412"/>
                  </a:lnTo>
                  <a:lnTo>
                    <a:pt x="15628" y="749"/>
                  </a:lnTo>
                  <a:lnTo>
                    <a:pt x="23443" y="1011"/>
                  </a:lnTo>
                  <a:lnTo>
                    <a:pt x="31257" y="1584"/>
                  </a:lnTo>
                  <a:lnTo>
                    <a:pt x="39072" y="1845"/>
                  </a:lnTo>
                  <a:lnTo>
                    <a:pt x="46886" y="2335"/>
                  </a:lnTo>
                  <a:lnTo>
                    <a:pt x="54701" y="2774"/>
                  </a:lnTo>
                  <a:lnTo>
                    <a:pt x="62515" y="3178"/>
                  </a:lnTo>
                  <a:lnTo>
                    <a:pt x="70330" y="3584"/>
                  </a:lnTo>
                  <a:lnTo>
                    <a:pt x="78144" y="3995"/>
                  </a:lnTo>
                  <a:lnTo>
                    <a:pt x="85958" y="4273"/>
                  </a:lnTo>
                  <a:lnTo>
                    <a:pt x="93773" y="4595"/>
                  </a:lnTo>
                  <a:lnTo>
                    <a:pt x="101587" y="5047"/>
                  </a:lnTo>
                  <a:lnTo>
                    <a:pt x="109402" y="5448"/>
                  </a:lnTo>
                  <a:lnTo>
                    <a:pt x="117216" y="5872"/>
                  </a:lnTo>
                  <a:lnTo>
                    <a:pt x="125031" y="6385"/>
                  </a:lnTo>
                  <a:lnTo>
                    <a:pt x="132845" y="6742"/>
                  </a:lnTo>
                  <a:lnTo>
                    <a:pt x="140660" y="7169"/>
                  </a:lnTo>
                  <a:lnTo>
                    <a:pt x="148474" y="7573"/>
                  </a:lnTo>
                  <a:lnTo>
                    <a:pt x="156288" y="7959"/>
                  </a:lnTo>
                  <a:lnTo>
                    <a:pt x="164103" y="8348"/>
                  </a:lnTo>
                  <a:lnTo>
                    <a:pt x="171917" y="8739"/>
                  </a:lnTo>
                  <a:lnTo>
                    <a:pt x="179732" y="9135"/>
                  </a:lnTo>
                  <a:lnTo>
                    <a:pt x="187546" y="9556"/>
                  </a:lnTo>
                  <a:lnTo>
                    <a:pt x="195361" y="9929"/>
                  </a:lnTo>
                  <a:lnTo>
                    <a:pt x="203175" y="10223"/>
                  </a:lnTo>
                  <a:lnTo>
                    <a:pt x="210990" y="10682"/>
                  </a:lnTo>
                  <a:lnTo>
                    <a:pt x="218804" y="10984"/>
                  </a:lnTo>
                  <a:lnTo>
                    <a:pt x="226619" y="11310"/>
                  </a:lnTo>
                  <a:lnTo>
                    <a:pt x="234433" y="11587"/>
                  </a:lnTo>
                  <a:lnTo>
                    <a:pt x="242247" y="12238"/>
                  </a:lnTo>
                  <a:lnTo>
                    <a:pt x="250062" y="12767"/>
                  </a:lnTo>
                  <a:lnTo>
                    <a:pt x="257876" y="13110"/>
                  </a:lnTo>
                  <a:lnTo>
                    <a:pt x="265691" y="13374"/>
                  </a:lnTo>
                  <a:lnTo>
                    <a:pt x="273505" y="13639"/>
                  </a:lnTo>
                  <a:lnTo>
                    <a:pt x="281320" y="13949"/>
                  </a:lnTo>
                  <a:lnTo>
                    <a:pt x="289134" y="14297"/>
                  </a:lnTo>
                  <a:lnTo>
                    <a:pt x="296949" y="14767"/>
                  </a:lnTo>
                  <a:lnTo>
                    <a:pt x="304763" y="15151"/>
                  </a:lnTo>
                  <a:lnTo>
                    <a:pt x="312577" y="15595"/>
                  </a:lnTo>
                  <a:lnTo>
                    <a:pt x="320392" y="16014"/>
                  </a:lnTo>
                  <a:lnTo>
                    <a:pt x="328206" y="16567"/>
                  </a:lnTo>
                  <a:lnTo>
                    <a:pt x="336021" y="16936"/>
                  </a:lnTo>
                  <a:lnTo>
                    <a:pt x="343835" y="17277"/>
                  </a:lnTo>
                  <a:lnTo>
                    <a:pt x="351650" y="17613"/>
                  </a:lnTo>
                  <a:lnTo>
                    <a:pt x="359464" y="17871"/>
                  </a:lnTo>
                  <a:lnTo>
                    <a:pt x="367279" y="18357"/>
                  </a:lnTo>
                  <a:lnTo>
                    <a:pt x="375093" y="18762"/>
                  </a:lnTo>
                  <a:lnTo>
                    <a:pt x="382907" y="19145"/>
                  </a:lnTo>
                  <a:lnTo>
                    <a:pt x="390722" y="19555"/>
                  </a:lnTo>
                  <a:lnTo>
                    <a:pt x="398536" y="19815"/>
                  </a:lnTo>
                  <a:lnTo>
                    <a:pt x="406351" y="20357"/>
                  </a:lnTo>
                  <a:lnTo>
                    <a:pt x="414165" y="20844"/>
                  </a:lnTo>
                  <a:lnTo>
                    <a:pt x="421980" y="21135"/>
                  </a:lnTo>
                  <a:lnTo>
                    <a:pt x="429794" y="21686"/>
                  </a:lnTo>
                  <a:lnTo>
                    <a:pt x="437609" y="22162"/>
                  </a:lnTo>
                  <a:lnTo>
                    <a:pt x="445423" y="22606"/>
                  </a:lnTo>
                  <a:lnTo>
                    <a:pt x="453238" y="22842"/>
                  </a:lnTo>
                  <a:lnTo>
                    <a:pt x="461052" y="23175"/>
                  </a:lnTo>
                  <a:lnTo>
                    <a:pt x="468866" y="23401"/>
                  </a:lnTo>
                  <a:lnTo>
                    <a:pt x="476681" y="23708"/>
                  </a:lnTo>
                  <a:lnTo>
                    <a:pt x="484495" y="24037"/>
                  </a:lnTo>
                  <a:lnTo>
                    <a:pt x="492310" y="24238"/>
                  </a:lnTo>
                  <a:lnTo>
                    <a:pt x="500124" y="24494"/>
                  </a:lnTo>
                  <a:lnTo>
                    <a:pt x="507939" y="24476"/>
                  </a:lnTo>
                  <a:lnTo>
                    <a:pt x="515753" y="24640"/>
                  </a:lnTo>
                  <a:lnTo>
                    <a:pt x="523568" y="24951"/>
                  </a:lnTo>
                  <a:lnTo>
                    <a:pt x="531382" y="25299"/>
                  </a:lnTo>
                  <a:lnTo>
                    <a:pt x="539196" y="25844"/>
                  </a:lnTo>
                  <a:lnTo>
                    <a:pt x="547011" y="26006"/>
                  </a:lnTo>
                  <a:lnTo>
                    <a:pt x="554825" y="26409"/>
                  </a:lnTo>
                  <a:lnTo>
                    <a:pt x="562640" y="26772"/>
                  </a:lnTo>
                  <a:lnTo>
                    <a:pt x="570454" y="27128"/>
                  </a:lnTo>
                  <a:lnTo>
                    <a:pt x="578269" y="27322"/>
                  </a:lnTo>
                  <a:lnTo>
                    <a:pt x="586083" y="27650"/>
                  </a:lnTo>
                  <a:lnTo>
                    <a:pt x="593898" y="27993"/>
                  </a:lnTo>
                  <a:lnTo>
                    <a:pt x="601712" y="28314"/>
                  </a:lnTo>
                  <a:lnTo>
                    <a:pt x="609526" y="28608"/>
                  </a:lnTo>
                  <a:lnTo>
                    <a:pt x="617341" y="28829"/>
                  </a:lnTo>
                  <a:lnTo>
                    <a:pt x="625155" y="29085"/>
                  </a:lnTo>
                  <a:lnTo>
                    <a:pt x="632970" y="29347"/>
                  </a:lnTo>
                  <a:lnTo>
                    <a:pt x="640784" y="29607"/>
                  </a:lnTo>
                  <a:lnTo>
                    <a:pt x="648599" y="29868"/>
                  </a:lnTo>
                  <a:lnTo>
                    <a:pt x="656413" y="30192"/>
                  </a:lnTo>
                  <a:lnTo>
                    <a:pt x="664228" y="30480"/>
                  </a:lnTo>
                  <a:lnTo>
                    <a:pt x="672042" y="30719"/>
                  </a:lnTo>
                  <a:lnTo>
                    <a:pt x="679857" y="30922"/>
                  </a:lnTo>
                  <a:lnTo>
                    <a:pt x="687671" y="31188"/>
                  </a:lnTo>
                  <a:lnTo>
                    <a:pt x="695485" y="31453"/>
                  </a:lnTo>
                  <a:lnTo>
                    <a:pt x="703300" y="31677"/>
                  </a:lnTo>
                  <a:lnTo>
                    <a:pt x="711114" y="31918"/>
                  </a:lnTo>
                  <a:lnTo>
                    <a:pt x="718929" y="32160"/>
                  </a:lnTo>
                  <a:lnTo>
                    <a:pt x="726743" y="32402"/>
                  </a:lnTo>
                  <a:lnTo>
                    <a:pt x="734558" y="32694"/>
                  </a:lnTo>
                  <a:lnTo>
                    <a:pt x="742372" y="32939"/>
                  </a:lnTo>
                  <a:lnTo>
                    <a:pt x="750187" y="33129"/>
                  </a:lnTo>
                  <a:lnTo>
                    <a:pt x="758001" y="33282"/>
                  </a:lnTo>
                  <a:lnTo>
                    <a:pt x="765815" y="33381"/>
                  </a:lnTo>
                  <a:lnTo>
                    <a:pt x="773630" y="33436"/>
                  </a:lnTo>
                  <a:lnTo>
                    <a:pt x="781444" y="33688"/>
                  </a:lnTo>
                  <a:lnTo>
                    <a:pt x="789259" y="33815"/>
                  </a:lnTo>
                  <a:lnTo>
                    <a:pt x="797073" y="33895"/>
                  </a:lnTo>
                  <a:lnTo>
                    <a:pt x="804888" y="33990"/>
                  </a:lnTo>
                  <a:lnTo>
                    <a:pt x="812702" y="34192"/>
                  </a:lnTo>
                  <a:lnTo>
                    <a:pt x="820517" y="34320"/>
                  </a:lnTo>
                  <a:lnTo>
                    <a:pt x="828331" y="34449"/>
                  </a:lnTo>
                  <a:lnTo>
                    <a:pt x="836145" y="34545"/>
                  </a:lnTo>
                  <a:lnTo>
                    <a:pt x="843960" y="34773"/>
                  </a:lnTo>
                  <a:lnTo>
                    <a:pt x="851774" y="35006"/>
                  </a:lnTo>
                  <a:lnTo>
                    <a:pt x="859589" y="34961"/>
                  </a:lnTo>
                  <a:lnTo>
                    <a:pt x="867403" y="35122"/>
                  </a:lnTo>
                  <a:lnTo>
                    <a:pt x="875218" y="35346"/>
                  </a:lnTo>
                  <a:lnTo>
                    <a:pt x="883032" y="35571"/>
                  </a:lnTo>
                  <a:lnTo>
                    <a:pt x="890847" y="35743"/>
                  </a:lnTo>
                  <a:lnTo>
                    <a:pt x="898661" y="35885"/>
                  </a:lnTo>
                  <a:lnTo>
                    <a:pt x="906476" y="35836"/>
                  </a:lnTo>
                  <a:lnTo>
                    <a:pt x="914290" y="35883"/>
                  </a:lnTo>
                  <a:lnTo>
                    <a:pt x="922104" y="35980"/>
                  </a:lnTo>
                  <a:lnTo>
                    <a:pt x="929919" y="36105"/>
                  </a:lnTo>
                  <a:lnTo>
                    <a:pt x="937733" y="36239"/>
                  </a:lnTo>
                  <a:lnTo>
                    <a:pt x="945548" y="36400"/>
                  </a:lnTo>
                  <a:lnTo>
                    <a:pt x="953362" y="36681"/>
                  </a:lnTo>
                  <a:lnTo>
                    <a:pt x="961177" y="36701"/>
                  </a:lnTo>
                  <a:lnTo>
                    <a:pt x="968991" y="36976"/>
                  </a:lnTo>
                  <a:lnTo>
                    <a:pt x="976806" y="37253"/>
                  </a:lnTo>
                  <a:lnTo>
                    <a:pt x="984620" y="37512"/>
                  </a:lnTo>
                  <a:lnTo>
                    <a:pt x="992434" y="37662"/>
                  </a:lnTo>
                  <a:lnTo>
                    <a:pt x="1000249" y="37752"/>
                  </a:lnTo>
                  <a:lnTo>
                    <a:pt x="1008063" y="37770"/>
                  </a:lnTo>
                  <a:lnTo>
                    <a:pt x="1015878" y="38100"/>
                  </a:lnTo>
                  <a:lnTo>
                    <a:pt x="1023692" y="38112"/>
                  </a:lnTo>
                  <a:lnTo>
                    <a:pt x="1031507" y="38126"/>
                  </a:lnTo>
                  <a:lnTo>
                    <a:pt x="1039321" y="38287"/>
                  </a:lnTo>
                  <a:lnTo>
                    <a:pt x="1047136" y="38468"/>
                  </a:lnTo>
                  <a:lnTo>
                    <a:pt x="1054950" y="38606"/>
                  </a:lnTo>
                  <a:lnTo>
                    <a:pt x="1062765" y="38636"/>
                  </a:lnTo>
                  <a:lnTo>
                    <a:pt x="1070579" y="38666"/>
                  </a:lnTo>
                  <a:lnTo>
                    <a:pt x="1078393" y="38696"/>
                  </a:lnTo>
                  <a:lnTo>
                    <a:pt x="1086208" y="38727"/>
                  </a:lnTo>
                  <a:lnTo>
                    <a:pt x="1094022" y="38855"/>
                  </a:lnTo>
                  <a:lnTo>
                    <a:pt x="1101837" y="38974"/>
                  </a:lnTo>
                  <a:lnTo>
                    <a:pt x="1109651" y="38951"/>
                  </a:lnTo>
                  <a:lnTo>
                    <a:pt x="1117466" y="39074"/>
                  </a:lnTo>
                  <a:lnTo>
                    <a:pt x="1125280" y="39014"/>
                  </a:lnTo>
                  <a:lnTo>
                    <a:pt x="1133095" y="38954"/>
                  </a:lnTo>
                  <a:lnTo>
                    <a:pt x="1140909" y="38920"/>
                  </a:lnTo>
                  <a:lnTo>
                    <a:pt x="1148723" y="38945"/>
                  </a:lnTo>
                  <a:lnTo>
                    <a:pt x="1156538" y="39010"/>
                  </a:lnTo>
                  <a:lnTo>
                    <a:pt x="1164352" y="39276"/>
                  </a:lnTo>
                  <a:lnTo>
                    <a:pt x="1172167" y="39543"/>
                  </a:lnTo>
                  <a:lnTo>
                    <a:pt x="1179981" y="39810"/>
                  </a:lnTo>
                  <a:lnTo>
                    <a:pt x="1187796" y="40078"/>
                  </a:lnTo>
                  <a:lnTo>
                    <a:pt x="1195610" y="40129"/>
                  </a:lnTo>
                  <a:lnTo>
                    <a:pt x="1203425" y="40056"/>
                  </a:lnTo>
                  <a:lnTo>
                    <a:pt x="1211239" y="40156"/>
                  </a:lnTo>
                  <a:lnTo>
                    <a:pt x="1219053" y="40262"/>
                  </a:lnTo>
                  <a:lnTo>
                    <a:pt x="1226868" y="40287"/>
                  </a:lnTo>
                  <a:lnTo>
                    <a:pt x="1234682" y="40313"/>
                  </a:lnTo>
                  <a:lnTo>
                    <a:pt x="1242497" y="40516"/>
                  </a:lnTo>
                  <a:lnTo>
                    <a:pt x="1250311" y="40611"/>
                  </a:lnTo>
                  <a:lnTo>
                    <a:pt x="1258126" y="40604"/>
                  </a:lnTo>
                  <a:lnTo>
                    <a:pt x="1265940" y="40600"/>
                  </a:lnTo>
                  <a:lnTo>
                    <a:pt x="1273755" y="40620"/>
                  </a:lnTo>
                  <a:lnTo>
                    <a:pt x="1281569" y="40735"/>
                  </a:lnTo>
                  <a:lnTo>
                    <a:pt x="1289384" y="40855"/>
                  </a:lnTo>
                  <a:lnTo>
                    <a:pt x="1297198" y="41002"/>
                  </a:lnTo>
                  <a:lnTo>
                    <a:pt x="1305012" y="41214"/>
                  </a:lnTo>
                  <a:lnTo>
                    <a:pt x="1312827" y="41341"/>
                  </a:lnTo>
                  <a:lnTo>
                    <a:pt x="1320641" y="41332"/>
                  </a:lnTo>
                  <a:lnTo>
                    <a:pt x="1328456" y="41440"/>
                  </a:lnTo>
                  <a:lnTo>
                    <a:pt x="1336270" y="41569"/>
                  </a:lnTo>
                  <a:lnTo>
                    <a:pt x="1344085" y="41714"/>
                  </a:lnTo>
                  <a:lnTo>
                    <a:pt x="1351899" y="42013"/>
                  </a:lnTo>
                  <a:lnTo>
                    <a:pt x="1359714" y="42304"/>
                  </a:lnTo>
                  <a:lnTo>
                    <a:pt x="1367528" y="42538"/>
                  </a:lnTo>
                  <a:lnTo>
                    <a:pt x="1375342" y="42639"/>
                  </a:lnTo>
                  <a:lnTo>
                    <a:pt x="1383157" y="42602"/>
                  </a:lnTo>
                  <a:lnTo>
                    <a:pt x="1390971" y="42645"/>
                  </a:lnTo>
                  <a:lnTo>
                    <a:pt x="1398786" y="42773"/>
                  </a:lnTo>
                  <a:lnTo>
                    <a:pt x="1406600" y="42954"/>
                  </a:lnTo>
                  <a:lnTo>
                    <a:pt x="1414415" y="43138"/>
                  </a:lnTo>
                  <a:lnTo>
                    <a:pt x="1422229" y="43193"/>
                  </a:lnTo>
                  <a:lnTo>
                    <a:pt x="1430044" y="43079"/>
                  </a:lnTo>
                  <a:lnTo>
                    <a:pt x="1437858" y="43130"/>
                  </a:lnTo>
                  <a:lnTo>
                    <a:pt x="1445672" y="43245"/>
                  </a:lnTo>
                  <a:lnTo>
                    <a:pt x="1453487" y="43360"/>
                  </a:lnTo>
                  <a:lnTo>
                    <a:pt x="1461301" y="43476"/>
                  </a:lnTo>
                  <a:lnTo>
                    <a:pt x="1469116" y="43596"/>
                  </a:lnTo>
                  <a:lnTo>
                    <a:pt x="1476930" y="43717"/>
                  </a:lnTo>
                  <a:lnTo>
                    <a:pt x="1484745" y="43838"/>
                  </a:lnTo>
                  <a:lnTo>
                    <a:pt x="1492559" y="43960"/>
                  </a:lnTo>
                  <a:lnTo>
                    <a:pt x="1500374" y="44082"/>
                  </a:lnTo>
                  <a:lnTo>
                    <a:pt x="1508188" y="44204"/>
                  </a:lnTo>
                  <a:lnTo>
                    <a:pt x="1516003" y="44326"/>
                  </a:lnTo>
                  <a:lnTo>
                    <a:pt x="1523817" y="44448"/>
                  </a:lnTo>
                  <a:lnTo>
                    <a:pt x="1531631" y="44570"/>
                  </a:lnTo>
                  <a:lnTo>
                    <a:pt x="1539446" y="44693"/>
                  </a:lnTo>
                  <a:lnTo>
                    <a:pt x="1547260" y="44815"/>
                  </a:lnTo>
                  <a:lnTo>
                    <a:pt x="1555075" y="44938"/>
                  </a:lnTo>
                  <a:lnTo>
                    <a:pt x="1562889" y="45061"/>
                  </a:lnTo>
                  <a:lnTo>
                    <a:pt x="1570704" y="45184"/>
                  </a:lnTo>
                  <a:lnTo>
                    <a:pt x="1578518" y="45307"/>
                  </a:lnTo>
                  <a:lnTo>
                    <a:pt x="1586333" y="45430"/>
                  </a:lnTo>
                  <a:lnTo>
                    <a:pt x="1594147" y="45534"/>
                  </a:lnTo>
                  <a:lnTo>
                    <a:pt x="1601961" y="45572"/>
                  </a:lnTo>
                  <a:lnTo>
                    <a:pt x="1609776" y="45610"/>
                  </a:lnTo>
                  <a:lnTo>
                    <a:pt x="1617590" y="45647"/>
                  </a:lnTo>
                  <a:lnTo>
                    <a:pt x="1625405" y="45590"/>
                  </a:lnTo>
                  <a:lnTo>
                    <a:pt x="1633219" y="45477"/>
                  </a:lnTo>
                  <a:lnTo>
                    <a:pt x="1641034" y="45365"/>
                  </a:lnTo>
                  <a:lnTo>
                    <a:pt x="1648848" y="45253"/>
                  </a:lnTo>
                  <a:lnTo>
                    <a:pt x="1656663" y="45257"/>
                  </a:lnTo>
                  <a:lnTo>
                    <a:pt x="1664477" y="45361"/>
                  </a:lnTo>
                  <a:lnTo>
                    <a:pt x="1672291" y="45470"/>
                  </a:lnTo>
                  <a:lnTo>
                    <a:pt x="1680106" y="45581"/>
                  </a:lnTo>
                  <a:lnTo>
                    <a:pt x="1687920" y="45692"/>
                  </a:lnTo>
                  <a:lnTo>
                    <a:pt x="1695735" y="45804"/>
                  </a:lnTo>
                  <a:lnTo>
                    <a:pt x="1703549" y="45915"/>
                  </a:lnTo>
                  <a:lnTo>
                    <a:pt x="1711364" y="45937"/>
                  </a:lnTo>
                  <a:lnTo>
                    <a:pt x="1719178" y="46063"/>
                  </a:lnTo>
                  <a:lnTo>
                    <a:pt x="1726993" y="46169"/>
                  </a:lnTo>
                  <a:lnTo>
                    <a:pt x="1734807" y="46204"/>
                  </a:lnTo>
                  <a:lnTo>
                    <a:pt x="1742622" y="46239"/>
                  </a:lnTo>
                  <a:lnTo>
                    <a:pt x="1750436" y="46274"/>
                  </a:lnTo>
                  <a:lnTo>
                    <a:pt x="1758250" y="46309"/>
                  </a:lnTo>
                  <a:lnTo>
                    <a:pt x="1766065" y="46344"/>
                  </a:lnTo>
                  <a:lnTo>
                    <a:pt x="1773879" y="46379"/>
                  </a:lnTo>
                  <a:lnTo>
                    <a:pt x="1781694" y="46414"/>
                  </a:lnTo>
                  <a:lnTo>
                    <a:pt x="1789508" y="46451"/>
                  </a:lnTo>
                  <a:lnTo>
                    <a:pt x="1797323" y="46489"/>
                  </a:lnTo>
                  <a:lnTo>
                    <a:pt x="1805137" y="46527"/>
                  </a:lnTo>
                  <a:lnTo>
                    <a:pt x="1812952" y="46564"/>
                  </a:lnTo>
                  <a:lnTo>
                    <a:pt x="1820766" y="46602"/>
                  </a:lnTo>
                  <a:lnTo>
                    <a:pt x="1828580" y="46640"/>
                  </a:lnTo>
                  <a:lnTo>
                    <a:pt x="1836395" y="46678"/>
                  </a:lnTo>
                  <a:lnTo>
                    <a:pt x="1844209" y="46716"/>
                  </a:lnTo>
                  <a:lnTo>
                    <a:pt x="1852024" y="46753"/>
                  </a:lnTo>
                  <a:lnTo>
                    <a:pt x="1859838" y="46808"/>
                  </a:lnTo>
                  <a:lnTo>
                    <a:pt x="1867653" y="46905"/>
                  </a:lnTo>
                  <a:lnTo>
                    <a:pt x="1875467" y="47002"/>
                  </a:lnTo>
                  <a:lnTo>
                    <a:pt x="1883282" y="47099"/>
                  </a:lnTo>
                  <a:lnTo>
                    <a:pt x="1891096" y="47196"/>
                  </a:lnTo>
                  <a:lnTo>
                    <a:pt x="1898910" y="47293"/>
                  </a:lnTo>
                  <a:lnTo>
                    <a:pt x="1906725" y="47390"/>
                  </a:lnTo>
                  <a:lnTo>
                    <a:pt x="1914539" y="47444"/>
                  </a:lnTo>
                  <a:lnTo>
                    <a:pt x="1922354" y="47391"/>
                  </a:lnTo>
                  <a:lnTo>
                    <a:pt x="1930168" y="47338"/>
                  </a:lnTo>
                  <a:lnTo>
                    <a:pt x="1937983" y="47285"/>
                  </a:lnTo>
                  <a:lnTo>
                    <a:pt x="1945797" y="47232"/>
                  </a:lnTo>
                  <a:lnTo>
                    <a:pt x="1953612" y="47226"/>
                  </a:lnTo>
                  <a:lnTo>
                    <a:pt x="1961426" y="47260"/>
                  </a:lnTo>
                  <a:lnTo>
                    <a:pt x="1969241" y="47294"/>
                  </a:lnTo>
                  <a:lnTo>
                    <a:pt x="1977055" y="47328"/>
                  </a:lnTo>
                  <a:lnTo>
                    <a:pt x="1984869" y="47363"/>
                  </a:lnTo>
                  <a:lnTo>
                    <a:pt x="1992684" y="47397"/>
                  </a:lnTo>
                  <a:lnTo>
                    <a:pt x="2000498" y="47431"/>
                  </a:lnTo>
                  <a:lnTo>
                    <a:pt x="2008313" y="47465"/>
                  </a:lnTo>
                  <a:lnTo>
                    <a:pt x="2016127" y="47499"/>
                  </a:lnTo>
                  <a:lnTo>
                    <a:pt x="2023942" y="475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7" name="pl116"/>
            <p:cNvSpPr/>
            <p:nvPr/>
          </p:nvSpPr>
          <p:spPr>
            <a:xfrm>
              <a:off x="3632283" y="2783937"/>
              <a:ext cx="2023942" cy="198215"/>
            </a:xfrm>
            <a:custGeom>
              <a:avLst/>
              <a:pathLst>
                <a:path w="2023942" h="198215">
                  <a:moveTo>
                    <a:pt x="2023942" y="198215"/>
                  </a:moveTo>
                  <a:lnTo>
                    <a:pt x="2016127" y="197337"/>
                  </a:lnTo>
                  <a:lnTo>
                    <a:pt x="2008313" y="196455"/>
                  </a:lnTo>
                  <a:lnTo>
                    <a:pt x="2000498" y="195568"/>
                  </a:lnTo>
                  <a:lnTo>
                    <a:pt x="1992684" y="194677"/>
                  </a:lnTo>
                  <a:lnTo>
                    <a:pt x="1984869" y="193744"/>
                  </a:lnTo>
                  <a:lnTo>
                    <a:pt x="1977055" y="192604"/>
                  </a:lnTo>
                  <a:lnTo>
                    <a:pt x="1969241" y="191459"/>
                  </a:lnTo>
                  <a:lnTo>
                    <a:pt x="1961426" y="190309"/>
                  </a:lnTo>
                  <a:lnTo>
                    <a:pt x="1953612" y="189490"/>
                  </a:lnTo>
                  <a:lnTo>
                    <a:pt x="1945797" y="188735"/>
                  </a:lnTo>
                  <a:lnTo>
                    <a:pt x="1937983" y="187976"/>
                  </a:lnTo>
                  <a:lnTo>
                    <a:pt x="1930168" y="187213"/>
                  </a:lnTo>
                  <a:lnTo>
                    <a:pt x="1922354" y="186445"/>
                  </a:lnTo>
                  <a:lnTo>
                    <a:pt x="1914539" y="185480"/>
                  </a:lnTo>
                  <a:lnTo>
                    <a:pt x="1906725" y="184405"/>
                  </a:lnTo>
                  <a:lnTo>
                    <a:pt x="1898910" y="183328"/>
                  </a:lnTo>
                  <a:lnTo>
                    <a:pt x="1891096" y="182247"/>
                  </a:lnTo>
                  <a:lnTo>
                    <a:pt x="1883282" y="181163"/>
                  </a:lnTo>
                  <a:lnTo>
                    <a:pt x="1875467" y="180073"/>
                  </a:lnTo>
                  <a:lnTo>
                    <a:pt x="1867653" y="178980"/>
                  </a:lnTo>
                  <a:lnTo>
                    <a:pt x="1859838" y="177884"/>
                  </a:lnTo>
                  <a:lnTo>
                    <a:pt x="1852024" y="176783"/>
                  </a:lnTo>
                  <a:lnTo>
                    <a:pt x="1844209" y="175679"/>
                  </a:lnTo>
                  <a:lnTo>
                    <a:pt x="1836395" y="174573"/>
                  </a:lnTo>
                  <a:lnTo>
                    <a:pt x="1828580" y="173463"/>
                  </a:lnTo>
                  <a:lnTo>
                    <a:pt x="1820766" y="172351"/>
                  </a:lnTo>
                  <a:lnTo>
                    <a:pt x="1812952" y="171302"/>
                  </a:lnTo>
                  <a:lnTo>
                    <a:pt x="1805137" y="170318"/>
                  </a:lnTo>
                  <a:lnTo>
                    <a:pt x="1797323" y="169287"/>
                  </a:lnTo>
                  <a:lnTo>
                    <a:pt x="1789508" y="168134"/>
                  </a:lnTo>
                  <a:lnTo>
                    <a:pt x="1781694" y="166979"/>
                  </a:lnTo>
                  <a:lnTo>
                    <a:pt x="1773879" y="165823"/>
                  </a:lnTo>
                  <a:lnTo>
                    <a:pt x="1766065" y="164756"/>
                  </a:lnTo>
                  <a:lnTo>
                    <a:pt x="1758250" y="163835"/>
                  </a:lnTo>
                  <a:lnTo>
                    <a:pt x="1750436" y="162911"/>
                  </a:lnTo>
                  <a:lnTo>
                    <a:pt x="1742622" y="161985"/>
                  </a:lnTo>
                  <a:lnTo>
                    <a:pt x="1734807" y="161058"/>
                  </a:lnTo>
                  <a:lnTo>
                    <a:pt x="1726993" y="159994"/>
                  </a:lnTo>
                  <a:lnTo>
                    <a:pt x="1719178" y="158893"/>
                  </a:lnTo>
                  <a:lnTo>
                    <a:pt x="1711364" y="157788"/>
                  </a:lnTo>
                  <a:lnTo>
                    <a:pt x="1703549" y="156682"/>
                  </a:lnTo>
                  <a:lnTo>
                    <a:pt x="1695735" y="155563"/>
                  </a:lnTo>
                  <a:lnTo>
                    <a:pt x="1687920" y="154396"/>
                  </a:lnTo>
                  <a:lnTo>
                    <a:pt x="1680106" y="153228"/>
                  </a:lnTo>
                  <a:lnTo>
                    <a:pt x="1672291" y="152059"/>
                  </a:lnTo>
                  <a:lnTo>
                    <a:pt x="1664477" y="150890"/>
                  </a:lnTo>
                  <a:lnTo>
                    <a:pt x="1656663" y="149720"/>
                  </a:lnTo>
                  <a:lnTo>
                    <a:pt x="1648848" y="148549"/>
                  </a:lnTo>
                  <a:lnTo>
                    <a:pt x="1641034" y="147378"/>
                  </a:lnTo>
                  <a:lnTo>
                    <a:pt x="1633219" y="146204"/>
                  </a:lnTo>
                  <a:lnTo>
                    <a:pt x="1625405" y="145028"/>
                  </a:lnTo>
                  <a:lnTo>
                    <a:pt x="1617590" y="143852"/>
                  </a:lnTo>
                  <a:lnTo>
                    <a:pt x="1609776" y="142676"/>
                  </a:lnTo>
                  <a:lnTo>
                    <a:pt x="1601961" y="141434"/>
                  </a:lnTo>
                  <a:lnTo>
                    <a:pt x="1594147" y="140148"/>
                  </a:lnTo>
                  <a:lnTo>
                    <a:pt x="1586333" y="138862"/>
                  </a:lnTo>
                  <a:lnTo>
                    <a:pt x="1578518" y="137575"/>
                  </a:lnTo>
                  <a:lnTo>
                    <a:pt x="1570704" y="136288"/>
                  </a:lnTo>
                  <a:lnTo>
                    <a:pt x="1562889" y="135196"/>
                  </a:lnTo>
                  <a:lnTo>
                    <a:pt x="1555075" y="134239"/>
                  </a:lnTo>
                  <a:lnTo>
                    <a:pt x="1547260" y="133283"/>
                  </a:lnTo>
                  <a:lnTo>
                    <a:pt x="1539446" y="132125"/>
                  </a:lnTo>
                  <a:lnTo>
                    <a:pt x="1531631" y="130954"/>
                  </a:lnTo>
                  <a:lnTo>
                    <a:pt x="1523817" y="129784"/>
                  </a:lnTo>
                  <a:lnTo>
                    <a:pt x="1516003" y="128582"/>
                  </a:lnTo>
                  <a:lnTo>
                    <a:pt x="1508188" y="127449"/>
                  </a:lnTo>
                  <a:lnTo>
                    <a:pt x="1500374" y="126415"/>
                  </a:lnTo>
                  <a:lnTo>
                    <a:pt x="1492559" y="125395"/>
                  </a:lnTo>
                  <a:lnTo>
                    <a:pt x="1484745" y="124372"/>
                  </a:lnTo>
                  <a:lnTo>
                    <a:pt x="1476930" y="123128"/>
                  </a:lnTo>
                  <a:lnTo>
                    <a:pt x="1469116" y="121917"/>
                  </a:lnTo>
                  <a:lnTo>
                    <a:pt x="1461301" y="120698"/>
                  </a:lnTo>
                  <a:lnTo>
                    <a:pt x="1453487" y="119464"/>
                  </a:lnTo>
                  <a:lnTo>
                    <a:pt x="1445672" y="118418"/>
                  </a:lnTo>
                  <a:lnTo>
                    <a:pt x="1437858" y="117400"/>
                  </a:lnTo>
                  <a:lnTo>
                    <a:pt x="1430044" y="116379"/>
                  </a:lnTo>
                  <a:lnTo>
                    <a:pt x="1422229" y="115359"/>
                  </a:lnTo>
                  <a:lnTo>
                    <a:pt x="1414415" y="114153"/>
                  </a:lnTo>
                  <a:lnTo>
                    <a:pt x="1406600" y="112942"/>
                  </a:lnTo>
                  <a:lnTo>
                    <a:pt x="1398786" y="111731"/>
                  </a:lnTo>
                  <a:lnTo>
                    <a:pt x="1390971" y="110622"/>
                  </a:lnTo>
                  <a:lnTo>
                    <a:pt x="1383157" y="109598"/>
                  </a:lnTo>
                  <a:lnTo>
                    <a:pt x="1375342" y="108572"/>
                  </a:lnTo>
                  <a:lnTo>
                    <a:pt x="1367528" y="107543"/>
                  </a:lnTo>
                  <a:lnTo>
                    <a:pt x="1359714" y="106514"/>
                  </a:lnTo>
                  <a:lnTo>
                    <a:pt x="1351899" y="105255"/>
                  </a:lnTo>
                  <a:lnTo>
                    <a:pt x="1344085" y="104147"/>
                  </a:lnTo>
                  <a:lnTo>
                    <a:pt x="1336270" y="103213"/>
                  </a:lnTo>
                  <a:lnTo>
                    <a:pt x="1328456" y="102280"/>
                  </a:lnTo>
                  <a:lnTo>
                    <a:pt x="1320641" y="101347"/>
                  </a:lnTo>
                  <a:lnTo>
                    <a:pt x="1312827" y="100398"/>
                  </a:lnTo>
                  <a:lnTo>
                    <a:pt x="1305012" y="99384"/>
                  </a:lnTo>
                  <a:lnTo>
                    <a:pt x="1297198" y="98371"/>
                  </a:lnTo>
                  <a:lnTo>
                    <a:pt x="1289384" y="97359"/>
                  </a:lnTo>
                  <a:lnTo>
                    <a:pt x="1281569" y="96349"/>
                  </a:lnTo>
                  <a:lnTo>
                    <a:pt x="1273755" y="95398"/>
                  </a:lnTo>
                  <a:lnTo>
                    <a:pt x="1265940" y="94451"/>
                  </a:lnTo>
                  <a:lnTo>
                    <a:pt x="1258126" y="93371"/>
                  </a:lnTo>
                  <a:lnTo>
                    <a:pt x="1250311" y="92425"/>
                  </a:lnTo>
                  <a:lnTo>
                    <a:pt x="1242497" y="91481"/>
                  </a:lnTo>
                  <a:lnTo>
                    <a:pt x="1234682" y="90536"/>
                  </a:lnTo>
                  <a:lnTo>
                    <a:pt x="1226868" y="89493"/>
                  </a:lnTo>
                  <a:lnTo>
                    <a:pt x="1219053" y="88371"/>
                  </a:lnTo>
                  <a:lnTo>
                    <a:pt x="1211239" y="87262"/>
                  </a:lnTo>
                  <a:lnTo>
                    <a:pt x="1203425" y="86151"/>
                  </a:lnTo>
                  <a:lnTo>
                    <a:pt x="1195610" y="85040"/>
                  </a:lnTo>
                  <a:lnTo>
                    <a:pt x="1187796" y="83932"/>
                  </a:lnTo>
                  <a:lnTo>
                    <a:pt x="1179981" y="82825"/>
                  </a:lnTo>
                  <a:lnTo>
                    <a:pt x="1172167" y="81720"/>
                  </a:lnTo>
                  <a:lnTo>
                    <a:pt x="1164352" y="80612"/>
                  </a:lnTo>
                  <a:lnTo>
                    <a:pt x="1156538" y="79520"/>
                  </a:lnTo>
                  <a:lnTo>
                    <a:pt x="1148723" y="78433"/>
                  </a:lnTo>
                  <a:lnTo>
                    <a:pt x="1140909" y="77343"/>
                  </a:lnTo>
                  <a:lnTo>
                    <a:pt x="1133095" y="76464"/>
                  </a:lnTo>
                  <a:lnTo>
                    <a:pt x="1125280" y="75670"/>
                  </a:lnTo>
                  <a:lnTo>
                    <a:pt x="1117466" y="74586"/>
                  </a:lnTo>
                  <a:lnTo>
                    <a:pt x="1109651" y="73426"/>
                  </a:lnTo>
                  <a:lnTo>
                    <a:pt x="1101837" y="72362"/>
                  </a:lnTo>
                  <a:lnTo>
                    <a:pt x="1094022" y="71546"/>
                  </a:lnTo>
                  <a:lnTo>
                    <a:pt x="1086208" y="70733"/>
                  </a:lnTo>
                  <a:lnTo>
                    <a:pt x="1078393" y="69918"/>
                  </a:lnTo>
                  <a:lnTo>
                    <a:pt x="1070579" y="68906"/>
                  </a:lnTo>
                  <a:lnTo>
                    <a:pt x="1062765" y="67783"/>
                  </a:lnTo>
                  <a:lnTo>
                    <a:pt x="1054950" y="66663"/>
                  </a:lnTo>
                  <a:lnTo>
                    <a:pt x="1047136" y="65549"/>
                  </a:lnTo>
                  <a:lnTo>
                    <a:pt x="1039321" y="64434"/>
                  </a:lnTo>
                  <a:lnTo>
                    <a:pt x="1031507" y="63323"/>
                  </a:lnTo>
                  <a:lnTo>
                    <a:pt x="1023692" y="62217"/>
                  </a:lnTo>
                  <a:lnTo>
                    <a:pt x="1015878" y="61240"/>
                  </a:lnTo>
                  <a:lnTo>
                    <a:pt x="1008063" y="60349"/>
                  </a:lnTo>
                  <a:lnTo>
                    <a:pt x="1000249" y="59540"/>
                  </a:lnTo>
                  <a:lnTo>
                    <a:pt x="992434" y="58733"/>
                  </a:lnTo>
                  <a:lnTo>
                    <a:pt x="984620" y="57929"/>
                  </a:lnTo>
                  <a:lnTo>
                    <a:pt x="976806" y="57128"/>
                  </a:lnTo>
                  <a:lnTo>
                    <a:pt x="968991" y="56011"/>
                  </a:lnTo>
                  <a:lnTo>
                    <a:pt x="961177" y="55013"/>
                  </a:lnTo>
                  <a:lnTo>
                    <a:pt x="953362" y="54230"/>
                  </a:lnTo>
                  <a:lnTo>
                    <a:pt x="945548" y="53270"/>
                  </a:lnTo>
                  <a:lnTo>
                    <a:pt x="937733" y="52350"/>
                  </a:lnTo>
                  <a:lnTo>
                    <a:pt x="929919" y="51679"/>
                  </a:lnTo>
                  <a:lnTo>
                    <a:pt x="922104" y="50996"/>
                  </a:lnTo>
                  <a:lnTo>
                    <a:pt x="914290" y="49978"/>
                  </a:lnTo>
                  <a:lnTo>
                    <a:pt x="906476" y="49227"/>
                  </a:lnTo>
                  <a:lnTo>
                    <a:pt x="898661" y="48338"/>
                  </a:lnTo>
                  <a:lnTo>
                    <a:pt x="890847" y="47470"/>
                  </a:lnTo>
                  <a:lnTo>
                    <a:pt x="883032" y="46632"/>
                  </a:lnTo>
                  <a:lnTo>
                    <a:pt x="875218" y="46017"/>
                  </a:lnTo>
                  <a:lnTo>
                    <a:pt x="867403" y="45369"/>
                  </a:lnTo>
                  <a:lnTo>
                    <a:pt x="859589" y="44289"/>
                  </a:lnTo>
                  <a:lnTo>
                    <a:pt x="851774" y="43701"/>
                  </a:lnTo>
                  <a:lnTo>
                    <a:pt x="843960" y="42827"/>
                  </a:lnTo>
                  <a:lnTo>
                    <a:pt x="836145" y="41950"/>
                  </a:lnTo>
                  <a:lnTo>
                    <a:pt x="828331" y="41133"/>
                  </a:lnTo>
                  <a:lnTo>
                    <a:pt x="820517" y="40412"/>
                  </a:lnTo>
                  <a:lnTo>
                    <a:pt x="812702" y="39667"/>
                  </a:lnTo>
                  <a:lnTo>
                    <a:pt x="804888" y="38785"/>
                  </a:lnTo>
                  <a:lnTo>
                    <a:pt x="797073" y="38094"/>
                  </a:lnTo>
                  <a:lnTo>
                    <a:pt x="789259" y="37445"/>
                  </a:lnTo>
                  <a:lnTo>
                    <a:pt x="781444" y="36679"/>
                  </a:lnTo>
                  <a:lnTo>
                    <a:pt x="773630" y="35619"/>
                  </a:lnTo>
                  <a:lnTo>
                    <a:pt x="765815" y="35010"/>
                  </a:lnTo>
                  <a:lnTo>
                    <a:pt x="758001" y="34220"/>
                  </a:lnTo>
                  <a:lnTo>
                    <a:pt x="750187" y="33561"/>
                  </a:lnTo>
                  <a:lnTo>
                    <a:pt x="742372" y="32845"/>
                  </a:lnTo>
                  <a:lnTo>
                    <a:pt x="734558" y="32171"/>
                  </a:lnTo>
                  <a:lnTo>
                    <a:pt x="726743" y="31531"/>
                  </a:lnTo>
                  <a:lnTo>
                    <a:pt x="718929" y="30892"/>
                  </a:lnTo>
                  <a:lnTo>
                    <a:pt x="711114" y="30294"/>
                  </a:lnTo>
                  <a:lnTo>
                    <a:pt x="703300" y="29622"/>
                  </a:lnTo>
                  <a:lnTo>
                    <a:pt x="695485" y="28884"/>
                  </a:lnTo>
                  <a:lnTo>
                    <a:pt x="687671" y="28041"/>
                  </a:lnTo>
                  <a:lnTo>
                    <a:pt x="679857" y="27254"/>
                  </a:lnTo>
                  <a:lnTo>
                    <a:pt x="672042" y="26688"/>
                  </a:lnTo>
                  <a:lnTo>
                    <a:pt x="664228" y="26141"/>
                  </a:lnTo>
                  <a:lnTo>
                    <a:pt x="656413" y="25587"/>
                  </a:lnTo>
                  <a:lnTo>
                    <a:pt x="648599" y="25059"/>
                  </a:lnTo>
                  <a:lnTo>
                    <a:pt x="640784" y="24523"/>
                  </a:lnTo>
                  <a:lnTo>
                    <a:pt x="632970" y="23965"/>
                  </a:lnTo>
                  <a:lnTo>
                    <a:pt x="625155" y="23381"/>
                  </a:lnTo>
                  <a:lnTo>
                    <a:pt x="617341" y="22853"/>
                  </a:lnTo>
                  <a:lnTo>
                    <a:pt x="609526" y="22399"/>
                  </a:lnTo>
                  <a:lnTo>
                    <a:pt x="601712" y="21772"/>
                  </a:lnTo>
                  <a:lnTo>
                    <a:pt x="593898" y="21242"/>
                  </a:lnTo>
                  <a:lnTo>
                    <a:pt x="586083" y="20702"/>
                  </a:lnTo>
                  <a:lnTo>
                    <a:pt x="578269" y="19926"/>
                  </a:lnTo>
                  <a:lnTo>
                    <a:pt x="570454" y="19246"/>
                  </a:lnTo>
                  <a:lnTo>
                    <a:pt x="562640" y="18667"/>
                  </a:lnTo>
                  <a:lnTo>
                    <a:pt x="554825" y="18240"/>
                  </a:lnTo>
                  <a:lnTo>
                    <a:pt x="547011" y="17741"/>
                  </a:lnTo>
                  <a:lnTo>
                    <a:pt x="539196" y="17278"/>
                  </a:lnTo>
                  <a:lnTo>
                    <a:pt x="531382" y="16779"/>
                  </a:lnTo>
                  <a:lnTo>
                    <a:pt x="523568" y="16389"/>
                  </a:lnTo>
                  <a:lnTo>
                    <a:pt x="515753" y="15840"/>
                  </a:lnTo>
                  <a:lnTo>
                    <a:pt x="507939" y="15306"/>
                  </a:lnTo>
                  <a:lnTo>
                    <a:pt x="500124" y="14961"/>
                  </a:lnTo>
                  <a:lnTo>
                    <a:pt x="492310" y="14575"/>
                  </a:lnTo>
                  <a:lnTo>
                    <a:pt x="484495" y="14084"/>
                  </a:lnTo>
                  <a:lnTo>
                    <a:pt x="476681" y="13667"/>
                  </a:lnTo>
                  <a:lnTo>
                    <a:pt x="468866" y="13192"/>
                  </a:lnTo>
                  <a:lnTo>
                    <a:pt x="461052" y="12880"/>
                  </a:lnTo>
                  <a:lnTo>
                    <a:pt x="453238" y="12402"/>
                  </a:lnTo>
                  <a:lnTo>
                    <a:pt x="445423" y="11944"/>
                  </a:lnTo>
                  <a:lnTo>
                    <a:pt x="437609" y="11603"/>
                  </a:lnTo>
                  <a:lnTo>
                    <a:pt x="429794" y="11205"/>
                  </a:lnTo>
                  <a:lnTo>
                    <a:pt x="421980" y="10860"/>
                  </a:lnTo>
                  <a:lnTo>
                    <a:pt x="414165" y="10474"/>
                  </a:lnTo>
                  <a:lnTo>
                    <a:pt x="406351" y="10017"/>
                  </a:lnTo>
                  <a:lnTo>
                    <a:pt x="398536" y="9762"/>
                  </a:lnTo>
                  <a:lnTo>
                    <a:pt x="390722" y="9611"/>
                  </a:lnTo>
                  <a:lnTo>
                    <a:pt x="382907" y="9323"/>
                  </a:lnTo>
                  <a:lnTo>
                    <a:pt x="375093" y="8958"/>
                  </a:lnTo>
                  <a:lnTo>
                    <a:pt x="367279" y="8577"/>
                  </a:lnTo>
                  <a:lnTo>
                    <a:pt x="359464" y="8362"/>
                  </a:lnTo>
                  <a:lnTo>
                    <a:pt x="351650" y="8121"/>
                  </a:lnTo>
                  <a:lnTo>
                    <a:pt x="343835" y="7888"/>
                  </a:lnTo>
                  <a:lnTo>
                    <a:pt x="336021" y="7783"/>
                  </a:lnTo>
                  <a:lnTo>
                    <a:pt x="328206" y="7525"/>
                  </a:lnTo>
                  <a:lnTo>
                    <a:pt x="320392" y="7341"/>
                  </a:lnTo>
                  <a:lnTo>
                    <a:pt x="312577" y="7119"/>
                  </a:lnTo>
                  <a:lnTo>
                    <a:pt x="304763" y="6882"/>
                  </a:lnTo>
                  <a:lnTo>
                    <a:pt x="296949" y="6581"/>
                  </a:lnTo>
                  <a:lnTo>
                    <a:pt x="289134" y="6364"/>
                  </a:lnTo>
                  <a:lnTo>
                    <a:pt x="281320" y="6189"/>
                  </a:lnTo>
                  <a:lnTo>
                    <a:pt x="273505" y="5765"/>
                  </a:lnTo>
                  <a:lnTo>
                    <a:pt x="265691" y="5595"/>
                  </a:lnTo>
                  <a:lnTo>
                    <a:pt x="257876" y="5183"/>
                  </a:lnTo>
                  <a:lnTo>
                    <a:pt x="250062" y="4932"/>
                  </a:lnTo>
                  <a:lnTo>
                    <a:pt x="242247" y="4830"/>
                  </a:lnTo>
                  <a:lnTo>
                    <a:pt x="234433" y="4701"/>
                  </a:lnTo>
                  <a:lnTo>
                    <a:pt x="226619" y="4448"/>
                  </a:lnTo>
                  <a:lnTo>
                    <a:pt x="218804" y="4128"/>
                  </a:lnTo>
                  <a:lnTo>
                    <a:pt x="210990" y="3845"/>
                  </a:lnTo>
                  <a:lnTo>
                    <a:pt x="203175" y="3661"/>
                  </a:lnTo>
                  <a:lnTo>
                    <a:pt x="195361" y="3447"/>
                  </a:lnTo>
                  <a:lnTo>
                    <a:pt x="187546" y="3201"/>
                  </a:lnTo>
                  <a:lnTo>
                    <a:pt x="179732" y="2956"/>
                  </a:lnTo>
                  <a:lnTo>
                    <a:pt x="171917" y="2768"/>
                  </a:lnTo>
                  <a:lnTo>
                    <a:pt x="164103" y="2667"/>
                  </a:lnTo>
                  <a:lnTo>
                    <a:pt x="156288" y="2566"/>
                  </a:lnTo>
                  <a:lnTo>
                    <a:pt x="148474" y="2394"/>
                  </a:lnTo>
                  <a:lnTo>
                    <a:pt x="140660" y="2257"/>
                  </a:lnTo>
                  <a:lnTo>
                    <a:pt x="132845" y="2219"/>
                  </a:lnTo>
                  <a:lnTo>
                    <a:pt x="125031" y="2158"/>
                  </a:lnTo>
                  <a:lnTo>
                    <a:pt x="117216" y="2072"/>
                  </a:lnTo>
                  <a:lnTo>
                    <a:pt x="109402" y="1905"/>
                  </a:lnTo>
                  <a:lnTo>
                    <a:pt x="101587" y="1701"/>
                  </a:lnTo>
                  <a:lnTo>
                    <a:pt x="93773" y="1495"/>
                  </a:lnTo>
                  <a:lnTo>
                    <a:pt x="85958" y="1294"/>
                  </a:lnTo>
                  <a:lnTo>
                    <a:pt x="78144" y="1060"/>
                  </a:lnTo>
                  <a:lnTo>
                    <a:pt x="70330" y="889"/>
                  </a:lnTo>
                  <a:lnTo>
                    <a:pt x="62515" y="806"/>
                  </a:lnTo>
                  <a:lnTo>
                    <a:pt x="54701" y="538"/>
                  </a:lnTo>
                  <a:lnTo>
                    <a:pt x="46886" y="561"/>
                  </a:lnTo>
                  <a:lnTo>
                    <a:pt x="39072" y="276"/>
                  </a:lnTo>
                  <a:lnTo>
                    <a:pt x="31257" y="337"/>
                  </a:lnTo>
                  <a:lnTo>
                    <a:pt x="23443" y="337"/>
                  </a:lnTo>
                  <a:lnTo>
                    <a:pt x="15628" y="245"/>
                  </a:lnTo>
                  <a:lnTo>
                    <a:pt x="7814" y="15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8" name="pg117"/>
            <p:cNvSpPr/>
            <p:nvPr/>
          </p:nvSpPr>
          <p:spPr>
            <a:xfrm>
              <a:off x="3632283" y="2741610"/>
              <a:ext cx="2023942" cy="226773"/>
            </a:xfrm>
            <a:custGeom>
              <a:avLst/>
              <a:pathLst>
                <a:path w="2023942" h="226773">
                  <a:moveTo>
                    <a:pt x="0" y="0"/>
                  </a:moveTo>
                  <a:lnTo>
                    <a:pt x="7814" y="354"/>
                  </a:lnTo>
                  <a:lnTo>
                    <a:pt x="15628" y="709"/>
                  </a:lnTo>
                  <a:lnTo>
                    <a:pt x="23443" y="1063"/>
                  </a:lnTo>
                  <a:lnTo>
                    <a:pt x="31257" y="1419"/>
                  </a:lnTo>
                  <a:lnTo>
                    <a:pt x="39072" y="1776"/>
                  </a:lnTo>
                  <a:lnTo>
                    <a:pt x="46886" y="2038"/>
                  </a:lnTo>
                  <a:lnTo>
                    <a:pt x="54701" y="2273"/>
                  </a:lnTo>
                  <a:lnTo>
                    <a:pt x="62515" y="2555"/>
                  </a:lnTo>
                  <a:lnTo>
                    <a:pt x="70330" y="2738"/>
                  </a:lnTo>
                  <a:lnTo>
                    <a:pt x="78144" y="3111"/>
                  </a:lnTo>
                  <a:lnTo>
                    <a:pt x="85958" y="3561"/>
                  </a:lnTo>
                  <a:lnTo>
                    <a:pt x="93773" y="3861"/>
                  </a:lnTo>
                  <a:lnTo>
                    <a:pt x="101587" y="4173"/>
                  </a:lnTo>
                  <a:lnTo>
                    <a:pt x="109402" y="4525"/>
                  </a:lnTo>
                  <a:lnTo>
                    <a:pt x="117216" y="4880"/>
                  </a:lnTo>
                  <a:lnTo>
                    <a:pt x="125031" y="5270"/>
                  </a:lnTo>
                  <a:lnTo>
                    <a:pt x="132845" y="5663"/>
                  </a:lnTo>
                  <a:lnTo>
                    <a:pt x="140660" y="6060"/>
                  </a:lnTo>
                  <a:lnTo>
                    <a:pt x="148474" y="6461"/>
                  </a:lnTo>
                  <a:lnTo>
                    <a:pt x="156288" y="6865"/>
                  </a:lnTo>
                  <a:lnTo>
                    <a:pt x="164103" y="7273"/>
                  </a:lnTo>
                  <a:lnTo>
                    <a:pt x="171917" y="7609"/>
                  </a:lnTo>
                  <a:lnTo>
                    <a:pt x="179732" y="8011"/>
                  </a:lnTo>
                  <a:lnTo>
                    <a:pt x="187546" y="8305"/>
                  </a:lnTo>
                  <a:lnTo>
                    <a:pt x="195361" y="8605"/>
                  </a:lnTo>
                  <a:lnTo>
                    <a:pt x="203175" y="8984"/>
                  </a:lnTo>
                  <a:lnTo>
                    <a:pt x="210990" y="9303"/>
                  </a:lnTo>
                  <a:lnTo>
                    <a:pt x="218804" y="9624"/>
                  </a:lnTo>
                  <a:lnTo>
                    <a:pt x="226619" y="9947"/>
                  </a:lnTo>
                  <a:lnTo>
                    <a:pt x="234433" y="10176"/>
                  </a:lnTo>
                  <a:lnTo>
                    <a:pt x="242247" y="10441"/>
                  </a:lnTo>
                  <a:lnTo>
                    <a:pt x="250062" y="10721"/>
                  </a:lnTo>
                  <a:lnTo>
                    <a:pt x="257876" y="11023"/>
                  </a:lnTo>
                  <a:lnTo>
                    <a:pt x="265691" y="11333"/>
                  </a:lnTo>
                  <a:lnTo>
                    <a:pt x="273505" y="11645"/>
                  </a:lnTo>
                  <a:lnTo>
                    <a:pt x="281320" y="11955"/>
                  </a:lnTo>
                  <a:lnTo>
                    <a:pt x="289134" y="12165"/>
                  </a:lnTo>
                  <a:lnTo>
                    <a:pt x="296949" y="12579"/>
                  </a:lnTo>
                  <a:lnTo>
                    <a:pt x="304763" y="13009"/>
                  </a:lnTo>
                  <a:lnTo>
                    <a:pt x="312577" y="13324"/>
                  </a:lnTo>
                  <a:lnTo>
                    <a:pt x="320392" y="13738"/>
                  </a:lnTo>
                  <a:lnTo>
                    <a:pt x="328206" y="14103"/>
                  </a:lnTo>
                  <a:lnTo>
                    <a:pt x="336021" y="14479"/>
                  </a:lnTo>
                  <a:lnTo>
                    <a:pt x="343835" y="14985"/>
                  </a:lnTo>
                  <a:lnTo>
                    <a:pt x="351650" y="15335"/>
                  </a:lnTo>
                  <a:lnTo>
                    <a:pt x="359464" y="15692"/>
                  </a:lnTo>
                  <a:lnTo>
                    <a:pt x="367279" y="16099"/>
                  </a:lnTo>
                  <a:lnTo>
                    <a:pt x="375093" y="16489"/>
                  </a:lnTo>
                  <a:lnTo>
                    <a:pt x="382907" y="16922"/>
                  </a:lnTo>
                  <a:lnTo>
                    <a:pt x="390722" y="17286"/>
                  </a:lnTo>
                  <a:lnTo>
                    <a:pt x="398536" y="17564"/>
                  </a:lnTo>
                  <a:lnTo>
                    <a:pt x="406351" y="17847"/>
                  </a:lnTo>
                  <a:lnTo>
                    <a:pt x="414165" y="18109"/>
                  </a:lnTo>
                  <a:lnTo>
                    <a:pt x="421980" y="18312"/>
                  </a:lnTo>
                  <a:lnTo>
                    <a:pt x="429794" y="18689"/>
                  </a:lnTo>
                  <a:lnTo>
                    <a:pt x="437609" y="18676"/>
                  </a:lnTo>
                  <a:lnTo>
                    <a:pt x="445423" y="18863"/>
                  </a:lnTo>
                  <a:lnTo>
                    <a:pt x="453238" y="19103"/>
                  </a:lnTo>
                  <a:lnTo>
                    <a:pt x="461052" y="19439"/>
                  </a:lnTo>
                  <a:lnTo>
                    <a:pt x="468866" y="19780"/>
                  </a:lnTo>
                  <a:lnTo>
                    <a:pt x="476681" y="20023"/>
                  </a:lnTo>
                  <a:lnTo>
                    <a:pt x="484495" y="20419"/>
                  </a:lnTo>
                  <a:lnTo>
                    <a:pt x="492310" y="20684"/>
                  </a:lnTo>
                  <a:lnTo>
                    <a:pt x="500124" y="21203"/>
                  </a:lnTo>
                  <a:lnTo>
                    <a:pt x="507939" y="21420"/>
                  </a:lnTo>
                  <a:lnTo>
                    <a:pt x="515753" y="21734"/>
                  </a:lnTo>
                  <a:lnTo>
                    <a:pt x="523568" y="22131"/>
                  </a:lnTo>
                  <a:lnTo>
                    <a:pt x="531382" y="22368"/>
                  </a:lnTo>
                  <a:lnTo>
                    <a:pt x="539196" y="22679"/>
                  </a:lnTo>
                  <a:lnTo>
                    <a:pt x="547011" y="22880"/>
                  </a:lnTo>
                  <a:lnTo>
                    <a:pt x="554825" y="22998"/>
                  </a:lnTo>
                  <a:lnTo>
                    <a:pt x="562640" y="23098"/>
                  </a:lnTo>
                  <a:lnTo>
                    <a:pt x="570454" y="23292"/>
                  </a:lnTo>
                  <a:lnTo>
                    <a:pt x="578269" y="23548"/>
                  </a:lnTo>
                  <a:lnTo>
                    <a:pt x="586083" y="23710"/>
                  </a:lnTo>
                  <a:lnTo>
                    <a:pt x="593898" y="24015"/>
                  </a:lnTo>
                  <a:lnTo>
                    <a:pt x="601712" y="24183"/>
                  </a:lnTo>
                  <a:lnTo>
                    <a:pt x="609526" y="24355"/>
                  </a:lnTo>
                  <a:lnTo>
                    <a:pt x="617341" y="24534"/>
                  </a:lnTo>
                  <a:lnTo>
                    <a:pt x="625155" y="24648"/>
                  </a:lnTo>
                  <a:lnTo>
                    <a:pt x="632970" y="24822"/>
                  </a:lnTo>
                  <a:lnTo>
                    <a:pt x="640784" y="25045"/>
                  </a:lnTo>
                  <a:lnTo>
                    <a:pt x="648599" y="25191"/>
                  </a:lnTo>
                  <a:lnTo>
                    <a:pt x="656413" y="25086"/>
                  </a:lnTo>
                  <a:lnTo>
                    <a:pt x="664228" y="25032"/>
                  </a:lnTo>
                  <a:lnTo>
                    <a:pt x="672042" y="25111"/>
                  </a:lnTo>
                  <a:lnTo>
                    <a:pt x="679857" y="25313"/>
                  </a:lnTo>
                  <a:lnTo>
                    <a:pt x="687671" y="25403"/>
                  </a:lnTo>
                  <a:lnTo>
                    <a:pt x="695485" y="25431"/>
                  </a:lnTo>
                  <a:lnTo>
                    <a:pt x="703300" y="25444"/>
                  </a:lnTo>
                  <a:lnTo>
                    <a:pt x="711114" y="25827"/>
                  </a:lnTo>
                  <a:lnTo>
                    <a:pt x="718929" y="26475"/>
                  </a:lnTo>
                  <a:lnTo>
                    <a:pt x="726743" y="26831"/>
                  </a:lnTo>
                  <a:lnTo>
                    <a:pt x="734558" y="27080"/>
                  </a:lnTo>
                  <a:lnTo>
                    <a:pt x="742372" y="26988"/>
                  </a:lnTo>
                  <a:lnTo>
                    <a:pt x="750187" y="27250"/>
                  </a:lnTo>
                  <a:lnTo>
                    <a:pt x="758001" y="27576"/>
                  </a:lnTo>
                  <a:lnTo>
                    <a:pt x="765815" y="27640"/>
                  </a:lnTo>
                  <a:lnTo>
                    <a:pt x="773630" y="27619"/>
                  </a:lnTo>
                  <a:lnTo>
                    <a:pt x="781444" y="27897"/>
                  </a:lnTo>
                  <a:lnTo>
                    <a:pt x="789259" y="28234"/>
                  </a:lnTo>
                  <a:lnTo>
                    <a:pt x="797073" y="28314"/>
                  </a:lnTo>
                  <a:lnTo>
                    <a:pt x="804888" y="28344"/>
                  </a:lnTo>
                  <a:lnTo>
                    <a:pt x="812702" y="28609"/>
                  </a:lnTo>
                  <a:lnTo>
                    <a:pt x="820517" y="28819"/>
                  </a:lnTo>
                  <a:lnTo>
                    <a:pt x="828331" y="28918"/>
                  </a:lnTo>
                  <a:lnTo>
                    <a:pt x="836145" y="29150"/>
                  </a:lnTo>
                  <a:lnTo>
                    <a:pt x="843960" y="29187"/>
                  </a:lnTo>
                  <a:lnTo>
                    <a:pt x="851774" y="29356"/>
                  </a:lnTo>
                  <a:lnTo>
                    <a:pt x="859589" y="29385"/>
                  </a:lnTo>
                  <a:lnTo>
                    <a:pt x="867403" y="29578"/>
                  </a:lnTo>
                  <a:lnTo>
                    <a:pt x="875218" y="29886"/>
                  </a:lnTo>
                  <a:lnTo>
                    <a:pt x="883032" y="29958"/>
                  </a:lnTo>
                  <a:lnTo>
                    <a:pt x="890847" y="29918"/>
                  </a:lnTo>
                  <a:lnTo>
                    <a:pt x="898661" y="29879"/>
                  </a:lnTo>
                  <a:lnTo>
                    <a:pt x="906476" y="29918"/>
                  </a:lnTo>
                  <a:lnTo>
                    <a:pt x="914290" y="30075"/>
                  </a:lnTo>
                  <a:lnTo>
                    <a:pt x="922104" y="29969"/>
                  </a:lnTo>
                  <a:lnTo>
                    <a:pt x="929919" y="29863"/>
                  </a:lnTo>
                  <a:lnTo>
                    <a:pt x="937733" y="29773"/>
                  </a:lnTo>
                  <a:lnTo>
                    <a:pt x="945548" y="29979"/>
                  </a:lnTo>
                  <a:lnTo>
                    <a:pt x="953362" y="30214"/>
                  </a:lnTo>
                  <a:lnTo>
                    <a:pt x="961177" y="30449"/>
                  </a:lnTo>
                  <a:lnTo>
                    <a:pt x="968991" y="30685"/>
                  </a:lnTo>
                  <a:lnTo>
                    <a:pt x="976806" y="30879"/>
                  </a:lnTo>
                  <a:lnTo>
                    <a:pt x="984620" y="30954"/>
                  </a:lnTo>
                  <a:lnTo>
                    <a:pt x="992434" y="31049"/>
                  </a:lnTo>
                  <a:lnTo>
                    <a:pt x="1000249" y="31208"/>
                  </a:lnTo>
                  <a:lnTo>
                    <a:pt x="1008063" y="31170"/>
                  </a:lnTo>
                  <a:lnTo>
                    <a:pt x="1015878" y="31239"/>
                  </a:lnTo>
                  <a:lnTo>
                    <a:pt x="1023692" y="31326"/>
                  </a:lnTo>
                  <a:lnTo>
                    <a:pt x="1031507" y="31470"/>
                  </a:lnTo>
                  <a:lnTo>
                    <a:pt x="1039321" y="31607"/>
                  </a:lnTo>
                  <a:lnTo>
                    <a:pt x="1047136" y="31574"/>
                  </a:lnTo>
                  <a:lnTo>
                    <a:pt x="1054950" y="31761"/>
                  </a:lnTo>
                  <a:lnTo>
                    <a:pt x="1062765" y="31949"/>
                  </a:lnTo>
                  <a:lnTo>
                    <a:pt x="1070579" y="32193"/>
                  </a:lnTo>
                  <a:lnTo>
                    <a:pt x="1078393" y="32059"/>
                  </a:lnTo>
                  <a:lnTo>
                    <a:pt x="1086208" y="32174"/>
                  </a:lnTo>
                  <a:lnTo>
                    <a:pt x="1094022" y="32291"/>
                  </a:lnTo>
                  <a:lnTo>
                    <a:pt x="1101837" y="32359"/>
                  </a:lnTo>
                  <a:lnTo>
                    <a:pt x="1109651" y="32379"/>
                  </a:lnTo>
                  <a:lnTo>
                    <a:pt x="1117466" y="32324"/>
                  </a:lnTo>
                  <a:lnTo>
                    <a:pt x="1125280" y="32416"/>
                  </a:lnTo>
                  <a:lnTo>
                    <a:pt x="1133095" y="32481"/>
                  </a:lnTo>
                  <a:lnTo>
                    <a:pt x="1140909" y="32408"/>
                  </a:lnTo>
                  <a:lnTo>
                    <a:pt x="1148723" y="32395"/>
                  </a:lnTo>
                  <a:lnTo>
                    <a:pt x="1156538" y="32350"/>
                  </a:lnTo>
                  <a:lnTo>
                    <a:pt x="1164352" y="32304"/>
                  </a:lnTo>
                  <a:lnTo>
                    <a:pt x="1172167" y="32264"/>
                  </a:lnTo>
                  <a:lnTo>
                    <a:pt x="1179981" y="32347"/>
                  </a:lnTo>
                  <a:lnTo>
                    <a:pt x="1187796" y="32466"/>
                  </a:lnTo>
                  <a:lnTo>
                    <a:pt x="1195610" y="32587"/>
                  </a:lnTo>
                  <a:lnTo>
                    <a:pt x="1203425" y="32599"/>
                  </a:lnTo>
                  <a:lnTo>
                    <a:pt x="1211239" y="32630"/>
                  </a:lnTo>
                  <a:lnTo>
                    <a:pt x="1219053" y="32747"/>
                  </a:lnTo>
                  <a:lnTo>
                    <a:pt x="1226868" y="32659"/>
                  </a:lnTo>
                  <a:lnTo>
                    <a:pt x="1234682" y="32570"/>
                  </a:lnTo>
                  <a:lnTo>
                    <a:pt x="1242497" y="32482"/>
                  </a:lnTo>
                  <a:lnTo>
                    <a:pt x="1250311" y="32394"/>
                  </a:lnTo>
                  <a:lnTo>
                    <a:pt x="1258126" y="32354"/>
                  </a:lnTo>
                  <a:lnTo>
                    <a:pt x="1265940" y="32458"/>
                  </a:lnTo>
                  <a:lnTo>
                    <a:pt x="1273755" y="32562"/>
                  </a:lnTo>
                  <a:lnTo>
                    <a:pt x="1281569" y="32666"/>
                  </a:lnTo>
                  <a:lnTo>
                    <a:pt x="1289384" y="32725"/>
                  </a:lnTo>
                  <a:lnTo>
                    <a:pt x="1297198" y="32703"/>
                  </a:lnTo>
                  <a:lnTo>
                    <a:pt x="1305012" y="32681"/>
                  </a:lnTo>
                  <a:lnTo>
                    <a:pt x="1312827" y="32663"/>
                  </a:lnTo>
                  <a:lnTo>
                    <a:pt x="1320641" y="32627"/>
                  </a:lnTo>
                  <a:lnTo>
                    <a:pt x="1328456" y="32553"/>
                  </a:lnTo>
                  <a:lnTo>
                    <a:pt x="1336270" y="32627"/>
                  </a:lnTo>
                  <a:lnTo>
                    <a:pt x="1344085" y="32761"/>
                  </a:lnTo>
                  <a:lnTo>
                    <a:pt x="1351899" y="32874"/>
                  </a:lnTo>
                  <a:lnTo>
                    <a:pt x="1359714" y="32859"/>
                  </a:lnTo>
                  <a:lnTo>
                    <a:pt x="1367528" y="32771"/>
                  </a:lnTo>
                  <a:lnTo>
                    <a:pt x="1375342" y="32675"/>
                  </a:lnTo>
                  <a:lnTo>
                    <a:pt x="1383157" y="32718"/>
                  </a:lnTo>
                  <a:lnTo>
                    <a:pt x="1390971" y="32799"/>
                  </a:lnTo>
                  <a:lnTo>
                    <a:pt x="1398786" y="32786"/>
                  </a:lnTo>
                  <a:lnTo>
                    <a:pt x="1406600" y="32773"/>
                  </a:lnTo>
                  <a:lnTo>
                    <a:pt x="1414415" y="32825"/>
                  </a:lnTo>
                  <a:lnTo>
                    <a:pt x="1422229" y="32908"/>
                  </a:lnTo>
                  <a:lnTo>
                    <a:pt x="1430044" y="32991"/>
                  </a:lnTo>
                  <a:lnTo>
                    <a:pt x="1437858" y="33073"/>
                  </a:lnTo>
                  <a:lnTo>
                    <a:pt x="1445672" y="33134"/>
                  </a:lnTo>
                  <a:lnTo>
                    <a:pt x="1453487" y="33113"/>
                  </a:lnTo>
                  <a:lnTo>
                    <a:pt x="1461301" y="33093"/>
                  </a:lnTo>
                  <a:lnTo>
                    <a:pt x="1469116" y="33072"/>
                  </a:lnTo>
                  <a:lnTo>
                    <a:pt x="1476930" y="33053"/>
                  </a:lnTo>
                  <a:lnTo>
                    <a:pt x="1484745" y="33037"/>
                  </a:lnTo>
                  <a:lnTo>
                    <a:pt x="1492559" y="33020"/>
                  </a:lnTo>
                  <a:lnTo>
                    <a:pt x="1500374" y="33124"/>
                  </a:lnTo>
                  <a:lnTo>
                    <a:pt x="1508188" y="33200"/>
                  </a:lnTo>
                  <a:lnTo>
                    <a:pt x="1516003" y="33179"/>
                  </a:lnTo>
                  <a:lnTo>
                    <a:pt x="1523817" y="33187"/>
                  </a:lnTo>
                  <a:lnTo>
                    <a:pt x="1531631" y="33167"/>
                  </a:lnTo>
                  <a:lnTo>
                    <a:pt x="1539446" y="33098"/>
                  </a:lnTo>
                  <a:lnTo>
                    <a:pt x="1547260" y="33128"/>
                  </a:lnTo>
                  <a:lnTo>
                    <a:pt x="1555075" y="33108"/>
                  </a:lnTo>
                  <a:lnTo>
                    <a:pt x="1562889" y="33088"/>
                  </a:lnTo>
                  <a:lnTo>
                    <a:pt x="1570704" y="33068"/>
                  </a:lnTo>
                  <a:lnTo>
                    <a:pt x="1578518" y="33048"/>
                  </a:lnTo>
                  <a:lnTo>
                    <a:pt x="1586333" y="33028"/>
                  </a:lnTo>
                  <a:lnTo>
                    <a:pt x="1594147" y="33008"/>
                  </a:lnTo>
                  <a:lnTo>
                    <a:pt x="1601961" y="32989"/>
                  </a:lnTo>
                  <a:lnTo>
                    <a:pt x="1609776" y="32971"/>
                  </a:lnTo>
                  <a:lnTo>
                    <a:pt x="1617590" y="32954"/>
                  </a:lnTo>
                  <a:lnTo>
                    <a:pt x="1625405" y="32991"/>
                  </a:lnTo>
                  <a:lnTo>
                    <a:pt x="1633219" y="33074"/>
                  </a:lnTo>
                  <a:lnTo>
                    <a:pt x="1641034" y="33096"/>
                  </a:lnTo>
                  <a:lnTo>
                    <a:pt x="1648848" y="33089"/>
                  </a:lnTo>
                  <a:lnTo>
                    <a:pt x="1656663" y="33083"/>
                  </a:lnTo>
                  <a:lnTo>
                    <a:pt x="1664477" y="33077"/>
                  </a:lnTo>
                  <a:lnTo>
                    <a:pt x="1672291" y="33075"/>
                  </a:lnTo>
                  <a:lnTo>
                    <a:pt x="1680106" y="33160"/>
                  </a:lnTo>
                  <a:lnTo>
                    <a:pt x="1687920" y="33300"/>
                  </a:lnTo>
                  <a:lnTo>
                    <a:pt x="1695735" y="33440"/>
                  </a:lnTo>
                  <a:lnTo>
                    <a:pt x="1703549" y="33580"/>
                  </a:lnTo>
                  <a:lnTo>
                    <a:pt x="1711364" y="33629"/>
                  </a:lnTo>
                  <a:lnTo>
                    <a:pt x="1719178" y="33618"/>
                  </a:lnTo>
                  <a:lnTo>
                    <a:pt x="1726993" y="33608"/>
                  </a:lnTo>
                  <a:lnTo>
                    <a:pt x="1734807" y="33569"/>
                  </a:lnTo>
                  <a:lnTo>
                    <a:pt x="1742622" y="33504"/>
                  </a:lnTo>
                  <a:lnTo>
                    <a:pt x="1750436" y="33567"/>
                  </a:lnTo>
                  <a:lnTo>
                    <a:pt x="1758250" y="33558"/>
                  </a:lnTo>
                  <a:lnTo>
                    <a:pt x="1766065" y="33543"/>
                  </a:lnTo>
                  <a:lnTo>
                    <a:pt x="1773879" y="33528"/>
                  </a:lnTo>
                  <a:lnTo>
                    <a:pt x="1781694" y="33515"/>
                  </a:lnTo>
                  <a:lnTo>
                    <a:pt x="1789508" y="33502"/>
                  </a:lnTo>
                  <a:lnTo>
                    <a:pt x="1797323" y="33490"/>
                  </a:lnTo>
                  <a:lnTo>
                    <a:pt x="1805137" y="33478"/>
                  </a:lnTo>
                  <a:lnTo>
                    <a:pt x="1812952" y="33466"/>
                  </a:lnTo>
                  <a:lnTo>
                    <a:pt x="1820766" y="33454"/>
                  </a:lnTo>
                  <a:lnTo>
                    <a:pt x="1828580" y="33442"/>
                  </a:lnTo>
                  <a:lnTo>
                    <a:pt x="1836395" y="33449"/>
                  </a:lnTo>
                  <a:lnTo>
                    <a:pt x="1844209" y="33426"/>
                  </a:lnTo>
                  <a:lnTo>
                    <a:pt x="1852024" y="33515"/>
                  </a:lnTo>
                  <a:lnTo>
                    <a:pt x="1859838" y="33548"/>
                  </a:lnTo>
                  <a:lnTo>
                    <a:pt x="1867653" y="33581"/>
                  </a:lnTo>
                  <a:lnTo>
                    <a:pt x="1875467" y="33615"/>
                  </a:lnTo>
                  <a:lnTo>
                    <a:pt x="1883282" y="33539"/>
                  </a:lnTo>
                  <a:lnTo>
                    <a:pt x="1891096" y="33457"/>
                  </a:lnTo>
                  <a:lnTo>
                    <a:pt x="1898910" y="33374"/>
                  </a:lnTo>
                  <a:lnTo>
                    <a:pt x="1906725" y="33309"/>
                  </a:lnTo>
                  <a:lnTo>
                    <a:pt x="1914539" y="33293"/>
                  </a:lnTo>
                  <a:lnTo>
                    <a:pt x="1922354" y="33278"/>
                  </a:lnTo>
                  <a:lnTo>
                    <a:pt x="1930168" y="33263"/>
                  </a:lnTo>
                  <a:lnTo>
                    <a:pt x="1937983" y="33248"/>
                  </a:lnTo>
                  <a:lnTo>
                    <a:pt x="1945797" y="33233"/>
                  </a:lnTo>
                  <a:lnTo>
                    <a:pt x="1953612" y="33220"/>
                  </a:lnTo>
                  <a:lnTo>
                    <a:pt x="1961426" y="33207"/>
                  </a:lnTo>
                  <a:lnTo>
                    <a:pt x="1969241" y="33194"/>
                  </a:lnTo>
                  <a:lnTo>
                    <a:pt x="1977055" y="33180"/>
                  </a:lnTo>
                  <a:lnTo>
                    <a:pt x="1984869" y="33167"/>
                  </a:lnTo>
                  <a:lnTo>
                    <a:pt x="1992684" y="33154"/>
                  </a:lnTo>
                  <a:lnTo>
                    <a:pt x="2000498" y="33141"/>
                  </a:lnTo>
                  <a:lnTo>
                    <a:pt x="2008313" y="33128"/>
                  </a:lnTo>
                  <a:lnTo>
                    <a:pt x="2016127" y="33115"/>
                  </a:lnTo>
                  <a:lnTo>
                    <a:pt x="2023942" y="33102"/>
                  </a:lnTo>
                  <a:lnTo>
                    <a:pt x="2023942" y="226773"/>
                  </a:lnTo>
                  <a:lnTo>
                    <a:pt x="2016127" y="226055"/>
                  </a:lnTo>
                  <a:lnTo>
                    <a:pt x="2008313" y="225164"/>
                  </a:lnTo>
                  <a:lnTo>
                    <a:pt x="2000498" y="224148"/>
                  </a:lnTo>
                  <a:lnTo>
                    <a:pt x="1992684" y="223128"/>
                  </a:lnTo>
                  <a:lnTo>
                    <a:pt x="1984869" y="222103"/>
                  </a:lnTo>
                  <a:lnTo>
                    <a:pt x="1977055" y="221076"/>
                  </a:lnTo>
                  <a:lnTo>
                    <a:pt x="1969241" y="220046"/>
                  </a:lnTo>
                  <a:lnTo>
                    <a:pt x="1961426" y="219015"/>
                  </a:lnTo>
                  <a:lnTo>
                    <a:pt x="1953612" y="217982"/>
                  </a:lnTo>
                  <a:lnTo>
                    <a:pt x="1945797" y="217119"/>
                  </a:lnTo>
                  <a:lnTo>
                    <a:pt x="1937983" y="216258"/>
                  </a:lnTo>
                  <a:lnTo>
                    <a:pt x="1930168" y="215394"/>
                  </a:lnTo>
                  <a:lnTo>
                    <a:pt x="1922354" y="214529"/>
                  </a:lnTo>
                  <a:lnTo>
                    <a:pt x="1914539" y="213659"/>
                  </a:lnTo>
                  <a:lnTo>
                    <a:pt x="1906725" y="212786"/>
                  </a:lnTo>
                  <a:lnTo>
                    <a:pt x="1898910" y="211911"/>
                  </a:lnTo>
                  <a:lnTo>
                    <a:pt x="1891096" y="210854"/>
                  </a:lnTo>
                  <a:lnTo>
                    <a:pt x="1883282" y="209987"/>
                  </a:lnTo>
                  <a:lnTo>
                    <a:pt x="1875467" y="209118"/>
                  </a:lnTo>
                  <a:lnTo>
                    <a:pt x="1867653" y="208243"/>
                  </a:lnTo>
                  <a:lnTo>
                    <a:pt x="1859838" y="207024"/>
                  </a:lnTo>
                  <a:lnTo>
                    <a:pt x="1852024" y="205777"/>
                  </a:lnTo>
                  <a:lnTo>
                    <a:pt x="1844209" y="204556"/>
                  </a:lnTo>
                  <a:lnTo>
                    <a:pt x="1836395" y="203300"/>
                  </a:lnTo>
                  <a:lnTo>
                    <a:pt x="1828580" y="202119"/>
                  </a:lnTo>
                  <a:lnTo>
                    <a:pt x="1820766" y="201166"/>
                  </a:lnTo>
                  <a:lnTo>
                    <a:pt x="1812952" y="200211"/>
                  </a:lnTo>
                  <a:lnTo>
                    <a:pt x="1805137" y="199251"/>
                  </a:lnTo>
                  <a:lnTo>
                    <a:pt x="1797323" y="198288"/>
                  </a:lnTo>
                  <a:lnTo>
                    <a:pt x="1789508" y="197324"/>
                  </a:lnTo>
                  <a:lnTo>
                    <a:pt x="1781694" y="196359"/>
                  </a:lnTo>
                  <a:lnTo>
                    <a:pt x="1773879" y="195392"/>
                  </a:lnTo>
                  <a:lnTo>
                    <a:pt x="1766065" y="194424"/>
                  </a:lnTo>
                  <a:lnTo>
                    <a:pt x="1758250" y="193454"/>
                  </a:lnTo>
                  <a:lnTo>
                    <a:pt x="1750436" y="192484"/>
                  </a:lnTo>
                  <a:lnTo>
                    <a:pt x="1742622" y="191512"/>
                  </a:lnTo>
                  <a:lnTo>
                    <a:pt x="1734807" y="190539"/>
                  </a:lnTo>
                  <a:lnTo>
                    <a:pt x="1726993" y="189565"/>
                  </a:lnTo>
                  <a:lnTo>
                    <a:pt x="1719178" y="188590"/>
                  </a:lnTo>
                  <a:lnTo>
                    <a:pt x="1711364" y="187613"/>
                  </a:lnTo>
                  <a:lnTo>
                    <a:pt x="1703549" y="186634"/>
                  </a:lnTo>
                  <a:lnTo>
                    <a:pt x="1695735" y="185655"/>
                  </a:lnTo>
                  <a:lnTo>
                    <a:pt x="1687920" y="184675"/>
                  </a:lnTo>
                  <a:lnTo>
                    <a:pt x="1680106" y="183694"/>
                  </a:lnTo>
                  <a:lnTo>
                    <a:pt x="1672291" y="182712"/>
                  </a:lnTo>
                  <a:lnTo>
                    <a:pt x="1664477" y="181753"/>
                  </a:lnTo>
                  <a:lnTo>
                    <a:pt x="1656663" y="180797"/>
                  </a:lnTo>
                  <a:lnTo>
                    <a:pt x="1648848" y="179767"/>
                  </a:lnTo>
                  <a:lnTo>
                    <a:pt x="1641034" y="178810"/>
                  </a:lnTo>
                  <a:lnTo>
                    <a:pt x="1633219" y="178006"/>
                  </a:lnTo>
                  <a:lnTo>
                    <a:pt x="1625405" y="177097"/>
                  </a:lnTo>
                  <a:lnTo>
                    <a:pt x="1617590" y="175980"/>
                  </a:lnTo>
                  <a:lnTo>
                    <a:pt x="1609776" y="175020"/>
                  </a:lnTo>
                  <a:lnTo>
                    <a:pt x="1601961" y="174057"/>
                  </a:lnTo>
                  <a:lnTo>
                    <a:pt x="1594147" y="173041"/>
                  </a:lnTo>
                  <a:lnTo>
                    <a:pt x="1586333" y="172026"/>
                  </a:lnTo>
                  <a:lnTo>
                    <a:pt x="1578518" y="171011"/>
                  </a:lnTo>
                  <a:lnTo>
                    <a:pt x="1570704" y="169995"/>
                  </a:lnTo>
                  <a:lnTo>
                    <a:pt x="1562889" y="168976"/>
                  </a:lnTo>
                  <a:lnTo>
                    <a:pt x="1555075" y="167958"/>
                  </a:lnTo>
                  <a:lnTo>
                    <a:pt x="1547260" y="166964"/>
                  </a:lnTo>
                  <a:lnTo>
                    <a:pt x="1539446" y="165954"/>
                  </a:lnTo>
                  <a:lnTo>
                    <a:pt x="1531631" y="164908"/>
                  </a:lnTo>
                  <a:lnTo>
                    <a:pt x="1523817" y="163895"/>
                  </a:lnTo>
                  <a:lnTo>
                    <a:pt x="1516003" y="162882"/>
                  </a:lnTo>
                  <a:lnTo>
                    <a:pt x="1508188" y="161869"/>
                  </a:lnTo>
                  <a:lnTo>
                    <a:pt x="1500374" y="160967"/>
                  </a:lnTo>
                  <a:lnTo>
                    <a:pt x="1492559" y="159868"/>
                  </a:lnTo>
                  <a:lnTo>
                    <a:pt x="1484745" y="158836"/>
                  </a:lnTo>
                  <a:lnTo>
                    <a:pt x="1476930" y="157827"/>
                  </a:lnTo>
                  <a:lnTo>
                    <a:pt x="1469116" y="156819"/>
                  </a:lnTo>
                  <a:lnTo>
                    <a:pt x="1461301" y="155811"/>
                  </a:lnTo>
                  <a:lnTo>
                    <a:pt x="1453487" y="154805"/>
                  </a:lnTo>
                  <a:lnTo>
                    <a:pt x="1445672" y="153800"/>
                  </a:lnTo>
                  <a:lnTo>
                    <a:pt x="1437858" y="153011"/>
                  </a:lnTo>
                  <a:lnTo>
                    <a:pt x="1430044" y="151938"/>
                  </a:lnTo>
                  <a:lnTo>
                    <a:pt x="1422229" y="151146"/>
                  </a:lnTo>
                  <a:lnTo>
                    <a:pt x="1414415" y="150239"/>
                  </a:lnTo>
                  <a:lnTo>
                    <a:pt x="1406600" y="149265"/>
                  </a:lnTo>
                  <a:lnTo>
                    <a:pt x="1398786" y="148292"/>
                  </a:lnTo>
                  <a:lnTo>
                    <a:pt x="1390971" y="147320"/>
                  </a:lnTo>
                  <a:lnTo>
                    <a:pt x="1383157" y="146348"/>
                  </a:lnTo>
                  <a:lnTo>
                    <a:pt x="1375342" y="145374"/>
                  </a:lnTo>
                  <a:lnTo>
                    <a:pt x="1367528" y="144393"/>
                  </a:lnTo>
                  <a:lnTo>
                    <a:pt x="1359714" y="143413"/>
                  </a:lnTo>
                  <a:lnTo>
                    <a:pt x="1351899" y="142435"/>
                  </a:lnTo>
                  <a:lnTo>
                    <a:pt x="1344085" y="141403"/>
                  </a:lnTo>
                  <a:lnTo>
                    <a:pt x="1336270" y="140442"/>
                  </a:lnTo>
                  <a:lnTo>
                    <a:pt x="1328456" y="139521"/>
                  </a:lnTo>
                  <a:lnTo>
                    <a:pt x="1320641" y="138556"/>
                  </a:lnTo>
                  <a:lnTo>
                    <a:pt x="1312827" y="137592"/>
                  </a:lnTo>
                  <a:lnTo>
                    <a:pt x="1305012" y="136629"/>
                  </a:lnTo>
                  <a:lnTo>
                    <a:pt x="1297198" y="135668"/>
                  </a:lnTo>
                  <a:lnTo>
                    <a:pt x="1289384" y="134708"/>
                  </a:lnTo>
                  <a:lnTo>
                    <a:pt x="1281569" y="133765"/>
                  </a:lnTo>
                  <a:lnTo>
                    <a:pt x="1273755" y="132793"/>
                  </a:lnTo>
                  <a:lnTo>
                    <a:pt x="1265940" y="131832"/>
                  </a:lnTo>
                  <a:lnTo>
                    <a:pt x="1258126" y="130881"/>
                  </a:lnTo>
                  <a:lnTo>
                    <a:pt x="1250311" y="129932"/>
                  </a:lnTo>
                  <a:lnTo>
                    <a:pt x="1242497" y="129067"/>
                  </a:lnTo>
                  <a:lnTo>
                    <a:pt x="1234682" y="128297"/>
                  </a:lnTo>
                  <a:lnTo>
                    <a:pt x="1226868" y="127527"/>
                  </a:lnTo>
                  <a:lnTo>
                    <a:pt x="1219053" y="126758"/>
                  </a:lnTo>
                  <a:lnTo>
                    <a:pt x="1211239" y="125989"/>
                  </a:lnTo>
                  <a:lnTo>
                    <a:pt x="1203425" y="125221"/>
                  </a:lnTo>
                  <a:lnTo>
                    <a:pt x="1195610" y="124454"/>
                  </a:lnTo>
                  <a:lnTo>
                    <a:pt x="1187796" y="123600"/>
                  </a:lnTo>
                  <a:lnTo>
                    <a:pt x="1179981" y="122634"/>
                  </a:lnTo>
                  <a:lnTo>
                    <a:pt x="1172167" y="121740"/>
                  </a:lnTo>
                  <a:lnTo>
                    <a:pt x="1164352" y="121006"/>
                  </a:lnTo>
                  <a:lnTo>
                    <a:pt x="1156538" y="120273"/>
                  </a:lnTo>
                  <a:lnTo>
                    <a:pt x="1148723" y="119540"/>
                  </a:lnTo>
                  <a:lnTo>
                    <a:pt x="1140909" y="118754"/>
                  </a:lnTo>
                  <a:lnTo>
                    <a:pt x="1133095" y="117927"/>
                  </a:lnTo>
                  <a:lnTo>
                    <a:pt x="1125280" y="117102"/>
                  </a:lnTo>
                  <a:lnTo>
                    <a:pt x="1117466" y="116278"/>
                  </a:lnTo>
                  <a:lnTo>
                    <a:pt x="1109651" y="115455"/>
                  </a:lnTo>
                  <a:lnTo>
                    <a:pt x="1101837" y="114635"/>
                  </a:lnTo>
                  <a:lnTo>
                    <a:pt x="1094022" y="113446"/>
                  </a:lnTo>
                  <a:lnTo>
                    <a:pt x="1086208" y="112084"/>
                  </a:lnTo>
                  <a:lnTo>
                    <a:pt x="1078393" y="110726"/>
                  </a:lnTo>
                  <a:lnTo>
                    <a:pt x="1070579" y="110028"/>
                  </a:lnTo>
                  <a:lnTo>
                    <a:pt x="1062765" y="109382"/>
                  </a:lnTo>
                  <a:lnTo>
                    <a:pt x="1054950" y="108736"/>
                  </a:lnTo>
                  <a:lnTo>
                    <a:pt x="1047136" y="108090"/>
                  </a:lnTo>
                  <a:lnTo>
                    <a:pt x="1039321" y="107315"/>
                  </a:lnTo>
                  <a:lnTo>
                    <a:pt x="1031507" y="106606"/>
                  </a:lnTo>
                  <a:lnTo>
                    <a:pt x="1023692" y="105585"/>
                  </a:lnTo>
                  <a:lnTo>
                    <a:pt x="1015878" y="104467"/>
                  </a:lnTo>
                  <a:lnTo>
                    <a:pt x="1008063" y="103741"/>
                  </a:lnTo>
                  <a:lnTo>
                    <a:pt x="1000249" y="103129"/>
                  </a:lnTo>
                  <a:lnTo>
                    <a:pt x="992434" y="102195"/>
                  </a:lnTo>
                  <a:lnTo>
                    <a:pt x="984620" y="101265"/>
                  </a:lnTo>
                  <a:lnTo>
                    <a:pt x="976806" y="100462"/>
                  </a:lnTo>
                  <a:lnTo>
                    <a:pt x="968991" y="99719"/>
                  </a:lnTo>
                  <a:lnTo>
                    <a:pt x="961177" y="98860"/>
                  </a:lnTo>
                  <a:lnTo>
                    <a:pt x="953362" y="98254"/>
                  </a:lnTo>
                  <a:lnTo>
                    <a:pt x="945548" y="97527"/>
                  </a:lnTo>
                  <a:lnTo>
                    <a:pt x="937733" y="96715"/>
                  </a:lnTo>
                  <a:lnTo>
                    <a:pt x="929919" y="95877"/>
                  </a:lnTo>
                  <a:lnTo>
                    <a:pt x="922104" y="95193"/>
                  </a:lnTo>
                  <a:lnTo>
                    <a:pt x="914290" y="94521"/>
                  </a:lnTo>
                  <a:lnTo>
                    <a:pt x="906476" y="93861"/>
                  </a:lnTo>
                  <a:lnTo>
                    <a:pt x="898661" y="93203"/>
                  </a:lnTo>
                  <a:lnTo>
                    <a:pt x="890847" y="92469"/>
                  </a:lnTo>
                  <a:lnTo>
                    <a:pt x="883032" y="91581"/>
                  </a:lnTo>
                  <a:lnTo>
                    <a:pt x="875218" y="90761"/>
                  </a:lnTo>
                  <a:lnTo>
                    <a:pt x="867403" y="90225"/>
                  </a:lnTo>
                  <a:lnTo>
                    <a:pt x="859589" y="89425"/>
                  </a:lnTo>
                  <a:lnTo>
                    <a:pt x="851774" y="88674"/>
                  </a:lnTo>
                  <a:lnTo>
                    <a:pt x="843960" y="88074"/>
                  </a:lnTo>
                  <a:lnTo>
                    <a:pt x="836145" y="87108"/>
                  </a:lnTo>
                  <a:lnTo>
                    <a:pt x="828331" y="86321"/>
                  </a:lnTo>
                  <a:lnTo>
                    <a:pt x="820517" y="85648"/>
                  </a:lnTo>
                  <a:lnTo>
                    <a:pt x="812702" y="85044"/>
                  </a:lnTo>
                  <a:lnTo>
                    <a:pt x="804888" y="84357"/>
                  </a:lnTo>
                  <a:lnTo>
                    <a:pt x="797073" y="83847"/>
                  </a:lnTo>
                  <a:lnTo>
                    <a:pt x="789259" y="83184"/>
                  </a:lnTo>
                  <a:lnTo>
                    <a:pt x="781444" y="82767"/>
                  </a:lnTo>
                  <a:lnTo>
                    <a:pt x="773630" y="81956"/>
                  </a:lnTo>
                  <a:lnTo>
                    <a:pt x="765815" y="81390"/>
                  </a:lnTo>
                  <a:lnTo>
                    <a:pt x="758001" y="80736"/>
                  </a:lnTo>
                  <a:lnTo>
                    <a:pt x="750187" y="80071"/>
                  </a:lnTo>
                  <a:lnTo>
                    <a:pt x="742372" y="79350"/>
                  </a:lnTo>
                  <a:lnTo>
                    <a:pt x="734558" y="78695"/>
                  </a:lnTo>
                  <a:lnTo>
                    <a:pt x="726743" y="78221"/>
                  </a:lnTo>
                  <a:lnTo>
                    <a:pt x="718929" y="77304"/>
                  </a:lnTo>
                  <a:lnTo>
                    <a:pt x="711114" y="76878"/>
                  </a:lnTo>
                  <a:lnTo>
                    <a:pt x="703300" y="76432"/>
                  </a:lnTo>
                  <a:lnTo>
                    <a:pt x="695485" y="75817"/>
                  </a:lnTo>
                  <a:lnTo>
                    <a:pt x="687671" y="75303"/>
                  </a:lnTo>
                  <a:lnTo>
                    <a:pt x="679857" y="74951"/>
                  </a:lnTo>
                  <a:lnTo>
                    <a:pt x="672042" y="74390"/>
                  </a:lnTo>
                  <a:lnTo>
                    <a:pt x="664228" y="73814"/>
                  </a:lnTo>
                  <a:lnTo>
                    <a:pt x="656413" y="73312"/>
                  </a:lnTo>
                  <a:lnTo>
                    <a:pt x="648599" y="72693"/>
                  </a:lnTo>
                  <a:lnTo>
                    <a:pt x="640784" y="72198"/>
                  </a:lnTo>
                  <a:lnTo>
                    <a:pt x="632970" y="71454"/>
                  </a:lnTo>
                  <a:lnTo>
                    <a:pt x="625155" y="71006"/>
                  </a:lnTo>
                  <a:lnTo>
                    <a:pt x="617341" y="70526"/>
                  </a:lnTo>
                  <a:lnTo>
                    <a:pt x="609526" y="70081"/>
                  </a:lnTo>
                  <a:lnTo>
                    <a:pt x="601712" y="69681"/>
                  </a:lnTo>
                  <a:lnTo>
                    <a:pt x="593898" y="69107"/>
                  </a:lnTo>
                  <a:lnTo>
                    <a:pt x="586083" y="68444"/>
                  </a:lnTo>
                  <a:lnTo>
                    <a:pt x="578269" y="68055"/>
                  </a:lnTo>
                  <a:lnTo>
                    <a:pt x="570454" y="67470"/>
                  </a:lnTo>
                  <a:lnTo>
                    <a:pt x="562640" y="66761"/>
                  </a:lnTo>
                  <a:lnTo>
                    <a:pt x="554825" y="66279"/>
                  </a:lnTo>
                  <a:lnTo>
                    <a:pt x="547011" y="65903"/>
                  </a:lnTo>
                  <a:lnTo>
                    <a:pt x="539196" y="65641"/>
                  </a:lnTo>
                  <a:lnTo>
                    <a:pt x="531382" y="65192"/>
                  </a:lnTo>
                  <a:lnTo>
                    <a:pt x="523568" y="64746"/>
                  </a:lnTo>
                  <a:lnTo>
                    <a:pt x="515753" y="64396"/>
                  </a:lnTo>
                  <a:lnTo>
                    <a:pt x="507939" y="64106"/>
                  </a:lnTo>
                  <a:lnTo>
                    <a:pt x="500124" y="63732"/>
                  </a:lnTo>
                  <a:lnTo>
                    <a:pt x="492310" y="63405"/>
                  </a:lnTo>
                  <a:lnTo>
                    <a:pt x="484495" y="63074"/>
                  </a:lnTo>
                  <a:lnTo>
                    <a:pt x="476681" y="62742"/>
                  </a:lnTo>
                  <a:lnTo>
                    <a:pt x="468866" y="62342"/>
                  </a:lnTo>
                  <a:lnTo>
                    <a:pt x="461052" y="61921"/>
                  </a:lnTo>
                  <a:lnTo>
                    <a:pt x="453238" y="61766"/>
                  </a:lnTo>
                  <a:lnTo>
                    <a:pt x="445423" y="61312"/>
                  </a:lnTo>
                  <a:lnTo>
                    <a:pt x="437609" y="61117"/>
                  </a:lnTo>
                  <a:lnTo>
                    <a:pt x="429794" y="61001"/>
                  </a:lnTo>
                  <a:lnTo>
                    <a:pt x="421980" y="60705"/>
                  </a:lnTo>
                  <a:lnTo>
                    <a:pt x="414165" y="60471"/>
                  </a:lnTo>
                  <a:lnTo>
                    <a:pt x="406351" y="60208"/>
                  </a:lnTo>
                  <a:lnTo>
                    <a:pt x="398536" y="59945"/>
                  </a:lnTo>
                  <a:lnTo>
                    <a:pt x="390722" y="59601"/>
                  </a:lnTo>
                  <a:lnTo>
                    <a:pt x="382907" y="59299"/>
                  </a:lnTo>
                  <a:lnTo>
                    <a:pt x="375093" y="59160"/>
                  </a:lnTo>
                  <a:lnTo>
                    <a:pt x="367279" y="58990"/>
                  </a:lnTo>
                  <a:lnTo>
                    <a:pt x="359464" y="58722"/>
                  </a:lnTo>
                  <a:lnTo>
                    <a:pt x="351650" y="58525"/>
                  </a:lnTo>
                  <a:lnTo>
                    <a:pt x="343835" y="58176"/>
                  </a:lnTo>
                  <a:lnTo>
                    <a:pt x="336021" y="57975"/>
                  </a:lnTo>
                  <a:lnTo>
                    <a:pt x="328206" y="57811"/>
                  </a:lnTo>
                  <a:lnTo>
                    <a:pt x="320392" y="57682"/>
                  </a:lnTo>
                  <a:lnTo>
                    <a:pt x="312577" y="57788"/>
                  </a:lnTo>
                  <a:lnTo>
                    <a:pt x="304763" y="57370"/>
                  </a:lnTo>
                  <a:lnTo>
                    <a:pt x="296949" y="57271"/>
                  </a:lnTo>
                  <a:lnTo>
                    <a:pt x="289134" y="57023"/>
                  </a:lnTo>
                  <a:lnTo>
                    <a:pt x="281320" y="56768"/>
                  </a:lnTo>
                  <a:lnTo>
                    <a:pt x="273505" y="56756"/>
                  </a:lnTo>
                  <a:lnTo>
                    <a:pt x="265691" y="56377"/>
                  </a:lnTo>
                  <a:lnTo>
                    <a:pt x="257876" y="55994"/>
                  </a:lnTo>
                  <a:lnTo>
                    <a:pt x="250062" y="55808"/>
                  </a:lnTo>
                  <a:lnTo>
                    <a:pt x="242247" y="55562"/>
                  </a:lnTo>
                  <a:lnTo>
                    <a:pt x="234433" y="55510"/>
                  </a:lnTo>
                  <a:lnTo>
                    <a:pt x="226619" y="55558"/>
                  </a:lnTo>
                  <a:lnTo>
                    <a:pt x="218804" y="55319"/>
                  </a:lnTo>
                  <a:lnTo>
                    <a:pt x="210990" y="55084"/>
                  </a:lnTo>
                  <a:lnTo>
                    <a:pt x="203175" y="55031"/>
                  </a:lnTo>
                  <a:lnTo>
                    <a:pt x="195361" y="54999"/>
                  </a:lnTo>
                  <a:lnTo>
                    <a:pt x="187546" y="54924"/>
                  </a:lnTo>
                  <a:lnTo>
                    <a:pt x="179732" y="54644"/>
                  </a:lnTo>
                  <a:lnTo>
                    <a:pt x="171917" y="54457"/>
                  </a:lnTo>
                  <a:lnTo>
                    <a:pt x="164103" y="54267"/>
                  </a:lnTo>
                  <a:lnTo>
                    <a:pt x="156288" y="54020"/>
                  </a:lnTo>
                  <a:lnTo>
                    <a:pt x="148474" y="53780"/>
                  </a:lnTo>
                  <a:lnTo>
                    <a:pt x="140660" y="53690"/>
                  </a:lnTo>
                  <a:lnTo>
                    <a:pt x="132845" y="53567"/>
                  </a:lnTo>
                  <a:lnTo>
                    <a:pt x="125031" y="53346"/>
                  </a:lnTo>
                  <a:lnTo>
                    <a:pt x="117216" y="53159"/>
                  </a:lnTo>
                  <a:lnTo>
                    <a:pt x="109402" y="52975"/>
                  </a:lnTo>
                  <a:lnTo>
                    <a:pt x="101587" y="52792"/>
                  </a:lnTo>
                  <a:lnTo>
                    <a:pt x="93773" y="52767"/>
                  </a:lnTo>
                  <a:lnTo>
                    <a:pt x="85958" y="52706"/>
                  </a:lnTo>
                  <a:lnTo>
                    <a:pt x="78144" y="52533"/>
                  </a:lnTo>
                  <a:lnTo>
                    <a:pt x="70330" y="52515"/>
                  </a:lnTo>
                  <a:lnTo>
                    <a:pt x="62515" y="52563"/>
                  </a:lnTo>
                  <a:lnTo>
                    <a:pt x="54701" y="52610"/>
                  </a:lnTo>
                  <a:lnTo>
                    <a:pt x="46886" y="52583"/>
                  </a:lnTo>
                  <a:lnTo>
                    <a:pt x="39072" y="52471"/>
                  </a:lnTo>
                  <a:lnTo>
                    <a:pt x="31257" y="52275"/>
                  </a:lnTo>
                  <a:lnTo>
                    <a:pt x="23443" y="52163"/>
                  </a:lnTo>
                  <a:lnTo>
                    <a:pt x="15628" y="52091"/>
                  </a:lnTo>
                  <a:lnTo>
                    <a:pt x="7814" y="52123"/>
                  </a:lnTo>
                  <a:lnTo>
                    <a:pt x="0" y="52034"/>
                  </a:lnTo>
                  <a:close/>
                </a:path>
              </a:pathLst>
            </a:custGeom>
            <a:solidFill>
              <a:srgbClr val="D55E00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119" name="pl118"/>
            <p:cNvSpPr/>
            <p:nvPr/>
          </p:nvSpPr>
          <p:spPr>
            <a:xfrm>
              <a:off x="3632283" y="2741610"/>
              <a:ext cx="2023942" cy="33629"/>
            </a:xfrm>
            <a:custGeom>
              <a:avLst/>
              <a:pathLst>
                <a:path w="2023942" h="33629">
                  <a:moveTo>
                    <a:pt x="0" y="0"/>
                  </a:moveTo>
                  <a:lnTo>
                    <a:pt x="7814" y="354"/>
                  </a:lnTo>
                  <a:lnTo>
                    <a:pt x="15628" y="709"/>
                  </a:lnTo>
                  <a:lnTo>
                    <a:pt x="23443" y="1063"/>
                  </a:lnTo>
                  <a:lnTo>
                    <a:pt x="31257" y="1419"/>
                  </a:lnTo>
                  <a:lnTo>
                    <a:pt x="39072" y="1776"/>
                  </a:lnTo>
                  <a:lnTo>
                    <a:pt x="46886" y="2038"/>
                  </a:lnTo>
                  <a:lnTo>
                    <a:pt x="54701" y="2273"/>
                  </a:lnTo>
                  <a:lnTo>
                    <a:pt x="62515" y="2555"/>
                  </a:lnTo>
                  <a:lnTo>
                    <a:pt x="70330" y="2738"/>
                  </a:lnTo>
                  <a:lnTo>
                    <a:pt x="78144" y="3111"/>
                  </a:lnTo>
                  <a:lnTo>
                    <a:pt x="85958" y="3561"/>
                  </a:lnTo>
                  <a:lnTo>
                    <a:pt x="93773" y="3861"/>
                  </a:lnTo>
                  <a:lnTo>
                    <a:pt x="101587" y="4173"/>
                  </a:lnTo>
                  <a:lnTo>
                    <a:pt x="109402" y="4525"/>
                  </a:lnTo>
                  <a:lnTo>
                    <a:pt x="117216" y="4880"/>
                  </a:lnTo>
                  <a:lnTo>
                    <a:pt x="125031" y="5270"/>
                  </a:lnTo>
                  <a:lnTo>
                    <a:pt x="132845" y="5663"/>
                  </a:lnTo>
                  <a:lnTo>
                    <a:pt x="140660" y="6060"/>
                  </a:lnTo>
                  <a:lnTo>
                    <a:pt x="148474" y="6461"/>
                  </a:lnTo>
                  <a:lnTo>
                    <a:pt x="156288" y="6865"/>
                  </a:lnTo>
                  <a:lnTo>
                    <a:pt x="164103" y="7273"/>
                  </a:lnTo>
                  <a:lnTo>
                    <a:pt x="171917" y="7609"/>
                  </a:lnTo>
                  <a:lnTo>
                    <a:pt x="179732" y="8011"/>
                  </a:lnTo>
                  <a:lnTo>
                    <a:pt x="187546" y="8305"/>
                  </a:lnTo>
                  <a:lnTo>
                    <a:pt x="195361" y="8605"/>
                  </a:lnTo>
                  <a:lnTo>
                    <a:pt x="203175" y="8984"/>
                  </a:lnTo>
                  <a:lnTo>
                    <a:pt x="210990" y="9303"/>
                  </a:lnTo>
                  <a:lnTo>
                    <a:pt x="218804" y="9624"/>
                  </a:lnTo>
                  <a:lnTo>
                    <a:pt x="226619" y="9947"/>
                  </a:lnTo>
                  <a:lnTo>
                    <a:pt x="234433" y="10176"/>
                  </a:lnTo>
                  <a:lnTo>
                    <a:pt x="242247" y="10441"/>
                  </a:lnTo>
                  <a:lnTo>
                    <a:pt x="250062" y="10721"/>
                  </a:lnTo>
                  <a:lnTo>
                    <a:pt x="257876" y="11023"/>
                  </a:lnTo>
                  <a:lnTo>
                    <a:pt x="265691" y="11333"/>
                  </a:lnTo>
                  <a:lnTo>
                    <a:pt x="273505" y="11645"/>
                  </a:lnTo>
                  <a:lnTo>
                    <a:pt x="281320" y="11955"/>
                  </a:lnTo>
                  <a:lnTo>
                    <a:pt x="289134" y="12165"/>
                  </a:lnTo>
                  <a:lnTo>
                    <a:pt x="296949" y="12579"/>
                  </a:lnTo>
                  <a:lnTo>
                    <a:pt x="304763" y="13009"/>
                  </a:lnTo>
                  <a:lnTo>
                    <a:pt x="312577" y="13324"/>
                  </a:lnTo>
                  <a:lnTo>
                    <a:pt x="320392" y="13738"/>
                  </a:lnTo>
                  <a:lnTo>
                    <a:pt x="328206" y="14103"/>
                  </a:lnTo>
                  <a:lnTo>
                    <a:pt x="336021" y="14479"/>
                  </a:lnTo>
                  <a:lnTo>
                    <a:pt x="343835" y="14985"/>
                  </a:lnTo>
                  <a:lnTo>
                    <a:pt x="351650" y="15335"/>
                  </a:lnTo>
                  <a:lnTo>
                    <a:pt x="359464" y="15692"/>
                  </a:lnTo>
                  <a:lnTo>
                    <a:pt x="367279" y="16099"/>
                  </a:lnTo>
                  <a:lnTo>
                    <a:pt x="375093" y="16489"/>
                  </a:lnTo>
                  <a:lnTo>
                    <a:pt x="382907" y="16922"/>
                  </a:lnTo>
                  <a:lnTo>
                    <a:pt x="390722" y="17286"/>
                  </a:lnTo>
                  <a:lnTo>
                    <a:pt x="398536" y="17564"/>
                  </a:lnTo>
                  <a:lnTo>
                    <a:pt x="406351" y="17847"/>
                  </a:lnTo>
                  <a:lnTo>
                    <a:pt x="414165" y="18109"/>
                  </a:lnTo>
                  <a:lnTo>
                    <a:pt x="421980" y="18312"/>
                  </a:lnTo>
                  <a:lnTo>
                    <a:pt x="429794" y="18689"/>
                  </a:lnTo>
                  <a:lnTo>
                    <a:pt x="437609" y="18676"/>
                  </a:lnTo>
                  <a:lnTo>
                    <a:pt x="445423" y="18863"/>
                  </a:lnTo>
                  <a:lnTo>
                    <a:pt x="453238" y="19103"/>
                  </a:lnTo>
                  <a:lnTo>
                    <a:pt x="461052" y="19439"/>
                  </a:lnTo>
                  <a:lnTo>
                    <a:pt x="468866" y="19780"/>
                  </a:lnTo>
                  <a:lnTo>
                    <a:pt x="476681" y="20023"/>
                  </a:lnTo>
                  <a:lnTo>
                    <a:pt x="484495" y="20419"/>
                  </a:lnTo>
                  <a:lnTo>
                    <a:pt x="492310" y="20684"/>
                  </a:lnTo>
                  <a:lnTo>
                    <a:pt x="500124" y="21203"/>
                  </a:lnTo>
                  <a:lnTo>
                    <a:pt x="507939" y="21420"/>
                  </a:lnTo>
                  <a:lnTo>
                    <a:pt x="515753" y="21734"/>
                  </a:lnTo>
                  <a:lnTo>
                    <a:pt x="523568" y="22131"/>
                  </a:lnTo>
                  <a:lnTo>
                    <a:pt x="531382" y="22368"/>
                  </a:lnTo>
                  <a:lnTo>
                    <a:pt x="539196" y="22679"/>
                  </a:lnTo>
                  <a:lnTo>
                    <a:pt x="547011" y="22880"/>
                  </a:lnTo>
                  <a:lnTo>
                    <a:pt x="554825" y="22998"/>
                  </a:lnTo>
                  <a:lnTo>
                    <a:pt x="562640" y="23098"/>
                  </a:lnTo>
                  <a:lnTo>
                    <a:pt x="570454" y="23292"/>
                  </a:lnTo>
                  <a:lnTo>
                    <a:pt x="578269" y="23548"/>
                  </a:lnTo>
                  <a:lnTo>
                    <a:pt x="586083" y="23710"/>
                  </a:lnTo>
                  <a:lnTo>
                    <a:pt x="593898" y="24015"/>
                  </a:lnTo>
                  <a:lnTo>
                    <a:pt x="601712" y="24183"/>
                  </a:lnTo>
                  <a:lnTo>
                    <a:pt x="609526" y="24355"/>
                  </a:lnTo>
                  <a:lnTo>
                    <a:pt x="617341" y="24534"/>
                  </a:lnTo>
                  <a:lnTo>
                    <a:pt x="625155" y="24648"/>
                  </a:lnTo>
                  <a:lnTo>
                    <a:pt x="632970" y="24822"/>
                  </a:lnTo>
                  <a:lnTo>
                    <a:pt x="640784" y="25045"/>
                  </a:lnTo>
                  <a:lnTo>
                    <a:pt x="648599" y="25191"/>
                  </a:lnTo>
                  <a:lnTo>
                    <a:pt x="656413" y="25086"/>
                  </a:lnTo>
                  <a:lnTo>
                    <a:pt x="664228" y="25032"/>
                  </a:lnTo>
                  <a:lnTo>
                    <a:pt x="672042" y="25111"/>
                  </a:lnTo>
                  <a:lnTo>
                    <a:pt x="679857" y="25313"/>
                  </a:lnTo>
                  <a:lnTo>
                    <a:pt x="687671" y="25403"/>
                  </a:lnTo>
                  <a:lnTo>
                    <a:pt x="695485" y="25431"/>
                  </a:lnTo>
                  <a:lnTo>
                    <a:pt x="703300" y="25444"/>
                  </a:lnTo>
                  <a:lnTo>
                    <a:pt x="711114" y="25827"/>
                  </a:lnTo>
                  <a:lnTo>
                    <a:pt x="718929" y="26475"/>
                  </a:lnTo>
                  <a:lnTo>
                    <a:pt x="726743" y="26831"/>
                  </a:lnTo>
                  <a:lnTo>
                    <a:pt x="734558" y="27080"/>
                  </a:lnTo>
                  <a:lnTo>
                    <a:pt x="742372" y="26988"/>
                  </a:lnTo>
                  <a:lnTo>
                    <a:pt x="750187" y="27250"/>
                  </a:lnTo>
                  <a:lnTo>
                    <a:pt x="758001" y="27576"/>
                  </a:lnTo>
                  <a:lnTo>
                    <a:pt x="765815" y="27640"/>
                  </a:lnTo>
                  <a:lnTo>
                    <a:pt x="773630" y="27619"/>
                  </a:lnTo>
                  <a:lnTo>
                    <a:pt x="781444" y="27897"/>
                  </a:lnTo>
                  <a:lnTo>
                    <a:pt x="789259" y="28234"/>
                  </a:lnTo>
                  <a:lnTo>
                    <a:pt x="797073" y="28314"/>
                  </a:lnTo>
                  <a:lnTo>
                    <a:pt x="804888" y="28344"/>
                  </a:lnTo>
                  <a:lnTo>
                    <a:pt x="812702" y="28609"/>
                  </a:lnTo>
                  <a:lnTo>
                    <a:pt x="820517" y="28819"/>
                  </a:lnTo>
                  <a:lnTo>
                    <a:pt x="828331" y="28918"/>
                  </a:lnTo>
                  <a:lnTo>
                    <a:pt x="836145" y="29150"/>
                  </a:lnTo>
                  <a:lnTo>
                    <a:pt x="843960" y="29187"/>
                  </a:lnTo>
                  <a:lnTo>
                    <a:pt x="851774" y="29356"/>
                  </a:lnTo>
                  <a:lnTo>
                    <a:pt x="859589" y="29385"/>
                  </a:lnTo>
                  <a:lnTo>
                    <a:pt x="867403" y="29578"/>
                  </a:lnTo>
                  <a:lnTo>
                    <a:pt x="875218" y="29886"/>
                  </a:lnTo>
                  <a:lnTo>
                    <a:pt x="883032" y="29958"/>
                  </a:lnTo>
                  <a:lnTo>
                    <a:pt x="890847" y="29918"/>
                  </a:lnTo>
                  <a:lnTo>
                    <a:pt x="898661" y="29879"/>
                  </a:lnTo>
                  <a:lnTo>
                    <a:pt x="906476" y="29918"/>
                  </a:lnTo>
                  <a:lnTo>
                    <a:pt x="914290" y="30075"/>
                  </a:lnTo>
                  <a:lnTo>
                    <a:pt x="922104" y="29969"/>
                  </a:lnTo>
                  <a:lnTo>
                    <a:pt x="929919" y="29863"/>
                  </a:lnTo>
                  <a:lnTo>
                    <a:pt x="937733" y="29773"/>
                  </a:lnTo>
                  <a:lnTo>
                    <a:pt x="945548" y="29979"/>
                  </a:lnTo>
                  <a:lnTo>
                    <a:pt x="953362" y="30214"/>
                  </a:lnTo>
                  <a:lnTo>
                    <a:pt x="961177" y="30449"/>
                  </a:lnTo>
                  <a:lnTo>
                    <a:pt x="968991" y="30685"/>
                  </a:lnTo>
                  <a:lnTo>
                    <a:pt x="976806" y="30879"/>
                  </a:lnTo>
                  <a:lnTo>
                    <a:pt x="984620" y="30954"/>
                  </a:lnTo>
                  <a:lnTo>
                    <a:pt x="992434" y="31049"/>
                  </a:lnTo>
                  <a:lnTo>
                    <a:pt x="1000249" y="31208"/>
                  </a:lnTo>
                  <a:lnTo>
                    <a:pt x="1008063" y="31170"/>
                  </a:lnTo>
                  <a:lnTo>
                    <a:pt x="1015878" y="31239"/>
                  </a:lnTo>
                  <a:lnTo>
                    <a:pt x="1023692" y="31326"/>
                  </a:lnTo>
                  <a:lnTo>
                    <a:pt x="1031507" y="31470"/>
                  </a:lnTo>
                  <a:lnTo>
                    <a:pt x="1039321" y="31607"/>
                  </a:lnTo>
                  <a:lnTo>
                    <a:pt x="1047136" y="31574"/>
                  </a:lnTo>
                  <a:lnTo>
                    <a:pt x="1054950" y="31761"/>
                  </a:lnTo>
                  <a:lnTo>
                    <a:pt x="1062765" y="31949"/>
                  </a:lnTo>
                  <a:lnTo>
                    <a:pt x="1070579" y="32193"/>
                  </a:lnTo>
                  <a:lnTo>
                    <a:pt x="1078393" y="32059"/>
                  </a:lnTo>
                  <a:lnTo>
                    <a:pt x="1086208" y="32174"/>
                  </a:lnTo>
                  <a:lnTo>
                    <a:pt x="1094022" y="32291"/>
                  </a:lnTo>
                  <a:lnTo>
                    <a:pt x="1101837" y="32359"/>
                  </a:lnTo>
                  <a:lnTo>
                    <a:pt x="1109651" y="32379"/>
                  </a:lnTo>
                  <a:lnTo>
                    <a:pt x="1117466" y="32324"/>
                  </a:lnTo>
                  <a:lnTo>
                    <a:pt x="1125280" y="32416"/>
                  </a:lnTo>
                  <a:lnTo>
                    <a:pt x="1133095" y="32481"/>
                  </a:lnTo>
                  <a:lnTo>
                    <a:pt x="1140909" y="32408"/>
                  </a:lnTo>
                  <a:lnTo>
                    <a:pt x="1148723" y="32395"/>
                  </a:lnTo>
                  <a:lnTo>
                    <a:pt x="1156538" y="32350"/>
                  </a:lnTo>
                  <a:lnTo>
                    <a:pt x="1164352" y="32304"/>
                  </a:lnTo>
                  <a:lnTo>
                    <a:pt x="1172167" y="32264"/>
                  </a:lnTo>
                  <a:lnTo>
                    <a:pt x="1179981" y="32347"/>
                  </a:lnTo>
                  <a:lnTo>
                    <a:pt x="1187796" y="32466"/>
                  </a:lnTo>
                  <a:lnTo>
                    <a:pt x="1195610" y="32587"/>
                  </a:lnTo>
                  <a:lnTo>
                    <a:pt x="1203425" y="32599"/>
                  </a:lnTo>
                  <a:lnTo>
                    <a:pt x="1211239" y="32630"/>
                  </a:lnTo>
                  <a:lnTo>
                    <a:pt x="1219053" y="32747"/>
                  </a:lnTo>
                  <a:lnTo>
                    <a:pt x="1226868" y="32659"/>
                  </a:lnTo>
                  <a:lnTo>
                    <a:pt x="1234682" y="32570"/>
                  </a:lnTo>
                  <a:lnTo>
                    <a:pt x="1242497" y="32482"/>
                  </a:lnTo>
                  <a:lnTo>
                    <a:pt x="1250311" y="32394"/>
                  </a:lnTo>
                  <a:lnTo>
                    <a:pt x="1258126" y="32354"/>
                  </a:lnTo>
                  <a:lnTo>
                    <a:pt x="1265940" y="32458"/>
                  </a:lnTo>
                  <a:lnTo>
                    <a:pt x="1273755" y="32562"/>
                  </a:lnTo>
                  <a:lnTo>
                    <a:pt x="1281569" y="32666"/>
                  </a:lnTo>
                  <a:lnTo>
                    <a:pt x="1289384" y="32725"/>
                  </a:lnTo>
                  <a:lnTo>
                    <a:pt x="1297198" y="32703"/>
                  </a:lnTo>
                  <a:lnTo>
                    <a:pt x="1305012" y="32681"/>
                  </a:lnTo>
                  <a:lnTo>
                    <a:pt x="1312827" y="32663"/>
                  </a:lnTo>
                  <a:lnTo>
                    <a:pt x="1320641" y="32627"/>
                  </a:lnTo>
                  <a:lnTo>
                    <a:pt x="1328456" y="32553"/>
                  </a:lnTo>
                  <a:lnTo>
                    <a:pt x="1336270" y="32627"/>
                  </a:lnTo>
                  <a:lnTo>
                    <a:pt x="1344085" y="32761"/>
                  </a:lnTo>
                  <a:lnTo>
                    <a:pt x="1351899" y="32874"/>
                  </a:lnTo>
                  <a:lnTo>
                    <a:pt x="1359714" y="32859"/>
                  </a:lnTo>
                  <a:lnTo>
                    <a:pt x="1367528" y="32771"/>
                  </a:lnTo>
                  <a:lnTo>
                    <a:pt x="1375342" y="32675"/>
                  </a:lnTo>
                  <a:lnTo>
                    <a:pt x="1383157" y="32718"/>
                  </a:lnTo>
                  <a:lnTo>
                    <a:pt x="1390971" y="32799"/>
                  </a:lnTo>
                  <a:lnTo>
                    <a:pt x="1398786" y="32786"/>
                  </a:lnTo>
                  <a:lnTo>
                    <a:pt x="1406600" y="32773"/>
                  </a:lnTo>
                  <a:lnTo>
                    <a:pt x="1414415" y="32825"/>
                  </a:lnTo>
                  <a:lnTo>
                    <a:pt x="1422229" y="32908"/>
                  </a:lnTo>
                  <a:lnTo>
                    <a:pt x="1430044" y="32991"/>
                  </a:lnTo>
                  <a:lnTo>
                    <a:pt x="1437858" y="33073"/>
                  </a:lnTo>
                  <a:lnTo>
                    <a:pt x="1445672" y="33134"/>
                  </a:lnTo>
                  <a:lnTo>
                    <a:pt x="1453487" y="33113"/>
                  </a:lnTo>
                  <a:lnTo>
                    <a:pt x="1461301" y="33093"/>
                  </a:lnTo>
                  <a:lnTo>
                    <a:pt x="1469116" y="33072"/>
                  </a:lnTo>
                  <a:lnTo>
                    <a:pt x="1476930" y="33053"/>
                  </a:lnTo>
                  <a:lnTo>
                    <a:pt x="1484745" y="33037"/>
                  </a:lnTo>
                  <a:lnTo>
                    <a:pt x="1492559" y="33020"/>
                  </a:lnTo>
                  <a:lnTo>
                    <a:pt x="1500374" y="33124"/>
                  </a:lnTo>
                  <a:lnTo>
                    <a:pt x="1508188" y="33200"/>
                  </a:lnTo>
                  <a:lnTo>
                    <a:pt x="1516003" y="33179"/>
                  </a:lnTo>
                  <a:lnTo>
                    <a:pt x="1523817" y="33187"/>
                  </a:lnTo>
                  <a:lnTo>
                    <a:pt x="1531631" y="33167"/>
                  </a:lnTo>
                  <a:lnTo>
                    <a:pt x="1539446" y="33098"/>
                  </a:lnTo>
                  <a:lnTo>
                    <a:pt x="1547260" y="33128"/>
                  </a:lnTo>
                  <a:lnTo>
                    <a:pt x="1555075" y="33108"/>
                  </a:lnTo>
                  <a:lnTo>
                    <a:pt x="1562889" y="33088"/>
                  </a:lnTo>
                  <a:lnTo>
                    <a:pt x="1570704" y="33068"/>
                  </a:lnTo>
                  <a:lnTo>
                    <a:pt x="1578518" y="33048"/>
                  </a:lnTo>
                  <a:lnTo>
                    <a:pt x="1586333" y="33028"/>
                  </a:lnTo>
                  <a:lnTo>
                    <a:pt x="1594147" y="33008"/>
                  </a:lnTo>
                  <a:lnTo>
                    <a:pt x="1601961" y="32989"/>
                  </a:lnTo>
                  <a:lnTo>
                    <a:pt x="1609776" y="32971"/>
                  </a:lnTo>
                  <a:lnTo>
                    <a:pt x="1617590" y="32954"/>
                  </a:lnTo>
                  <a:lnTo>
                    <a:pt x="1625405" y="32991"/>
                  </a:lnTo>
                  <a:lnTo>
                    <a:pt x="1633219" y="33074"/>
                  </a:lnTo>
                  <a:lnTo>
                    <a:pt x="1641034" y="33096"/>
                  </a:lnTo>
                  <a:lnTo>
                    <a:pt x="1648848" y="33089"/>
                  </a:lnTo>
                  <a:lnTo>
                    <a:pt x="1656663" y="33083"/>
                  </a:lnTo>
                  <a:lnTo>
                    <a:pt x="1664477" y="33077"/>
                  </a:lnTo>
                  <a:lnTo>
                    <a:pt x="1672291" y="33075"/>
                  </a:lnTo>
                  <a:lnTo>
                    <a:pt x="1680106" y="33160"/>
                  </a:lnTo>
                  <a:lnTo>
                    <a:pt x="1687920" y="33300"/>
                  </a:lnTo>
                  <a:lnTo>
                    <a:pt x="1695735" y="33440"/>
                  </a:lnTo>
                  <a:lnTo>
                    <a:pt x="1703549" y="33580"/>
                  </a:lnTo>
                  <a:lnTo>
                    <a:pt x="1711364" y="33629"/>
                  </a:lnTo>
                  <a:lnTo>
                    <a:pt x="1719178" y="33618"/>
                  </a:lnTo>
                  <a:lnTo>
                    <a:pt x="1726993" y="33608"/>
                  </a:lnTo>
                  <a:lnTo>
                    <a:pt x="1734807" y="33569"/>
                  </a:lnTo>
                  <a:lnTo>
                    <a:pt x="1742622" y="33504"/>
                  </a:lnTo>
                  <a:lnTo>
                    <a:pt x="1750436" y="33567"/>
                  </a:lnTo>
                  <a:lnTo>
                    <a:pt x="1758250" y="33558"/>
                  </a:lnTo>
                  <a:lnTo>
                    <a:pt x="1766065" y="33543"/>
                  </a:lnTo>
                  <a:lnTo>
                    <a:pt x="1773879" y="33528"/>
                  </a:lnTo>
                  <a:lnTo>
                    <a:pt x="1781694" y="33515"/>
                  </a:lnTo>
                  <a:lnTo>
                    <a:pt x="1789508" y="33502"/>
                  </a:lnTo>
                  <a:lnTo>
                    <a:pt x="1797323" y="33490"/>
                  </a:lnTo>
                  <a:lnTo>
                    <a:pt x="1805137" y="33478"/>
                  </a:lnTo>
                  <a:lnTo>
                    <a:pt x="1812952" y="33466"/>
                  </a:lnTo>
                  <a:lnTo>
                    <a:pt x="1820766" y="33454"/>
                  </a:lnTo>
                  <a:lnTo>
                    <a:pt x="1828580" y="33442"/>
                  </a:lnTo>
                  <a:lnTo>
                    <a:pt x="1836395" y="33449"/>
                  </a:lnTo>
                  <a:lnTo>
                    <a:pt x="1844209" y="33426"/>
                  </a:lnTo>
                  <a:lnTo>
                    <a:pt x="1852024" y="33515"/>
                  </a:lnTo>
                  <a:lnTo>
                    <a:pt x="1859838" y="33548"/>
                  </a:lnTo>
                  <a:lnTo>
                    <a:pt x="1867653" y="33581"/>
                  </a:lnTo>
                  <a:lnTo>
                    <a:pt x="1875467" y="33615"/>
                  </a:lnTo>
                  <a:lnTo>
                    <a:pt x="1883282" y="33539"/>
                  </a:lnTo>
                  <a:lnTo>
                    <a:pt x="1891096" y="33457"/>
                  </a:lnTo>
                  <a:lnTo>
                    <a:pt x="1898910" y="33374"/>
                  </a:lnTo>
                  <a:lnTo>
                    <a:pt x="1906725" y="33309"/>
                  </a:lnTo>
                  <a:lnTo>
                    <a:pt x="1914539" y="33293"/>
                  </a:lnTo>
                  <a:lnTo>
                    <a:pt x="1922354" y="33278"/>
                  </a:lnTo>
                  <a:lnTo>
                    <a:pt x="1930168" y="33263"/>
                  </a:lnTo>
                  <a:lnTo>
                    <a:pt x="1937983" y="33248"/>
                  </a:lnTo>
                  <a:lnTo>
                    <a:pt x="1945797" y="33233"/>
                  </a:lnTo>
                  <a:lnTo>
                    <a:pt x="1953612" y="33220"/>
                  </a:lnTo>
                  <a:lnTo>
                    <a:pt x="1961426" y="33207"/>
                  </a:lnTo>
                  <a:lnTo>
                    <a:pt x="1969241" y="33194"/>
                  </a:lnTo>
                  <a:lnTo>
                    <a:pt x="1977055" y="33180"/>
                  </a:lnTo>
                  <a:lnTo>
                    <a:pt x="1984869" y="33167"/>
                  </a:lnTo>
                  <a:lnTo>
                    <a:pt x="1992684" y="33154"/>
                  </a:lnTo>
                  <a:lnTo>
                    <a:pt x="2000498" y="33141"/>
                  </a:lnTo>
                  <a:lnTo>
                    <a:pt x="2008313" y="33128"/>
                  </a:lnTo>
                  <a:lnTo>
                    <a:pt x="2016127" y="33115"/>
                  </a:lnTo>
                  <a:lnTo>
                    <a:pt x="2023942" y="331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20" name="pl119"/>
            <p:cNvSpPr/>
            <p:nvPr/>
          </p:nvSpPr>
          <p:spPr>
            <a:xfrm>
              <a:off x="3632283" y="2793645"/>
              <a:ext cx="2023942" cy="174738"/>
            </a:xfrm>
            <a:custGeom>
              <a:avLst/>
              <a:pathLst>
                <a:path w="2023942" h="174738">
                  <a:moveTo>
                    <a:pt x="2023942" y="174738"/>
                  </a:moveTo>
                  <a:lnTo>
                    <a:pt x="2016127" y="174020"/>
                  </a:lnTo>
                  <a:lnTo>
                    <a:pt x="2008313" y="173129"/>
                  </a:lnTo>
                  <a:lnTo>
                    <a:pt x="2000498" y="172113"/>
                  </a:lnTo>
                  <a:lnTo>
                    <a:pt x="1992684" y="171093"/>
                  </a:lnTo>
                  <a:lnTo>
                    <a:pt x="1984869" y="170068"/>
                  </a:lnTo>
                  <a:lnTo>
                    <a:pt x="1977055" y="169041"/>
                  </a:lnTo>
                  <a:lnTo>
                    <a:pt x="1969241" y="168011"/>
                  </a:lnTo>
                  <a:lnTo>
                    <a:pt x="1961426" y="166980"/>
                  </a:lnTo>
                  <a:lnTo>
                    <a:pt x="1953612" y="165947"/>
                  </a:lnTo>
                  <a:lnTo>
                    <a:pt x="1945797" y="165084"/>
                  </a:lnTo>
                  <a:lnTo>
                    <a:pt x="1937983" y="164223"/>
                  </a:lnTo>
                  <a:lnTo>
                    <a:pt x="1930168" y="163359"/>
                  </a:lnTo>
                  <a:lnTo>
                    <a:pt x="1922354" y="162494"/>
                  </a:lnTo>
                  <a:lnTo>
                    <a:pt x="1914539" y="161624"/>
                  </a:lnTo>
                  <a:lnTo>
                    <a:pt x="1906725" y="160751"/>
                  </a:lnTo>
                  <a:lnTo>
                    <a:pt x="1898910" y="159877"/>
                  </a:lnTo>
                  <a:lnTo>
                    <a:pt x="1891096" y="158819"/>
                  </a:lnTo>
                  <a:lnTo>
                    <a:pt x="1883282" y="157953"/>
                  </a:lnTo>
                  <a:lnTo>
                    <a:pt x="1875467" y="157083"/>
                  </a:lnTo>
                  <a:lnTo>
                    <a:pt x="1867653" y="156208"/>
                  </a:lnTo>
                  <a:lnTo>
                    <a:pt x="1859838" y="154989"/>
                  </a:lnTo>
                  <a:lnTo>
                    <a:pt x="1852024" y="153743"/>
                  </a:lnTo>
                  <a:lnTo>
                    <a:pt x="1844209" y="152521"/>
                  </a:lnTo>
                  <a:lnTo>
                    <a:pt x="1836395" y="151265"/>
                  </a:lnTo>
                  <a:lnTo>
                    <a:pt x="1828580" y="150084"/>
                  </a:lnTo>
                  <a:lnTo>
                    <a:pt x="1820766" y="149131"/>
                  </a:lnTo>
                  <a:lnTo>
                    <a:pt x="1812952" y="148176"/>
                  </a:lnTo>
                  <a:lnTo>
                    <a:pt x="1805137" y="147216"/>
                  </a:lnTo>
                  <a:lnTo>
                    <a:pt x="1797323" y="146253"/>
                  </a:lnTo>
                  <a:lnTo>
                    <a:pt x="1789508" y="145289"/>
                  </a:lnTo>
                  <a:lnTo>
                    <a:pt x="1781694" y="144324"/>
                  </a:lnTo>
                  <a:lnTo>
                    <a:pt x="1773879" y="143357"/>
                  </a:lnTo>
                  <a:lnTo>
                    <a:pt x="1766065" y="142389"/>
                  </a:lnTo>
                  <a:lnTo>
                    <a:pt x="1758250" y="141419"/>
                  </a:lnTo>
                  <a:lnTo>
                    <a:pt x="1750436" y="140449"/>
                  </a:lnTo>
                  <a:lnTo>
                    <a:pt x="1742622" y="139477"/>
                  </a:lnTo>
                  <a:lnTo>
                    <a:pt x="1734807" y="138504"/>
                  </a:lnTo>
                  <a:lnTo>
                    <a:pt x="1726993" y="137530"/>
                  </a:lnTo>
                  <a:lnTo>
                    <a:pt x="1719178" y="136555"/>
                  </a:lnTo>
                  <a:lnTo>
                    <a:pt x="1711364" y="135578"/>
                  </a:lnTo>
                  <a:lnTo>
                    <a:pt x="1703549" y="134599"/>
                  </a:lnTo>
                  <a:lnTo>
                    <a:pt x="1695735" y="133620"/>
                  </a:lnTo>
                  <a:lnTo>
                    <a:pt x="1687920" y="132640"/>
                  </a:lnTo>
                  <a:lnTo>
                    <a:pt x="1680106" y="131659"/>
                  </a:lnTo>
                  <a:lnTo>
                    <a:pt x="1672291" y="130677"/>
                  </a:lnTo>
                  <a:lnTo>
                    <a:pt x="1664477" y="129719"/>
                  </a:lnTo>
                  <a:lnTo>
                    <a:pt x="1656663" y="128762"/>
                  </a:lnTo>
                  <a:lnTo>
                    <a:pt x="1648848" y="127732"/>
                  </a:lnTo>
                  <a:lnTo>
                    <a:pt x="1641034" y="126775"/>
                  </a:lnTo>
                  <a:lnTo>
                    <a:pt x="1633219" y="125971"/>
                  </a:lnTo>
                  <a:lnTo>
                    <a:pt x="1625405" y="125062"/>
                  </a:lnTo>
                  <a:lnTo>
                    <a:pt x="1617590" y="123945"/>
                  </a:lnTo>
                  <a:lnTo>
                    <a:pt x="1609776" y="122985"/>
                  </a:lnTo>
                  <a:lnTo>
                    <a:pt x="1601961" y="122022"/>
                  </a:lnTo>
                  <a:lnTo>
                    <a:pt x="1594147" y="121006"/>
                  </a:lnTo>
                  <a:lnTo>
                    <a:pt x="1586333" y="119991"/>
                  </a:lnTo>
                  <a:lnTo>
                    <a:pt x="1578518" y="118976"/>
                  </a:lnTo>
                  <a:lnTo>
                    <a:pt x="1570704" y="117960"/>
                  </a:lnTo>
                  <a:lnTo>
                    <a:pt x="1562889" y="116941"/>
                  </a:lnTo>
                  <a:lnTo>
                    <a:pt x="1555075" y="115923"/>
                  </a:lnTo>
                  <a:lnTo>
                    <a:pt x="1547260" y="114929"/>
                  </a:lnTo>
                  <a:lnTo>
                    <a:pt x="1539446" y="113919"/>
                  </a:lnTo>
                  <a:lnTo>
                    <a:pt x="1531631" y="112873"/>
                  </a:lnTo>
                  <a:lnTo>
                    <a:pt x="1523817" y="111860"/>
                  </a:lnTo>
                  <a:lnTo>
                    <a:pt x="1516003" y="110847"/>
                  </a:lnTo>
                  <a:lnTo>
                    <a:pt x="1508188" y="109834"/>
                  </a:lnTo>
                  <a:lnTo>
                    <a:pt x="1500374" y="108932"/>
                  </a:lnTo>
                  <a:lnTo>
                    <a:pt x="1492559" y="107833"/>
                  </a:lnTo>
                  <a:lnTo>
                    <a:pt x="1484745" y="106801"/>
                  </a:lnTo>
                  <a:lnTo>
                    <a:pt x="1476930" y="105792"/>
                  </a:lnTo>
                  <a:lnTo>
                    <a:pt x="1469116" y="104784"/>
                  </a:lnTo>
                  <a:lnTo>
                    <a:pt x="1461301" y="103776"/>
                  </a:lnTo>
                  <a:lnTo>
                    <a:pt x="1453487" y="102770"/>
                  </a:lnTo>
                  <a:lnTo>
                    <a:pt x="1445672" y="101765"/>
                  </a:lnTo>
                  <a:lnTo>
                    <a:pt x="1437858" y="100976"/>
                  </a:lnTo>
                  <a:lnTo>
                    <a:pt x="1430044" y="99903"/>
                  </a:lnTo>
                  <a:lnTo>
                    <a:pt x="1422229" y="99111"/>
                  </a:lnTo>
                  <a:lnTo>
                    <a:pt x="1414415" y="98204"/>
                  </a:lnTo>
                  <a:lnTo>
                    <a:pt x="1406600" y="97230"/>
                  </a:lnTo>
                  <a:lnTo>
                    <a:pt x="1398786" y="96257"/>
                  </a:lnTo>
                  <a:lnTo>
                    <a:pt x="1390971" y="95285"/>
                  </a:lnTo>
                  <a:lnTo>
                    <a:pt x="1383157" y="94313"/>
                  </a:lnTo>
                  <a:lnTo>
                    <a:pt x="1375342" y="93339"/>
                  </a:lnTo>
                  <a:lnTo>
                    <a:pt x="1367528" y="92358"/>
                  </a:lnTo>
                  <a:lnTo>
                    <a:pt x="1359714" y="91379"/>
                  </a:lnTo>
                  <a:lnTo>
                    <a:pt x="1351899" y="90400"/>
                  </a:lnTo>
                  <a:lnTo>
                    <a:pt x="1344085" y="89368"/>
                  </a:lnTo>
                  <a:lnTo>
                    <a:pt x="1336270" y="88407"/>
                  </a:lnTo>
                  <a:lnTo>
                    <a:pt x="1328456" y="87486"/>
                  </a:lnTo>
                  <a:lnTo>
                    <a:pt x="1320641" y="86521"/>
                  </a:lnTo>
                  <a:lnTo>
                    <a:pt x="1312827" y="85557"/>
                  </a:lnTo>
                  <a:lnTo>
                    <a:pt x="1305012" y="84594"/>
                  </a:lnTo>
                  <a:lnTo>
                    <a:pt x="1297198" y="83633"/>
                  </a:lnTo>
                  <a:lnTo>
                    <a:pt x="1289384" y="82673"/>
                  </a:lnTo>
                  <a:lnTo>
                    <a:pt x="1281569" y="81730"/>
                  </a:lnTo>
                  <a:lnTo>
                    <a:pt x="1273755" y="80758"/>
                  </a:lnTo>
                  <a:lnTo>
                    <a:pt x="1265940" y="79797"/>
                  </a:lnTo>
                  <a:lnTo>
                    <a:pt x="1258126" y="78846"/>
                  </a:lnTo>
                  <a:lnTo>
                    <a:pt x="1250311" y="77897"/>
                  </a:lnTo>
                  <a:lnTo>
                    <a:pt x="1242497" y="77032"/>
                  </a:lnTo>
                  <a:lnTo>
                    <a:pt x="1234682" y="76262"/>
                  </a:lnTo>
                  <a:lnTo>
                    <a:pt x="1226868" y="75492"/>
                  </a:lnTo>
                  <a:lnTo>
                    <a:pt x="1219053" y="74723"/>
                  </a:lnTo>
                  <a:lnTo>
                    <a:pt x="1211239" y="73955"/>
                  </a:lnTo>
                  <a:lnTo>
                    <a:pt x="1203425" y="73186"/>
                  </a:lnTo>
                  <a:lnTo>
                    <a:pt x="1195610" y="72419"/>
                  </a:lnTo>
                  <a:lnTo>
                    <a:pt x="1187796" y="71565"/>
                  </a:lnTo>
                  <a:lnTo>
                    <a:pt x="1179981" y="70599"/>
                  </a:lnTo>
                  <a:lnTo>
                    <a:pt x="1172167" y="69705"/>
                  </a:lnTo>
                  <a:lnTo>
                    <a:pt x="1164352" y="68971"/>
                  </a:lnTo>
                  <a:lnTo>
                    <a:pt x="1156538" y="68238"/>
                  </a:lnTo>
                  <a:lnTo>
                    <a:pt x="1148723" y="67505"/>
                  </a:lnTo>
                  <a:lnTo>
                    <a:pt x="1140909" y="66719"/>
                  </a:lnTo>
                  <a:lnTo>
                    <a:pt x="1133095" y="65892"/>
                  </a:lnTo>
                  <a:lnTo>
                    <a:pt x="1125280" y="65067"/>
                  </a:lnTo>
                  <a:lnTo>
                    <a:pt x="1117466" y="64243"/>
                  </a:lnTo>
                  <a:lnTo>
                    <a:pt x="1109651" y="63420"/>
                  </a:lnTo>
                  <a:lnTo>
                    <a:pt x="1101837" y="62600"/>
                  </a:lnTo>
                  <a:lnTo>
                    <a:pt x="1094022" y="61411"/>
                  </a:lnTo>
                  <a:lnTo>
                    <a:pt x="1086208" y="60049"/>
                  </a:lnTo>
                  <a:lnTo>
                    <a:pt x="1078393" y="58691"/>
                  </a:lnTo>
                  <a:lnTo>
                    <a:pt x="1070579" y="57993"/>
                  </a:lnTo>
                  <a:lnTo>
                    <a:pt x="1062765" y="57347"/>
                  </a:lnTo>
                  <a:lnTo>
                    <a:pt x="1054950" y="56701"/>
                  </a:lnTo>
                  <a:lnTo>
                    <a:pt x="1047136" y="56055"/>
                  </a:lnTo>
                  <a:lnTo>
                    <a:pt x="1039321" y="55280"/>
                  </a:lnTo>
                  <a:lnTo>
                    <a:pt x="1031507" y="54571"/>
                  </a:lnTo>
                  <a:lnTo>
                    <a:pt x="1023692" y="53550"/>
                  </a:lnTo>
                  <a:lnTo>
                    <a:pt x="1015878" y="52433"/>
                  </a:lnTo>
                  <a:lnTo>
                    <a:pt x="1008063" y="51706"/>
                  </a:lnTo>
                  <a:lnTo>
                    <a:pt x="1000249" y="51094"/>
                  </a:lnTo>
                  <a:lnTo>
                    <a:pt x="992434" y="50160"/>
                  </a:lnTo>
                  <a:lnTo>
                    <a:pt x="984620" y="49230"/>
                  </a:lnTo>
                  <a:lnTo>
                    <a:pt x="976806" y="48427"/>
                  </a:lnTo>
                  <a:lnTo>
                    <a:pt x="968991" y="47684"/>
                  </a:lnTo>
                  <a:lnTo>
                    <a:pt x="961177" y="46825"/>
                  </a:lnTo>
                  <a:lnTo>
                    <a:pt x="953362" y="46219"/>
                  </a:lnTo>
                  <a:lnTo>
                    <a:pt x="945548" y="45492"/>
                  </a:lnTo>
                  <a:lnTo>
                    <a:pt x="937733" y="44680"/>
                  </a:lnTo>
                  <a:lnTo>
                    <a:pt x="929919" y="43842"/>
                  </a:lnTo>
                  <a:lnTo>
                    <a:pt x="922104" y="43158"/>
                  </a:lnTo>
                  <a:lnTo>
                    <a:pt x="914290" y="42486"/>
                  </a:lnTo>
                  <a:lnTo>
                    <a:pt x="906476" y="41826"/>
                  </a:lnTo>
                  <a:lnTo>
                    <a:pt x="898661" y="41168"/>
                  </a:lnTo>
                  <a:lnTo>
                    <a:pt x="890847" y="40434"/>
                  </a:lnTo>
                  <a:lnTo>
                    <a:pt x="883032" y="39546"/>
                  </a:lnTo>
                  <a:lnTo>
                    <a:pt x="875218" y="38727"/>
                  </a:lnTo>
                  <a:lnTo>
                    <a:pt x="867403" y="38190"/>
                  </a:lnTo>
                  <a:lnTo>
                    <a:pt x="859589" y="37390"/>
                  </a:lnTo>
                  <a:lnTo>
                    <a:pt x="851774" y="36640"/>
                  </a:lnTo>
                  <a:lnTo>
                    <a:pt x="843960" y="36039"/>
                  </a:lnTo>
                  <a:lnTo>
                    <a:pt x="836145" y="35073"/>
                  </a:lnTo>
                  <a:lnTo>
                    <a:pt x="828331" y="34286"/>
                  </a:lnTo>
                  <a:lnTo>
                    <a:pt x="820517" y="33614"/>
                  </a:lnTo>
                  <a:lnTo>
                    <a:pt x="812702" y="33009"/>
                  </a:lnTo>
                  <a:lnTo>
                    <a:pt x="804888" y="32322"/>
                  </a:lnTo>
                  <a:lnTo>
                    <a:pt x="797073" y="31812"/>
                  </a:lnTo>
                  <a:lnTo>
                    <a:pt x="789259" y="31149"/>
                  </a:lnTo>
                  <a:lnTo>
                    <a:pt x="781444" y="30732"/>
                  </a:lnTo>
                  <a:lnTo>
                    <a:pt x="773630" y="29921"/>
                  </a:lnTo>
                  <a:lnTo>
                    <a:pt x="765815" y="29355"/>
                  </a:lnTo>
                  <a:lnTo>
                    <a:pt x="758001" y="28701"/>
                  </a:lnTo>
                  <a:lnTo>
                    <a:pt x="750187" y="28036"/>
                  </a:lnTo>
                  <a:lnTo>
                    <a:pt x="742372" y="27315"/>
                  </a:lnTo>
                  <a:lnTo>
                    <a:pt x="734558" y="26660"/>
                  </a:lnTo>
                  <a:lnTo>
                    <a:pt x="726743" y="26186"/>
                  </a:lnTo>
                  <a:lnTo>
                    <a:pt x="718929" y="25269"/>
                  </a:lnTo>
                  <a:lnTo>
                    <a:pt x="711114" y="24843"/>
                  </a:lnTo>
                  <a:lnTo>
                    <a:pt x="703300" y="24397"/>
                  </a:lnTo>
                  <a:lnTo>
                    <a:pt x="695485" y="23782"/>
                  </a:lnTo>
                  <a:lnTo>
                    <a:pt x="687671" y="23268"/>
                  </a:lnTo>
                  <a:lnTo>
                    <a:pt x="679857" y="22916"/>
                  </a:lnTo>
                  <a:lnTo>
                    <a:pt x="672042" y="22355"/>
                  </a:lnTo>
                  <a:lnTo>
                    <a:pt x="664228" y="21779"/>
                  </a:lnTo>
                  <a:lnTo>
                    <a:pt x="656413" y="21277"/>
                  </a:lnTo>
                  <a:lnTo>
                    <a:pt x="648599" y="20658"/>
                  </a:lnTo>
                  <a:lnTo>
                    <a:pt x="640784" y="20163"/>
                  </a:lnTo>
                  <a:lnTo>
                    <a:pt x="632970" y="19419"/>
                  </a:lnTo>
                  <a:lnTo>
                    <a:pt x="625155" y="18971"/>
                  </a:lnTo>
                  <a:lnTo>
                    <a:pt x="617341" y="18491"/>
                  </a:lnTo>
                  <a:lnTo>
                    <a:pt x="609526" y="18046"/>
                  </a:lnTo>
                  <a:lnTo>
                    <a:pt x="601712" y="17646"/>
                  </a:lnTo>
                  <a:lnTo>
                    <a:pt x="593898" y="17072"/>
                  </a:lnTo>
                  <a:lnTo>
                    <a:pt x="586083" y="16409"/>
                  </a:lnTo>
                  <a:lnTo>
                    <a:pt x="578269" y="16020"/>
                  </a:lnTo>
                  <a:lnTo>
                    <a:pt x="570454" y="15435"/>
                  </a:lnTo>
                  <a:lnTo>
                    <a:pt x="562640" y="14726"/>
                  </a:lnTo>
                  <a:lnTo>
                    <a:pt x="554825" y="14244"/>
                  </a:lnTo>
                  <a:lnTo>
                    <a:pt x="547011" y="13868"/>
                  </a:lnTo>
                  <a:lnTo>
                    <a:pt x="539196" y="13606"/>
                  </a:lnTo>
                  <a:lnTo>
                    <a:pt x="531382" y="13157"/>
                  </a:lnTo>
                  <a:lnTo>
                    <a:pt x="523568" y="12711"/>
                  </a:lnTo>
                  <a:lnTo>
                    <a:pt x="515753" y="12361"/>
                  </a:lnTo>
                  <a:lnTo>
                    <a:pt x="507939" y="12071"/>
                  </a:lnTo>
                  <a:lnTo>
                    <a:pt x="500124" y="11697"/>
                  </a:lnTo>
                  <a:lnTo>
                    <a:pt x="492310" y="11370"/>
                  </a:lnTo>
                  <a:lnTo>
                    <a:pt x="484495" y="11039"/>
                  </a:lnTo>
                  <a:lnTo>
                    <a:pt x="476681" y="10707"/>
                  </a:lnTo>
                  <a:lnTo>
                    <a:pt x="468866" y="10307"/>
                  </a:lnTo>
                  <a:lnTo>
                    <a:pt x="461052" y="9886"/>
                  </a:lnTo>
                  <a:lnTo>
                    <a:pt x="453238" y="9731"/>
                  </a:lnTo>
                  <a:lnTo>
                    <a:pt x="445423" y="9277"/>
                  </a:lnTo>
                  <a:lnTo>
                    <a:pt x="437609" y="9082"/>
                  </a:lnTo>
                  <a:lnTo>
                    <a:pt x="429794" y="8966"/>
                  </a:lnTo>
                  <a:lnTo>
                    <a:pt x="421980" y="8670"/>
                  </a:lnTo>
                  <a:lnTo>
                    <a:pt x="414165" y="8436"/>
                  </a:lnTo>
                  <a:lnTo>
                    <a:pt x="406351" y="8174"/>
                  </a:lnTo>
                  <a:lnTo>
                    <a:pt x="398536" y="7911"/>
                  </a:lnTo>
                  <a:lnTo>
                    <a:pt x="390722" y="7566"/>
                  </a:lnTo>
                  <a:lnTo>
                    <a:pt x="382907" y="7264"/>
                  </a:lnTo>
                  <a:lnTo>
                    <a:pt x="375093" y="7125"/>
                  </a:lnTo>
                  <a:lnTo>
                    <a:pt x="367279" y="6955"/>
                  </a:lnTo>
                  <a:lnTo>
                    <a:pt x="359464" y="6687"/>
                  </a:lnTo>
                  <a:lnTo>
                    <a:pt x="351650" y="6490"/>
                  </a:lnTo>
                  <a:lnTo>
                    <a:pt x="343835" y="6141"/>
                  </a:lnTo>
                  <a:lnTo>
                    <a:pt x="336021" y="5940"/>
                  </a:lnTo>
                  <a:lnTo>
                    <a:pt x="328206" y="5776"/>
                  </a:lnTo>
                  <a:lnTo>
                    <a:pt x="320392" y="5647"/>
                  </a:lnTo>
                  <a:lnTo>
                    <a:pt x="312577" y="5753"/>
                  </a:lnTo>
                  <a:lnTo>
                    <a:pt x="304763" y="5335"/>
                  </a:lnTo>
                  <a:lnTo>
                    <a:pt x="296949" y="5236"/>
                  </a:lnTo>
                  <a:lnTo>
                    <a:pt x="289134" y="4988"/>
                  </a:lnTo>
                  <a:lnTo>
                    <a:pt x="281320" y="4734"/>
                  </a:lnTo>
                  <a:lnTo>
                    <a:pt x="273505" y="4721"/>
                  </a:lnTo>
                  <a:lnTo>
                    <a:pt x="265691" y="4342"/>
                  </a:lnTo>
                  <a:lnTo>
                    <a:pt x="257876" y="3959"/>
                  </a:lnTo>
                  <a:lnTo>
                    <a:pt x="250062" y="3773"/>
                  </a:lnTo>
                  <a:lnTo>
                    <a:pt x="242247" y="3527"/>
                  </a:lnTo>
                  <a:lnTo>
                    <a:pt x="234433" y="3475"/>
                  </a:lnTo>
                  <a:lnTo>
                    <a:pt x="226619" y="3523"/>
                  </a:lnTo>
                  <a:lnTo>
                    <a:pt x="218804" y="3285"/>
                  </a:lnTo>
                  <a:lnTo>
                    <a:pt x="210990" y="3049"/>
                  </a:lnTo>
                  <a:lnTo>
                    <a:pt x="203175" y="2996"/>
                  </a:lnTo>
                  <a:lnTo>
                    <a:pt x="195361" y="2964"/>
                  </a:lnTo>
                  <a:lnTo>
                    <a:pt x="187546" y="2889"/>
                  </a:lnTo>
                  <a:lnTo>
                    <a:pt x="179732" y="2609"/>
                  </a:lnTo>
                  <a:lnTo>
                    <a:pt x="171917" y="2422"/>
                  </a:lnTo>
                  <a:lnTo>
                    <a:pt x="164103" y="2232"/>
                  </a:lnTo>
                  <a:lnTo>
                    <a:pt x="156288" y="1985"/>
                  </a:lnTo>
                  <a:lnTo>
                    <a:pt x="148474" y="1745"/>
                  </a:lnTo>
                  <a:lnTo>
                    <a:pt x="140660" y="1655"/>
                  </a:lnTo>
                  <a:lnTo>
                    <a:pt x="132845" y="1532"/>
                  </a:lnTo>
                  <a:lnTo>
                    <a:pt x="125031" y="1311"/>
                  </a:lnTo>
                  <a:lnTo>
                    <a:pt x="117216" y="1124"/>
                  </a:lnTo>
                  <a:lnTo>
                    <a:pt x="109402" y="940"/>
                  </a:lnTo>
                  <a:lnTo>
                    <a:pt x="101587" y="757"/>
                  </a:lnTo>
                  <a:lnTo>
                    <a:pt x="93773" y="732"/>
                  </a:lnTo>
                  <a:lnTo>
                    <a:pt x="85958" y="671"/>
                  </a:lnTo>
                  <a:lnTo>
                    <a:pt x="78144" y="498"/>
                  </a:lnTo>
                  <a:lnTo>
                    <a:pt x="70330" y="480"/>
                  </a:lnTo>
                  <a:lnTo>
                    <a:pt x="62515" y="528"/>
                  </a:lnTo>
                  <a:lnTo>
                    <a:pt x="54701" y="575"/>
                  </a:lnTo>
                  <a:lnTo>
                    <a:pt x="46886" y="548"/>
                  </a:lnTo>
                  <a:lnTo>
                    <a:pt x="39072" y="436"/>
                  </a:lnTo>
                  <a:lnTo>
                    <a:pt x="31257" y="240"/>
                  </a:lnTo>
                  <a:lnTo>
                    <a:pt x="23443" y="128"/>
                  </a:lnTo>
                  <a:lnTo>
                    <a:pt x="15628" y="56"/>
                  </a:lnTo>
                  <a:lnTo>
                    <a:pt x="7814" y="8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21" name="pg120"/>
            <p:cNvSpPr/>
            <p:nvPr/>
          </p:nvSpPr>
          <p:spPr>
            <a:xfrm>
              <a:off x="3632283" y="2699730"/>
              <a:ext cx="2023942" cy="405833"/>
            </a:xfrm>
            <a:custGeom>
              <a:avLst/>
              <a:pathLst>
                <a:path w="2023942" h="405833">
                  <a:moveTo>
                    <a:pt x="0" y="95135"/>
                  </a:moveTo>
                  <a:lnTo>
                    <a:pt x="7814" y="95914"/>
                  </a:lnTo>
                  <a:lnTo>
                    <a:pt x="15628" y="96469"/>
                  </a:lnTo>
                  <a:lnTo>
                    <a:pt x="23443" y="96592"/>
                  </a:lnTo>
                  <a:lnTo>
                    <a:pt x="31257" y="96944"/>
                  </a:lnTo>
                  <a:lnTo>
                    <a:pt x="39072" y="97581"/>
                  </a:lnTo>
                  <a:lnTo>
                    <a:pt x="46886" y="97918"/>
                  </a:lnTo>
                  <a:lnTo>
                    <a:pt x="54701" y="98586"/>
                  </a:lnTo>
                  <a:lnTo>
                    <a:pt x="62515" y="98813"/>
                  </a:lnTo>
                  <a:lnTo>
                    <a:pt x="70330" y="99007"/>
                  </a:lnTo>
                  <a:lnTo>
                    <a:pt x="78144" y="98951"/>
                  </a:lnTo>
                  <a:lnTo>
                    <a:pt x="85958" y="99294"/>
                  </a:lnTo>
                  <a:lnTo>
                    <a:pt x="93773" y="99215"/>
                  </a:lnTo>
                  <a:lnTo>
                    <a:pt x="101587" y="99043"/>
                  </a:lnTo>
                  <a:lnTo>
                    <a:pt x="109402" y="99145"/>
                  </a:lnTo>
                  <a:lnTo>
                    <a:pt x="117216" y="99261"/>
                  </a:lnTo>
                  <a:lnTo>
                    <a:pt x="125031" y="99266"/>
                  </a:lnTo>
                  <a:lnTo>
                    <a:pt x="132845" y="99286"/>
                  </a:lnTo>
                  <a:lnTo>
                    <a:pt x="140660" y="99140"/>
                  </a:lnTo>
                  <a:lnTo>
                    <a:pt x="148474" y="99098"/>
                  </a:lnTo>
                  <a:lnTo>
                    <a:pt x="156288" y="99117"/>
                  </a:lnTo>
                  <a:lnTo>
                    <a:pt x="164103" y="99244"/>
                  </a:lnTo>
                  <a:lnTo>
                    <a:pt x="171917" y="98876"/>
                  </a:lnTo>
                  <a:lnTo>
                    <a:pt x="179732" y="98813"/>
                  </a:lnTo>
                  <a:lnTo>
                    <a:pt x="187546" y="98825"/>
                  </a:lnTo>
                  <a:lnTo>
                    <a:pt x="195361" y="98591"/>
                  </a:lnTo>
                  <a:lnTo>
                    <a:pt x="203175" y="98562"/>
                  </a:lnTo>
                  <a:lnTo>
                    <a:pt x="210990" y="98237"/>
                  </a:lnTo>
                  <a:lnTo>
                    <a:pt x="218804" y="97627"/>
                  </a:lnTo>
                  <a:lnTo>
                    <a:pt x="226619" y="97604"/>
                  </a:lnTo>
                  <a:lnTo>
                    <a:pt x="234433" y="97335"/>
                  </a:lnTo>
                  <a:lnTo>
                    <a:pt x="242247" y="97021"/>
                  </a:lnTo>
                  <a:lnTo>
                    <a:pt x="250062" y="96431"/>
                  </a:lnTo>
                  <a:lnTo>
                    <a:pt x="257876" y="95907"/>
                  </a:lnTo>
                  <a:lnTo>
                    <a:pt x="265691" y="94931"/>
                  </a:lnTo>
                  <a:lnTo>
                    <a:pt x="273505" y="94328"/>
                  </a:lnTo>
                  <a:lnTo>
                    <a:pt x="281320" y="93813"/>
                  </a:lnTo>
                  <a:lnTo>
                    <a:pt x="289134" y="93499"/>
                  </a:lnTo>
                  <a:lnTo>
                    <a:pt x="296949" y="93276"/>
                  </a:lnTo>
                  <a:lnTo>
                    <a:pt x="304763" y="93043"/>
                  </a:lnTo>
                  <a:lnTo>
                    <a:pt x="312577" y="92185"/>
                  </a:lnTo>
                  <a:lnTo>
                    <a:pt x="320392" y="91387"/>
                  </a:lnTo>
                  <a:lnTo>
                    <a:pt x="328206" y="90982"/>
                  </a:lnTo>
                  <a:lnTo>
                    <a:pt x="336021" y="90394"/>
                  </a:lnTo>
                  <a:lnTo>
                    <a:pt x="343835" y="89637"/>
                  </a:lnTo>
                  <a:lnTo>
                    <a:pt x="351650" y="89195"/>
                  </a:lnTo>
                  <a:lnTo>
                    <a:pt x="359464" y="88454"/>
                  </a:lnTo>
                  <a:lnTo>
                    <a:pt x="367279" y="87547"/>
                  </a:lnTo>
                  <a:lnTo>
                    <a:pt x="375093" y="86650"/>
                  </a:lnTo>
                  <a:lnTo>
                    <a:pt x="382907" y="85940"/>
                  </a:lnTo>
                  <a:lnTo>
                    <a:pt x="390722" y="85844"/>
                  </a:lnTo>
                  <a:lnTo>
                    <a:pt x="398536" y="84534"/>
                  </a:lnTo>
                  <a:lnTo>
                    <a:pt x="406351" y="83943"/>
                  </a:lnTo>
                  <a:lnTo>
                    <a:pt x="414165" y="83145"/>
                  </a:lnTo>
                  <a:lnTo>
                    <a:pt x="421980" y="82223"/>
                  </a:lnTo>
                  <a:lnTo>
                    <a:pt x="429794" y="81332"/>
                  </a:lnTo>
                  <a:lnTo>
                    <a:pt x="437609" y="80607"/>
                  </a:lnTo>
                  <a:lnTo>
                    <a:pt x="445423" y="80096"/>
                  </a:lnTo>
                  <a:lnTo>
                    <a:pt x="453238" y="79185"/>
                  </a:lnTo>
                  <a:lnTo>
                    <a:pt x="461052" y="78573"/>
                  </a:lnTo>
                  <a:lnTo>
                    <a:pt x="468866" y="77531"/>
                  </a:lnTo>
                  <a:lnTo>
                    <a:pt x="476681" y="75908"/>
                  </a:lnTo>
                  <a:lnTo>
                    <a:pt x="484495" y="75438"/>
                  </a:lnTo>
                  <a:lnTo>
                    <a:pt x="492310" y="74973"/>
                  </a:lnTo>
                  <a:lnTo>
                    <a:pt x="500124" y="74070"/>
                  </a:lnTo>
                  <a:lnTo>
                    <a:pt x="507939" y="73146"/>
                  </a:lnTo>
                  <a:lnTo>
                    <a:pt x="515753" y="72786"/>
                  </a:lnTo>
                  <a:lnTo>
                    <a:pt x="523568" y="72132"/>
                  </a:lnTo>
                  <a:lnTo>
                    <a:pt x="531382" y="71127"/>
                  </a:lnTo>
                  <a:lnTo>
                    <a:pt x="539196" y="70140"/>
                  </a:lnTo>
                  <a:lnTo>
                    <a:pt x="547011" y="69256"/>
                  </a:lnTo>
                  <a:lnTo>
                    <a:pt x="554825" y="68636"/>
                  </a:lnTo>
                  <a:lnTo>
                    <a:pt x="562640" y="68028"/>
                  </a:lnTo>
                  <a:lnTo>
                    <a:pt x="570454" y="67147"/>
                  </a:lnTo>
                  <a:lnTo>
                    <a:pt x="578269" y="66425"/>
                  </a:lnTo>
                  <a:lnTo>
                    <a:pt x="586083" y="65765"/>
                  </a:lnTo>
                  <a:lnTo>
                    <a:pt x="593898" y="65112"/>
                  </a:lnTo>
                  <a:lnTo>
                    <a:pt x="601712" y="64573"/>
                  </a:lnTo>
                  <a:lnTo>
                    <a:pt x="609526" y="64117"/>
                  </a:lnTo>
                  <a:lnTo>
                    <a:pt x="617341" y="63253"/>
                  </a:lnTo>
                  <a:lnTo>
                    <a:pt x="625155" y="62392"/>
                  </a:lnTo>
                  <a:lnTo>
                    <a:pt x="632970" y="61441"/>
                  </a:lnTo>
                  <a:lnTo>
                    <a:pt x="640784" y="60555"/>
                  </a:lnTo>
                  <a:lnTo>
                    <a:pt x="648599" y="60030"/>
                  </a:lnTo>
                  <a:lnTo>
                    <a:pt x="656413" y="59513"/>
                  </a:lnTo>
                  <a:lnTo>
                    <a:pt x="664228" y="58930"/>
                  </a:lnTo>
                  <a:lnTo>
                    <a:pt x="672042" y="58140"/>
                  </a:lnTo>
                  <a:lnTo>
                    <a:pt x="679857" y="57358"/>
                  </a:lnTo>
                  <a:lnTo>
                    <a:pt x="687671" y="56716"/>
                  </a:lnTo>
                  <a:lnTo>
                    <a:pt x="695485" y="56138"/>
                  </a:lnTo>
                  <a:lnTo>
                    <a:pt x="703300" y="55525"/>
                  </a:lnTo>
                  <a:lnTo>
                    <a:pt x="711114" y="54918"/>
                  </a:lnTo>
                  <a:lnTo>
                    <a:pt x="718929" y="54221"/>
                  </a:lnTo>
                  <a:lnTo>
                    <a:pt x="726743" y="53504"/>
                  </a:lnTo>
                  <a:lnTo>
                    <a:pt x="734558" y="53120"/>
                  </a:lnTo>
                  <a:lnTo>
                    <a:pt x="742372" y="52195"/>
                  </a:lnTo>
                  <a:lnTo>
                    <a:pt x="750187" y="51304"/>
                  </a:lnTo>
                  <a:lnTo>
                    <a:pt x="758001" y="50925"/>
                  </a:lnTo>
                  <a:lnTo>
                    <a:pt x="765815" y="50374"/>
                  </a:lnTo>
                  <a:lnTo>
                    <a:pt x="773630" y="49988"/>
                  </a:lnTo>
                  <a:lnTo>
                    <a:pt x="781444" y="49571"/>
                  </a:lnTo>
                  <a:lnTo>
                    <a:pt x="789259" y="48676"/>
                  </a:lnTo>
                  <a:lnTo>
                    <a:pt x="797073" y="47980"/>
                  </a:lnTo>
                  <a:lnTo>
                    <a:pt x="804888" y="47269"/>
                  </a:lnTo>
                  <a:lnTo>
                    <a:pt x="812702" y="46513"/>
                  </a:lnTo>
                  <a:lnTo>
                    <a:pt x="820517" y="45766"/>
                  </a:lnTo>
                  <a:lnTo>
                    <a:pt x="828331" y="45037"/>
                  </a:lnTo>
                  <a:lnTo>
                    <a:pt x="836145" y="44544"/>
                  </a:lnTo>
                  <a:lnTo>
                    <a:pt x="843960" y="43921"/>
                  </a:lnTo>
                  <a:lnTo>
                    <a:pt x="851774" y="43302"/>
                  </a:lnTo>
                  <a:lnTo>
                    <a:pt x="859589" y="42784"/>
                  </a:lnTo>
                  <a:lnTo>
                    <a:pt x="867403" y="42259"/>
                  </a:lnTo>
                  <a:lnTo>
                    <a:pt x="875218" y="41605"/>
                  </a:lnTo>
                  <a:lnTo>
                    <a:pt x="883032" y="40869"/>
                  </a:lnTo>
                  <a:lnTo>
                    <a:pt x="890847" y="40145"/>
                  </a:lnTo>
                  <a:lnTo>
                    <a:pt x="898661" y="39583"/>
                  </a:lnTo>
                  <a:lnTo>
                    <a:pt x="906476" y="39075"/>
                  </a:lnTo>
                  <a:lnTo>
                    <a:pt x="914290" y="38575"/>
                  </a:lnTo>
                  <a:lnTo>
                    <a:pt x="922104" y="38089"/>
                  </a:lnTo>
                  <a:lnTo>
                    <a:pt x="929919" y="37611"/>
                  </a:lnTo>
                  <a:lnTo>
                    <a:pt x="937733" y="37142"/>
                  </a:lnTo>
                  <a:lnTo>
                    <a:pt x="945548" y="36682"/>
                  </a:lnTo>
                  <a:lnTo>
                    <a:pt x="953362" y="36230"/>
                  </a:lnTo>
                  <a:lnTo>
                    <a:pt x="961177" y="35819"/>
                  </a:lnTo>
                  <a:lnTo>
                    <a:pt x="968991" y="35394"/>
                  </a:lnTo>
                  <a:lnTo>
                    <a:pt x="976806" y="34905"/>
                  </a:lnTo>
                  <a:lnTo>
                    <a:pt x="984620" y="34372"/>
                  </a:lnTo>
                  <a:lnTo>
                    <a:pt x="992434" y="33870"/>
                  </a:lnTo>
                  <a:lnTo>
                    <a:pt x="1000249" y="33395"/>
                  </a:lnTo>
                  <a:lnTo>
                    <a:pt x="1008063" y="32851"/>
                  </a:lnTo>
                  <a:lnTo>
                    <a:pt x="1015878" y="32257"/>
                  </a:lnTo>
                  <a:lnTo>
                    <a:pt x="1023692" y="31686"/>
                  </a:lnTo>
                  <a:lnTo>
                    <a:pt x="1031507" y="31128"/>
                  </a:lnTo>
                  <a:lnTo>
                    <a:pt x="1039321" y="30575"/>
                  </a:lnTo>
                  <a:lnTo>
                    <a:pt x="1047136" y="30028"/>
                  </a:lnTo>
                  <a:lnTo>
                    <a:pt x="1054950" y="29523"/>
                  </a:lnTo>
                  <a:lnTo>
                    <a:pt x="1062765" y="29118"/>
                  </a:lnTo>
                  <a:lnTo>
                    <a:pt x="1070579" y="28719"/>
                  </a:lnTo>
                  <a:lnTo>
                    <a:pt x="1078393" y="28335"/>
                  </a:lnTo>
                  <a:lnTo>
                    <a:pt x="1086208" y="28005"/>
                  </a:lnTo>
                  <a:lnTo>
                    <a:pt x="1094022" y="27570"/>
                  </a:lnTo>
                  <a:lnTo>
                    <a:pt x="1101837" y="27200"/>
                  </a:lnTo>
                  <a:lnTo>
                    <a:pt x="1109651" y="26821"/>
                  </a:lnTo>
                  <a:lnTo>
                    <a:pt x="1117466" y="26452"/>
                  </a:lnTo>
                  <a:lnTo>
                    <a:pt x="1125280" y="26047"/>
                  </a:lnTo>
                  <a:lnTo>
                    <a:pt x="1133095" y="25597"/>
                  </a:lnTo>
                  <a:lnTo>
                    <a:pt x="1140909" y="25151"/>
                  </a:lnTo>
                  <a:lnTo>
                    <a:pt x="1148723" y="24709"/>
                  </a:lnTo>
                  <a:lnTo>
                    <a:pt x="1156538" y="24271"/>
                  </a:lnTo>
                  <a:lnTo>
                    <a:pt x="1164352" y="23844"/>
                  </a:lnTo>
                  <a:lnTo>
                    <a:pt x="1172167" y="23454"/>
                  </a:lnTo>
                  <a:lnTo>
                    <a:pt x="1179981" y="23251"/>
                  </a:lnTo>
                  <a:lnTo>
                    <a:pt x="1187796" y="23051"/>
                  </a:lnTo>
                  <a:lnTo>
                    <a:pt x="1195610" y="22854"/>
                  </a:lnTo>
                  <a:lnTo>
                    <a:pt x="1203425" y="22662"/>
                  </a:lnTo>
                  <a:lnTo>
                    <a:pt x="1211239" y="22254"/>
                  </a:lnTo>
                  <a:lnTo>
                    <a:pt x="1219053" y="21823"/>
                  </a:lnTo>
                  <a:lnTo>
                    <a:pt x="1226868" y="21398"/>
                  </a:lnTo>
                  <a:lnTo>
                    <a:pt x="1234682" y="20981"/>
                  </a:lnTo>
                  <a:lnTo>
                    <a:pt x="1242497" y="20571"/>
                  </a:lnTo>
                  <a:lnTo>
                    <a:pt x="1250311" y="20167"/>
                  </a:lnTo>
                  <a:lnTo>
                    <a:pt x="1258126" y="19856"/>
                  </a:lnTo>
                  <a:lnTo>
                    <a:pt x="1265940" y="19603"/>
                  </a:lnTo>
                  <a:lnTo>
                    <a:pt x="1273755" y="19357"/>
                  </a:lnTo>
                  <a:lnTo>
                    <a:pt x="1281569" y="19114"/>
                  </a:lnTo>
                  <a:lnTo>
                    <a:pt x="1289384" y="18876"/>
                  </a:lnTo>
                  <a:lnTo>
                    <a:pt x="1297198" y="18642"/>
                  </a:lnTo>
                  <a:lnTo>
                    <a:pt x="1305012" y="18338"/>
                  </a:lnTo>
                  <a:lnTo>
                    <a:pt x="1312827" y="17872"/>
                  </a:lnTo>
                  <a:lnTo>
                    <a:pt x="1320641" y="17411"/>
                  </a:lnTo>
                  <a:lnTo>
                    <a:pt x="1328456" y="17098"/>
                  </a:lnTo>
                  <a:lnTo>
                    <a:pt x="1336270" y="16821"/>
                  </a:lnTo>
                  <a:lnTo>
                    <a:pt x="1344085" y="16552"/>
                  </a:lnTo>
                  <a:lnTo>
                    <a:pt x="1351899" y="16291"/>
                  </a:lnTo>
                  <a:lnTo>
                    <a:pt x="1359714" y="16036"/>
                  </a:lnTo>
                  <a:lnTo>
                    <a:pt x="1367528" y="15679"/>
                  </a:lnTo>
                  <a:lnTo>
                    <a:pt x="1375342" y="15268"/>
                  </a:lnTo>
                  <a:lnTo>
                    <a:pt x="1383157" y="14862"/>
                  </a:lnTo>
                  <a:lnTo>
                    <a:pt x="1390971" y="14461"/>
                  </a:lnTo>
                  <a:lnTo>
                    <a:pt x="1398786" y="14068"/>
                  </a:lnTo>
                  <a:lnTo>
                    <a:pt x="1406600" y="13860"/>
                  </a:lnTo>
                  <a:lnTo>
                    <a:pt x="1414415" y="13495"/>
                  </a:lnTo>
                  <a:lnTo>
                    <a:pt x="1422229" y="13115"/>
                  </a:lnTo>
                  <a:lnTo>
                    <a:pt x="1430044" y="12917"/>
                  </a:lnTo>
                  <a:lnTo>
                    <a:pt x="1437858" y="12727"/>
                  </a:lnTo>
                  <a:lnTo>
                    <a:pt x="1445672" y="12517"/>
                  </a:lnTo>
                  <a:lnTo>
                    <a:pt x="1453487" y="12228"/>
                  </a:lnTo>
                  <a:lnTo>
                    <a:pt x="1461301" y="12121"/>
                  </a:lnTo>
                  <a:lnTo>
                    <a:pt x="1469116" y="11988"/>
                  </a:lnTo>
                  <a:lnTo>
                    <a:pt x="1476930" y="11810"/>
                  </a:lnTo>
                  <a:lnTo>
                    <a:pt x="1484745" y="11560"/>
                  </a:lnTo>
                  <a:lnTo>
                    <a:pt x="1492559" y="11372"/>
                  </a:lnTo>
                  <a:lnTo>
                    <a:pt x="1500374" y="11211"/>
                  </a:lnTo>
                  <a:lnTo>
                    <a:pt x="1508188" y="10871"/>
                  </a:lnTo>
                  <a:lnTo>
                    <a:pt x="1516003" y="10536"/>
                  </a:lnTo>
                  <a:lnTo>
                    <a:pt x="1523817" y="10204"/>
                  </a:lnTo>
                  <a:lnTo>
                    <a:pt x="1531631" y="9990"/>
                  </a:lnTo>
                  <a:lnTo>
                    <a:pt x="1539446" y="9842"/>
                  </a:lnTo>
                  <a:lnTo>
                    <a:pt x="1547260" y="9698"/>
                  </a:lnTo>
                  <a:lnTo>
                    <a:pt x="1555075" y="9559"/>
                  </a:lnTo>
                  <a:lnTo>
                    <a:pt x="1562889" y="9424"/>
                  </a:lnTo>
                  <a:lnTo>
                    <a:pt x="1570704" y="9292"/>
                  </a:lnTo>
                  <a:lnTo>
                    <a:pt x="1578518" y="9163"/>
                  </a:lnTo>
                  <a:lnTo>
                    <a:pt x="1586333" y="9036"/>
                  </a:lnTo>
                  <a:lnTo>
                    <a:pt x="1594147" y="8912"/>
                  </a:lnTo>
                  <a:lnTo>
                    <a:pt x="1601961" y="8694"/>
                  </a:lnTo>
                  <a:lnTo>
                    <a:pt x="1609776" y="8415"/>
                  </a:lnTo>
                  <a:lnTo>
                    <a:pt x="1617590" y="8321"/>
                  </a:lnTo>
                  <a:lnTo>
                    <a:pt x="1625405" y="8229"/>
                  </a:lnTo>
                  <a:lnTo>
                    <a:pt x="1633219" y="8139"/>
                  </a:lnTo>
                  <a:lnTo>
                    <a:pt x="1641034" y="8051"/>
                  </a:lnTo>
                  <a:lnTo>
                    <a:pt x="1648848" y="7933"/>
                  </a:lnTo>
                  <a:lnTo>
                    <a:pt x="1656663" y="7658"/>
                  </a:lnTo>
                  <a:lnTo>
                    <a:pt x="1664477" y="7262"/>
                  </a:lnTo>
                  <a:lnTo>
                    <a:pt x="1672291" y="7136"/>
                  </a:lnTo>
                  <a:lnTo>
                    <a:pt x="1680106" y="7053"/>
                  </a:lnTo>
                  <a:lnTo>
                    <a:pt x="1687920" y="6943"/>
                  </a:lnTo>
                  <a:lnTo>
                    <a:pt x="1695735" y="6615"/>
                  </a:lnTo>
                  <a:lnTo>
                    <a:pt x="1703549" y="6291"/>
                  </a:lnTo>
                  <a:lnTo>
                    <a:pt x="1711364" y="5970"/>
                  </a:lnTo>
                  <a:lnTo>
                    <a:pt x="1719178" y="5657"/>
                  </a:lnTo>
                  <a:lnTo>
                    <a:pt x="1726993" y="5346"/>
                  </a:lnTo>
                  <a:lnTo>
                    <a:pt x="1734807" y="5039"/>
                  </a:lnTo>
                  <a:lnTo>
                    <a:pt x="1742622" y="4735"/>
                  </a:lnTo>
                  <a:lnTo>
                    <a:pt x="1750436" y="4433"/>
                  </a:lnTo>
                  <a:lnTo>
                    <a:pt x="1758250" y="4134"/>
                  </a:lnTo>
                  <a:lnTo>
                    <a:pt x="1766065" y="3995"/>
                  </a:lnTo>
                  <a:lnTo>
                    <a:pt x="1773879" y="3860"/>
                  </a:lnTo>
                  <a:lnTo>
                    <a:pt x="1781694" y="3728"/>
                  </a:lnTo>
                  <a:lnTo>
                    <a:pt x="1789508" y="3599"/>
                  </a:lnTo>
                  <a:lnTo>
                    <a:pt x="1797323" y="3476"/>
                  </a:lnTo>
                  <a:lnTo>
                    <a:pt x="1805137" y="3356"/>
                  </a:lnTo>
                  <a:lnTo>
                    <a:pt x="1812952" y="3239"/>
                  </a:lnTo>
                  <a:lnTo>
                    <a:pt x="1820766" y="3002"/>
                  </a:lnTo>
                  <a:lnTo>
                    <a:pt x="1828580" y="2794"/>
                  </a:lnTo>
                  <a:lnTo>
                    <a:pt x="1836395" y="2766"/>
                  </a:lnTo>
                  <a:lnTo>
                    <a:pt x="1844209" y="2744"/>
                  </a:lnTo>
                  <a:lnTo>
                    <a:pt x="1852024" y="2670"/>
                  </a:lnTo>
                  <a:lnTo>
                    <a:pt x="1859838" y="2563"/>
                  </a:lnTo>
                  <a:lnTo>
                    <a:pt x="1867653" y="2458"/>
                  </a:lnTo>
                  <a:lnTo>
                    <a:pt x="1875467" y="2282"/>
                  </a:lnTo>
                  <a:lnTo>
                    <a:pt x="1883282" y="2035"/>
                  </a:lnTo>
                  <a:lnTo>
                    <a:pt x="1891096" y="1799"/>
                  </a:lnTo>
                  <a:lnTo>
                    <a:pt x="1898910" y="1715"/>
                  </a:lnTo>
                  <a:lnTo>
                    <a:pt x="1906725" y="1631"/>
                  </a:lnTo>
                  <a:lnTo>
                    <a:pt x="1914539" y="1547"/>
                  </a:lnTo>
                  <a:lnTo>
                    <a:pt x="1922354" y="1466"/>
                  </a:lnTo>
                  <a:lnTo>
                    <a:pt x="1930168" y="1388"/>
                  </a:lnTo>
                  <a:lnTo>
                    <a:pt x="1937983" y="1312"/>
                  </a:lnTo>
                  <a:lnTo>
                    <a:pt x="1945797" y="1201"/>
                  </a:lnTo>
                  <a:lnTo>
                    <a:pt x="1953612" y="912"/>
                  </a:lnTo>
                  <a:lnTo>
                    <a:pt x="1961426" y="721"/>
                  </a:lnTo>
                  <a:lnTo>
                    <a:pt x="1969241" y="637"/>
                  </a:lnTo>
                  <a:lnTo>
                    <a:pt x="1977055" y="347"/>
                  </a:lnTo>
                  <a:lnTo>
                    <a:pt x="1984869" y="95"/>
                  </a:lnTo>
                  <a:lnTo>
                    <a:pt x="1992684" y="72"/>
                  </a:lnTo>
                  <a:lnTo>
                    <a:pt x="2000498" y="50"/>
                  </a:lnTo>
                  <a:lnTo>
                    <a:pt x="2008313" y="32"/>
                  </a:lnTo>
                  <a:lnTo>
                    <a:pt x="2016127" y="16"/>
                  </a:lnTo>
                  <a:lnTo>
                    <a:pt x="2023942" y="0"/>
                  </a:lnTo>
                  <a:lnTo>
                    <a:pt x="2023942" y="405833"/>
                  </a:lnTo>
                  <a:lnTo>
                    <a:pt x="2016127" y="405680"/>
                  </a:lnTo>
                  <a:lnTo>
                    <a:pt x="2008313" y="405524"/>
                  </a:lnTo>
                  <a:lnTo>
                    <a:pt x="2000498" y="405365"/>
                  </a:lnTo>
                  <a:lnTo>
                    <a:pt x="1992684" y="405204"/>
                  </a:lnTo>
                  <a:lnTo>
                    <a:pt x="1984869" y="405039"/>
                  </a:lnTo>
                  <a:lnTo>
                    <a:pt x="1977055" y="404871"/>
                  </a:lnTo>
                  <a:lnTo>
                    <a:pt x="1969241" y="404695"/>
                  </a:lnTo>
                  <a:lnTo>
                    <a:pt x="1961426" y="404477"/>
                  </a:lnTo>
                  <a:lnTo>
                    <a:pt x="1953612" y="404121"/>
                  </a:lnTo>
                  <a:lnTo>
                    <a:pt x="1945797" y="403995"/>
                  </a:lnTo>
                  <a:lnTo>
                    <a:pt x="1937983" y="403896"/>
                  </a:lnTo>
                  <a:lnTo>
                    <a:pt x="1930168" y="403789"/>
                  </a:lnTo>
                  <a:lnTo>
                    <a:pt x="1922354" y="403599"/>
                  </a:lnTo>
                  <a:lnTo>
                    <a:pt x="1914539" y="403222"/>
                  </a:lnTo>
                  <a:lnTo>
                    <a:pt x="1906725" y="402816"/>
                  </a:lnTo>
                  <a:lnTo>
                    <a:pt x="1898910" y="402404"/>
                  </a:lnTo>
                  <a:lnTo>
                    <a:pt x="1891096" y="401988"/>
                  </a:lnTo>
                  <a:lnTo>
                    <a:pt x="1883282" y="401567"/>
                  </a:lnTo>
                  <a:lnTo>
                    <a:pt x="1875467" y="401139"/>
                  </a:lnTo>
                  <a:lnTo>
                    <a:pt x="1867653" y="400705"/>
                  </a:lnTo>
                  <a:lnTo>
                    <a:pt x="1859838" y="400266"/>
                  </a:lnTo>
                  <a:lnTo>
                    <a:pt x="1852024" y="399816"/>
                  </a:lnTo>
                  <a:lnTo>
                    <a:pt x="1844209" y="399360"/>
                  </a:lnTo>
                  <a:lnTo>
                    <a:pt x="1836395" y="399035"/>
                  </a:lnTo>
                  <a:lnTo>
                    <a:pt x="1828580" y="398779"/>
                  </a:lnTo>
                  <a:lnTo>
                    <a:pt x="1820766" y="398519"/>
                  </a:lnTo>
                  <a:lnTo>
                    <a:pt x="1812952" y="398254"/>
                  </a:lnTo>
                  <a:lnTo>
                    <a:pt x="1805137" y="397944"/>
                  </a:lnTo>
                  <a:lnTo>
                    <a:pt x="1797323" y="397376"/>
                  </a:lnTo>
                  <a:lnTo>
                    <a:pt x="1789508" y="396800"/>
                  </a:lnTo>
                  <a:lnTo>
                    <a:pt x="1781694" y="396209"/>
                  </a:lnTo>
                  <a:lnTo>
                    <a:pt x="1773879" y="395919"/>
                  </a:lnTo>
                  <a:lnTo>
                    <a:pt x="1766065" y="395638"/>
                  </a:lnTo>
                  <a:lnTo>
                    <a:pt x="1758250" y="395037"/>
                  </a:lnTo>
                  <a:lnTo>
                    <a:pt x="1750436" y="394489"/>
                  </a:lnTo>
                  <a:lnTo>
                    <a:pt x="1742622" y="394061"/>
                  </a:lnTo>
                  <a:lnTo>
                    <a:pt x="1734807" y="393642"/>
                  </a:lnTo>
                  <a:lnTo>
                    <a:pt x="1726993" y="393281"/>
                  </a:lnTo>
                  <a:lnTo>
                    <a:pt x="1719178" y="392905"/>
                  </a:lnTo>
                  <a:lnTo>
                    <a:pt x="1711364" y="392585"/>
                  </a:lnTo>
                  <a:lnTo>
                    <a:pt x="1703549" y="392402"/>
                  </a:lnTo>
                  <a:lnTo>
                    <a:pt x="1695735" y="392121"/>
                  </a:lnTo>
                  <a:lnTo>
                    <a:pt x="1687920" y="391597"/>
                  </a:lnTo>
                  <a:lnTo>
                    <a:pt x="1680106" y="391065"/>
                  </a:lnTo>
                  <a:lnTo>
                    <a:pt x="1672291" y="390569"/>
                  </a:lnTo>
                  <a:lnTo>
                    <a:pt x="1664477" y="390164"/>
                  </a:lnTo>
                  <a:lnTo>
                    <a:pt x="1656663" y="389839"/>
                  </a:lnTo>
                  <a:lnTo>
                    <a:pt x="1648848" y="389597"/>
                  </a:lnTo>
                  <a:lnTo>
                    <a:pt x="1641034" y="389348"/>
                  </a:lnTo>
                  <a:lnTo>
                    <a:pt x="1633219" y="389095"/>
                  </a:lnTo>
                  <a:lnTo>
                    <a:pt x="1625405" y="388837"/>
                  </a:lnTo>
                  <a:lnTo>
                    <a:pt x="1617590" y="388227"/>
                  </a:lnTo>
                  <a:lnTo>
                    <a:pt x="1609776" y="387811"/>
                  </a:lnTo>
                  <a:lnTo>
                    <a:pt x="1601961" y="387439"/>
                  </a:lnTo>
                  <a:lnTo>
                    <a:pt x="1594147" y="386855"/>
                  </a:lnTo>
                  <a:lnTo>
                    <a:pt x="1586333" y="386392"/>
                  </a:lnTo>
                  <a:lnTo>
                    <a:pt x="1578518" y="385770"/>
                  </a:lnTo>
                  <a:lnTo>
                    <a:pt x="1570704" y="385129"/>
                  </a:lnTo>
                  <a:lnTo>
                    <a:pt x="1562889" y="384480"/>
                  </a:lnTo>
                  <a:lnTo>
                    <a:pt x="1555075" y="383832"/>
                  </a:lnTo>
                  <a:lnTo>
                    <a:pt x="1547260" y="383337"/>
                  </a:lnTo>
                  <a:lnTo>
                    <a:pt x="1539446" y="382837"/>
                  </a:lnTo>
                  <a:lnTo>
                    <a:pt x="1531631" y="382334"/>
                  </a:lnTo>
                  <a:lnTo>
                    <a:pt x="1523817" y="381828"/>
                  </a:lnTo>
                  <a:lnTo>
                    <a:pt x="1516003" y="381390"/>
                  </a:lnTo>
                  <a:lnTo>
                    <a:pt x="1508188" y="381087"/>
                  </a:lnTo>
                  <a:lnTo>
                    <a:pt x="1500374" y="380452"/>
                  </a:lnTo>
                  <a:lnTo>
                    <a:pt x="1492559" y="379693"/>
                  </a:lnTo>
                  <a:lnTo>
                    <a:pt x="1484745" y="379135"/>
                  </a:lnTo>
                  <a:lnTo>
                    <a:pt x="1476930" y="378558"/>
                  </a:lnTo>
                  <a:lnTo>
                    <a:pt x="1469116" y="377971"/>
                  </a:lnTo>
                  <a:lnTo>
                    <a:pt x="1461301" y="377375"/>
                  </a:lnTo>
                  <a:lnTo>
                    <a:pt x="1453487" y="376720"/>
                  </a:lnTo>
                  <a:lnTo>
                    <a:pt x="1445672" y="376127"/>
                  </a:lnTo>
                  <a:lnTo>
                    <a:pt x="1437858" y="375527"/>
                  </a:lnTo>
                  <a:lnTo>
                    <a:pt x="1430044" y="374919"/>
                  </a:lnTo>
                  <a:lnTo>
                    <a:pt x="1422229" y="374281"/>
                  </a:lnTo>
                  <a:lnTo>
                    <a:pt x="1414415" y="373632"/>
                  </a:lnTo>
                  <a:lnTo>
                    <a:pt x="1406600" y="372972"/>
                  </a:lnTo>
                  <a:lnTo>
                    <a:pt x="1398786" y="372421"/>
                  </a:lnTo>
                  <a:lnTo>
                    <a:pt x="1390971" y="371784"/>
                  </a:lnTo>
                  <a:lnTo>
                    <a:pt x="1383157" y="371132"/>
                  </a:lnTo>
                  <a:lnTo>
                    <a:pt x="1375342" y="370464"/>
                  </a:lnTo>
                  <a:lnTo>
                    <a:pt x="1367528" y="369788"/>
                  </a:lnTo>
                  <a:lnTo>
                    <a:pt x="1359714" y="369103"/>
                  </a:lnTo>
                  <a:lnTo>
                    <a:pt x="1351899" y="368418"/>
                  </a:lnTo>
                  <a:lnTo>
                    <a:pt x="1344085" y="367727"/>
                  </a:lnTo>
                  <a:lnTo>
                    <a:pt x="1336270" y="367369"/>
                  </a:lnTo>
                  <a:lnTo>
                    <a:pt x="1328456" y="366522"/>
                  </a:lnTo>
                  <a:lnTo>
                    <a:pt x="1320641" y="365597"/>
                  </a:lnTo>
                  <a:lnTo>
                    <a:pt x="1312827" y="364867"/>
                  </a:lnTo>
                  <a:lnTo>
                    <a:pt x="1305012" y="364128"/>
                  </a:lnTo>
                  <a:lnTo>
                    <a:pt x="1297198" y="363381"/>
                  </a:lnTo>
                  <a:lnTo>
                    <a:pt x="1289384" y="362626"/>
                  </a:lnTo>
                  <a:lnTo>
                    <a:pt x="1281569" y="361860"/>
                  </a:lnTo>
                  <a:lnTo>
                    <a:pt x="1273755" y="361017"/>
                  </a:lnTo>
                  <a:lnTo>
                    <a:pt x="1265940" y="360163"/>
                  </a:lnTo>
                  <a:lnTo>
                    <a:pt x="1258126" y="359397"/>
                  </a:lnTo>
                  <a:lnTo>
                    <a:pt x="1250311" y="358509"/>
                  </a:lnTo>
                  <a:lnTo>
                    <a:pt x="1242497" y="357675"/>
                  </a:lnTo>
                  <a:lnTo>
                    <a:pt x="1234682" y="356845"/>
                  </a:lnTo>
                  <a:lnTo>
                    <a:pt x="1226868" y="356177"/>
                  </a:lnTo>
                  <a:lnTo>
                    <a:pt x="1219053" y="355445"/>
                  </a:lnTo>
                  <a:lnTo>
                    <a:pt x="1211239" y="354604"/>
                  </a:lnTo>
                  <a:lnTo>
                    <a:pt x="1203425" y="353752"/>
                  </a:lnTo>
                  <a:lnTo>
                    <a:pt x="1195610" y="352849"/>
                  </a:lnTo>
                  <a:lnTo>
                    <a:pt x="1187796" y="351654"/>
                  </a:lnTo>
                  <a:lnTo>
                    <a:pt x="1179981" y="350753"/>
                  </a:lnTo>
                  <a:lnTo>
                    <a:pt x="1172167" y="349839"/>
                  </a:lnTo>
                  <a:lnTo>
                    <a:pt x="1164352" y="348909"/>
                  </a:lnTo>
                  <a:lnTo>
                    <a:pt x="1156538" y="347851"/>
                  </a:lnTo>
                  <a:lnTo>
                    <a:pt x="1148723" y="346784"/>
                  </a:lnTo>
                  <a:lnTo>
                    <a:pt x="1140909" y="345635"/>
                  </a:lnTo>
                  <a:lnTo>
                    <a:pt x="1133095" y="344474"/>
                  </a:lnTo>
                  <a:lnTo>
                    <a:pt x="1125280" y="343302"/>
                  </a:lnTo>
                  <a:lnTo>
                    <a:pt x="1117466" y="342118"/>
                  </a:lnTo>
                  <a:lnTo>
                    <a:pt x="1109651" y="340920"/>
                  </a:lnTo>
                  <a:lnTo>
                    <a:pt x="1101837" y="339836"/>
                  </a:lnTo>
                  <a:lnTo>
                    <a:pt x="1094022" y="338748"/>
                  </a:lnTo>
                  <a:lnTo>
                    <a:pt x="1086208" y="337816"/>
                  </a:lnTo>
                  <a:lnTo>
                    <a:pt x="1078393" y="337026"/>
                  </a:lnTo>
                  <a:lnTo>
                    <a:pt x="1070579" y="335946"/>
                  </a:lnTo>
                  <a:lnTo>
                    <a:pt x="1062765" y="334720"/>
                  </a:lnTo>
                  <a:lnTo>
                    <a:pt x="1054950" y="333478"/>
                  </a:lnTo>
                  <a:lnTo>
                    <a:pt x="1047136" y="332227"/>
                  </a:lnTo>
                  <a:lnTo>
                    <a:pt x="1039321" y="331005"/>
                  </a:lnTo>
                  <a:lnTo>
                    <a:pt x="1031507" y="329719"/>
                  </a:lnTo>
                  <a:lnTo>
                    <a:pt x="1023692" y="328489"/>
                  </a:lnTo>
                  <a:lnTo>
                    <a:pt x="1015878" y="327293"/>
                  </a:lnTo>
                  <a:lnTo>
                    <a:pt x="1008063" y="326086"/>
                  </a:lnTo>
                  <a:lnTo>
                    <a:pt x="1000249" y="324868"/>
                  </a:lnTo>
                  <a:lnTo>
                    <a:pt x="992434" y="323639"/>
                  </a:lnTo>
                  <a:lnTo>
                    <a:pt x="984620" y="322275"/>
                  </a:lnTo>
                  <a:lnTo>
                    <a:pt x="976806" y="320880"/>
                  </a:lnTo>
                  <a:lnTo>
                    <a:pt x="968991" y="319876"/>
                  </a:lnTo>
                  <a:lnTo>
                    <a:pt x="961177" y="318648"/>
                  </a:lnTo>
                  <a:lnTo>
                    <a:pt x="953362" y="317127"/>
                  </a:lnTo>
                  <a:lnTo>
                    <a:pt x="945548" y="315247"/>
                  </a:lnTo>
                  <a:lnTo>
                    <a:pt x="937733" y="313883"/>
                  </a:lnTo>
                  <a:lnTo>
                    <a:pt x="929919" y="312630"/>
                  </a:lnTo>
                  <a:lnTo>
                    <a:pt x="922104" y="311713"/>
                  </a:lnTo>
                  <a:lnTo>
                    <a:pt x="914290" y="310789"/>
                  </a:lnTo>
                  <a:lnTo>
                    <a:pt x="906476" y="309481"/>
                  </a:lnTo>
                  <a:lnTo>
                    <a:pt x="898661" y="308129"/>
                  </a:lnTo>
                  <a:lnTo>
                    <a:pt x="890847" y="306782"/>
                  </a:lnTo>
                  <a:lnTo>
                    <a:pt x="883032" y="305627"/>
                  </a:lnTo>
                  <a:lnTo>
                    <a:pt x="875218" y="304644"/>
                  </a:lnTo>
                  <a:lnTo>
                    <a:pt x="867403" y="303650"/>
                  </a:lnTo>
                  <a:lnTo>
                    <a:pt x="859589" y="302646"/>
                  </a:lnTo>
                  <a:lnTo>
                    <a:pt x="851774" y="301625"/>
                  </a:lnTo>
                  <a:lnTo>
                    <a:pt x="843960" y="300586"/>
                  </a:lnTo>
                  <a:lnTo>
                    <a:pt x="836145" y="299535"/>
                  </a:lnTo>
                  <a:lnTo>
                    <a:pt x="828331" y="298474"/>
                  </a:lnTo>
                  <a:lnTo>
                    <a:pt x="820517" y="297402"/>
                  </a:lnTo>
                  <a:lnTo>
                    <a:pt x="812702" y="296044"/>
                  </a:lnTo>
                  <a:lnTo>
                    <a:pt x="804888" y="294619"/>
                  </a:lnTo>
                  <a:lnTo>
                    <a:pt x="797073" y="293032"/>
                  </a:lnTo>
                  <a:lnTo>
                    <a:pt x="789259" y="291298"/>
                  </a:lnTo>
                  <a:lnTo>
                    <a:pt x="781444" y="289556"/>
                  </a:lnTo>
                  <a:lnTo>
                    <a:pt x="773630" y="288236"/>
                  </a:lnTo>
                  <a:lnTo>
                    <a:pt x="765815" y="286590"/>
                  </a:lnTo>
                  <a:lnTo>
                    <a:pt x="758001" y="284930"/>
                  </a:lnTo>
                  <a:lnTo>
                    <a:pt x="750187" y="283408"/>
                  </a:lnTo>
                  <a:lnTo>
                    <a:pt x="742372" y="282125"/>
                  </a:lnTo>
                  <a:lnTo>
                    <a:pt x="734558" y="280801"/>
                  </a:lnTo>
                  <a:lnTo>
                    <a:pt x="726743" y="279607"/>
                  </a:lnTo>
                  <a:lnTo>
                    <a:pt x="718929" y="278401"/>
                  </a:lnTo>
                  <a:lnTo>
                    <a:pt x="711114" y="277198"/>
                  </a:lnTo>
                  <a:lnTo>
                    <a:pt x="703300" y="275987"/>
                  </a:lnTo>
                  <a:lnTo>
                    <a:pt x="695485" y="274766"/>
                  </a:lnTo>
                  <a:lnTo>
                    <a:pt x="687671" y="273535"/>
                  </a:lnTo>
                  <a:lnTo>
                    <a:pt x="679857" y="272285"/>
                  </a:lnTo>
                  <a:lnTo>
                    <a:pt x="672042" y="271025"/>
                  </a:lnTo>
                  <a:lnTo>
                    <a:pt x="664228" y="269618"/>
                  </a:lnTo>
                  <a:lnTo>
                    <a:pt x="656413" y="268024"/>
                  </a:lnTo>
                  <a:lnTo>
                    <a:pt x="648599" y="266425"/>
                  </a:lnTo>
                  <a:lnTo>
                    <a:pt x="640784" y="264932"/>
                  </a:lnTo>
                  <a:lnTo>
                    <a:pt x="632970" y="263548"/>
                  </a:lnTo>
                  <a:lnTo>
                    <a:pt x="625155" y="262178"/>
                  </a:lnTo>
                  <a:lnTo>
                    <a:pt x="617341" y="260800"/>
                  </a:lnTo>
                  <a:lnTo>
                    <a:pt x="609526" y="259707"/>
                  </a:lnTo>
                  <a:lnTo>
                    <a:pt x="601712" y="258676"/>
                  </a:lnTo>
                  <a:lnTo>
                    <a:pt x="593898" y="257313"/>
                  </a:lnTo>
                  <a:lnTo>
                    <a:pt x="586083" y="256310"/>
                  </a:lnTo>
                  <a:lnTo>
                    <a:pt x="578269" y="255298"/>
                  </a:lnTo>
                  <a:lnTo>
                    <a:pt x="570454" y="253816"/>
                  </a:lnTo>
                  <a:lnTo>
                    <a:pt x="562640" y="252529"/>
                  </a:lnTo>
                  <a:lnTo>
                    <a:pt x="554825" y="250589"/>
                  </a:lnTo>
                  <a:lnTo>
                    <a:pt x="547011" y="249230"/>
                  </a:lnTo>
                  <a:lnTo>
                    <a:pt x="539196" y="247940"/>
                  </a:lnTo>
                  <a:lnTo>
                    <a:pt x="531382" y="246554"/>
                  </a:lnTo>
                  <a:lnTo>
                    <a:pt x="523568" y="245500"/>
                  </a:lnTo>
                  <a:lnTo>
                    <a:pt x="515753" y="244126"/>
                  </a:lnTo>
                  <a:lnTo>
                    <a:pt x="507939" y="242786"/>
                  </a:lnTo>
                  <a:lnTo>
                    <a:pt x="500124" y="240841"/>
                  </a:lnTo>
                  <a:lnTo>
                    <a:pt x="492310" y="239000"/>
                  </a:lnTo>
                  <a:lnTo>
                    <a:pt x="484495" y="237378"/>
                  </a:lnTo>
                  <a:lnTo>
                    <a:pt x="476681" y="236002"/>
                  </a:lnTo>
                  <a:lnTo>
                    <a:pt x="468866" y="234625"/>
                  </a:lnTo>
                  <a:lnTo>
                    <a:pt x="461052" y="233779"/>
                  </a:lnTo>
                  <a:lnTo>
                    <a:pt x="453238" y="232724"/>
                  </a:lnTo>
                  <a:lnTo>
                    <a:pt x="445423" y="231425"/>
                  </a:lnTo>
                  <a:lnTo>
                    <a:pt x="437609" y="230056"/>
                  </a:lnTo>
                  <a:lnTo>
                    <a:pt x="429794" y="228974"/>
                  </a:lnTo>
                  <a:lnTo>
                    <a:pt x="421980" y="227387"/>
                  </a:lnTo>
                  <a:lnTo>
                    <a:pt x="414165" y="226809"/>
                  </a:lnTo>
                  <a:lnTo>
                    <a:pt x="406351" y="225420"/>
                  </a:lnTo>
                  <a:lnTo>
                    <a:pt x="398536" y="223659"/>
                  </a:lnTo>
                  <a:lnTo>
                    <a:pt x="390722" y="222122"/>
                  </a:lnTo>
                  <a:lnTo>
                    <a:pt x="382907" y="221083"/>
                  </a:lnTo>
                  <a:lnTo>
                    <a:pt x="375093" y="219195"/>
                  </a:lnTo>
                  <a:lnTo>
                    <a:pt x="367279" y="217878"/>
                  </a:lnTo>
                  <a:lnTo>
                    <a:pt x="359464" y="216627"/>
                  </a:lnTo>
                  <a:lnTo>
                    <a:pt x="351650" y="215473"/>
                  </a:lnTo>
                  <a:lnTo>
                    <a:pt x="343835" y="214305"/>
                  </a:lnTo>
                  <a:lnTo>
                    <a:pt x="336021" y="213164"/>
                  </a:lnTo>
                  <a:lnTo>
                    <a:pt x="328206" y="211997"/>
                  </a:lnTo>
                  <a:lnTo>
                    <a:pt x="320392" y="210979"/>
                  </a:lnTo>
                  <a:lnTo>
                    <a:pt x="312577" y="210213"/>
                  </a:lnTo>
                  <a:lnTo>
                    <a:pt x="304763" y="209017"/>
                  </a:lnTo>
                  <a:lnTo>
                    <a:pt x="296949" y="208562"/>
                  </a:lnTo>
                  <a:lnTo>
                    <a:pt x="289134" y="207338"/>
                  </a:lnTo>
                  <a:lnTo>
                    <a:pt x="281320" y="206206"/>
                  </a:lnTo>
                  <a:lnTo>
                    <a:pt x="273505" y="205561"/>
                  </a:lnTo>
                  <a:lnTo>
                    <a:pt x="265691" y="205210"/>
                  </a:lnTo>
                  <a:lnTo>
                    <a:pt x="257876" y="205135"/>
                  </a:lnTo>
                  <a:lnTo>
                    <a:pt x="250062" y="204446"/>
                  </a:lnTo>
                  <a:lnTo>
                    <a:pt x="242247" y="204076"/>
                  </a:lnTo>
                  <a:lnTo>
                    <a:pt x="234433" y="203684"/>
                  </a:lnTo>
                  <a:lnTo>
                    <a:pt x="226619" y="203001"/>
                  </a:lnTo>
                  <a:lnTo>
                    <a:pt x="218804" y="202271"/>
                  </a:lnTo>
                  <a:lnTo>
                    <a:pt x="210990" y="201374"/>
                  </a:lnTo>
                  <a:lnTo>
                    <a:pt x="203175" y="201585"/>
                  </a:lnTo>
                  <a:lnTo>
                    <a:pt x="195361" y="200603"/>
                  </a:lnTo>
                  <a:lnTo>
                    <a:pt x="187546" y="200300"/>
                  </a:lnTo>
                  <a:lnTo>
                    <a:pt x="179732" y="199766"/>
                  </a:lnTo>
                  <a:lnTo>
                    <a:pt x="171917" y="198918"/>
                  </a:lnTo>
                  <a:lnTo>
                    <a:pt x="164103" y="198801"/>
                  </a:lnTo>
                  <a:lnTo>
                    <a:pt x="156288" y="198225"/>
                  </a:lnTo>
                  <a:lnTo>
                    <a:pt x="148474" y="198185"/>
                  </a:lnTo>
                  <a:lnTo>
                    <a:pt x="140660" y="198093"/>
                  </a:lnTo>
                  <a:lnTo>
                    <a:pt x="132845" y="197401"/>
                  </a:lnTo>
                  <a:lnTo>
                    <a:pt x="125031" y="197095"/>
                  </a:lnTo>
                  <a:lnTo>
                    <a:pt x="117216" y="197635"/>
                  </a:lnTo>
                  <a:lnTo>
                    <a:pt x="109402" y="197344"/>
                  </a:lnTo>
                  <a:lnTo>
                    <a:pt x="101587" y="197053"/>
                  </a:lnTo>
                  <a:lnTo>
                    <a:pt x="93773" y="196918"/>
                  </a:lnTo>
                  <a:lnTo>
                    <a:pt x="85958" y="197833"/>
                  </a:lnTo>
                  <a:lnTo>
                    <a:pt x="78144" y="198883"/>
                  </a:lnTo>
                  <a:lnTo>
                    <a:pt x="70330" y="199937"/>
                  </a:lnTo>
                  <a:lnTo>
                    <a:pt x="62515" y="200433"/>
                  </a:lnTo>
                  <a:lnTo>
                    <a:pt x="54701" y="200395"/>
                  </a:lnTo>
                  <a:lnTo>
                    <a:pt x="46886" y="200913"/>
                  </a:lnTo>
                  <a:lnTo>
                    <a:pt x="39072" y="201608"/>
                  </a:lnTo>
                  <a:lnTo>
                    <a:pt x="31257" y="201410"/>
                  </a:lnTo>
                  <a:lnTo>
                    <a:pt x="23443" y="201582"/>
                  </a:lnTo>
                  <a:lnTo>
                    <a:pt x="15628" y="202439"/>
                  </a:lnTo>
                  <a:lnTo>
                    <a:pt x="7814" y="203371"/>
                  </a:lnTo>
                  <a:lnTo>
                    <a:pt x="0" y="203943"/>
                  </a:lnTo>
                  <a:close/>
                </a:path>
              </a:pathLst>
            </a:custGeom>
            <a:solidFill>
              <a:srgbClr val="FFC0CB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122" name="pl121"/>
            <p:cNvSpPr/>
            <p:nvPr/>
          </p:nvSpPr>
          <p:spPr>
            <a:xfrm>
              <a:off x="3632283" y="2699730"/>
              <a:ext cx="2023942" cy="99294"/>
            </a:xfrm>
            <a:custGeom>
              <a:avLst/>
              <a:pathLst>
                <a:path w="2023942" h="99294">
                  <a:moveTo>
                    <a:pt x="0" y="95135"/>
                  </a:moveTo>
                  <a:lnTo>
                    <a:pt x="7814" y="95914"/>
                  </a:lnTo>
                  <a:lnTo>
                    <a:pt x="15628" y="96469"/>
                  </a:lnTo>
                  <a:lnTo>
                    <a:pt x="23443" y="96592"/>
                  </a:lnTo>
                  <a:lnTo>
                    <a:pt x="31257" y="96944"/>
                  </a:lnTo>
                  <a:lnTo>
                    <a:pt x="39072" y="97581"/>
                  </a:lnTo>
                  <a:lnTo>
                    <a:pt x="46886" y="97918"/>
                  </a:lnTo>
                  <a:lnTo>
                    <a:pt x="54701" y="98586"/>
                  </a:lnTo>
                  <a:lnTo>
                    <a:pt x="62515" y="98813"/>
                  </a:lnTo>
                  <a:lnTo>
                    <a:pt x="70330" y="99007"/>
                  </a:lnTo>
                  <a:lnTo>
                    <a:pt x="78144" y="98951"/>
                  </a:lnTo>
                  <a:lnTo>
                    <a:pt x="85958" y="99294"/>
                  </a:lnTo>
                  <a:lnTo>
                    <a:pt x="93773" y="99215"/>
                  </a:lnTo>
                  <a:lnTo>
                    <a:pt x="101587" y="99043"/>
                  </a:lnTo>
                  <a:lnTo>
                    <a:pt x="109402" y="99145"/>
                  </a:lnTo>
                  <a:lnTo>
                    <a:pt x="117216" y="99261"/>
                  </a:lnTo>
                  <a:lnTo>
                    <a:pt x="125031" y="99266"/>
                  </a:lnTo>
                  <a:lnTo>
                    <a:pt x="132845" y="99286"/>
                  </a:lnTo>
                  <a:lnTo>
                    <a:pt x="140660" y="99140"/>
                  </a:lnTo>
                  <a:lnTo>
                    <a:pt x="148474" y="99098"/>
                  </a:lnTo>
                  <a:lnTo>
                    <a:pt x="156288" y="99117"/>
                  </a:lnTo>
                  <a:lnTo>
                    <a:pt x="164103" y="99244"/>
                  </a:lnTo>
                  <a:lnTo>
                    <a:pt x="171917" y="98876"/>
                  </a:lnTo>
                  <a:lnTo>
                    <a:pt x="179732" y="98813"/>
                  </a:lnTo>
                  <a:lnTo>
                    <a:pt x="187546" y="98825"/>
                  </a:lnTo>
                  <a:lnTo>
                    <a:pt x="195361" y="98591"/>
                  </a:lnTo>
                  <a:lnTo>
                    <a:pt x="203175" y="98562"/>
                  </a:lnTo>
                  <a:lnTo>
                    <a:pt x="210990" y="98237"/>
                  </a:lnTo>
                  <a:lnTo>
                    <a:pt x="218804" y="97627"/>
                  </a:lnTo>
                  <a:lnTo>
                    <a:pt x="226619" y="97604"/>
                  </a:lnTo>
                  <a:lnTo>
                    <a:pt x="234433" y="97335"/>
                  </a:lnTo>
                  <a:lnTo>
                    <a:pt x="242247" y="97021"/>
                  </a:lnTo>
                  <a:lnTo>
                    <a:pt x="250062" y="96431"/>
                  </a:lnTo>
                  <a:lnTo>
                    <a:pt x="257876" y="95907"/>
                  </a:lnTo>
                  <a:lnTo>
                    <a:pt x="265691" y="94931"/>
                  </a:lnTo>
                  <a:lnTo>
                    <a:pt x="273505" y="94328"/>
                  </a:lnTo>
                  <a:lnTo>
                    <a:pt x="281320" y="93813"/>
                  </a:lnTo>
                  <a:lnTo>
                    <a:pt x="289134" y="93499"/>
                  </a:lnTo>
                  <a:lnTo>
                    <a:pt x="296949" y="93276"/>
                  </a:lnTo>
                  <a:lnTo>
                    <a:pt x="304763" y="93043"/>
                  </a:lnTo>
                  <a:lnTo>
                    <a:pt x="312577" y="92185"/>
                  </a:lnTo>
                  <a:lnTo>
                    <a:pt x="320392" y="91387"/>
                  </a:lnTo>
                  <a:lnTo>
                    <a:pt x="328206" y="90982"/>
                  </a:lnTo>
                  <a:lnTo>
                    <a:pt x="336021" y="90394"/>
                  </a:lnTo>
                  <a:lnTo>
                    <a:pt x="343835" y="89637"/>
                  </a:lnTo>
                  <a:lnTo>
                    <a:pt x="351650" y="89195"/>
                  </a:lnTo>
                  <a:lnTo>
                    <a:pt x="359464" y="88454"/>
                  </a:lnTo>
                  <a:lnTo>
                    <a:pt x="367279" y="87547"/>
                  </a:lnTo>
                  <a:lnTo>
                    <a:pt x="375093" y="86650"/>
                  </a:lnTo>
                  <a:lnTo>
                    <a:pt x="382907" y="85940"/>
                  </a:lnTo>
                  <a:lnTo>
                    <a:pt x="390722" y="85844"/>
                  </a:lnTo>
                  <a:lnTo>
                    <a:pt x="398536" y="84534"/>
                  </a:lnTo>
                  <a:lnTo>
                    <a:pt x="406351" y="83943"/>
                  </a:lnTo>
                  <a:lnTo>
                    <a:pt x="414165" y="83145"/>
                  </a:lnTo>
                  <a:lnTo>
                    <a:pt x="421980" y="82223"/>
                  </a:lnTo>
                  <a:lnTo>
                    <a:pt x="429794" y="81332"/>
                  </a:lnTo>
                  <a:lnTo>
                    <a:pt x="437609" y="80607"/>
                  </a:lnTo>
                  <a:lnTo>
                    <a:pt x="445423" y="80096"/>
                  </a:lnTo>
                  <a:lnTo>
                    <a:pt x="453238" y="79185"/>
                  </a:lnTo>
                  <a:lnTo>
                    <a:pt x="461052" y="78573"/>
                  </a:lnTo>
                  <a:lnTo>
                    <a:pt x="468866" y="77531"/>
                  </a:lnTo>
                  <a:lnTo>
                    <a:pt x="476681" y="75908"/>
                  </a:lnTo>
                  <a:lnTo>
                    <a:pt x="484495" y="75438"/>
                  </a:lnTo>
                  <a:lnTo>
                    <a:pt x="492310" y="74973"/>
                  </a:lnTo>
                  <a:lnTo>
                    <a:pt x="500124" y="74070"/>
                  </a:lnTo>
                  <a:lnTo>
                    <a:pt x="507939" y="73146"/>
                  </a:lnTo>
                  <a:lnTo>
                    <a:pt x="515753" y="72786"/>
                  </a:lnTo>
                  <a:lnTo>
                    <a:pt x="523568" y="72132"/>
                  </a:lnTo>
                  <a:lnTo>
                    <a:pt x="531382" y="71127"/>
                  </a:lnTo>
                  <a:lnTo>
                    <a:pt x="539196" y="70140"/>
                  </a:lnTo>
                  <a:lnTo>
                    <a:pt x="547011" y="69256"/>
                  </a:lnTo>
                  <a:lnTo>
                    <a:pt x="554825" y="68636"/>
                  </a:lnTo>
                  <a:lnTo>
                    <a:pt x="562640" y="68028"/>
                  </a:lnTo>
                  <a:lnTo>
                    <a:pt x="570454" y="67147"/>
                  </a:lnTo>
                  <a:lnTo>
                    <a:pt x="578269" y="66425"/>
                  </a:lnTo>
                  <a:lnTo>
                    <a:pt x="586083" y="65765"/>
                  </a:lnTo>
                  <a:lnTo>
                    <a:pt x="593898" y="65112"/>
                  </a:lnTo>
                  <a:lnTo>
                    <a:pt x="601712" y="64573"/>
                  </a:lnTo>
                  <a:lnTo>
                    <a:pt x="609526" y="64117"/>
                  </a:lnTo>
                  <a:lnTo>
                    <a:pt x="617341" y="63253"/>
                  </a:lnTo>
                  <a:lnTo>
                    <a:pt x="625155" y="62392"/>
                  </a:lnTo>
                  <a:lnTo>
                    <a:pt x="632970" y="61441"/>
                  </a:lnTo>
                  <a:lnTo>
                    <a:pt x="640784" y="60555"/>
                  </a:lnTo>
                  <a:lnTo>
                    <a:pt x="648599" y="60030"/>
                  </a:lnTo>
                  <a:lnTo>
                    <a:pt x="656413" y="59513"/>
                  </a:lnTo>
                  <a:lnTo>
                    <a:pt x="664228" y="58930"/>
                  </a:lnTo>
                  <a:lnTo>
                    <a:pt x="672042" y="58140"/>
                  </a:lnTo>
                  <a:lnTo>
                    <a:pt x="679857" y="57358"/>
                  </a:lnTo>
                  <a:lnTo>
                    <a:pt x="687671" y="56716"/>
                  </a:lnTo>
                  <a:lnTo>
                    <a:pt x="695485" y="56138"/>
                  </a:lnTo>
                  <a:lnTo>
                    <a:pt x="703300" y="55525"/>
                  </a:lnTo>
                  <a:lnTo>
                    <a:pt x="711114" y="54918"/>
                  </a:lnTo>
                  <a:lnTo>
                    <a:pt x="718929" y="54221"/>
                  </a:lnTo>
                  <a:lnTo>
                    <a:pt x="726743" y="53504"/>
                  </a:lnTo>
                  <a:lnTo>
                    <a:pt x="734558" y="53120"/>
                  </a:lnTo>
                  <a:lnTo>
                    <a:pt x="742372" y="52195"/>
                  </a:lnTo>
                  <a:lnTo>
                    <a:pt x="750187" y="51304"/>
                  </a:lnTo>
                  <a:lnTo>
                    <a:pt x="758001" y="50925"/>
                  </a:lnTo>
                  <a:lnTo>
                    <a:pt x="765815" y="50374"/>
                  </a:lnTo>
                  <a:lnTo>
                    <a:pt x="773630" y="49988"/>
                  </a:lnTo>
                  <a:lnTo>
                    <a:pt x="781444" y="49571"/>
                  </a:lnTo>
                  <a:lnTo>
                    <a:pt x="789259" y="48676"/>
                  </a:lnTo>
                  <a:lnTo>
                    <a:pt x="797073" y="47980"/>
                  </a:lnTo>
                  <a:lnTo>
                    <a:pt x="804888" y="47269"/>
                  </a:lnTo>
                  <a:lnTo>
                    <a:pt x="812702" y="46513"/>
                  </a:lnTo>
                  <a:lnTo>
                    <a:pt x="820517" y="45766"/>
                  </a:lnTo>
                  <a:lnTo>
                    <a:pt x="828331" y="45037"/>
                  </a:lnTo>
                  <a:lnTo>
                    <a:pt x="836145" y="44544"/>
                  </a:lnTo>
                  <a:lnTo>
                    <a:pt x="843960" y="43921"/>
                  </a:lnTo>
                  <a:lnTo>
                    <a:pt x="851774" y="43302"/>
                  </a:lnTo>
                  <a:lnTo>
                    <a:pt x="859589" y="42784"/>
                  </a:lnTo>
                  <a:lnTo>
                    <a:pt x="867403" y="42259"/>
                  </a:lnTo>
                  <a:lnTo>
                    <a:pt x="875218" y="41605"/>
                  </a:lnTo>
                  <a:lnTo>
                    <a:pt x="883032" y="40869"/>
                  </a:lnTo>
                  <a:lnTo>
                    <a:pt x="890847" y="40145"/>
                  </a:lnTo>
                  <a:lnTo>
                    <a:pt x="898661" y="39583"/>
                  </a:lnTo>
                  <a:lnTo>
                    <a:pt x="906476" y="39075"/>
                  </a:lnTo>
                  <a:lnTo>
                    <a:pt x="914290" y="38575"/>
                  </a:lnTo>
                  <a:lnTo>
                    <a:pt x="922104" y="38089"/>
                  </a:lnTo>
                  <a:lnTo>
                    <a:pt x="929919" y="37611"/>
                  </a:lnTo>
                  <a:lnTo>
                    <a:pt x="937733" y="37142"/>
                  </a:lnTo>
                  <a:lnTo>
                    <a:pt x="945548" y="36682"/>
                  </a:lnTo>
                  <a:lnTo>
                    <a:pt x="953362" y="36230"/>
                  </a:lnTo>
                  <a:lnTo>
                    <a:pt x="961177" y="35819"/>
                  </a:lnTo>
                  <a:lnTo>
                    <a:pt x="968991" y="35394"/>
                  </a:lnTo>
                  <a:lnTo>
                    <a:pt x="976806" y="34905"/>
                  </a:lnTo>
                  <a:lnTo>
                    <a:pt x="984620" y="34372"/>
                  </a:lnTo>
                  <a:lnTo>
                    <a:pt x="992434" y="33870"/>
                  </a:lnTo>
                  <a:lnTo>
                    <a:pt x="1000249" y="33395"/>
                  </a:lnTo>
                  <a:lnTo>
                    <a:pt x="1008063" y="32851"/>
                  </a:lnTo>
                  <a:lnTo>
                    <a:pt x="1015878" y="32257"/>
                  </a:lnTo>
                  <a:lnTo>
                    <a:pt x="1023692" y="31686"/>
                  </a:lnTo>
                  <a:lnTo>
                    <a:pt x="1031507" y="31128"/>
                  </a:lnTo>
                  <a:lnTo>
                    <a:pt x="1039321" y="30575"/>
                  </a:lnTo>
                  <a:lnTo>
                    <a:pt x="1047136" y="30028"/>
                  </a:lnTo>
                  <a:lnTo>
                    <a:pt x="1054950" y="29523"/>
                  </a:lnTo>
                  <a:lnTo>
                    <a:pt x="1062765" y="29118"/>
                  </a:lnTo>
                  <a:lnTo>
                    <a:pt x="1070579" y="28719"/>
                  </a:lnTo>
                  <a:lnTo>
                    <a:pt x="1078393" y="28335"/>
                  </a:lnTo>
                  <a:lnTo>
                    <a:pt x="1086208" y="28005"/>
                  </a:lnTo>
                  <a:lnTo>
                    <a:pt x="1094022" y="27570"/>
                  </a:lnTo>
                  <a:lnTo>
                    <a:pt x="1101837" y="27200"/>
                  </a:lnTo>
                  <a:lnTo>
                    <a:pt x="1109651" y="26821"/>
                  </a:lnTo>
                  <a:lnTo>
                    <a:pt x="1117466" y="26452"/>
                  </a:lnTo>
                  <a:lnTo>
                    <a:pt x="1125280" y="26047"/>
                  </a:lnTo>
                  <a:lnTo>
                    <a:pt x="1133095" y="25597"/>
                  </a:lnTo>
                  <a:lnTo>
                    <a:pt x="1140909" y="25151"/>
                  </a:lnTo>
                  <a:lnTo>
                    <a:pt x="1148723" y="24709"/>
                  </a:lnTo>
                  <a:lnTo>
                    <a:pt x="1156538" y="24271"/>
                  </a:lnTo>
                  <a:lnTo>
                    <a:pt x="1164352" y="23844"/>
                  </a:lnTo>
                  <a:lnTo>
                    <a:pt x="1172167" y="23454"/>
                  </a:lnTo>
                  <a:lnTo>
                    <a:pt x="1179981" y="23251"/>
                  </a:lnTo>
                  <a:lnTo>
                    <a:pt x="1187796" y="23051"/>
                  </a:lnTo>
                  <a:lnTo>
                    <a:pt x="1195610" y="22854"/>
                  </a:lnTo>
                  <a:lnTo>
                    <a:pt x="1203425" y="22662"/>
                  </a:lnTo>
                  <a:lnTo>
                    <a:pt x="1211239" y="22254"/>
                  </a:lnTo>
                  <a:lnTo>
                    <a:pt x="1219053" y="21823"/>
                  </a:lnTo>
                  <a:lnTo>
                    <a:pt x="1226868" y="21398"/>
                  </a:lnTo>
                  <a:lnTo>
                    <a:pt x="1234682" y="20981"/>
                  </a:lnTo>
                  <a:lnTo>
                    <a:pt x="1242497" y="20571"/>
                  </a:lnTo>
                  <a:lnTo>
                    <a:pt x="1250311" y="20167"/>
                  </a:lnTo>
                  <a:lnTo>
                    <a:pt x="1258126" y="19856"/>
                  </a:lnTo>
                  <a:lnTo>
                    <a:pt x="1265940" y="19603"/>
                  </a:lnTo>
                  <a:lnTo>
                    <a:pt x="1273755" y="19357"/>
                  </a:lnTo>
                  <a:lnTo>
                    <a:pt x="1281569" y="19114"/>
                  </a:lnTo>
                  <a:lnTo>
                    <a:pt x="1289384" y="18876"/>
                  </a:lnTo>
                  <a:lnTo>
                    <a:pt x="1297198" y="18642"/>
                  </a:lnTo>
                  <a:lnTo>
                    <a:pt x="1305012" y="18338"/>
                  </a:lnTo>
                  <a:lnTo>
                    <a:pt x="1312827" y="17872"/>
                  </a:lnTo>
                  <a:lnTo>
                    <a:pt x="1320641" y="17411"/>
                  </a:lnTo>
                  <a:lnTo>
                    <a:pt x="1328456" y="17098"/>
                  </a:lnTo>
                  <a:lnTo>
                    <a:pt x="1336270" y="16821"/>
                  </a:lnTo>
                  <a:lnTo>
                    <a:pt x="1344085" y="16552"/>
                  </a:lnTo>
                  <a:lnTo>
                    <a:pt x="1351899" y="16291"/>
                  </a:lnTo>
                  <a:lnTo>
                    <a:pt x="1359714" y="16036"/>
                  </a:lnTo>
                  <a:lnTo>
                    <a:pt x="1367528" y="15679"/>
                  </a:lnTo>
                  <a:lnTo>
                    <a:pt x="1375342" y="15268"/>
                  </a:lnTo>
                  <a:lnTo>
                    <a:pt x="1383157" y="14862"/>
                  </a:lnTo>
                  <a:lnTo>
                    <a:pt x="1390971" y="14461"/>
                  </a:lnTo>
                  <a:lnTo>
                    <a:pt x="1398786" y="14068"/>
                  </a:lnTo>
                  <a:lnTo>
                    <a:pt x="1406600" y="13860"/>
                  </a:lnTo>
                  <a:lnTo>
                    <a:pt x="1414415" y="13495"/>
                  </a:lnTo>
                  <a:lnTo>
                    <a:pt x="1422229" y="13115"/>
                  </a:lnTo>
                  <a:lnTo>
                    <a:pt x="1430044" y="12917"/>
                  </a:lnTo>
                  <a:lnTo>
                    <a:pt x="1437858" y="12727"/>
                  </a:lnTo>
                  <a:lnTo>
                    <a:pt x="1445672" y="12517"/>
                  </a:lnTo>
                  <a:lnTo>
                    <a:pt x="1453487" y="12228"/>
                  </a:lnTo>
                  <a:lnTo>
                    <a:pt x="1461301" y="12121"/>
                  </a:lnTo>
                  <a:lnTo>
                    <a:pt x="1469116" y="11988"/>
                  </a:lnTo>
                  <a:lnTo>
                    <a:pt x="1476930" y="11810"/>
                  </a:lnTo>
                  <a:lnTo>
                    <a:pt x="1484745" y="11560"/>
                  </a:lnTo>
                  <a:lnTo>
                    <a:pt x="1492559" y="11372"/>
                  </a:lnTo>
                  <a:lnTo>
                    <a:pt x="1500374" y="11211"/>
                  </a:lnTo>
                  <a:lnTo>
                    <a:pt x="1508188" y="10871"/>
                  </a:lnTo>
                  <a:lnTo>
                    <a:pt x="1516003" y="10536"/>
                  </a:lnTo>
                  <a:lnTo>
                    <a:pt x="1523817" y="10204"/>
                  </a:lnTo>
                  <a:lnTo>
                    <a:pt x="1531631" y="9990"/>
                  </a:lnTo>
                  <a:lnTo>
                    <a:pt x="1539446" y="9842"/>
                  </a:lnTo>
                  <a:lnTo>
                    <a:pt x="1547260" y="9698"/>
                  </a:lnTo>
                  <a:lnTo>
                    <a:pt x="1555075" y="9559"/>
                  </a:lnTo>
                  <a:lnTo>
                    <a:pt x="1562889" y="9424"/>
                  </a:lnTo>
                  <a:lnTo>
                    <a:pt x="1570704" y="9292"/>
                  </a:lnTo>
                  <a:lnTo>
                    <a:pt x="1578518" y="9163"/>
                  </a:lnTo>
                  <a:lnTo>
                    <a:pt x="1586333" y="9036"/>
                  </a:lnTo>
                  <a:lnTo>
                    <a:pt x="1594147" y="8912"/>
                  </a:lnTo>
                  <a:lnTo>
                    <a:pt x="1601961" y="8694"/>
                  </a:lnTo>
                  <a:lnTo>
                    <a:pt x="1609776" y="8415"/>
                  </a:lnTo>
                  <a:lnTo>
                    <a:pt x="1617590" y="8321"/>
                  </a:lnTo>
                  <a:lnTo>
                    <a:pt x="1625405" y="8229"/>
                  </a:lnTo>
                  <a:lnTo>
                    <a:pt x="1633219" y="8139"/>
                  </a:lnTo>
                  <a:lnTo>
                    <a:pt x="1641034" y="8051"/>
                  </a:lnTo>
                  <a:lnTo>
                    <a:pt x="1648848" y="7933"/>
                  </a:lnTo>
                  <a:lnTo>
                    <a:pt x="1656663" y="7658"/>
                  </a:lnTo>
                  <a:lnTo>
                    <a:pt x="1664477" y="7262"/>
                  </a:lnTo>
                  <a:lnTo>
                    <a:pt x="1672291" y="7136"/>
                  </a:lnTo>
                  <a:lnTo>
                    <a:pt x="1680106" y="7053"/>
                  </a:lnTo>
                  <a:lnTo>
                    <a:pt x="1687920" y="6943"/>
                  </a:lnTo>
                  <a:lnTo>
                    <a:pt x="1695735" y="6615"/>
                  </a:lnTo>
                  <a:lnTo>
                    <a:pt x="1703549" y="6291"/>
                  </a:lnTo>
                  <a:lnTo>
                    <a:pt x="1711364" y="5970"/>
                  </a:lnTo>
                  <a:lnTo>
                    <a:pt x="1719178" y="5657"/>
                  </a:lnTo>
                  <a:lnTo>
                    <a:pt x="1726993" y="5346"/>
                  </a:lnTo>
                  <a:lnTo>
                    <a:pt x="1734807" y="5039"/>
                  </a:lnTo>
                  <a:lnTo>
                    <a:pt x="1742622" y="4735"/>
                  </a:lnTo>
                  <a:lnTo>
                    <a:pt x="1750436" y="4433"/>
                  </a:lnTo>
                  <a:lnTo>
                    <a:pt x="1758250" y="4134"/>
                  </a:lnTo>
                  <a:lnTo>
                    <a:pt x="1766065" y="3995"/>
                  </a:lnTo>
                  <a:lnTo>
                    <a:pt x="1773879" y="3860"/>
                  </a:lnTo>
                  <a:lnTo>
                    <a:pt x="1781694" y="3728"/>
                  </a:lnTo>
                  <a:lnTo>
                    <a:pt x="1789508" y="3599"/>
                  </a:lnTo>
                  <a:lnTo>
                    <a:pt x="1797323" y="3476"/>
                  </a:lnTo>
                  <a:lnTo>
                    <a:pt x="1805137" y="3356"/>
                  </a:lnTo>
                  <a:lnTo>
                    <a:pt x="1812952" y="3239"/>
                  </a:lnTo>
                  <a:lnTo>
                    <a:pt x="1820766" y="3002"/>
                  </a:lnTo>
                  <a:lnTo>
                    <a:pt x="1828580" y="2794"/>
                  </a:lnTo>
                  <a:lnTo>
                    <a:pt x="1836395" y="2766"/>
                  </a:lnTo>
                  <a:lnTo>
                    <a:pt x="1844209" y="2744"/>
                  </a:lnTo>
                  <a:lnTo>
                    <a:pt x="1852024" y="2670"/>
                  </a:lnTo>
                  <a:lnTo>
                    <a:pt x="1859838" y="2563"/>
                  </a:lnTo>
                  <a:lnTo>
                    <a:pt x="1867653" y="2458"/>
                  </a:lnTo>
                  <a:lnTo>
                    <a:pt x="1875467" y="2282"/>
                  </a:lnTo>
                  <a:lnTo>
                    <a:pt x="1883282" y="2035"/>
                  </a:lnTo>
                  <a:lnTo>
                    <a:pt x="1891096" y="1799"/>
                  </a:lnTo>
                  <a:lnTo>
                    <a:pt x="1898910" y="1715"/>
                  </a:lnTo>
                  <a:lnTo>
                    <a:pt x="1906725" y="1631"/>
                  </a:lnTo>
                  <a:lnTo>
                    <a:pt x="1914539" y="1547"/>
                  </a:lnTo>
                  <a:lnTo>
                    <a:pt x="1922354" y="1466"/>
                  </a:lnTo>
                  <a:lnTo>
                    <a:pt x="1930168" y="1388"/>
                  </a:lnTo>
                  <a:lnTo>
                    <a:pt x="1937983" y="1312"/>
                  </a:lnTo>
                  <a:lnTo>
                    <a:pt x="1945797" y="1201"/>
                  </a:lnTo>
                  <a:lnTo>
                    <a:pt x="1953612" y="912"/>
                  </a:lnTo>
                  <a:lnTo>
                    <a:pt x="1961426" y="721"/>
                  </a:lnTo>
                  <a:lnTo>
                    <a:pt x="1969241" y="637"/>
                  </a:lnTo>
                  <a:lnTo>
                    <a:pt x="1977055" y="347"/>
                  </a:lnTo>
                  <a:lnTo>
                    <a:pt x="1984869" y="95"/>
                  </a:lnTo>
                  <a:lnTo>
                    <a:pt x="1992684" y="72"/>
                  </a:lnTo>
                  <a:lnTo>
                    <a:pt x="2000498" y="50"/>
                  </a:lnTo>
                  <a:lnTo>
                    <a:pt x="2008313" y="32"/>
                  </a:lnTo>
                  <a:lnTo>
                    <a:pt x="2016127" y="16"/>
                  </a:lnTo>
                  <a:lnTo>
                    <a:pt x="202394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23" name="pl122"/>
            <p:cNvSpPr/>
            <p:nvPr/>
          </p:nvSpPr>
          <p:spPr>
            <a:xfrm>
              <a:off x="3632283" y="2896649"/>
              <a:ext cx="2023942" cy="208915"/>
            </a:xfrm>
            <a:custGeom>
              <a:avLst/>
              <a:pathLst>
                <a:path w="2023942" h="208915">
                  <a:moveTo>
                    <a:pt x="2023942" y="208915"/>
                  </a:moveTo>
                  <a:lnTo>
                    <a:pt x="2016127" y="208761"/>
                  </a:lnTo>
                  <a:lnTo>
                    <a:pt x="2008313" y="208605"/>
                  </a:lnTo>
                  <a:lnTo>
                    <a:pt x="2000498" y="208446"/>
                  </a:lnTo>
                  <a:lnTo>
                    <a:pt x="1992684" y="208285"/>
                  </a:lnTo>
                  <a:lnTo>
                    <a:pt x="1984869" y="208120"/>
                  </a:lnTo>
                  <a:lnTo>
                    <a:pt x="1977055" y="207953"/>
                  </a:lnTo>
                  <a:lnTo>
                    <a:pt x="1969241" y="207777"/>
                  </a:lnTo>
                  <a:lnTo>
                    <a:pt x="1961426" y="207558"/>
                  </a:lnTo>
                  <a:lnTo>
                    <a:pt x="1953612" y="207203"/>
                  </a:lnTo>
                  <a:lnTo>
                    <a:pt x="1945797" y="207076"/>
                  </a:lnTo>
                  <a:lnTo>
                    <a:pt x="1937983" y="206978"/>
                  </a:lnTo>
                  <a:lnTo>
                    <a:pt x="1930168" y="206870"/>
                  </a:lnTo>
                  <a:lnTo>
                    <a:pt x="1922354" y="206680"/>
                  </a:lnTo>
                  <a:lnTo>
                    <a:pt x="1914539" y="206303"/>
                  </a:lnTo>
                  <a:lnTo>
                    <a:pt x="1906725" y="205897"/>
                  </a:lnTo>
                  <a:lnTo>
                    <a:pt x="1898910" y="205486"/>
                  </a:lnTo>
                  <a:lnTo>
                    <a:pt x="1891096" y="205069"/>
                  </a:lnTo>
                  <a:lnTo>
                    <a:pt x="1883282" y="204648"/>
                  </a:lnTo>
                  <a:lnTo>
                    <a:pt x="1875467" y="204221"/>
                  </a:lnTo>
                  <a:lnTo>
                    <a:pt x="1867653" y="203786"/>
                  </a:lnTo>
                  <a:lnTo>
                    <a:pt x="1859838" y="203347"/>
                  </a:lnTo>
                  <a:lnTo>
                    <a:pt x="1852024" y="202897"/>
                  </a:lnTo>
                  <a:lnTo>
                    <a:pt x="1844209" y="202441"/>
                  </a:lnTo>
                  <a:lnTo>
                    <a:pt x="1836395" y="202116"/>
                  </a:lnTo>
                  <a:lnTo>
                    <a:pt x="1828580" y="201861"/>
                  </a:lnTo>
                  <a:lnTo>
                    <a:pt x="1820766" y="201600"/>
                  </a:lnTo>
                  <a:lnTo>
                    <a:pt x="1812952" y="201335"/>
                  </a:lnTo>
                  <a:lnTo>
                    <a:pt x="1805137" y="201025"/>
                  </a:lnTo>
                  <a:lnTo>
                    <a:pt x="1797323" y="200457"/>
                  </a:lnTo>
                  <a:lnTo>
                    <a:pt x="1789508" y="199881"/>
                  </a:lnTo>
                  <a:lnTo>
                    <a:pt x="1781694" y="199290"/>
                  </a:lnTo>
                  <a:lnTo>
                    <a:pt x="1773879" y="199000"/>
                  </a:lnTo>
                  <a:lnTo>
                    <a:pt x="1766065" y="198719"/>
                  </a:lnTo>
                  <a:lnTo>
                    <a:pt x="1758250" y="198118"/>
                  </a:lnTo>
                  <a:lnTo>
                    <a:pt x="1750436" y="197570"/>
                  </a:lnTo>
                  <a:lnTo>
                    <a:pt x="1742622" y="197142"/>
                  </a:lnTo>
                  <a:lnTo>
                    <a:pt x="1734807" y="196723"/>
                  </a:lnTo>
                  <a:lnTo>
                    <a:pt x="1726993" y="196362"/>
                  </a:lnTo>
                  <a:lnTo>
                    <a:pt x="1719178" y="195987"/>
                  </a:lnTo>
                  <a:lnTo>
                    <a:pt x="1711364" y="195666"/>
                  </a:lnTo>
                  <a:lnTo>
                    <a:pt x="1703549" y="195483"/>
                  </a:lnTo>
                  <a:lnTo>
                    <a:pt x="1695735" y="195202"/>
                  </a:lnTo>
                  <a:lnTo>
                    <a:pt x="1687920" y="194678"/>
                  </a:lnTo>
                  <a:lnTo>
                    <a:pt x="1680106" y="194146"/>
                  </a:lnTo>
                  <a:lnTo>
                    <a:pt x="1672291" y="193650"/>
                  </a:lnTo>
                  <a:lnTo>
                    <a:pt x="1664477" y="193245"/>
                  </a:lnTo>
                  <a:lnTo>
                    <a:pt x="1656663" y="192921"/>
                  </a:lnTo>
                  <a:lnTo>
                    <a:pt x="1648848" y="192678"/>
                  </a:lnTo>
                  <a:lnTo>
                    <a:pt x="1641034" y="192429"/>
                  </a:lnTo>
                  <a:lnTo>
                    <a:pt x="1633219" y="192176"/>
                  </a:lnTo>
                  <a:lnTo>
                    <a:pt x="1625405" y="191918"/>
                  </a:lnTo>
                  <a:lnTo>
                    <a:pt x="1617590" y="191308"/>
                  </a:lnTo>
                  <a:lnTo>
                    <a:pt x="1609776" y="190892"/>
                  </a:lnTo>
                  <a:lnTo>
                    <a:pt x="1601961" y="190520"/>
                  </a:lnTo>
                  <a:lnTo>
                    <a:pt x="1594147" y="189936"/>
                  </a:lnTo>
                  <a:lnTo>
                    <a:pt x="1586333" y="189473"/>
                  </a:lnTo>
                  <a:lnTo>
                    <a:pt x="1578518" y="188851"/>
                  </a:lnTo>
                  <a:lnTo>
                    <a:pt x="1570704" y="188210"/>
                  </a:lnTo>
                  <a:lnTo>
                    <a:pt x="1562889" y="187562"/>
                  </a:lnTo>
                  <a:lnTo>
                    <a:pt x="1555075" y="186913"/>
                  </a:lnTo>
                  <a:lnTo>
                    <a:pt x="1547260" y="186418"/>
                  </a:lnTo>
                  <a:lnTo>
                    <a:pt x="1539446" y="185918"/>
                  </a:lnTo>
                  <a:lnTo>
                    <a:pt x="1531631" y="185415"/>
                  </a:lnTo>
                  <a:lnTo>
                    <a:pt x="1523817" y="184909"/>
                  </a:lnTo>
                  <a:lnTo>
                    <a:pt x="1516003" y="184471"/>
                  </a:lnTo>
                  <a:lnTo>
                    <a:pt x="1508188" y="184168"/>
                  </a:lnTo>
                  <a:lnTo>
                    <a:pt x="1500374" y="183533"/>
                  </a:lnTo>
                  <a:lnTo>
                    <a:pt x="1492559" y="182774"/>
                  </a:lnTo>
                  <a:lnTo>
                    <a:pt x="1484745" y="182216"/>
                  </a:lnTo>
                  <a:lnTo>
                    <a:pt x="1476930" y="181639"/>
                  </a:lnTo>
                  <a:lnTo>
                    <a:pt x="1469116" y="181053"/>
                  </a:lnTo>
                  <a:lnTo>
                    <a:pt x="1461301" y="180456"/>
                  </a:lnTo>
                  <a:lnTo>
                    <a:pt x="1453487" y="179801"/>
                  </a:lnTo>
                  <a:lnTo>
                    <a:pt x="1445672" y="179209"/>
                  </a:lnTo>
                  <a:lnTo>
                    <a:pt x="1437858" y="178608"/>
                  </a:lnTo>
                  <a:lnTo>
                    <a:pt x="1430044" y="178000"/>
                  </a:lnTo>
                  <a:lnTo>
                    <a:pt x="1422229" y="177362"/>
                  </a:lnTo>
                  <a:lnTo>
                    <a:pt x="1414415" y="176713"/>
                  </a:lnTo>
                  <a:lnTo>
                    <a:pt x="1406600" y="176053"/>
                  </a:lnTo>
                  <a:lnTo>
                    <a:pt x="1398786" y="175502"/>
                  </a:lnTo>
                  <a:lnTo>
                    <a:pt x="1390971" y="174865"/>
                  </a:lnTo>
                  <a:lnTo>
                    <a:pt x="1383157" y="174213"/>
                  </a:lnTo>
                  <a:lnTo>
                    <a:pt x="1375342" y="173545"/>
                  </a:lnTo>
                  <a:lnTo>
                    <a:pt x="1367528" y="172869"/>
                  </a:lnTo>
                  <a:lnTo>
                    <a:pt x="1359714" y="172184"/>
                  </a:lnTo>
                  <a:lnTo>
                    <a:pt x="1351899" y="171499"/>
                  </a:lnTo>
                  <a:lnTo>
                    <a:pt x="1344085" y="170808"/>
                  </a:lnTo>
                  <a:lnTo>
                    <a:pt x="1336270" y="170450"/>
                  </a:lnTo>
                  <a:lnTo>
                    <a:pt x="1328456" y="169603"/>
                  </a:lnTo>
                  <a:lnTo>
                    <a:pt x="1320641" y="168678"/>
                  </a:lnTo>
                  <a:lnTo>
                    <a:pt x="1312827" y="167948"/>
                  </a:lnTo>
                  <a:lnTo>
                    <a:pt x="1305012" y="167209"/>
                  </a:lnTo>
                  <a:lnTo>
                    <a:pt x="1297198" y="166462"/>
                  </a:lnTo>
                  <a:lnTo>
                    <a:pt x="1289384" y="165707"/>
                  </a:lnTo>
                  <a:lnTo>
                    <a:pt x="1281569" y="164941"/>
                  </a:lnTo>
                  <a:lnTo>
                    <a:pt x="1273755" y="164098"/>
                  </a:lnTo>
                  <a:lnTo>
                    <a:pt x="1265940" y="163244"/>
                  </a:lnTo>
                  <a:lnTo>
                    <a:pt x="1258126" y="162478"/>
                  </a:lnTo>
                  <a:lnTo>
                    <a:pt x="1250311" y="161590"/>
                  </a:lnTo>
                  <a:lnTo>
                    <a:pt x="1242497" y="160756"/>
                  </a:lnTo>
                  <a:lnTo>
                    <a:pt x="1234682" y="159927"/>
                  </a:lnTo>
                  <a:lnTo>
                    <a:pt x="1226868" y="159259"/>
                  </a:lnTo>
                  <a:lnTo>
                    <a:pt x="1219053" y="158526"/>
                  </a:lnTo>
                  <a:lnTo>
                    <a:pt x="1211239" y="157685"/>
                  </a:lnTo>
                  <a:lnTo>
                    <a:pt x="1203425" y="156833"/>
                  </a:lnTo>
                  <a:lnTo>
                    <a:pt x="1195610" y="155930"/>
                  </a:lnTo>
                  <a:lnTo>
                    <a:pt x="1187796" y="154736"/>
                  </a:lnTo>
                  <a:lnTo>
                    <a:pt x="1179981" y="153834"/>
                  </a:lnTo>
                  <a:lnTo>
                    <a:pt x="1172167" y="152920"/>
                  </a:lnTo>
                  <a:lnTo>
                    <a:pt x="1164352" y="151990"/>
                  </a:lnTo>
                  <a:lnTo>
                    <a:pt x="1156538" y="150932"/>
                  </a:lnTo>
                  <a:lnTo>
                    <a:pt x="1148723" y="149865"/>
                  </a:lnTo>
                  <a:lnTo>
                    <a:pt x="1140909" y="148716"/>
                  </a:lnTo>
                  <a:lnTo>
                    <a:pt x="1133095" y="147555"/>
                  </a:lnTo>
                  <a:lnTo>
                    <a:pt x="1125280" y="146383"/>
                  </a:lnTo>
                  <a:lnTo>
                    <a:pt x="1117466" y="145200"/>
                  </a:lnTo>
                  <a:lnTo>
                    <a:pt x="1109651" y="144001"/>
                  </a:lnTo>
                  <a:lnTo>
                    <a:pt x="1101837" y="142917"/>
                  </a:lnTo>
                  <a:lnTo>
                    <a:pt x="1094022" y="141829"/>
                  </a:lnTo>
                  <a:lnTo>
                    <a:pt x="1086208" y="140897"/>
                  </a:lnTo>
                  <a:lnTo>
                    <a:pt x="1078393" y="140108"/>
                  </a:lnTo>
                  <a:lnTo>
                    <a:pt x="1070579" y="139027"/>
                  </a:lnTo>
                  <a:lnTo>
                    <a:pt x="1062765" y="137801"/>
                  </a:lnTo>
                  <a:lnTo>
                    <a:pt x="1054950" y="136559"/>
                  </a:lnTo>
                  <a:lnTo>
                    <a:pt x="1047136" y="135308"/>
                  </a:lnTo>
                  <a:lnTo>
                    <a:pt x="1039321" y="134086"/>
                  </a:lnTo>
                  <a:lnTo>
                    <a:pt x="1031507" y="132800"/>
                  </a:lnTo>
                  <a:lnTo>
                    <a:pt x="1023692" y="131571"/>
                  </a:lnTo>
                  <a:lnTo>
                    <a:pt x="1015878" y="130374"/>
                  </a:lnTo>
                  <a:lnTo>
                    <a:pt x="1008063" y="129167"/>
                  </a:lnTo>
                  <a:lnTo>
                    <a:pt x="1000249" y="127949"/>
                  </a:lnTo>
                  <a:lnTo>
                    <a:pt x="992434" y="126720"/>
                  </a:lnTo>
                  <a:lnTo>
                    <a:pt x="984620" y="125357"/>
                  </a:lnTo>
                  <a:lnTo>
                    <a:pt x="976806" y="123961"/>
                  </a:lnTo>
                  <a:lnTo>
                    <a:pt x="968991" y="122957"/>
                  </a:lnTo>
                  <a:lnTo>
                    <a:pt x="961177" y="121729"/>
                  </a:lnTo>
                  <a:lnTo>
                    <a:pt x="953362" y="120208"/>
                  </a:lnTo>
                  <a:lnTo>
                    <a:pt x="945548" y="118328"/>
                  </a:lnTo>
                  <a:lnTo>
                    <a:pt x="937733" y="116965"/>
                  </a:lnTo>
                  <a:lnTo>
                    <a:pt x="929919" y="115711"/>
                  </a:lnTo>
                  <a:lnTo>
                    <a:pt x="922104" y="114794"/>
                  </a:lnTo>
                  <a:lnTo>
                    <a:pt x="914290" y="113870"/>
                  </a:lnTo>
                  <a:lnTo>
                    <a:pt x="906476" y="112562"/>
                  </a:lnTo>
                  <a:lnTo>
                    <a:pt x="898661" y="111210"/>
                  </a:lnTo>
                  <a:lnTo>
                    <a:pt x="890847" y="109863"/>
                  </a:lnTo>
                  <a:lnTo>
                    <a:pt x="883032" y="108708"/>
                  </a:lnTo>
                  <a:lnTo>
                    <a:pt x="875218" y="107725"/>
                  </a:lnTo>
                  <a:lnTo>
                    <a:pt x="867403" y="106732"/>
                  </a:lnTo>
                  <a:lnTo>
                    <a:pt x="859589" y="105727"/>
                  </a:lnTo>
                  <a:lnTo>
                    <a:pt x="851774" y="104706"/>
                  </a:lnTo>
                  <a:lnTo>
                    <a:pt x="843960" y="103667"/>
                  </a:lnTo>
                  <a:lnTo>
                    <a:pt x="836145" y="102617"/>
                  </a:lnTo>
                  <a:lnTo>
                    <a:pt x="828331" y="101555"/>
                  </a:lnTo>
                  <a:lnTo>
                    <a:pt x="820517" y="100483"/>
                  </a:lnTo>
                  <a:lnTo>
                    <a:pt x="812702" y="99125"/>
                  </a:lnTo>
                  <a:lnTo>
                    <a:pt x="804888" y="97700"/>
                  </a:lnTo>
                  <a:lnTo>
                    <a:pt x="797073" y="96113"/>
                  </a:lnTo>
                  <a:lnTo>
                    <a:pt x="789259" y="94380"/>
                  </a:lnTo>
                  <a:lnTo>
                    <a:pt x="781444" y="92637"/>
                  </a:lnTo>
                  <a:lnTo>
                    <a:pt x="773630" y="91317"/>
                  </a:lnTo>
                  <a:lnTo>
                    <a:pt x="765815" y="89671"/>
                  </a:lnTo>
                  <a:lnTo>
                    <a:pt x="758001" y="88012"/>
                  </a:lnTo>
                  <a:lnTo>
                    <a:pt x="750187" y="86489"/>
                  </a:lnTo>
                  <a:lnTo>
                    <a:pt x="742372" y="85206"/>
                  </a:lnTo>
                  <a:lnTo>
                    <a:pt x="734558" y="83882"/>
                  </a:lnTo>
                  <a:lnTo>
                    <a:pt x="726743" y="82688"/>
                  </a:lnTo>
                  <a:lnTo>
                    <a:pt x="718929" y="81482"/>
                  </a:lnTo>
                  <a:lnTo>
                    <a:pt x="711114" y="80279"/>
                  </a:lnTo>
                  <a:lnTo>
                    <a:pt x="703300" y="79068"/>
                  </a:lnTo>
                  <a:lnTo>
                    <a:pt x="695485" y="77848"/>
                  </a:lnTo>
                  <a:lnTo>
                    <a:pt x="687671" y="76617"/>
                  </a:lnTo>
                  <a:lnTo>
                    <a:pt x="679857" y="75366"/>
                  </a:lnTo>
                  <a:lnTo>
                    <a:pt x="672042" y="74106"/>
                  </a:lnTo>
                  <a:lnTo>
                    <a:pt x="664228" y="72699"/>
                  </a:lnTo>
                  <a:lnTo>
                    <a:pt x="656413" y="71105"/>
                  </a:lnTo>
                  <a:lnTo>
                    <a:pt x="648599" y="69506"/>
                  </a:lnTo>
                  <a:lnTo>
                    <a:pt x="640784" y="68013"/>
                  </a:lnTo>
                  <a:lnTo>
                    <a:pt x="632970" y="66629"/>
                  </a:lnTo>
                  <a:lnTo>
                    <a:pt x="625155" y="65259"/>
                  </a:lnTo>
                  <a:lnTo>
                    <a:pt x="617341" y="63881"/>
                  </a:lnTo>
                  <a:lnTo>
                    <a:pt x="609526" y="62788"/>
                  </a:lnTo>
                  <a:lnTo>
                    <a:pt x="601712" y="61757"/>
                  </a:lnTo>
                  <a:lnTo>
                    <a:pt x="593898" y="60394"/>
                  </a:lnTo>
                  <a:lnTo>
                    <a:pt x="586083" y="59391"/>
                  </a:lnTo>
                  <a:lnTo>
                    <a:pt x="578269" y="58379"/>
                  </a:lnTo>
                  <a:lnTo>
                    <a:pt x="570454" y="56897"/>
                  </a:lnTo>
                  <a:lnTo>
                    <a:pt x="562640" y="55610"/>
                  </a:lnTo>
                  <a:lnTo>
                    <a:pt x="554825" y="53670"/>
                  </a:lnTo>
                  <a:lnTo>
                    <a:pt x="547011" y="52311"/>
                  </a:lnTo>
                  <a:lnTo>
                    <a:pt x="539196" y="51021"/>
                  </a:lnTo>
                  <a:lnTo>
                    <a:pt x="531382" y="49635"/>
                  </a:lnTo>
                  <a:lnTo>
                    <a:pt x="523568" y="48581"/>
                  </a:lnTo>
                  <a:lnTo>
                    <a:pt x="515753" y="47207"/>
                  </a:lnTo>
                  <a:lnTo>
                    <a:pt x="507939" y="45867"/>
                  </a:lnTo>
                  <a:lnTo>
                    <a:pt x="500124" y="43922"/>
                  </a:lnTo>
                  <a:lnTo>
                    <a:pt x="492310" y="42081"/>
                  </a:lnTo>
                  <a:lnTo>
                    <a:pt x="484495" y="40460"/>
                  </a:lnTo>
                  <a:lnTo>
                    <a:pt x="476681" y="39083"/>
                  </a:lnTo>
                  <a:lnTo>
                    <a:pt x="468866" y="37706"/>
                  </a:lnTo>
                  <a:lnTo>
                    <a:pt x="461052" y="36860"/>
                  </a:lnTo>
                  <a:lnTo>
                    <a:pt x="453238" y="35805"/>
                  </a:lnTo>
                  <a:lnTo>
                    <a:pt x="445423" y="34506"/>
                  </a:lnTo>
                  <a:lnTo>
                    <a:pt x="437609" y="33138"/>
                  </a:lnTo>
                  <a:lnTo>
                    <a:pt x="429794" y="32056"/>
                  </a:lnTo>
                  <a:lnTo>
                    <a:pt x="421980" y="30468"/>
                  </a:lnTo>
                  <a:lnTo>
                    <a:pt x="414165" y="29890"/>
                  </a:lnTo>
                  <a:lnTo>
                    <a:pt x="406351" y="28501"/>
                  </a:lnTo>
                  <a:lnTo>
                    <a:pt x="398536" y="26740"/>
                  </a:lnTo>
                  <a:lnTo>
                    <a:pt x="390722" y="25203"/>
                  </a:lnTo>
                  <a:lnTo>
                    <a:pt x="382907" y="24164"/>
                  </a:lnTo>
                  <a:lnTo>
                    <a:pt x="375093" y="22277"/>
                  </a:lnTo>
                  <a:lnTo>
                    <a:pt x="367279" y="20959"/>
                  </a:lnTo>
                  <a:lnTo>
                    <a:pt x="359464" y="19708"/>
                  </a:lnTo>
                  <a:lnTo>
                    <a:pt x="351650" y="18554"/>
                  </a:lnTo>
                  <a:lnTo>
                    <a:pt x="343835" y="17386"/>
                  </a:lnTo>
                  <a:lnTo>
                    <a:pt x="336021" y="16245"/>
                  </a:lnTo>
                  <a:lnTo>
                    <a:pt x="328206" y="15078"/>
                  </a:lnTo>
                  <a:lnTo>
                    <a:pt x="320392" y="14060"/>
                  </a:lnTo>
                  <a:lnTo>
                    <a:pt x="312577" y="13294"/>
                  </a:lnTo>
                  <a:lnTo>
                    <a:pt x="304763" y="12098"/>
                  </a:lnTo>
                  <a:lnTo>
                    <a:pt x="296949" y="11643"/>
                  </a:lnTo>
                  <a:lnTo>
                    <a:pt x="289134" y="10419"/>
                  </a:lnTo>
                  <a:lnTo>
                    <a:pt x="281320" y="9288"/>
                  </a:lnTo>
                  <a:lnTo>
                    <a:pt x="273505" y="8642"/>
                  </a:lnTo>
                  <a:lnTo>
                    <a:pt x="265691" y="8291"/>
                  </a:lnTo>
                  <a:lnTo>
                    <a:pt x="257876" y="8216"/>
                  </a:lnTo>
                  <a:lnTo>
                    <a:pt x="250062" y="7527"/>
                  </a:lnTo>
                  <a:lnTo>
                    <a:pt x="242247" y="7157"/>
                  </a:lnTo>
                  <a:lnTo>
                    <a:pt x="234433" y="6765"/>
                  </a:lnTo>
                  <a:lnTo>
                    <a:pt x="226619" y="6082"/>
                  </a:lnTo>
                  <a:lnTo>
                    <a:pt x="218804" y="5352"/>
                  </a:lnTo>
                  <a:lnTo>
                    <a:pt x="210990" y="4455"/>
                  </a:lnTo>
                  <a:lnTo>
                    <a:pt x="203175" y="4667"/>
                  </a:lnTo>
                  <a:lnTo>
                    <a:pt x="195361" y="3684"/>
                  </a:lnTo>
                  <a:lnTo>
                    <a:pt x="187546" y="3381"/>
                  </a:lnTo>
                  <a:lnTo>
                    <a:pt x="179732" y="2847"/>
                  </a:lnTo>
                  <a:lnTo>
                    <a:pt x="171917" y="1999"/>
                  </a:lnTo>
                  <a:lnTo>
                    <a:pt x="164103" y="1882"/>
                  </a:lnTo>
                  <a:lnTo>
                    <a:pt x="156288" y="1306"/>
                  </a:lnTo>
                  <a:lnTo>
                    <a:pt x="148474" y="1267"/>
                  </a:lnTo>
                  <a:lnTo>
                    <a:pt x="140660" y="1174"/>
                  </a:lnTo>
                  <a:lnTo>
                    <a:pt x="132845" y="482"/>
                  </a:lnTo>
                  <a:lnTo>
                    <a:pt x="125031" y="176"/>
                  </a:lnTo>
                  <a:lnTo>
                    <a:pt x="117216" y="716"/>
                  </a:lnTo>
                  <a:lnTo>
                    <a:pt x="109402" y="425"/>
                  </a:lnTo>
                  <a:lnTo>
                    <a:pt x="101587" y="134"/>
                  </a:lnTo>
                  <a:lnTo>
                    <a:pt x="93773" y="0"/>
                  </a:lnTo>
                  <a:lnTo>
                    <a:pt x="85958" y="914"/>
                  </a:lnTo>
                  <a:lnTo>
                    <a:pt x="78144" y="1964"/>
                  </a:lnTo>
                  <a:lnTo>
                    <a:pt x="70330" y="3018"/>
                  </a:lnTo>
                  <a:lnTo>
                    <a:pt x="62515" y="3514"/>
                  </a:lnTo>
                  <a:lnTo>
                    <a:pt x="54701" y="3476"/>
                  </a:lnTo>
                  <a:lnTo>
                    <a:pt x="46886" y="3994"/>
                  </a:lnTo>
                  <a:lnTo>
                    <a:pt x="39072" y="4689"/>
                  </a:lnTo>
                  <a:lnTo>
                    <a:pt x="31257" y="4491"/>
                  </a:lnTo>
                  <a:lnTo>
                    <a:pt x="23443" y="4663"/>
                  </a:lnTo>
                  <a:lnTo>
                    <a:pt x="15628" y="5520"/>
                  </a:lnTo>
                  <a:lnTo>
                    <a:pt x="7814" y="6453"/>
                  </a:lnTo>
                  <a:lnTo>
                    <a:pt x="0" y="70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24" name="pl123"/>
            <p:cNvSpPr/>
            <p:nvPr/>
          </p:nvSpPr>
          <p:spPr>
            <a:xfrm>
              <a:off x="3632283" y="2780358"/>
              <a:ext cx="2023942" cy="103040"/>
            </a:xfrm>
            <a:custGeom>
              <a:avLst/>
              <a:pathLst>
                <a:path w="2023942" h="103040">
                  <a:moveTo>
                    <a:pt x="0" y="0"/>
                  </a:moveTo>
                  <a:lnTo>
                    <a:pt x="7814" y="283"/>
                  </a:lnTo>
                  <a:lnTo>
                    <a:pt x="15628" y="570"/>
                  </a:lnTo>
                  <a:lnTo>
                    <a:pt x="23443" y="848"/>
                  </a:lnTo>
                  <a:lnTo>
                    <a:pt x="31257" y="1132"/>
                  </a:lnTo>
                  <a:lnTo>
                    <a:pt x="39072" y="1419"/>
                  </a:lnTo>
                  <a:lnTo>
                    <a:pt x="46886" y="1706"/>
                  </a:lnTo>
                  <a:lnTo>
                    <a:pt x="54701" y="1995"/>
                  </a:lnTo>
                  <a:lnTo>
                    <a:pt x="62515" y="2288"/>
                  </a:lnTo>
                  <a:lnTo>
                    <a:pt x="70330" y="2580"/>
                  </a:lnTo>
                  <a:lnTo>
                    <a:pt x="78144" y="2872"/>
                  </a:lnTo>
                  <a:lnTo>
                    <a:pt x="85958" y="3166"/>
                  </a:lnTo>
                  <a:lnTo>
                    <a:pt x="93773" y="3460"/>
                  </a:lnTo>
                  <a:lnTo>
                    <a:pt x="101587" y="3755"/>
                  </a:lnTo>
                  <a:lnTo>
                    <a:pt x="109402" y="4049"/>
                  </a:lnTo>
                  <a:lnTo>
                    <a:pt x="117216" y="4343"/>
                  </a:lnTo>
                  <a:lnTo>
                    <a:pt x="125031" y="4639"/>
                  </a:lnTo>
                  <a:lnTo>
                    <a:pt x="132845" y="4935"/>
                  </a:lnTo>
                  <a:lnTo>
                    <a:pt x="140660" y="5232"/>
                  </a:lnTo>
                  <a:lnTo>
                    <a:pt x="148474" y="5523"/>
                  </a:lnTo>
                  <a:lnTo>
                    <a:pt x="156288" y="5812"/>
                  </a:lnTo>
                  <a:lnTo>
                    <a:pt x="164103" y="6104"/>
                  </a:lnTo>
                  <a:lnTo>
                    <a:pt x="171917" y="6405"/>
                  </a:lnTo>
                  <a:lnTo>
                    <a:pt x="179732" y="6700"/>
                  </a:lnTo>
                  <a:lnTo>
                    <a:pt x="187546" y="7000"/>
                  </a:lnTo>
                  <a:lnTo>
                    <a:pt x="195361" y="7304"/>
                  </a:lnTo>
                  <a:lnTo>
                    <a:pt x="203175" y="7609"/>
                  </a:lnTo>
                  <a:lnTo>
                    <a:pt x="210990" y="7911"/>
                  </a:lnTo>
                  <a:lnTo>
                    <a:pt x="218804" y="8216"/>
                  </a:lnTo>
                  <a:lnTo>
                    <a:pt x="226619" y="8525"/>
                  </a:lnTo>
                  <a:lnTo>
                    <a:pt x="234433" y="8835"/>
                  </a:lnTo>
                  <a:lnTo>
                    <a:pt x="242247" y="9146"/>
                  </a:lnTo>
                  <a:lnTo>
                    <a:pt x="250062" y="9454"/>
                  </a:lnTo>
                  <a:lnTo>
                    <a:pt x="257876" y="9763"/>
                  </a:lnTo>
                  <a:lnTo>
                    <a:pt x="265691" y="10073"/>
                  </a:lnTo>
                  <a:lnTo>
                    <a:pt x="273505" y="10384"/>
                  </a:lnTo>
                  <a:lnTo>
                    <a:pt x="281320" y="10698"/>
                  </a:lnTo>
                  <a:lnTo>
                    <a:pt x="289134" y="11013"/>
                  </a:lnTo>
                  <a:lnTo>
                    <a:pt x="296949" y="11329"/>
                  </a:lnTo>
                  <a:lnTo>
                    <a:pt x="304763" y="11646"/>
                  </a:lnTo>
                  <a:lnTo>
                    <a:pt x="312577" y="11967"/>
                  </a:lnTo>
                  <a:lnTo>
                    <a:pt x="320392" y="12288"/>
                  </a:lnTo>
                  <a:lnTo>
                    <a:pt x="328206" y="12610"/>
                  </a:lnTo>
                  <a:lnTo>
                    <a:pt x="336021" y="12933"/>
                  </a:lnTo>
                  <a:lnTo>
                    <a:pt x="343835" y="13258"/>
                  </a:lnTo>
                  <a:lnTo>
                    <a:pt x="351650" y="13582"/>
                  </a:lnTo>
                  <a:lnTo>
                    <a:pt x="359464" y="13908"/>
                  </a:lnTo>
                  <a:lnTo>
                    <a:pt x="367279" y="14234"/>
                  </a:lnTo>
                  <a:lnTo>
                    <a:pt x="375093" y="14559"/>
                  </a:lnTo>
                  <a:lnTo>
                    <a:pt x="382907" y="14884"/>
                  </a:lnTo>
                  <a:lnTo>
                    <a:pt x="390722" y="15213"/>
                  </a:lnTo>
                  <a:lnTo>
                    <a:pt x="398536" y="15542"/>
                  </a:lnTo>
                  <a:lnTo>
                    <a:pt x="406351" y="15871"/>
                  </a:lnTo>
                  <a:lnTo>
                    <a:pt x="414165" y="16201"/>
                  </a:lnTo>
                  <a:lnTo>
                    <a:pt x="421980" y="16532"/>
                  </a:lnTo>
                  <a:lnTo>
                    <a:pt x="429794" y="16864"/>
                  </a:lnTo>
                  <a:lnTo>
                    <a:pt x="437609" y="17198"/>
                  </a:lnTo>
                  <a:lnTo>
                    <a:pt x="445423" y="17533"/>
                  </a:lnTo>
                  <a:lnTo>
                    <a:pt x="453238" y="17868"/>
                  </a:lnTo>
                  <a:lnTo>
                    <a:pt x="461052" y="18204"/>
                  </a:lnTo>
                  <a:lnTo>
                    <a:pt x="468866" y="18542"/>
                  </a:lnTo>
                  <a:lnTo>
                    <a:pt x="476681" y="18880"/>
                  </a:lnTo>
                  <a:lnTo>
                    <a:pt x="484495" y="19220"/>
                  </a:lnTo>
                  <a:lnTo>
                    <a:pt x="492310" y="19561"/>
                  </a:lnTo>
                  <a:lnTo>
                    <a:pt x="500124" y="19901"/>
                  </a:lnTo>
                  <a:lnTo>
                    <a:pt x="507939" y="20243"/>
                  </a:lnTo>
                  <a:lnTo>
                    <a:pt x="515753" y="20585"/>
                  </a:lnTo>
                  <a:lnTo>
                    <a:pt x="523568" y="20929"/>
                  </a:lnTo>
                  <a:lnTo>
                    <a:pt x="531382" y="21274"/>
                  </a:lnTo>
                  <a:lnTo>
                    <a:pt x="539196" y="21620"/>
                  </a:lnTo>
                  <a:lnTo>
                    <a:pt x="547011" y="21967"/>
                  </a:lnTo>
                  <a:lnTo>
                    <a:pt x="554825" y="22314"/>
                  </a:lnTo>
                  <a:lnTo>
                    <a:pt x="562640" y="22661"/>
                  </a:lnTo>
                  <a:lnTo>
                    <a:pt x="570454" y="23009"/>
                  </a:lnTo>
                  <a:lnTo>
                    <a:pt x="578269" y="23357"/>
                  </a:lnTo>
                  <a:lnTo>
                    <a:pt x="586083" y="23706"/>
                  </a:lnTo>
                  <a:lnTo>
                    <a:pt x="593898" y="24056"/>
                  </a:lnTo>
                  <a:lnTo>
                    <a:pt x="601712" y="24407"/>
                  </a:lnTo>
                  <a:lnTo>
                    <a:pt x="609526" y="24760"/>
                  </a:lnTo>
                  <a:lnTo>
                    <a:pt x="617341" y="25114"/>
                  </a:lnTo>
                  <a:lnTo>
                    <a:pt x="625155" y="25468"/>
                  </a:lnTo>
                  <a:lnTo>
                    <a:pt x="632970" y="25825"/>
                  </a:lnTo>
                  <a:lnTo>
                    <a:pt x="640784" y="26183"/>
                  </a:lnTo>
                  <a:lnTo>
                    <a:pt x="648599" y="26543"/>
                  </a:lnTo>
                  <a:lnTo>
                    <a:pt x="656413" y="26902"/>
                  </a:lnTo>
                  <a:lnTo>
                    <a:pt x="664228" y="27260"/>
                  </a:lnTo>
                  <a:lnTo>
                    <a:pt x="672042" y="27622"/>
                  </a:lnTo>
                  <a:lnTo>
                    <a:pt x="679857" y="27987"/>
                  </a:lnTo>
                  <a:lnTo>
                    <a:pt x="687671" y="28350"/>
                  </a:lnTo>
                  <a:lnTo>
                    <a:pt x="695485" y="28710"/>
                  </a:lnTo>
                  <a:lnTo>
                    <a:pt x="703300" y="29072"/>
                  </a:lnTo>
                  <a:lnTo>
                    <a:pt x="711114" y="29441"/>
                  </a:lnTo>
                  <a:lnTo>
                    <a:pt x="718929" y="29811"/>
                  </a:lnTo>
                  <a:lnTo>
                    <a:pt x="726743" y="30178"/>
                  </a:lnTo>
                  <a:lnTo>
                    <a:pt x="734558" y="30545"/>
                  </a:lnTo>
                  <a:lnTo>
                    <a:pt x="742372" y="30914"/>
                  </a:lnTo>
                  <a:lnTo>
                    <a:pt x="750187" y="31282"/>
                  </a:lnTo>
                  <a:lnTo>
                    <a:pt x="758001" y="31653"/>
                  </a:lnTo>
                  <a:lnTo>
                    <a:pt x="765815" y="32030"/>
                  </a:lnTo>
                  <a:lnTo>
                    <a:pt x="773630" y="32409"/>
                  </a:lnTo>
                  <a:lnTo>
                    <a:pt x="781444" y="32791"/>
                  </a:lnTo>
                  <a:lnTo>
                    <a:pt x="789259" y="33171"/>
                  </a:lnTo>
                  <a:lnTo>
                    <a:pt x="797073" y="33552"/>
                  </a:lnTo>
                  <a:lnTo>
                    <a:pt x="804888" y="33932"/>
                  </a:lnTo>
                  <a:lnTo>
                    <a:pt x="812702" y="34315"/>
                  </a:lnTo>
                  <a:lnTo>
                    <a:pt x="820517" y="34699"/>
                  </a:lnTo>
                  <a:lnTo>
                    <a:pt x="828331" y="35079"/>
                  </a:lnTo>
                  <a:lnTo>
                    <a:pt x="836145" y="35463"/>
                  </a:lnTo>
                  <a:lnTo>
                    <a:pt x="843960" y="35849"/>
                  </a:lnTo>
                  <a:lnTo>
                    <a:pt x="851774" y="36236"/>
                  </a:lnTo>
                  <a:lnTo>
                    <a:pt x="859589" y="36625"/>
                  </a:lnTo>
                  <a:lnTo>
                    <a:pt x="867403" y="37015"/>
                  </a:lnTo>
                  <a:lnTo>
                    <a:pt x="875218" y="37405"/>
                  </a:lnTo>
                  <a:lnTo>
                    <a:pt x="883032" y="37795"/>
                  </a:lnTo>
                  <a:lnTo>
                    <a:pt x="890847" y="38178"/>
                  </a:lnTo>
                  <a:lnTo>
                    <a:pt x="898661" y="38562"/>
                  </a:lnTo>
                  <a:lnTo>
                    <a:pt x="906476" y="38946"/>
                  </a:lnTo>
                  <a:lnTo>
                    <a:pt x="914290" y="39337"/>
                  </a:lnTo>
                  <a:lnTo>
                    <a:pt x="922104" y="39730"/>
                  </a:lnTo>
                  <a:lnTo>
                    <a:pt x="929919" y="40125"/>
                  </a:lnTo>
                  <a:lnTo>
                    <a:pt x="937733" y="40517"/>
                  </a:lnTo>
                  <a:lnTo>
                    <a:pt x="945548" y="40911"/>
                  </a:lnTo>
                  <a:lnTo>
                    <a:pt x="953362" y="41311"/>
                  </a:lnTo>
                  <a:lnTo>
                    <a:pt x="961177" y="41701"/>
                  </a:lnTo>
                  <a:lnTo>
                    <a:pt x="968991" y="42096"/>
                  </a:lnTo>
                  <a:lnTo>
                    <a:pt x="976806" y="42495"/>
                  </a:lnTo>
                  <a:lnTo>
                    <a:pt x="984620" y="42897"/>
                  </a:lnTo>
                  <a:lnTo>
                    <a:pt x="992434" y="43300"/>
                  </a:lnTo>
                  <a:lnTo>
                    <a:pt x="1000249" y="43700"/>
                  </a:lnTo>
                  <a:lnTo>
                    <a:pt x="1008063" y="44098"/>
                  </a:lnTo>
                  <a:lnTo>
                    <a:pt x="1015878" y="44500"/>
                  </a:lnTo>
                  <a:lnTo>
                    <a:pt x="1023692" y="44904"/>
                  </a:lnTo>
                  <a:lnTo>
                    <a:pt x="1031507" y="45313"/>
                  </a:lnTo>
                  <a:lnTo>
                    <a:pt x="1039321" y="45728"/>
                  </a:lnTo>
                  <a:lnTo>
                    <a:pt x="1047136" y="46143"/>
                  </a:lnTo>
                  <a:lnTo>
                    <a:pt x="1054950" y="46558"/>
                  </a:lnTo>
                  <a:lnTo>
                    <a:pt x="1062765" y="46967"/>
                  </a:lnTo>
                  <a:lnTo>
                    <a:pt x="1070579" y="47384"/>
                  </a:lnTo>
                  <a:lnTo>
                    <a:pt x="1078393" y="47803"/>
                  </a:lnTo>
                  <a:lnTo>
                    <a:pt x="1086208" y="48224"/>
                  </a:lnTo>
                  <a:lnTo>
                    <a:pt x="1094022" y="48645"/>
                  </a:lnTo>
                  <a:lnTo>
                    <a:pt x="1101837" y="49060"/>
                  </a:lnTo>
                  <a:lnTo>
                    <a:pt x="1109651" y="49471"/>
                  </a:lnTo>
                  <a:lnTo>
                    <a:pt x="1117466" y="49883"/>
                  </a:lnTo>
                  <a:lnTo>
                    <a:pt x="1125280" y="50295"/>
                  </a:lnTo>
                  <a:lnTo>
                    <a:pt x="1133095" y="50701"/>
                  </a:lnTo>
                  <a:lnTo>
                    <a:pt x="1140909" y="51107"/>
                  </a:lnTo>
                  <a:lnTo>
                    <a:pt x="1148723" y="51517"/>
                  </a:lnTo>
                  <a:lnTo>
                    <a:pt x="1156538" y="51936"/>
                  </a:lnTo>
                  <a:lnTo>
                    <a:pt x="1164352" y="52355"/>
                  </a:lnTo>
                  <a:lnTo>
                    <a:pt x="1172167" y="52775"/>
                  </a:lnTo>
                  <a:lnTo>
                    <a:pt x="1179981" y="53194"/>
                  </a:lnTo>
                  <a:lnTo>
                    <a:pt x="1187796" y="53613"/>
                  </a:lnTo>
                  <a:lnTo>
                    <a:pt x="1195610" y="54034"/>
                  </a:lnTo>
                  <a:lnTo>
                    <a:pt x="1203425" y="54452"/>
                  </a:lnTo>
                  <a:lnTo>
                    <a:pt x="1211239" y="54872"/>
                  </a:lnTo>
                  <a:lnTo>
                    <a:pt x="1219053" y="55299"/>
                  </a:lnTo>
                  <a:lnTo>
                    <a:pt x="1226868" y="55731"/>
                  </a:lnTo>
                  <a:lnTo>
                    <a:pt x="1234682" y="56163"/>
                  </a:lnTo>
                  <a:lnTo>
                    <a:pt x="1242497" y="56596"/>
                  </a:lnTo>
                  <a:lnTo>
                    <a:pt x="1250311" y="57027"/>
                  </a:lnTo>
                  <a:lnTo>
                    <a:pt x="1258126" y="57471"/>
                  </a:lnTo>
                  <a:lnTo>
                    <a:pt x="1265940" y="57917"/>
                  </a:lnTo>
                  <a:lnTo>
                    <a:pt x="1273755" y="58365"/>
                  </a:lnTo>
                  <a:lnTo>
                    <a:pt x="1281569" y="58804"/>
                  </a:lnTo>
                  <a:lnTo>
                    <a:pt x="1289384" y="59239"/>
                  </a:lnTo>
                  <a:lnTo>
                    <a:pt x="1297198" y="59674"/>
                  </a:lnTo>
                  <a:lnTo>
                    <a:pt x="1305012" y="60106"/>
                  </a:lnTo>
                  <a:lnTo>
                    <a:pt x="1312827" y="60528"/>
                  </a:lnTo>
                  <a:lnTo>
                    <a:pt x="1320641" y="60951"/>
                  </a:lnTo>
                  <a:lnTo>
                    <a:pt x="1328456" y="61376"/>
                  </a:lnTo>
                  <a:lnTo>
                    <a:pt x="1336270" y="61811"/>
                  </a:lnTo>
                  <a:lnTo>
                    <a:pt x="1344085" y="62246"/>
                  </a:lnTo>
                  <a:lnTo>
                    <a:pt x="1351899" y="62688"/>
                  </a:lnTo>
                  <a:lnTo>
                    <a:pt x="1359714" y="63137"/>
                  </a:lnTo>
                  <a:lnTo>
                    <a:pt x="1367528" y="63586"/>
                  </a:lnTo>
                  <a:lnTo>
                    <a:pt x="1375342" y="64040"/>
                  </a:lnTo>
                  <a:lnTo>
                    <a:pt x="1383157" y="64501"/>
                  </a:lnTo>
                  <a:lnTo>
                    <a:pt x="1390971" y="64949"/>
                  </a:lnTo>
                  <a:lnTo>
                    <a:pt x="1398786" y="65395"/>
                  </a:lnTo>
                  <a:lnTo>
                    <a:pt x="1406600" y="65832"/>
                  </a:lnTo>
                  <a:lnTo>
                    <a:pt x="1414415" y="66278"/>
                  </a:lnTo>
                  <a:lnTo>
                    <a:pt x="1422229" y="66724"/>
                  </a:lnTo>
                  <a:lnTo>
                    <a:pt x="1430044" y="67172"/>
                  </a:lnTo>
                  <a:lnTo>
                    <a:pt x="1437858" y="67616"/>
                  </a:lnTo>
                  <a:lnTo>
                    <a:pt x="1445672" y="68060"/>
                  </a:lnTo>
                  <a:lnTo>
                    <a:pt x="1453487" y="68504"/>
                  </a:lnTo>
                  <a:lnTo>
                    <a:pt x="1461301" y="68949"/>
                  </a:lnTo>
                  <a:lnTo>
                    <a:pt x="1469116" y="69390"/>
                  </a:lnTo>
                  <a:lnTo>
                    <a:pt x="1476930" y="69847"/>
                  </a:lnTo>
                  <a:lnTo>
                    <a:pt x="1484745" y="70306"/>
                  </a:lnTo>
                  <a:lnTo>
                    <a:pt x="1492559" y="70765"/>
                  </a:lnTo>
                  <a:lnTo>
                    <a:pt x="1500374" y="71201"/>
                  </a:lnTo>
                  <a:lnTo>
                    <a:pt x="1508188" y="71647"/>
                  </a:lnTo>
                  <a:lnTo>
                    <a:pt x="1516003" y="72116"/>
                  </a:lnTo>
                  <a:lnTo>
                    <a:pt x="1523817" y="72587"/>
                  </a:lnTo>
                  <a:lnTo>
                    <a:pt x="1531631" y="73053"/>
                  </a:lnTo>
                  <a:lnTo>
                    <a:pt x="1539446" y="73519"/>
                  </a:lnTo>
                  <a:lnTo>
                    <a:pt x="1547260" y="73986"/>
                  </a:lnTo>
                  <a:lnTo>
                    <a:pt x="1555075" y="74454"/>
                  </a:lnTo>
                  <a:lnTo>
                    <a:pt x="1562889" y="74909"/>
                  </a:lnTo>
                  <a:lnTo>
                    <a:pt x="1570704" y="75365"/>
                  </a:lnTo>
                  <a:lnTo>
                    <a:pt x="1578518" y="75822"/>
                  </a:lnTo>
                  <a:lnTo>
                    <a:pt x="1586333" y="76280"/>
                  </a:lnTo>
                  <a:lnTo>
                    <a:pt x="1594147" y="76739"/>
                  </a:lnTo>
                  <a:lnTo>
                    <a:pt x="1601961" y="77198"/>
                  </a:lnTo>
                  <a:lnTo>
                    <a:pt x="1609776" y="77658"/>
                  </a:lnTo>
                  <a:lnTo>
                    <a:pt x="1617590" y="78119"/>
                  </a:lnTo>
                  <a:lnTo>
                    <a:pt x="1625405" y="78576"/>
                  </a:lnTo>
                  <a:lnTo>
                    <a:pt x="1633219" y="79027"/>
                  </a:lnTo>
                  <a:lnTo>
                    <a:pt x="1641034" y="79486"/>
                  </a:lnTo>
                  <a:lnTo>
                    <a:pt x="1648848" y="79946"/>
                  </a:lnTo>
                  <a:lnTo>
                    <a:pt x="1656663" y="80408"/>
                  </a:lnTo>
                  <a:lnTo>
                    <a:pt x="1664477" y="80869"/>
                  </a:lnTo>
                  <a:lnTo>
                    <a:pt x="1672291" y="81336"/>
                  </a:lnTo>
                  <a:lnTo>
                    <a:pt x="1680106" y="81811"/>
                  </a:lnTo>
                  <a:lnTo>
                    <a:pt x="1687920" y="82248"/>
                  </a:lnTo>
                  <a:lnTo>
                    <a:pt x="1695735" y="82698"/>
                  </a:lnTo>
                  <a:lnTo>
                    <a:pt x="1703549" y="83151"/>
                  </a:lnTo>
                  <a:lnTo>
                    <a:pt x="1711364" y="83609"/>
                  </a:lnTo>
                  <a:lnTo>
                    <a:pt x="1719178" y="84075"/>
                  </a:lnTo>
                  <a:lnTo>
                    <a:pt x="1726993" y="84523"/>
                  </a:lnTo>
                  <a:lnTo>
                    <a:pt x="1734807" y="84996"/>
                  </a:lnTo>
                  <a:lnTo>
                    <a:pt x="1742622" y="85480"/>
                  </a:lnTo>
                  <a:lnTo>
                    <a:pt x="1750436" y="85959"/>
                  </a:lnTo>
                  <a:lnTo>
                    <a:pt x="1758250" y="86439"/>
                  </a:lnTo>
                  <a:lnTo>
                    <a:pt x="1766065" y="86919"/>
                  </a:lnTo>
                  <a:lnTo>
                    <a:pt x="1773879" y="87401"/>
                  </a:lnTo>
                  <a:lnTo>
                    <a:pt x="1781694" y="87882"/>
                  </a:lnTo>
                  <a:lnTo>
                    <a:pt x="1789508" y="88365"/>
                  </a:lnTo>
                  <a:lnTo>
                    <a:pt x="1797323" y="88844"/>
                  </a:lnTo>
                  <a:lnTo>
                    <a:pt x="1805137" y="89313"/>
                  </a:lnTo>
                  <a:lnTo>
                    <a:pt x="1812952" y="89783"/>
                  </a:lnTo>
                  <a:lnTo>
                    <a:pt x="1820766" y="90253"/>
                  </a:lnTo>
                  <a:lnTo>
                    <a:pt x="1828580" y="90723"/>
                  </a:lnTo>
                  <a:lnTo>
                    <a:pt x="1836395" y="91215"/>
                  </a:lnTo>
                  <a:lnTo>
                    <a:pt x="1844209" y="91697"/>
                  </a:lnTo>
                  <a:lnTo>
                    <a:pt x="1852024" y="92149"/>
                  </a:lnTo>
                  <a:lnTo>
                    <a:pt x="1859838" y="92608"/>
                  </a:lnTo>
                  <a:lnTo>
                    <a:pt x="1867653" y="93081"/>
                  </a:lnTo>
                  <a:lnTo>
                    <a:pt x="1875467" y="93563"/>
                  </a:lnTo>
                  <a:lnTo>
                    <a:pt x="1883282" y="94053"/>
                  </a:lnTo>
                  <a:lnTo>
                    <a:pt x="1891096" y="94546"/>
                  </a:lnTo>
                  <a:lnTo>
                    <a:pt x="1898910" y="95040"/>
                  </a:lnTo>
                  <a:lnTo>
                    <a:pt x="1906725" y="95534"/>
                  </a:lnTo>
                  <a:lnTo>
                    <a:pt x="1914539" y="96029"/>
                  </a:lnTo>
                  <a:lnTo>
                    <a:pt x="1922354" y="96537"/>
                  </a:lnTo>
                  <a:lnTo>
                    <a:pt x="1930168" y="97032"/>
                  </a:lnTo>
                  <a:lnTo>
                    <a:pt x="1937983" y="97521"/>
                  </a:lnTo>
                  <a:lnTo>
                    <a:pt x="1945797" y="98027"/>
                  </a:lnTo>
                  <a:lnTo>
                    <a:pt x="1953612" y="98537"/>
                  </a:lnTo>
                  <a:lnTo>
                    <a:pt x="1961426" y="99051"/>
                  </a:lnTo>
                  <a:lnTo>
                    <a:pt x="1969241" y="99566"/>
                  </a:lnTo>
                  <a:lnTo>
                    <a:pt x="1977055" y="100065"/>
                  </a:lnTo>
                  <a:lnTo>
                    <a:pt x="1984869" y="100581"/>
                  </a:lnTo>
                  <a:lnTo>
                    <a:pt x="1992684" y="101085"/>
                  </a:lnTo>
                  <a:lnTo>
                    <a:pt x="2000498" y="101584"/>
                  </a:lnTo>
                  <a:lnTo>
                    <a:pt x="2008313" y="102069"/>
                  </a:lnTo>
                  <a:lnTo>
                    <a:pt x="2016127" y="102554"/>
                  </a:lnTo>
                  <a:lnTo>
                    <a:pt x="2023942" y="103040"/>
                  </a:lnTo>
                </a:path>
              </a:pathLst>
            </a:custGeom>
            <a:ln w="18970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4"/>
            <p:cNvSpPr/>
            <p:nvPr/>
          </p:nvSpPr>
          <p:spPr>
            <a:xfrm>
              <a:off x="3632283" y="2761333"/>
              <a:ext cx="2023942" cy="73629"/>
            </a:xfrm>
            <a:custGeom>
              <a:avLst/>
              <a:pathLst>
                <a:path w="2023942" h="73629">
                  <a:moveTo>
                    <a:pt x="0" y="0"/>
                  </a:moveTo>
                  <a:lnTo>
                    <a:pt x="7814" y="231"/>
                  </a:lnTo>
                  <a:lnTo>
                    <a:pt x="15628" y="393"/>
                  </a:lnTo>
                  <a:lnTo>
                    <a:pt x="23443" y="542"/>
                  </a:lnTo>
                  <a:lnTo>
                    <a:pt x="31257" y="720"/>
                  </a:lnTo>
                  <a:lnTo>
                    <a:pt x="39072" y="897"/>
                  </a:lnTo>
                  <a:lnTo>
                    <a:pt x="46886" y="1066"/>
                  </a:lnTo>
                  <a:lnTo>
                    <a:pt x="54701" y="1283"/>
                  </a:lnTo>
                  <a:lnTo>
                    <a:pt x="62515" y="1500"/>
                  </a:lnTo>
                  <a:lnTo>
                    <a:pt x="70330" y="1728"/>
                  </a:lnTo>
                  <a:lnTo>
                    <a:pt x="78144" y="1934"/>
                  </a:lnTo>
                  <a:lnTo>
                    <a:pt x="85958" y="2094"/>
                  </a:lnTo>
                  <a:lnTo>
                    <a:pt x="93773" y="2319"/>
                  </a:lnTo>
                  <a:lnTo>
                    <a:pt x="101587" y="2509"/>
                  </a:lnTo>
                  <a:lnTo>
                    <a:pt x="109402" y="2710"/>
                  </a:lnTo>
                  <a:lnTo>
                    <a:pt x="117216" y="2869"/>
                  </a:lnTo>
                  <a:lnTo>
                    <a:pt x="125031" y="3054"/>
                  </a:lnTo>
                  <a:lnTo>
                    <a:pt x="132845" y="3276"/>
                  </a:lnTo>
                  <a:lnTo>
                    <a:pt x="140660" y="3472"/>
                  </a:lnTo>
                  <a:lnTo>
                    <a:pt x="148474" y="3643"/>
                  </a:lnTo>
                  <a:lnTo>
                    <a:pt x="156288" y="3821"/>
                  </a:lnTo>
                  <a:lnTo>
                    <a:pt x="164103" y="4063"/>
                  </a:lnTo>
                  <a:lnTo>
                    <a:pt x="171917" y="4220"/>
                  </a:lnTo>
                  <a:lnTo>
                    <a:pt x="179732" y="4475"/>
                  </a:lnTo>
                  <a:lnTo>
                    <a:pt x="187546" y="4626"/>
                  </a:lnTo>
                  <a:lnTo>
                    <a:pt x="195361" y="4814"/>
                  </a:lnTo>
                  <a:lnTo>
                    <a:pt x="203175" y="5098"/>
                  </a:lnTo>
                  <a:lnTo>
                    <a:pt x="210990" y="5264"/>
                  </a:lnTo>
                  <a:lnTo>
                    <a:pt x="218804" y="5551"/>
                  </a:lnTo>
                  <a:lnTo>
                    <a:pt x="226619" y="5771"/>
                  </a:lnTo>
                  <a:lnTo>
                    <a:pt x="234433" y="6044"/>
                  </a:lnTo>
                  <a:lnTo>
                    <a:pt x="242247" y="6302"/>
                  </a:lnTo>
                  <a:lnTo>
                    <a:pt x="250062" y="6503"/>
                  </a:lnTo>
                  <a:lnTo>
                    <a:pt x="257876" y="6776"/>
                  </a:lnTo>
                  <a:lnTo>
                    <a:pt x="265691" y="6989"/>
                  </a:lnTo>
                  <a:lnTo>
                    <a:pt x="273505" y="7242"/>
                  </a:lnTo>
                  <a:lnTo>
                    <a:pt x="281320" y="7482"/>
                  </a:lnTo>
                  <a:lnTo>
                    <a:pt x="289134" y="7715"/>
                  </a:lnTo>
                  <a:lnTo>
                    <a:pt x="296949" y="7912"/>
                  </a:lnTo>
                  <a:lnTo>
                    <a:pt x="304763" y="8093"/>
                  </a:lnTo>
                  <a:lnTo>
                    <a:pt x="312577" y="8357"/>
                  </a:lnTo>
                  <a:lnTo>
                    <a:pt x="320392" y="8569"/>
                  </a:lnTo>
                  <a:lnTo>
                    <a:pt x="328206" y="8762"/>
                  </a:lnTo>
                  <a:lnTo>
                    <a:pt x="336021" y="9026"/>
                  </a:lnTo>
                  <a:lnTo>
                    <a:pt x="343835" y="9175"/>
                  </a:lnTo>
                  <a:lnTo>
                    <a:pt x="351650" y="9408"/>
                  </a:lnTo>
                  <a:lnTo>
                    <a:pt x="359464" y="9611"/>
                  </a:lnTo>
                  <a:lnTo>
                    <a:pt x="367279" y="9890"/>
                  </a:lnTo>
                  <a:lnTo>
                    <a:pt x="375093" y="10176"/>
                  </a:lnTo>
                  <a:lnTo>
                    <a:pt x="382907" y="10368"/>
                  </a:lnTo>
                  <a:lnTo>
                    <a:pt x="390722" y="10542"/>
                  </a:lnTo>
                  <a:lnTo>
                    <a:pt x="398536" y="10773"/>
                  </a:lnTo>
                  <a:lnTo>
                    <a:pt x="406351" y="10939"/>
                  </a:lnTo>
                  <a:lnTo>
                    <a:pt x="414165" y="11193"/>
                  </a:lnTo>
                  <a:lnTo>
                    <a:pt x="421980" y="11463"/>
                  </a:lnTo>
                  <a:lnTo>
                    <a:pt x="429794" y="11778"/>
                  </a:lnTo>
                  <a:lnTo>
                    <a:pt x="437609" y="11980"/>
                  </a:lnTo>
                  <a:lnTo>
                    <a:pt x="445423" y="12241"/>
                  </a:lnTo>
                  <a:lnTo>
                    <a:pt x="453238" y="12428"/>
                  </a:lnTo>
                  <a:lnTo>
                    <a:pt x="461052" y="12694"/>
                  </a:lnTo>
                  <a:lnTo>
                    <a:pt x="468866" y="12929"/>
                  </a:lnTo>
                  <a:lnTo>
                    <a:pt x="476681" y="13087"/>
                  </a:lnTo>
                  <a:lnTo>
                    <a:pt x="484495" y="13366"/>
                  </a:lnTo>
                  <a:lnTo>
                    <a:pt x="492310" y="13642"/>
                  </a:lnTo>
                  <a:lnTo>
                    <a:pt x="500124" y="13907"/>
                  </a:lnTo>
                  <a:lnTo>
                    <a:pt x="507939" y="14135"/>
                  </a:lnTo>
                  <a:lnTo>
                    <a:pt x="515753" y="14345"/>
                  </a:lnTo>
                  <a:lnTo>
                    <a:pt x="523568" y="14579"/>
                  </a:lnTo>
                  <a:lnTo>
                    <a:pt x="531382" y="14862"/>
                  </a:lnTo>
                  <a:lnTo>
                    <a:pt x="539196" y="15139"/>
                  </a:lnTo>
                  <a:lnTo>
                    <a:pt x="547011" y="15344"/>
                  </a:lnTo>
                  <a:lnTo>
                    <a:pt x="554825" y="15654"/>
                  </a:lnTo>
                  <a:lnTo>
                    <a:pt x="562640" y="15898"/>
                  </a:lnTo>
                  <a:lnTo>
                    <a:pt x="570454" y="16095"/>
                  </a:lnTo>
                  <a:lnTo>
                    <a:pt x="578269" y="16317"/>
                  </a:lnTo>
                  <a:lnTo>
                    <a:pt x="586083" y="16596"/>
                  </a:lnTo>
                  <a:lnTo>
                    <a:pt x="593898" y="16804"/>
                  </a:lnTo>
                  <a:lnTo>
                    <a:pt x="601712" y="17077"/>
                  </a:lnTo>
                  <a:lnTo>
                    <a:pt x="609526" y="17341"/>
                  </a:lnTo>
                  <a:lnTo>
                    <a:pt x="617341" y="17686"/>
                  </a:lnTo>
                  <a:lnTo>
                    <a:pt x="625155" y="17986"/>
                  </a:lnTo>
                  <a:lnTo>
                    <a:pt x="632970" y="18153"/>
                  </a:lnTo>
                  <a:lnTo>
                    <a:pt x="640784" y="18361"/>
                  </a:lnTo>
                  <a:lnTo>
                    <a:pt x="648599" y="18540"/>
                  </a:lnTo>
                  <a:lnTo>
                    <a:pt x="656413" y="18763"/>
                  </a:lnTo>
                  <a:lnTo>
                    <a:pt x="664228" y="18991"/>
                  </a:lnTo>
                  <a:lnTo>
                    <a:pt x="672042" y="19190"/>
                  </a:lnTo>
                  <a:lnTo>
                    <a:pt x="679857" y="19414"/>
                  </a:lnTo>
                  <a:lnTo>
                    <a:pt x="687671" y="19665"/>
                  </a:lnTo>
                  <a:lnTo>
                    <a:pt x="695485" y="19913"/>
                  </a:lnTo>
                  <a:lnTo>
                    <a:pt x="703300" y="20183"/>
                  </a:lnTo>
                  <a:lnTo>
                    <a:pt x="711114" y="20406"/>
                  </a:lnTo>
                  <a:lnTo>
                    <a:pt x="718929" y="20644"/>
                  </a:lnTo>
                  <a:lnTo>
                    <a:pt x="726743" y="20910"/>
                  </a:lnTo>
                  <a:lnTo>
                    <a:pt x="734558" y="21112"/>
                  </a:lnTo>
                  <a:lnTo>
                    <a:pt x="742372" y="21276"/>
                  </a:lnTo>
                  <a:lnTo>
                    <a:pt x="750187" y="21515"/>
                  </a:lnTo>
                  <a:lnTo>
                    <a:pt x="758001" y="21758"/>
                  </a:lnTo>
                  <a:lnTo>
                    <a:pt x="765815" y="21966"/>
                  </a:lnTo>
                  <a:lnTo>
                    <a:pt x="773630" y="22250"/>
                  </a:lnTo>
                  <a:lnTo>
                    <a:pt x="781444" y="22537"/>
                  </a:lnTo>
                  <a:lnTo>
                    <a:pt x="789259" y="22795"/>
                  </a:lnTo>
                  <a:lnTo>
                    <a:pt x="797073" y="23027"/>
                  </a:lnTo>
                  <a:lnTo>
                    <a:pt x="804888" y="23328"/>
                  </a:lnTo>
                  <a:lnTo>
                    <a:pt x="812702" y="23569"/>
                  </a:lnTo>
                  <a:lnTo>
                    <a:pt x="820517" y="23876"/>
                  </a:lnTo>
                  <a:lnTo>
                    <a:pt x="828331" y="24179"/>
                  </a:lnTo>
                  <a:lnTo>
                    <a:pt x="836145" y="24492"/>
                  </a:lnTo>
                  <a:lnTo>
                    <a:pt x="843960" y="24755"/>
                  </a:lnTo>
                  <a:lnTo>
                    <a:pt x="851774" y="25053"/>
                  </a:lnTo>
                  <a:lnTo>
                    <a:pt x="859589" y="25319"/>
                  </a:lnTo>
                  <a:lnTo>
                    <a:pt x="867403" y="25598"/>
                  </a:lnTo>
                  <a:lnTo>
                    <a:pt x="875218" y="25807"/>
                  </a:lnTo>
                  <a:lnTo>
                    <a:pt x="883032" y="26013"/>
                  </a:lnTo>
                  <a:lnTo>
                    <a:pt x="890847" y="26274"/>
                  </a:lnTo>
                  <a:lnTo>
                    <a:pt x="898661" y="26630"/>
                  </a:lnTo>
                  <a:lnTo>
                    <a:pt x="906476" y="26912"/>
                  </a:lnTo>
                  <a:lnTo>
                    <a:pt x="914290" y="27277"/>
                  </a:lnTo>
                  <a:lnTo>
                    <a:pt x="922104" y="27557"/>
                  </a:lnTo>
                  <a:lnTo>
                    <a:pt x="929919" y="27824"/>
                  </a:lnTo>
                  <a:lnTo>
                    <a:pt x="937733" y="28105"/>
                  </a:lnTo>
                  <a:lnTo>
                    <a:pt x="945548" y="28323"/>
                  </a:lnTo>
                  <a:lnTo>
                    <a:pt x="953362" y="28551"/>
                  </a:lnTo>
                  <a:lnTo>
                    <a:pt x="961177" y="28795"/>
                  </a:lnTo>
                  <a:lnTo>
                    <a:pt x="968991" y="29115"/>
                  </a:lnTo>
                  <a:lnTo>
                    <a:pt x="976806" y="29404"/>
                  </a:lnTo>
                  <a:lnTo>
                    <a:pt x="984620" y="29656"/>
                  </a:lnTo>
                  <a:lnTo>
                    <a:pt x="992434" y="29908"/>
                  </a:lnTo>
                  <a:lnTo>
                    <a:pt x="1000249" y="30208"/>
                  </a:lnTo>
                  <a:lnTo>
                    <a:pt x="1008063" y="30456"/>
                  </a:lnTo>
                  <a:lnTo>
                    <a:pt x="1015878" y="30685"/>
                  </a:lnTo>
                  <a:lnTo>
                    <a:pt x="1023692" y="30972"/>
                  </a:lnTo>
                  <a:lnTo>
                    <a:pt x="1031507" y="31245"/>
                  </a:lnTo>
                  <a:lnTo>
                    <a:pt x="1039321" y="31476"/>
                  </a:lnTo>
                  <a:lnTo>
                    <a:pt x="1047136" y="31760"/>
                  </a:lnTo>
                  <a:lnTo>
                    <a:pt x="1054950" y="32006"/>
                  </a:lnTo>
                  <a:lnTo>
                    <a:pt x="1062765" y="32323"/>
                  </a:lnTo>
                  <a:lnTo>
                    <a:pt x="1070579" y="32581"/>
                  </a:lnTo>
                  <a:lnTo>
                    <a:pt x="1078393" y="32898"/>
                  </a:lnTo>
                  <a:lnTo>
                    <a:pt x="1086208" y="33179"/>
                  </a:lnTo>
                  <a:lnTo>
                    <a:pt x="1094022" y="33528"/>
                  </a:lnTo>
                  <a:lnTo>
                    <a:pt x="1101837" y="33793"/>
                  </a:lnTo>
                  <a:lnTo>
                    <a:pt x="1109651" y="34072"/>
                  </a:lnTo>
                  <a:lnTo>
                    <a:pt x="1117466" y="34364"/>
                  </a:lnTo>
                  <a:lnTo>
                    <a:pt x="1125280" y="34667"/>
                  </a:lnTo>
                  <a:lnTo>
                    <a:pt x="1133095" y="34923"/>
                  </a:lnTo>
                  <a:lnTo>
                    <a:pt x="1140909" y="35225"/>
                  </a:lnTo>
                  <a:lnTo>
                    <a:pt x="1148723" y="35557"/>
                  </a:lnTo>
                  <a:lnTo>
                    <a:pt x="1156538" y="35903"/>
                  </a:lnTo>
                  <a:lnTo>
                    <a:pt x="1164352" y="36258"/>
                  </a:lnTo>
                  <a:lnTo>
                    <a:pt x="1172167" y="36559"/>
                  </a:lnTo>
                  <a:lnTo>
                    <a:pt x="1179981" y="36840"/>
                  </a:lnTo>
                  <a:lnTo>
                    <a:pt x="1187796" y="37144"/>
                  </a:lnTo>
                  <a:lnTo>
                    <a:pt x="1195610" y="37449"/>
                  </a:lnTo>
                  <a:lnTo>
                    <a:pt x="1203425" y="37690"/>
                  </a:lnTo>
                  <a:lnTo>
                    <a:pt x="1211239" y="37998"/>
                  </a:lnTo>
                  <a:lnTo>
                    <a:pt x="1219053" y="38305"/>
                  </a:lnTo>
                  <a:lnTo>
                    <a:pt x="1226868" y="38553"/>
                  </a:lnTo>
                  <a:lnTo>
                    <a:pt x="1234682" y="38805"/>
                  </a:lnTo>
                  <a:lnTo>
                    <a:pt x="1242497" y="39124"/>
                  </a:lnTo>
                  <a:lnTo>
                    <a:pt x="1250311" y="39406"/>
                  </a:lnTo>
                  <a:lnTo>
                    <a:pt x="1258126" y="39735"/>
                  </a:lnTo>
                  <a:lnTo>
                    <a:pt x="1265940" y="39985"/>
                  </a:lnTo>
                  <a:lnTo>
                    <a:pt x="1273755" y="40270"/>
                  </a:lnTo>
                  <a:lnTo>
                    <a:pt x="1281569" y="40604"/>
                  </a:lnTo>
                  <a:lnTo>
                    <a:pt x="1289384" y="40894"/>
                  </a:lnTo>
                  <a:lnTo>
                    <a:pt x="1297198" y="41197"/>
                  </a:lnTo>
                  <a:lnTo>
                    <a:pt x="1305012" y="41522"/>
                  </a:lnTo>
                  <a:lnTo>
                    <a:pt x="1312827" y="41812"/>
                  </a:lnTo>
                  <a:lnTo>
                    <a:pt x="1320641" y="42144"/>
                  </a:lnTo>
                  <a:lnTo>
                    <a:pt x="1328456" y="42488"/>
                  </a:lnTo>
                  <a:lnTo>
                    <a:pt x="1336270" y="42830"/>
                  </a:lnTo>
                  <a:lnTo>
                    <a:pt x="1344085" y="43143"/>
                  </a:lnTo>
                  <a:lnTo>
                    <a:pt x="1351899" y="43423"/>
                  </a:lnTo>
                  <a:lnTo>
                    <a:pt x="1359714" y="43742"/>
                  </a:lnTo>
                  <a:lnTo>
                    <a:pt x="1367528" y="44017"/>
                  </a:lnTo>
                  <a:lnTo>
                    <a:pt x="1375342" y="44329"/>
                  </a:lnTo>
                  <a:lnTo>
                    <a:pt x="1383157" y="44633"/>
                  </a:lnTo>
                  <a:lnTo>
                    <a:pt x="1390971" y="44956"/>
                  </a:lnTo>
                  <a:lnTo>
                    <a:pt x="1398786" y="45337"/>
                  </a:lnTo>
                  <a:lnTo>
                    <a:pt x="1406600" y="45675"/>
                  </a:lnTo>
                  <a:lnTo>
                    <a:pt x="1414415" y="45949"/>
                  </a:lnTo>
                  <a:lnTo>
                    <a:pt x="1422229" y="46298"/>
                  </a:lnTo>
                  <a:lnTo>
                    <a:pt x="1430044" y="46640"/>
                  </a:lnTo>
                  <a:lnTo>
                    <a:pt x="1437858" y="46988"/>
                  </a:lnTo>
                  <a:lnTo>
                    <a:pt x="1445672" y="47295"/>
                  </a:lnTo>
                  <a:lnTo>
                    <a:pt x="1453487" y="47616"/>
                  </a:lnTo>
                  <a:lnTo>
                    <a:pt x="1461301" y="47952"/>
                  </a:lnTo>
                  <a:lnTo>
                    <a:pt x="1469116" y="48275"/>
                  </a:lnTo>
                  <a:lnTo>
                    <a:pt x="1476930" y="48598"/>
                  </a:lnTo>
                  <a:lnTo>
                    <a:pt x="1484745" y="48923"/>
                  </a:lnTo>
                  <a:lnTo>
                    <a:pt x="1492559" y="49196"/>
                  </a:lnTo>
                  <a:lnTo>
                    <a:pt x="1500374" y="49446"/>
                  </a:lnTo>
                  <a:lnTo>
                    <a:pt x="1508188" y="49851"/>
                  </a:lnTo>
                  <a:lnTo>
                    <a:pt x="1516003" y="50238"/>
                  </a:lnTo>
                  <a:lnTo>
                    <a:pt x="1523817" y="50660"/>
                  </a:lnTo>
                  <a:lnTo>
                    <a:pt x="1531631" y="51049"/>
                  </a:lnTo>
                  <a:lnTo>
                    <a:pt x="1539446" y="51403"/>
                  </a:lnTo>
                  <a:lnTo>
                    <a:pt x="1547260" y="51733"/>
                  </a:lnTo>
                  <a:lnTo>
                    <a:pt x="1555075" y="52113"/>
                  </a:lnTo>
                  <a:lnTo>
                    <a:pt x="1562889" y="52504"/>
                  </a:lnTo>
                  <a:lnTo>
                    <a:pt x="1570704" y="52956"/>
                  </a:lnTo>
                  <a:lnTo>
                    <a:pt x="1578518" y="53322"/>
                  </a:lnTo>
                  <a:lnTo>
                    <a:pt x="1586333" y="53737"/>
                  </a:lnTo>
                  <a:lnTo>
                    <a:pt x="1594147" y="54083"/>
                  </a:lnTo>
                  <a:lnTo>
                    <a:pt x="1601961" y="54382"/>
                  </a:lnTo>
                  <a:lnTo>
                    <a:pt x="1609776" y="54727"/>
                  </a:lnTo>
                  <a:lnTo>
                    <a:pt x="1617590" y="55112"/>
                  </a:lnTo>
                  <a:lnTo>
                    <a:pt x="1625405" y="55516"/>
                  </a:lnTo>
                  <a:lnTo>
                    <a:pt x="1633219" y="55897"/>
                  </a:lnTo>
                  <a:lnTo>
                    <a:pt x="1641034" y="56233"/>
                  </a:lnTo>
                  <a:lnTo>
                    <a:pt x="1648848" y="56562"/>
                  </a:lnTo>
                  <a:lnTo>
                    <a:pt x="1656663" y="56892"/>
                  </a:lnTo>
                  <a:lnTo>
                    <a:pt x="1664477" y="57222"/>
                  </a:lnTo>
                  <a:lnTo>
                    <a:pt x="1672291" y="57583"/>
                  </a:lnTo>
                  <a:lnTo>
                    <a:pt x="1680106" y="57950"/>
                  </a:lnTo>
                  <a:lnTo>
                    <a:pt x="1687920" y="58295"/>
                  </a:lnTo>
                  <a:lnTo>
                    <a:pt x="1695735" y="58651"/>
                  </a:lnTo>
                  <a:lnTo>
                    <a:pt x="1703549" y="58986"/>
                  </a:lnTo>
                  <a:lnTo>
                    <a:pt x="1711364" y="59379"/>
                  </a:lnTo>
                  <a:lnTo>
                    <a:pt x="1719178" y="59724"/>
                  </a:lnTo>
                  <a:lnTo>
                    <a:pt x="1726993" y="60103"/>
                  </a:lnTo>
                  <a:lnTo>
                    <a:pt x="1734807" y="60492"/>
                  </a:lnTo>
                  <a:lnTo>
                    <a:pt x="1742622" y="60881"/>
                  </a:lnTo>
                  <a:lnTo>
                    <a:pt x="1750436" y="61271"/>
                  </a:lnTo>
                  <a:lnTo>
                    <a:pt x="1758250" y="61652"/>
                  </a:lnTo>
                  <a:lnTo>
                    <a:pt x="1766065" y="61990"/>
                  </a:lnTo>
                  <a:lnTo>
                    <a:pt x="1773879" y="62316"/>
                  </a:lnTo>
                  <a:lnTo>
                    <a:pt x="1781694" y="62664"/>
                  </a:lnTo>
                  <a:lnTo>
                    <a:pt x="1789508" y="63008"/>
                  </a:lnTo>
                  <a:lnTo>
                    <a:pt x="1797323" y="63348"/>
                  </a:lnTo>
                  <a:lnTo>
                    <a:pt x="1805137" y="63690"/>
                  </a:lnTo>
                  <a:lnTo>
                    <a:pt x="1812952" y="64031"/>
                  </a:lnTo>
                  <a:lnTo>
                    <a:pt x="1820766" y="64366"/>
                  </a:lnTo>
                  <a:lnTo>
                    <a:pt x="1828580" y="64702"/>
                  </a:lnTo>
                  <a:lnTo>
                    <a:pt x="1836395" y="65067"/>
                  </a:lnTo>
                  <a:lnTo>
                    <a:pt x="1844209" y="65429"/>
                  </a:lnTo>
                  <a:lnTo>
                    <a:pt x="1852024" y="65831"/>
                  </a:lnTo>
                  <a:lnTo>
                    <a:pt x="1859838" y="66238"/>
                  </a:lnTo>
                  <a:lnTo>
                    <a:pt x="1867653" y="66627"/>
                  </a:lnTo>
                  <a:lnTo>
                    <a:pt x="1875467" y="67000"/>
                  </a:lnTo>
                  <a:lnTo>
                    <a:pt x="1883282" y="67373"/>
                  </a:lnTo>
                  <a:lnTo>
                    <a:pt x="1891096" y="67716"/>
                  </a:lnTo>
                  <a:lnTo>
                    <a:pt x="1898910" y="68051"/>
                  </a:lnTo>
                  <a:lnTo>
                    <a:pt x="1906725" y="68386"/>
                  </a:lnTo>
                  <a:lnTo>
                    <a:pt x="1914539" y="68742"/>
                  </a:lnTo>
                  <a:lnTo>
                    <a:pt x="1922354" y="69113"/>
                  </a:lnTo>
                  <a:lnTo>
                    <a:pt x="1930168" y="69461"/>
                  </a:lnTo>
                  <a:lnTo>
                    <a:pt x="1937983" y="69786"/>
                  </a:lnTo>
                  <a:lnTo>
                    <a:pt x="1945797" y="70099"/>
                  </a:lnTo>
                  <a:lnTo>
                    <a:pt x="1953612" y="70423"/>
                  </a:lnTo>
                  <a:lnTo>
                    <a:pt x="1961426" y="70791"/>
                  </a:lnTo>
                  <a:lnTo>
                    <a:pt x="1969241" y="71160"/>
                  </a:lnTo>
                  <a:lnTo>
                    <a:pt x="1977055" y="71498"/>
                  </a:lnTo>
                  <a:lnTo>
                    <a:pt x="1984869" y="71828"/>
                  </a:lnTo>
                  <a:lnTo>
                    <a:pt x="1992684" y="72212"/>
                  </a:lnTo>
                  <a:lnTo>
                    <a:pt x="2000498" y="72527"/>
                  </a:lnTo>
                  <a:lnTo>
                    <a:pt x="2008313" y="72869"/>
                  </a:lnTo>
                  <a:lnTo>
                    <a:pt x="2016127" y="73249"/>
                  </a:lnTo>
                  <a:lnTo>
                    <a:pt x="2023942" y="73629"/>
                  </a:lnTo>
                </a:path>
              </a:pathLst>
            </a:custGeom>
            <a:ln w="1897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5"/>
            <p:cNvSpPr/>
            <p:nvPr/>
          </p:nvSpPr>
          <p:spPr>
            <a:xfrm>
              <a:off x="3632283" y="2761241"/>
              <a:ext cx="2023942" cy="117487"/>
            </a:xfrm>
            <a:custGeom>
              <a:avLst/>
              <a:pathLst>
                <a:path w="2023942" h="117487">
                  <a:moveTo>
                    <a:pt x="0" y="0"/>
                  </a:moveTo>
                  <a:lnTo>
                    <a:pt x="7814" y="285"/>
                  </a:lnTo>
                  <a:lnTo>
                    <a:pt x="15628" y="604"/>
                  </a:lnTo>
                  <a:lnTo>
                    <a:pt x="23443" y="810"/>
                  </a:lnTo>
                  <a:lnTo>
                    <a:pt x="31257" y="1068"/>
                  </a:lnTo>
                  <a:lnTo>
                    <a:pt x="39072" y="1362"/>
                  </a:lnTo>
                  <a:lnTo>
                    <a:pt x="46886" y="1633"/>
                  </a:lnTo>
                  <a:lnTo>
                    <a:pt x="54701" y="1923"/>
                  </a:lnTo>
                  <a:lnTo>
                    <a:pt x="62515" y="2188"/>
                  </a:lnTo>
                  <a:lnTo>
                    <a:pt x="70330" y="2487"/>
                  </a:lnTo>
                  <a:lnTo>
                    <a:pt x="78144" y="2793"/>
                  </a:lnTo>
                  <a:lnTo>
                    <a:pt x="85958" y="3093"/>
                  </a:lnTo>
                  <a:lnTo>
                    <a:pt x="93773" y="3388"/>
                  </a:lnTo>
                  <a:lnTo>
                    <a:pt x="101587" y="3633"/>
                  </a:lnTo>
                  <a:lnTo>
                    <a:pt x="109402" y="3939"/>
                  </a:lnTo>
                  <a:lnTo>
                    <a:pt x="117216" y="4279"/>
                  </a:lnTo>
                  <a:lnTo>
                    <a:pt x="125031" y="4602"/>
                  </a:lnTo>
                  <a:lnTo>
                    <a:pt x="132845" y="4922"/>
                  </a:lnTo>
                  <a:lnTo>
                    <a:pt x="140660" y="5197"/>
                  </a:lnTo>
                  <a:lnTo>
                    <a:pt x="148474" y="5438"/>
                  </a:lnTo>
                  <a:lnTo>
                    <a:pt x="156288" y="5720"/>
                  </a:lnTo>
                  <a:lnTo>
                    <a:pt x="164103" y="5986"/>
                  </a:lnTo>
                  <a:lnTo>
                    <a:pt x="171917" y="6230"/>
                  </a:lnTo>
                  <a:lnTo>
                    <a:pt x="179732" y="6493"/>
                  </a:lnTo>
                  <a:lnTo>
                    <a:pt x="187546" y="6762"/>
                  </a:lnTo>
                  <a:lnTo>
                    <a:pt x="195361" y="7054"/>
                  </a:lnTo>
                  <a:lnTo>
                    <a:pt x="203175" y="7381"/>
                  </a:lnTo>
                  <a:lnTo>
                    <a:pt x="210990" y="7710"/>
                  </a:lnTo>
                  <a:lnTo>
                    <a:pt x="218804" y="8068"/>
                  </a:lnTo>
                  <a:lnTo>
                    <a:pt x="226619" y="8377"/>
                  </a:lnTo>
                  <a:lnTo>
                    <a:pt x="234433" y="8703"/>
                  </a:lnTo>
                  <a:lnTo>
                    <a:pt x="242247" y="9073"/>
                  </a:lnTo>
                  <a:lnTo>
                    <a:pt x="250062" y="9403"/>
                  </a:lnTo>
                  <a:lnTo>
                    <a:pt x="257876" y="9747"/>
                  </a:lnTo>
                  <a:lnTo>
                    <a:pt x="265691" y="10080"/>
                  </a:lnTo>
                  <a:lnTo>
                    <a:pt x="273505" y="10405"/>
                  </a:lnTo>
                  <a:lnTo>
                    <a:pt x="281320" y="10707"/>
                  </a:lnTo>
                  <a:lnTo>
                    <a:pt x="289134" y="11002"/>
                  </a:lnTo>
                  <a:lnTo>
                    <a:pt x="296949" y="11294"/>
                  </a:lnTo>
                  <a:lnTo>
                    <a:pt x="304763" y="11613"/>
                  </a:lnTo>
                  <a:lnTo>
                    <a:pt x="312577" y="11944"/>
                  </a:lnTo>
                  <a:lnTo>
                    <a:pt x="320392" y="12193"/>
                  </a:lnTo>
                  <a:lnTo>
                    <a:pt x="328206" y="12550"/>
                  </a:lnTo>
                  <a:lnTo>
                    <a:pt x="336021" y="12823"/>
                  </a:lnTo>
                  <a:lnTo>
                    <a:pt x="343835" y="13110"/>
                  </a:lnTo>
                  <a:lnTo>
                    <a:pt x="351650" y="13414"/>
                  </a:lnTo>
                  <a:lnTo>
                    <a:pt x="359464" y="13742"/>
                  </a:lnTo>
                  <a:lnTo>
                    <a:pt x="367279" y="14099"/>
                  </a:lnTo>
                  <a:lnTo>
                    <a:pt x="375093" y="14399"/>
                  </a:lnTo>
                  <a:lnTo>
                    <a:pt x="382907" y="14757"/>
                  </a:lnTo>
                  <a:lnTo>
                    <a:pt x="390722" y="15051"/>
                  </a:lnTo>
                  <a:lnTo>
                    <a:pt x="398536" y="15351"/>
                  </a:lnTo>
                  <a:lnTo>
                    <a:pt x="406351" y="15594"/>
                  </a:lnTo>
                  <a:lnTo>
                    <a:pt x="414165" y="15997"/>
                  </a:lnTo>
                  <a:lnTo>
                    <a:pt x="421980" y="16402"/>
                  </a:lnTo>
                  <a:lnTo>
                    <a:pt x="429794" y="16736"/>
                  </a:lnTo>
                  <a:lnTo>
                    <a:pt x="437609" y="17092"/>
                  </a:lnTo>
                  <a:lnTo>
                    <a:pt x="445423" y="17444"/>
                  </a:lnTo>
                  <a:lnTo>
                    <a:pt x="453238" y="17817"/>
                  </a:lnTo>
                  <a:lnTo>
                    <a:pt x="461052" y="18126"/>
                  </a:lnTo>
                  <a:lnTo>
                    <a:pt x="468866" y="18412"/>
                  </a:lnTo>
                  <a:lnTo>
                    <a:pt x="476681" y="18744"/>
                  </a:lnTo>
                  <a:lnTo>
                    <a:pt x="484495" y="19031"/>
                  </a:lnTo>
                  <a:lnTo>
                    <a:pt x="492310" y="19333"/>
                  </a:lnTo>
                  <a:lnTo>
                    <a:pt x="500124" y="19660"/>
                  </a:lnTo>
                  <a:lnTo>
                    <a:pt x="507939" y="20007"/>
                  </a:lnTo>
                  <a:lnTo>
                    <a:pt x="515753" y="20414"/>
                  </a:lnTo>
                  <a:lnTo>
                    <a:pt x="523568" y="20798"/>
                  </a:lnTo>
                  <a:lnTo>
                    <a:pt x="531382" y="21182"/>
                  </a:lnTo>
                  <a:lnTo>
                    <a:pt x="539196" y="21517"/>
                  </a:lnTo>
                  <a:lnTo>
                    <a:pt x="547011" y="21855"/>
                  </a:lnTo>
                  <a:lnTo>
                    <a:pt x="554825" y="22179"/>
                  </a:lnTo>
                  <a:lnTo>
                    <a:pt x="562640" y="22485"/>
                  </a:lnTo>
                  <a:lnTo>
                    <a:pt x="570454" y="22803"/>
                  </a:lnTo>
                  <a:lnTo>
                    <a:pt x="578269" y="23145"/>
                  </a:lnTo>
                  <a:lnTo>
                    <a:pt x="586083" y="23589"/>
                  </a:lnTo>
                  <a:lnTo>
                    <a:pt x="593898" y="23997"/>
                  </a:lnTo>
                  <a:lnTo>
                    <a:pt x="601712" y="24352"/>
                  </a:lnTo>
                  <a:lnTo>
                    <a:pt x="609526" y="24787"/>
                  </a:lnTo>
                  <a:lnTo>
                    <a:pt x="617341" y="25275"/>
                  </a:lnTo>
                  <a:lnTo>
                    <a:pt x="625155" y="25695"/>
                  </a:lnTo>
                  <a:lnTo>
                    <a:pt x="632970" y="26106"/>
                  </a:lnTo>
                  <a:lnTo>
                    <a:pt x="640784" y="26468"/>
                  </a:lnTo>
                  <a:lnTo>
                    <a:pt x="648599" y="26791"/>
                  </a:lnTo>
                  <a:lnTo>
                    <a:pt x="656413" y="27145"/>
                  </a:lnTo>
                  <a:lnTo>
                    <a:pt x="664228" y="27660"/>
                  </a:lnTo>
                  <a:lnTo>
                    <a:pt x="672042" y="28062"/>
                  </a:lnTo>
                  <a:lnTo>
                    <a:pt x="679857" y="28433"/>
                  </a:lnTo>
                  <a:lnTo>
                    <a:pt x="687671" y="28852"/>
                  </a:lnTo>
                  <a:lnTo>
                    <a:pt x="695485" y="29189"/>
                  </a:lnTo>
                  <a:lnTo>
                    <a:pt x="703300" y="29512"/>
                  </a:lnTo>
                  <a:lnTo>
                    <a:pt x="711114" y="29906"/>
                  </a:lnTo>
                  <a:lnTo>
                    <a:pt x="718929" y="30350"/>
                  </a:lnTo>
                  <a:lnTo>
                    <a:pt x="726743" y="30829"/>
                  </a:lnTo>
                  <a:lnTo>
                    <a:pt x="734558" y="31246"/>
                  </a:lnTo>
                  <a:lnTo>
                    <a:pt x="742372" y="31611"/>
                  </a:lnTo>
                  <a:lnTo>
                    <a:pt x="750187" y="32004"/>
                  </a:lnTo>
                  <a:lnTo>
                    <a:pt x="758001" y="32405"/>
                  </a:lnTo>
                  <a:lnTo>
                    <a:pt x="765815" y="32794"/>
                  </a:lnTo>
                  <a:lnTo>
                    <a:pt x="773630" y="33161"/>
                  </a:lnTo>
                  <a:lnTo>
                    <a:pt x="781444" y="33520"/>
                  </a:lnTo>
                  <a:lnTo>
                    <a:pt x="789259" y="33938"/>
                  </a:lnTo>
                  <a:lnTo>
                    <a:pt x="797073" y="34372"/>
                  </a:lnTo>
                  <a:lnTo>
                    <a:pt x="804888" y="34826"/>
                  </a:lnTo>
                  <a:lnTo>
                    <a:pt x="812702" y="35269"/>
                  </a:lnTo>
                  <a:lnTo>
                    <a:pt x="820517" y="35684"/>
                  </a:lnTo>
                  <a:lnTo>
                    <a:pt x="828331" y="36131"/>
                  </a:lnTo>
                  <a:lnTo>
                    <a:pt x="836145" y="36554"/>
                  </a:lnTo>
                  <a:lnTo>
                    <a:pt x="843960" y="36990"/>
                  </a:lnTo>
                  <a:lnTo>
                    <a:pt x="851774" y="37392"/>
                  </a:lnTo>
                  <a:lnTo>
                    <a:pt x="859589" y="37849"/>
                  </a:lnTo>
                  <a:lnTo>
                    <a:pt x="867403" y="38279"/>
                  </a:lnTo>
                  <a:lnTo>
                    <a:pt x="875218" y="38720"/>
                  </a:lnTo>
                  <a:lnTo>
                    <a:pt x="883032" y="39232"/>
                  </a:lnTo>
                  <a:lnTo>
                    <a:pt x="890847" y="39687"/>
                  </a:lnTo>
                  <a:lnTo>
                    <a:pt x="898661" y="40113"/>
                  </a:lnTo>
                  <a:lnTo>
                    <a:pt x="906476" y="40505"/>
                  </a:lnTo>
                  <a:lnTo>
                    <a:pt x="914290" y="40921"/>
                  </a:lnTo>
                  <a:lnTo>
                    <a:pt x="922104" y="41398"/>
                  </a:lnTo>
                  <a:lnTo>
                    <a:pt x="929919" y="41801"/>
                  </a:lnTo>
                  <a:lnTo>
                    <a:pt x="937733" y="42240"/>
                  </a:lnTo>
                  <a:lnTo>
                    <a:pt x="945548" y="42722"/>
                  </a:lnTo>
                  <a:lnTo>
                    <a:pt x="953362" y="43192"/>
                  </a:lnTo>
                  <a:lnTo>
                    <a:pt x="961177" y="43660"/>
                  </a:lnTo>
                  <a:lnTo>
                    <a:pt x="968991" y="44078"/>
                  </a:lnTo>
                  <a:lnTo>
                    <a:pt x="976806" y="44518"/>
                  </a:lnTo>
                  <a:lnTo>
                    <a:pt x="984620" y="44906"/>
                  </a:lnTo>
                  <a:lnTo>
                    <a:pt x="992434" y="45380"/>
                  </a:lnTo>
                  <a:lnTo>
                    <a:pt x="1000249" y="45897"/>
                  </a:lnTo>
                  <a:lnTo>
                    <a:pt x="1008063" y="46347"/>
                  </a:lnTo>
                  <a:lnTo>
                    <a:pt x="1015878" y="46802"/>
                  </a:lnTo>
                  <a:lnTo>
                    <a:pt x="1023692" y="47296"/>
                  </a:lnTo>
                  <a:lnTo>
                    <a:pt x="1031507" y="47708"/>
                  </a:lnTo>
                  <a:lnTo>
                    <a:pt x="1039321" y="48229"/>
                  </a:lnTo>
                  <a:lnTo>
                    <a:pt x="1047136" y="48673"/>
                  </a:lnTo>
                  <a:lnTo>
                    <a:pt x="1054950" y="49076"/>
                  </a:lnTo>
                  <a:lnTo>
                    <a:pt x="1062765" y="49498"/>
                  </a:lnTo>
                  <a:lnTo>
                    <a:pt x="1070579" y="49967"/>
                  </a:lnTo>
                  <a:lnTo>
                    <a:pt x="1078393" y="50467"/>
                  </a:lnTo>
                  <a:lnTo>
                    <a:pt x="1086208" y="50957"/>
                  </a:lnTo>
                  <a:lnTo>
                    <a:pt x="1094022" y="51444"/>
                  </a:lnTo>
                  <a:lnTo>
                    <a:pt x="1101837" y="51942"/>
                  </a:lnTo>
                  <a:lnTo>
                    <a:pt x="1109651" y="52437"/>
                  </a:lnTo>
                  <a:lnTo>
                    <a:pt x="1117466" y="52911"/>
                  </a:lnTo>
                  <a:lnTo>
                    <a:pt x="1125280" y="53427"/>
                  </a:lnTo>
                  <a:lnTo>
                    <a:pt x="1133095" y="53922"/>
                  </a:lnTo>
                  <a:lnTo>
                    <a:pt x="1140909" y="54418"/>
                  </a:lnTo>
                  <a:lnTo>
                    <a:pt x="1148723" y="54903"/>
                  </a:lnTo>
                  <a:lnTo>
                    <a:pt x="1156538" y="55379"/>
                  </a:lnTo>
                  <a:lnTo>
                    <a:pt x="1164352" y="55860"/>
                  </a:lnTo>
                  <a:lnTo>
                    <a:pt x="1172167" y="56354"/>
                  </a:lnTo>
                  <a:lnTo>
                    <a:pt x="1179981" y="56850"/>
                  </a:lnTo>
                  <a:lnTo>
                    <a:pt x="1187796" y="57349"/>
                  </a:lnTo>
                  <a:lnTo>
                    <a:pt x="1195610" y="57855"/>
                  </a:lnTo>
                  <a:lnTo>
                    <a:pt x="1203425" y="58353"/>
                  </a:lnTo>
                  <a:lnTo>
                    <a:pt x="1211239" y="58783"/>
                  </a:lnTo>
                  <a:lnTo>
                    <a:pt x="1219053" y="59257"/>
                  </a:lnTo>
                  <a:lnTo>
                    <a:pt x="1226868" y="59710"/>
                  </a:lnTo>
                  <a:lnTo>
                    <a:pt x="1234682" y="60196"/>
                  </a:lnTo>
                  <a:lnTo>
                    <a:pt x="1242497" y="60695"/>
                  </a:lnTo>
                  <a:lnTo>
                    <a:pt x="1250311" y="61138"/>
                  </a:lnTo>
                  <a:lnTo>
                    <a:pt x="1258126" y="61625"/>
                  </a:lnTo>
                  <a:lnTo>
                    <a:pt x="1265940" y="62103"/>
                  </a:lnTo>
                  <a:lnTo>
                    <a:pt x="1273755" y="62704"/>
                  </a:lnTo>
                  <a:lnTo>
                    <a:pt x="1281569" y="63200"/>
                  </a:lnTo>
                  <a:lnTo>
                    <a:pt x="1289384" y="63634"/>
                  </a:lnTo>
                  <a:lnTo>
                    <a:pt x="1297198" y="64220"/>
                  </a:lnTo>
                  <a:lnTo>
                    <a:pt x="1305012" y="64675"/>
                  </a:lnTo>
                  <a:lnTo>
                    <a:pt x="1312827" y="65216"/>
                  </a:lnTo>
                  <a:lnTo>
                    <a:pt x="1320641" y="65812"/>
                  </a:lnTo>
                  <a:lnTo>
                    <a:pt x="1328456" y="66337"/>
                  </a:lnTo>
                  <a:lnTo>
                    <a:pt x="1336270" y="66816"/>
                  </a:lnTo>
                  <a:lnTo>
                    <a:pt x="1344085" y="67299"/>
                  </a:lnTo>
                  <a:lnTo>
                    <a:pt x="1351899" y="67750"/>
                  </a:lnTo>
                  <a:lnTo>
                    <a:pt x="1359714" y="68325"/>
                  </a:lnTo>
                  <a:lnTo>
                    <a:pt x="1367528" y="68862"/>
                  </a:lnTo>
                  <a:lnTo>
                    <a:pt x="1375342" y="69392"/>
                  </a:lnTo>
                  <a:lnTo>
                    <a:pt x="1383157" y="69920"/>
                  </a:lnTo>
                  <a:lnTo>
                    <a:pt x="1390971" y="70444"/>
                  </a:lnTo>
                  <a:lnTo>
                    <a:pt x="1398786" y="70957"/>
                  </a:lnTo>
                  <a:lnTo>
                    <a:pt x="1406600" y="71503"/>
                  </a:lnTo>
                  <a:lnTo>
                    <a:pt x="1414415" y="72065"/>
                  </a:lnTo>
                  <a:lnTo>
                    <a:pt x="1422229" y="72661"/>
                  </a:lnTo>
                  <a:lnTo>
                    <a:pt x="1430044" y="73248"/>
                  </a:lnTo>
                  <a:lnTo>
                    <a:pt x="1437858" y="73811"/>
                  </a:lnTo>
                  <a:lnTo>
                    <a:pt x="1445672" y="74364"/>
                  </a:lnTo>
                  <a:lnTo>
                    <a:pt x="1453487" y="74912"/>
                  </a:lnTo>
                  <a:lnTo>
                    <a:pt x="1461301" y="75464"/>
                  </a:lnTo>
                  <a:lnTo>
                    <a:pt x="1469116" y="76027"/>
                  </a:lnTo>
                  <a:lnTo>
                    <a:pt x="1476930" y="76593"/>
                  </a:lnTo>
                  <a:lnTo>
                    <a:pt x="1484745" y="77144"/>
                  </a:lnTo>
                  <a:lnTo>
                    <a:pt x="1492559" y="77710"/>
                  </a:lnTo>
                  <a:lnTo>
                    <a:pt x="1500374" y="78249"/>
                  </a:lnTo>
                  <a:lnTo>
                    <a:pt x="1508188" y="78853"/>
                  </a:lnTo>
                  <a:lnTo>
                    <a:pt x="1516003" y="79441"/>
                  </a:lnTo>
                  <a:lnTo>
                    <a:pt x="1523817" y="80027"/>
                  </a:lnTo>
                  <a:lnTo>
                    <a:pt x="1531631" y="80537"/>
                  </a:lnTo>
                  <a:lnTo>
                    <a:pt x="1539446" y="81116"/>
                  </a:lnTo>
                  <a:lnTo>
                    <a:pt x="1547260" y="81671"/>
                  </a:lnTo>
                  <a:lnTo>
                    <a:pt x="1555075" y="82227"/>
                  </a:lnTo>
                  <a:lnTo>
                    <a:pt x="1562889" y="82724"/>
                  </a:lnTo>
                  <a:lnTo>
                    <a:pt x="1570704" y="83233"/>
                  </a:lnTo>
                  <a:lnTo>
                    <a:pt x="1578518" y="83713"/>
                  </a:lnTo>
                  <a:lnTo>
                    <a:pt x="1586333" y="84296"/>
                  </a:lnTo>
                  <a:lnTo>
                    <a:pt x="1594147" y="84872"/>
                  </a:lnTo>
                  <a:lnTo>
                    <a:pt x="1601961" y="85423"/>
                  </a:lnTo>
                  <a:lnTo>
                    <a:pt x="1609776" y="86029"/>
                  </a:lnTo>
                  <a:lnTo>
                    <a:pt x="1617590" y="86634"/>
                  </a:lnTo>
                  <a:lnTo>
                    <a:pt x="1625405" y="87159"/>
                  </a:lnTo>
                  <a:lnTo>
                    <a:pt x="1633219" y="87673"/>
                  </a:lnTo>
                  <a:lnTo>
                    <a:pt x="1641034" y="88219"/>
                  </a:lnTo>
                  <a:lnTo>
                    <a:pt x="1648848" y="88790"/>
                  </a:lnTo>
                  <a:lnTo>
                    <a:pt x="1656663" y="89321"/>
                  </a:lnTo>
                  <a:lnTo>
                    <a:pt x="1664477" y="89895"/>
                  </a:lnTo>
                  <a:lnTo>
                    <a:pt x="1672291" y="90490"/>
                  </a:lnTo>
                  <a:lnTo>
                    <a:pt x="1680106" y="91120"/>
                  </a:lnTo>
                  <a:lnTo>
                    <a:pt x="1687920" y="91698"/>
                  </a:lnTo>
                  <a:lnTo>
                    <a:pt x="1695735" y="92238"/>
                  </a:lnTo>
                  <a:lnTo>
                    <a:pt x="1703549" y="92824"/>
                  </a:lnTo>
                  <a:lnTo>
                    <a:pt x="1711364" y="93420"/>
                  </a:lnTo>
                  <a:lnTo>
                    <a:pt x="1719178" y="93973"/>
                  </a:lnTo>
                  <a:lnTo>
                    <a:pt x="1726993" y="94558"/>
                  </a:lnTo>
                  <a:lnTo>
                    <a:pt x="1734807" y="95096"/>
                  </a:lnTo>
                  <a:lnTo>
                    <a:pt x="1742622" y="95654"/>
                  </a:lnTo>
                  <a:lnTo>
                    <a:pt x="1750436" y="96205"/>
                  </a:lnTo>
                  <a:lnTo>
                    <a:pt x="1758250" y="96756"/>
                  </a:lnTo>
                  <a:lnTo>
                    <a:pt x="1766065" y="97320"/>
                  </a:lnTo>
                  <a:lnTo>
                    <a:pt x="1773879" y="97919"/>
                  </a:lnTo>
                  <a:lnTo>
                    <a:pt x="1781694" y="98534"/>
                  </a:lnTo>
                  <a:lnTo>
                    <a:pt x="1789508" y="99151"/>
                  </a:lnTo>
                  <a:lnTo>
                    <a:pt x="1797323" y="99710"/>
                  </a:lnTo>
                  <a:lnTo>
                    <a:pt x="1805137" y="100428"/>
                  </a:lnTo>
                  <a:lnTo>
                    <a:pt x="1812952" y="101078"/>
                  </a:lnTo>
                  <a:lnTo>
                    <a:pt x="1820766" y="101757"/>
                  </a:lnTo>
                  <a:lnTo>
                    <a:pt x="1828580" y="102407"/>
                  </a:lnTo>
                  <a:lnTo>
                    <a:pt x="1836395" y="103056"/>
                  </a:lnTo>
                  <a:lnTo>
                    <a:pt x="1844209" y="103611"/>
                  </a:lnTo>
                  <a:lnTo>
                    <a:pt x="1852024" y="104179"/>
                  </a:lnTo>
                  <a:lnTo>
                    <a:pt x="1859838" y="104788"/>
                  </a:lnTo>
                  <a:lnTo>
                    <a:pt x="1867653" y="105344"/>
                  </a:lnTo>
                  <a:lnTo>
                    <a:pt x="1875467" y="105896"/>
                  </a:lnTo>
                  <a:lnTo>
                    <a:pt x="1883282" y="106416"/>
                  </a:lnTo>
                  <a:lnTo>
                    <a:pt x="1891096" y="107085"/>
                  </a:lnTo>
                  <a:lnTo>
                    <a:pt x="1898910" y="107777"/>
                  </a:lnTo>
                  <a:lnTo>
                    <a:pt x="1906725" y="108446"/>
                  </a:lnTo>
                  <a:lnTo>
                    <a:pt x="1914539" y="109057"/>
                  </a:lnTo>
                  <a:lnTo>
                    <a:pt x="1922354" y="109646"/>
                  </a:lnTo>
                  <a:lnTo>
                    <a:pt x="1930168" y="110247"/>
                  </a:lnTo>
                  <a:lnTo>
                    <a:pt x="1937983" y="110826"/>
                  </a:lnTo>
                  <a:lnTo>
                    <a:pt x="1945797" y="111358"/>
                  </a:lnTo>
                  <a:lnTo>
                    <a:pt x="1953612" y="111948"/>
                  </a:lnTo>
                  <a:lnTo>
                    <a:pt x="1961426" y="112534"/>
                  </a:lnTo>
                  <a:lnTo>
                    <a:pt x="1969241" y="113135"/>
                  </a:lnTo>
                  <a:lnTo>
                    <a:pt x="1977055" y="113755"/>
                  </a:lnTo>
                  <a:lnTo>
                    <a:pt x="1984869" y="114354"/>
                  </a:lnTo>
                  <a:lnTo>
                    <a:pt x="1992684" y="114988"/>
                  </a:lnTo>
                  <a:lnTo>
                    <a:pt x="2000498" y="115590"/>
                  </a:lnTo>
                  <a:lnTo>
                    <a:pt x="2008313" y="116270"/>
                  </a:lnTo>
                  <a:lnTo>
                    <a:pt x="2016127" y="116881"/>
                  </a:lnTo>
                  <a:lnTo>
                    <a:pt x="2023942" y="117487"/>
                  </a:lnTo>
                </a:path>
              </a:pathLst>
            </a:custGeom>
            <a:ln w="18970" cap="flat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6"/>
            <p:cNvSpPr/>
            <p:nvPr/>
          </p:nvSpPr>
          <p:spPr>
            <a:xfrm>
              <a:off x="3632283" y="2767097"/>
              <a:ext cx="2023942" cy="94573"/>
            </a:xfrm>
            <a:custGeom>
              <a:avLst/>
              <a:pathLst>
                <a:path w="2023942" h="94573">
                  <a:moveTo>
                    <a:pt x="0" y="0"/>
                  </a:moveTo>
                  <a:lnTo>
                    <a:pt x="7814" y="238"/>
                  </a:lnTo>
                  <a:lnTo>
                    <a:pt x="15628" y="473"/>
                  </a:lnTo>
                  <a:lnTo>
                    <a:pt x="23443" y="720"/>
                  </a:lnTo>
                  <a:lnTo>
                    <a:pt x="31257" y="936"/>
                  </a:lnTo>
                  <a:lnTo>
                    <a:pt x="39072" y="1200"/>
                  </a:lnTo>
                  <a:lnTo>
                    <a:pt x="46886" y="1439"/>
                  </a:lnTo>
                  <a:lnTo>
                    <a:pt x="54701" y="1695"/>
                  </a:lnTo>
                  <a:lnTo>
                    <a:pt x="62515" y="1918"/>
                  </a:lnTo>
                  <a:lnTo>
                    <a:pt x="70330" y="2164"/>
                  </a:lnTo>
                  <a:lnTo>
                    <a:pt x="78144" y="2402"/>
                  </a:lnTo>
                  <a:lnTo>
                    <a:pt x="85958" y="2694"/>
                  </a:lnTo>
                  <a:lnTo>
                    <a:pt x="93773" y="2988"/>
                  </a:lnTo>
                  <a:lnTo>
                    <a:pt x="101587" y="3225"/>
                  </a:lnTo>
                  <a:lnTo>
                    <a:pt x="109402" y="3467"/>
                  </a:lnTo>
                  <a:lnTo>
                    <a:pt x="117216" y="3741"/>
                  </a:lnTo>
                  <a:lnTo>
                    <a:pt x="125031" y="4013"/>
                  </a:lnTo>
                  <a:lnTo>
                    <a:pt x="132845" y="4207"/>
                  </a:lnTo>
                  <a:lnTo>
                    <a:pt x="140660" y="4501"/>
                  </a:lnTo>
                  <a:lnTo>
                    <a:pt x="148474" y="4731"/>
                  </a:lnTo>
                  <a:lnTo>
                    <a:pt x="156288" y="5000"/>
                  </a:lnTo>
                  <a:lnTo>
                    <a:pt x="164103" y="5298"/>
                  </a:lnTo>
                  <a:lnTo>
                    <a:pt x="171917" y="5591"/>
                  </a:lnTo>
                  <a:lnTo>
                    <a:pt x="179732" y="5841"/>
                  </a:lnTo>
                  <a:lnTo>
                    <a:pt x="187546" y="6076"/>
                  </a:lnTo>
                  <a:lnTo>
                    <a:pt x="195361" y="6309"/>
                  </a:lnTo>
                  <a:lnTo>
                    <a:pt x="203175" y="6528"/>
                  </a:lnTo>
                  <a:lnTo>
                    <a:pt x="210990" y="6802"/>
                  </a:lnTo>
                  <a:lnTo>
                    <a:pt x="218804" y="7009"/>
                  </a:lnTo>
                  <a:lnTo>
                    <a:pt x="226619" y="7305"/>
                  </a:lnTo>
                  <a:lnTo>
                    <a:pt x="234433" y="7575"/>
                  </a:lnTo>
                  <a:lnTo>
                    <a:pt x="242247" y="7863"/>
                  </a:lnTo>
                  <a:lnTo>
                    <a:pt x="250062" y="8115"/>
                  </a:lnTo>
                  <a:lnTo>
                    <a:pt x="257876" y="8382"/>
                  </a:lnTo>
                  <a:lnTo>
                    <a:pt x="265691" y="8675"/>
                  </a:lnTo>
                  <a:lnTo>
                    <a:pt x="273505" y="8947"/>
                  </a:lnTo>
                  <a:lnTo>
                    <a:pt x="281320" y="9210"/>
                  </a:lnTo>
                  <a:lnTo>
                    <a:pt x="289134" y="9456"/>
                  </a:lnTo>
                  <a:lnTo>
                    <a:pt x="296949" y="9729"/>
                  </a:lnTo>
                  <a:lnTo>
                    <a:pt x="304763" y="10015"/>
                  </a:lnTo>
                  <a:lnTo>
                    <a:pt x="312577" y="10353"/>
                  </a:lnTo>
                  <a:lnTo>
                    <a:pt x="320392" y="10640"/>
                  </a:lnTo>
                  <a:lnTo>
                    <a:pt x="328206" y="10875"/>
                  </a:lnTo>
                  <a:lnTo>
                    <a:pt x="336021" y="11131"/>
                  </a:lnTo>
                  <a:lnTo>
                    <a:pt x="343835" y="11364"/>
                  </a:lnTo>
                  <a:lnTo>
                    <a:pt x="351650" y="11644"/>
                  </a:lnTo>
                  <a:lnTo>
                    <a:pt x="359464" y="11956"/>
                  </a:lnTo>
                  <a:lnTo>
                    <a:pt x="367279" y="12250"/>
                  </a:lnTo>
                  <a:lnTo>
                    <a:pt x="375093" y="12587"/>
                  </a:lnTo>
                  <a:lnTo>
                    <a:pt x="382907" y="12841"/>
                  </a:lnTo>
                  <a:lnTo>
                    <a:pt x="390722" y="13154"/>
                  </a:lnTo>
                  <a:lnTo>
                    <a:pt x="398536" y="13414"/>
                  </a:lnTo>
                  <a:lnTo>
                    <a:pt x="406351" y="13740"/>
                  </a:lnTo>
                  <a:lnTo>
                    <a:pt x="414165" y="14016"/>
                  </a:lnTo>
                  <a:lnTo>
                    <a:pt x="421980" y="14282"/>
                  </a:lnTo>
                  <a:lnTo>
                    <a:pt x="429794" y="14537"/>
                  </a:lnTo>
                  <a:lnTo>
                    <a:pt x="437609" y="14894"/>
                  </a:lnTo>
                  <a:lnTo>
                    <a:pt x="445423" y="15227"/>
                  </a:lnTo>
                  <a:lnTo>
                    <a:pt x="453238" y="15535"/>
                  </a:lnTo>
                  <a:lnTo>
                    <a:pt x="461052" y="15861"/>
                  </a:lnTo>
                  <a:lnTo>
                    <a:pt x="468866" y="16165"/>
                  </a:lnTo>
                  <a:lnTo>
                    <a:pt x="476681" y="16469"/>
                  </a:lnTo>
                  <a:lnTo>
                    <a:pt x="484495" y="16746"/>
                  </a:lnTo>
                  <a:lnTo>
                    <a:pt x="492310" y="17016"/>
                  </a:lnTo>
                  <a:lnTo>
                    <a:pt x="500124" y="17325"/>
                  </a:lnTo>
                  <a:lnTo>
                    <a:pt x="507939" y="17637"/>
                  </a:lnTo>
                  <a:lnTo>
                    <a:pt x="515753" y="17949"/>
                  </a:lnTo>
                  <a:lnTo>
                    <a:pt x="523568" y="18247"/>
                  </a:lnTo>
                  <a:lnTo>
                    <a:pt x="531382" y="18552"/>
                  </a:lnTo>
                  <a:lnTo>
                    <a:pt x="539196" y="18859"/>
                  </a:lnTo>
                  <a:lnTo>
                    <a:pt x="547011" y="19079"/>
                  </a:lnTo>
                  <a:lnTo>
                    <a:pt x="554825" y="19414"/>
                  </a:lnTo>
                  <a:lnTo>
                    <a:pt x="562640" y="19741"/>
                  </a:lnTo>
                  <a:lnTo>
                    <a:pt x="570454" y="20082"/>
                  </a:lnTo>
                  <a:lnTo>
                    <a:pt x="578269" y="20360"/>
                  </a:lnTo>
                  <a:lnTo>
                    <a:pt x="586083" y="20629"/>
                  </a:lnTo>
                  <a:lnTo>
                    <a:pt x="593898" y="20899"/>
                  </a:lnTo>
                  <a:lnTo>
                    <a:pt x="601712" y="21203"/>
                  </a:lnTo>
                  <a:lnTo>
                    <a:pt x="609526" y="21552"/>
                  </a:lnTo>
                  <a:lnTo>
                    <a:pt x="617341" y="21841"/>
                  </a:lnTo>
                  <a:lnTo>
                    <a:pt x="625155" y="22160"/>
                  </a:lnTo>
                  <a:lnTo>
                    <a:pt x="632970" y="22504"/>
                  </a:lnTo>
                  <a:lnTo>
                    <a:pt x="640784" y="22800"/>
                  </a:lnTo>
                  <a:lnTo>
                    <a:pt x="648599" y="23113"/>
                  </a:lnTo>
                  <a:lnTo>
                    <a:pt x="656413" y="23387"/>
                  </a:lnTo>
                  <a:lnTo>
                    <a:pt x="664228" y="23700"/>
                  </a:lnTo>
                  <a:lnTo>
                    <a:pt x="672042" y="23998"/>
                  </a:lnTo>
                  <a:lnTo>
                    <a:pt x="679857" y="24355"/>
                  </a:lnTo>
                  <a:lnTo>
                    <a:pt x="687671" y="24685"/>
                  </a:lnTo>
                  <a:lnTo>
                    <a:pt x="695485" y="25046"/>
                  </a:lnTo>
                  <a:lnTo>
                    <a:pt x="703300" y="25405"/>
                  </a:lnTo>
                  <a:lnTo>
                    <a:pt x="711114" y="25720"/>
                  </a:lnTo>
                  <a:lnTo>
                    <a:pt x="718929" y="26084"/>
                  </a:lnTo>
                  <a:lnTo>
                    <a:pt x="726743" y="26407"/>
                  </a:lnTo>
                  <a:lnTo>
                    <a:pt x="734558" y="26750"/>
                  </a:lnTo>
                  <a:lnTo>
                    <a:pt x="742372" y="27024"/>
                  </a:lnTo>
                  <a:lnTo>
                    <a:pt x="750187" y="27363"/>
                  </a:lnTo>
                  <a:lnTo>
                    <a:pt x="758001" y="27698"/>
                  </a:lnTo>
                  <a:lnTo>
                    <a:pt x="765815" y="27978"/>
                  </a:lnTo>
                  <a:lnTo>
                    <a:pt x="773630" y="28326"/>
                  </a:lnTo>
                  <a:lnTo>
                    <a:pt x="781444" y="28716"/>
                  </a:lnTo>
                  <a:lnTo>
                    <a:pt x="789259" y="29051"/>
                  </a:lnTo>
                  <a:lnTo>
                    <a:pt x="797073" y="29363"/>
                  </a:lnTo>
                  <a:lnTo>
                    <a:pt x="804888" y="29655"/>
                  </a:lnTo>
                  <a:lnTo>
                    <a:pt x="812702" y="30008"/>
                  </a:lnTo>
                  <a:lnTo>
                    <a:pt x="820517" y="30383"/>
                  </a:lnTo>
                  <a:lnTo>
                    <a:pt x="828331" y="30751"/>
                  </a:lnTo>
                  <a:lnTo>
                    <a:pt x="836145" y="31152"/>
                  </a:lnTo>
                  <a:lnTo>
                    <a:pt x="843960" y="31484"/>
                  </a:lnTo>
                  <a:lnTo>
                    <a:pt x="851774" y="31837"/>
                  </a:lnTo>
                  <a:lnTo>
                    <a:pt x="859589" y="32207"/>
                  </a:lnTo>
                  <a:lnTo>
                    <a:pt x="867403" y="32557"/>
                  </a:lnTo>
                  <a:lnTo>
                    <a:pt x="875218" y="32912"/>
                  </a:lnTo>
                  <a:lnTo>
                    <a:pt x="883032" y="33253"/>
                  </a:lnTo>
                  <a:lnTo>
                    <a:pt x="890847" y="33621"/>
                  </a:lnTo>
                  <a:lnTo>
                    <a:pt x="898661" y="33959"/>
                  </a:lnTo>
                  <a:lnTo>
                    <a:pt x="906476" y="34281"/>
                  </a:lnTo>
                  <a:lnTo>
                    <a:pt x="914290" y="34660"/>
                  </a:lnTo>
                  <a:lnTo>
                    <a:pt x="922104" y="35035"/>
                  </a:lnTo>
                  <a:lnTo>
                    <a:pt x="929919" y="35429"/>
                  </a:lnTo>
                  <a:lnTo>
                    <a:pt x="937733" y="35815"/>
                  </a:lnTo>
                  <a:lnTo>
                    <a:pt x="945548" y="36243"/>
                  </a:lnTo>
                  <a:lnTo>
                    <a:pt x="953362" y="36741"/>
                  </a:lnTo>
                  <a:lnTo>
                    <a:pt x="961177" y="37020"/>
                  </a:lnTo>
                  <a:lnTo>
                    <a:pt x="968991" y="37469"/>
                  </a:lnTo>
                  <a:lnTo>
                    <a:pt x="976806" y="37850"/>
                  </a:lnTo>
                  <a:lnTo>
                    <a:pt x="984620" y="38296"/>
                  </a:lnTo>
                  <a:lnTo>
                    <a:pt x="992434" y="38667"/>
                  </a:lnTo>
                  <a:lnTo>
                    <a:pt x="1000249" y="38976"/>
                  </a:lnTo>
                  <a:lnTo>
                    <a:pt x="1008063" y="39397"/>
                  </a:lnTo>
                  <a:lnTo>
                    <a:pt x="1015878" y="39772"/>
                  </a:lnTo>
                  <a:lnTo>
                    <a:pt x="1023692" y="40185"/>
                  </a:lnTo>
                  <a:lnTo>
                    <a:pt x="1031507" y="40596"/>
                  </a:lnTo>
                  <a:lnTo>
                    <a:pt x="1039321" y="40940"/>
                  </a:lnTo>
                  <a:lnTo>
                    <a:pt x="1047136" y="41362"/>
                  </a:lnTo>
                  <a:lnTo>
                    <a:pt x="1054950" y="41735"/>
                  </a:lnTo>
                  <a:lnTo>
                    <a:pt x="1062765" y="42101"/>
                  </a:lnTo>
                  <a:lnTo>
                    <a:pt x="1070579" y="42414"/>
                  </a:lnTo>
                  <a:lnTo>
                    <a:pt x="1078393" y="42847"/>
                  </a:lnTo>
                  <a:lnTo>
                    <a:pt x="1086208" y="43184"/>
                  </a:lnTo>
                  <a:lnTo>
                    <a:pt x="1094022" y="43616"/>
                  </a:lnTo>
                  <a:lnTo>
                    <a:pt x="1101837" y="43992"/>
                  </a:lnTo>
                  <a:lnTo>
                    <a:pt x="1109651" y="44353"/>
                  </a:lnTo>
                  <a:lnTo>
                    <a:pt x="1117466" y="44727"/>
                  </a:lnTo>
                  <a:lnTo>
                    <a:pt x="1125280" y="45095"/>
                  </a:lnTo>
                  <a:lnTo>
                    <a:pt x="1133095" y="45549"/>
                  </a:lnTo>
                  <a:lnTo>
                    <a:pt x="1140909" y="46002"/>
                  </a:lnTo>
                  <a:lnTo>
                    <a:pt x="1148723" y="46440"/>
                  </a:lnTo>
                  <a:lnTo>
                    <a:pt x="1156538" y="46907"/>
                  </a:lnTo>
                  <a:lnTo>
                    <a:pt x="1164352" y="47268"/>
                  </a:lnTo>
                  <a:lnTo>
                    <a:pt x="1172167" y="47608"/>
                  </a:lnTo>
                  <a:lnTo>
                    <a:pt x="1179981" y="47944"/>
                  </a:lnTo>
                  <a:lnTo>
                    <a:pt x="1187796" y="48246"/>
                  </a:lnTo>
                  <a:lnTo>
                    <a:pt x="1195610" y="48577"/>
                  </a:lnTo>
                  <a:lnTo>
                    <a:pt x="1203425" y="48969"/>
                  </a:lnTo>
                  <a:lnTo>
                    <a:pt x="1211239" y="49328"/>
                  </a:lnTo>
                  <a:lnTo>
                    <a:pt x="1219053" y="49682"/>
                  </a:lnTo>
                  <a:lnTo>
                    <a:pt x="1226868" y="50181"/>
                  </a:lnTo>
                  <a:lnTo>
                    <a:pt x="1234682" y="50564"/>
                  </a:lnTo>
                  <a:lnTo>
                    <a:pt x="1242497" y="50964"/>
                  </a:lnTo>
                  <a:lnTo>
                    <a:pt x="1250311" y="51415"/>
                  </a:lnTo>
                  <a:lnTo>
                    <a:pt x="1258126" y="51851"/>
                  </a:lnTo>
                  <a:lnTo>
                    <a:pt x="1265940" y="52222"/>
                  </a:lnTo>
                  <a:lnTo>
                    <a:pt x="1273755" y="52632"/>
                  </a:lnTo>
                  <a:lnTo>
                    <a:pt x="1281569" y="52994"/>
                  </a:lnTo>
                  <a:lnTo>
                    <a:pt x="1289384" y="53445"/>
                  </a:lnTo>
                  <a:lnTo>
                    <a:pt x="1297198" y="53813"/>
                  </a:lnTo>
                  <a:lnTo>
                    <a:pt x="1305012" y="54194"/>
                  </a:lnTo>
                  <a:lnTo>
                    <a:pt x="1312827" y="54549"/>
                  </a:lnTo>
                  <a:lnTo>
                    <a:pt x="1320641" y="54920"/>
                  </a:lnTo>
                  <a:lnTo>
                    <a:pt x="1328456" y="55378"/>
                  </a:lnTo>
                  <a:lnTo>
                    <a:pt x="1336270" y="55684"/>
                  </a:lnTo>
                  <a:lnTo>
                    <a:pt x="1344085" y="56143"/>
                  </a:lnTo>
                  <a:lnTo>
                    <a:pt x="1351899" y="56494"/>
                  </a:lnTo>
                  <a:lnTo>
                    <a:pt x="1359714" y="56801"/>
                  </a:lnTo>
                  <a:lnTo>
                    <a:pt x="1367528" y="57180"/>
                  </a:lnTo>
                  <a:lnTo>
                    <a:pt x="1375342" y="57572"/>
                  </a:lnTo>
                  <a:lnTo>
                    <a:pt x="1383157" y="57952"/>
                  </a:lnTo>
                  <a:lnTo>
                    <a:pt x="1390971" y="58463"/>
                  </a:lnTo>
                  <a:lnTo>
                    <a:pt x="1398786" y="58897"/>
                  </a:lnTo>
                  <a:lnTo>
                    <a:pt x="1406600" y="59302"/>
                  </a:lnTo>
                  <a:lnTo>
                    <a:pt x="1414415" y="59694"/>
                  </a:lnTo>
                  <a:lnTo>
                    <a:pt x="1422229" y="60025"/>
                  </a:lnTo>
                  <a:lnTo>
                    <a:pt x="1430044" y="60409"/>
                  </a:lnTo>
                  <a:lnTo>
                    <a:pt x="1437858" y="60856"/>
                  </a:lnTo>
                  <a:lnTo>
                    <a:pt x="1445672" y="61225"/>
                  </a:lnTo>
                  <a:lnTo>
                    <a:pt x="1453487" y="61613"/>
                  </a:lnTo>
                  <a:lnTo>
                    <a:pt x="1461301" y="62102"/>
                  </a:lnTo>
                  <a:lnTo>
                    <a:pt x="1469116" y="62534"/>
                  </a:lnTo>
                  <a:lnTo>
                    <a:pt x="1476930" y="62986"/>
                  </a:lnTo>
                  <a:lnTo>
                    <a:pt x="1484745" y="63434"/>
                  </a:lnTo>
                  <a:lnTo>
                    <a:pt x="1492559" y="63888"/>
                  </a:lnTo>
                  <a:lnTo>
                    <a:pt x="1500374" y="64352"/>
                  </a:lnTo>
                  <a:lnTo>
                    <a:pt x="1508188" y="64702"/>
                  </a:lnTo>
                  <a:lnTo>
                    <a:pt x="1516003" y="65061"/>
                  </a:lnTo>
                  <a:lnTo>
                    <a:pt x="1523817" y="65452"/>
                  </a:lnTo>
                  <a:lnTo>
                    <a:pt x="1531631" y="65799"/>
                  </a:lnTo>
                  <a:lnTo>
                    <a:pt x="1539446" y="66147"/>
                  </a:lnTo>
                  <a:lnTo>
                    <a:pt x="1547260" y="66501"/>
                  </a:lnTo>
                  <a:lnTo>
                    <a:pt x="1555075" y="67002"/>
                  </a:lnTo>
                  <a:lnTo>
                    <a:pt x="1562889" y="67388"/>
                  </a:lnTo>
                  <a:lnTo>
                    <a:pt x="1570704" y="67773"/>
                  </a:lnTo>
                  <a:lnTo>
                    <a:pt x="1578518" y="68151"/>
                  </a:lnTo>
                  <a:lnTo>
                    <a:pt x="1586333" y="68527"/>
                  </a:lnTo>
                  <a:lnTo>
                    <a:pt x="1594147" y="68905"/>
                  </a:lnTo>
                  <a:lnTo>
                    <a:pt x="1601961" y="69320"/>
                  </a:lnTo>
                  <a:lnTo>
                    <a:pt x="1609776" y="69742"/>
                  </a:lnTo>
                  <a:lnTo>
                    <a:pt x="1617590" y="70254"/>
                  </a:lnTo>
                  <a:lnTo>
                    <a:pt x="1625405" y="70712"/>
                  </a:lnTo>
                  <a:lnTo>
                    <a:pt x="1633219" y="71186"/>
                  </a:lnTo>
                  <a:lnTo>
                    <a:pt x="1641034" y="71606"/>
                  </a:lnTo>
                  <a:lnTo>
                    <a:pt x="1648848" y="71998"/>
                  </a:lnTo>
                  <a:lnTo>
                    <a:pt x="1656663" y="72458"/>
                  </a:lnTo>
                  <a:lnTo>
                    <a:pt x="1664477" y="72885"/>
                  </a:lnTo>
                  <a:lnTo>
                    <a:pt x="1672291" y="73321"/>
                  </a:lnTo>
                  <a:lnTo>
                    <a:pt x="1680106" y="73817"/>
                  </a:lnTo>
                  <a:lnTo>
                    <a:pt x="1687920" y="74217"/>
                  </a:lnTo>
                  <a:lnTo>
                    <a:pt x="1695735" y="74712"/>
                  </a:lnTo>
                  <a:lnTo>
                    <a:pt x="1703549" y="75195"/>
                  </a:lnTo>
                  <a:lnTo>
                    <a:pt x="1711364" y="75619"/>
                  </a:lnTo>
                  <a:lnTo>
                    <a:pt x="1719178" y="76037"/>
                  </a:lnTo>
                  <a:lnTo>
                    <a:pt x="1726993" y="76356"/>
                  </a:lnTo>
                  <a:lnTo>
                    <a:pt x="1734807" y="76751"/>
                  </a:lnTo>
                  <a:lnTo>
                    <a:pt x="1742622" y="77219"/>
                  </a:lnTo>
                  <a:lnTo>
                    <a:pt x="1750436" y="77741"/>
                  </a:lnTo>
                  <a:lnTo>
                    <a:pt x="1758250" y="78231"/>
                  </a:lnTo>
                  <a:lnTo>
                    <a:pt x="1766065" y="78786"/>
                  </a:lnTo>
                  <a:lnTo>
                    <a:pt x="1773879" y="79311"/>
                  </a:lnTo>
                  <a:lnTo>
                    <a:pt x="1781694" y="79812"/>
                  </a:lnTo>
                  <a:lnTo>
                    <a:pt x="1789508" y="80272"/>
                  </a:lnTo>
                  <a:lnTo>
                    <a:pt x="1797323" y="80706"/>
                  </a:lnTo>
                  <a:lnTo>
                    <a:pt x="1805137" y="81185"/>
                  </a:lnTo>
                  <a:lnTo>
                    <a:pt x="1812952" y="81633"/>
                  </a:lnTo>
                  <a:lnTo>
                    <a:pt x="1820766" y="82049"/>
                  </a:lnTo>
                  <a:lnTo>
                    <a:pt x="1828580" y="82397"/>
                  </a:lnTo>
                  <a:lnTo>
                    <a:pt x="1836395" y="82808"/>
                  </a:lnTo>
                  <a:lnTo>
                    <a:pt x="1844209" y="83311"/>
                  </a:lnTo>
                  <a:lnTo>
                    <a:pt x="1852024" y="83814"/>
                  </a:lnTo>
                  <a:lnTo>
                    <a:pt x="1859838" y="84326"/>
                  </a:lnTo>
                  <a:lnTo>
                    <a:pt x="1867653" y="84876"/>
                  </a:lnTo>
                  <a:lnTo>
                    <a:pt x="1875467" y="85394"/>
                  </a:lnTo>
                  <a:lnTo>
                    <a:pt x="1883282" y="85854"/>
                  </a:lnTo>
                  <a:lnTo>
                    <a:pt x="1891096" y="86315"/>
                  </a:lnTo>
                  <a:lnTo>
                    <a:pt x="1898910" y="86779"/>
                  </a:lnTo>
                  <a:lnTo>
                    <a:pt x="1906725" y="87266"/>
                  </a:lnTo>
                  <a:lnTo>
                    <a:pt x="1914539" y="87768"/>
                  </a:lnTo>
                  <a:lnTo>
                    <a:pt x="1922354" y="88255"/>
                  </a:lnTo>
                  <a:lnTo>
                    <a:pt x="1930168" y="88727"/>
                  </a:lnTo>
                  <a:lnTo>
                    <a:pt x="1937983" y="89242"/>
                  </a:lnTo>
                  <a:lnTo>
                    <a:pt x="1945797" y="89747"/>
                  </a:lnTo>
                  <a:lnTo>
                    <a:pt x="1953612" y="90228"/>
                  </a:lnTo>
                  <a:lnTo>
                    <a:pt x="1961426" y="90661"/>
                  </a:lnTo>
                  <a:lnTo>
                    <a:pt x="1969241" y="91116"/>
                  </a:lnTo>
                  <a:lnTo>
                    <a:pt x="1977055" y="91610"/>
                  </a:lnTo>
                  <a:lnTo>
                    <a:pt x="1984869" y="92094"/>
                  </a:lnTo>
                  <a:lnTo>
                    <a:pt x="1992684" y="92627"/>
                  </a:lnTo>
                  <a:lnTo>
                    <a:pt x="2000498" y="93159"/>
                  </a:lnTo>
                  <a:lnTo>
                    <a:pt x="2008313" y="93687"/>
                  </a:lnTo>
                  <a:lnTo>
                    <a:pt x="2016127" y="94127"/>
                  </a:lnTo>
                  <a:lnTo>
                    <a:pt x="2023942" y="94573"/>
                  </a:lnTo>
                </a:path>
              </a:pathLst>
            </a:custGeom>
            <a:ln w="18970" cap="flat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7"/>
            <p:cNvSpPr/>
            <p:nvPr/>
          </p:nvSpPr>
          <p:spPr>
            <a:xfrm>
              <a:off x="3632283" y="2842590"/>
              <a:ext cx="2023942" cy="9100"/>
            </a:xfrm>
            <a:custGeom>
              <a:avLst/>
              <a:pathLst>
                <a:path w="2023942" h="9100">
                  <a:moveTo>
                    <a:pt x="0" y="351"/>
                  </a:moveTo>
                  <a:lnTo>
                    <a:pt x="7814" y="514"/>
                  </a:lnTo>
                  <a:lnTo>
                    <a:pt x="15628" y="482"/>
                  </a:lnTo>
                  <a:lnTo>
                    <a:pt x="23443" y="554"/>
                  </a:lnTo>
                  <a:lnTo>
                    <a:pt x="31257" y="750"/>
                  </a:lnTo>
                  <a:lnTo>
                    <a:pt x="39072" y="617"/>
                  </a:lnTo>
                  <a:lnTo>
                    <a:pt x="46886" y="603"/>
                  </a:lnTo>
                  <a:lnTo>
                    <a:pt x="54701" y="719"/>
                  </a:lnTo>
                  <a:lnTo>
                    <a:pt x="62515" y="939"/>
                  </a:lnTo>
                  <a:lnTo>
                    <a:pt x="70330" y="890"/>
                  </a:lnTo>
                  <a:lnTo>
                    <a:pt x="78144" y="829"/>
                  </a:lnTo>
                  <a:lnTo>
                    <a:pt x="85958" y="716"/>
                  </a:lnTo>
                  <a:lnTo>
                    <a:pt x="93773" y="691"/>
                  </a:lnTo>
                  <a:lnTo>
                    <a:pt x="101587" y="652"/>
                  </a:lnTo>
                  <a:lnTo>
                    <a:pt x="109402" y="519"/>
                  </a:lnTo>
                  <a:lnTo>
                    <a:pt x="117216" y="708"/>
                  </a:lnTo>
                  <a:lnTo>
                    <a:pt x="125031" y="634"/>
                  </a:lnTo>
                  <a:lnTo>
                    <a:pt x="132845" y="853"/>
                  </a:lnTo>
                  <a:lnTo>
                    <a:pt x="140660" y="943"/>
                  </a:lnTo>
                  <a:lnTo>
                    <a:pt x="148474" y="983"/>
                  </a:lnTo>
                  <a:lnTo>
                    <a:pt x="156288" y="1139"/>
                  </a:lnTo>
                  <a:lnTo>
                    <a:pt x="164103" y="1381"/>
                  </a:lnTo>
                  <a:lnTo>
                    <a:pt x="171917" y="1439"/>
                  </a:lnTo>
                  <a:lnTo>
                    <a:pt x="179732" y="1296"/>
                  </a:lnTo>
                  <a:lnTo>
                    <a:pt x="187546" y="1342"/>
                  </a:lnTo>
                  <a:lnTo>
                    <a:pt x="195361" y="1465"/>
                  </a:lnTo>
                  <a:lnTo>
                    <a:pt x="203175" y="1386"/>
                  </a:lnTo>
                  <a:lnTo>
                    <a:pt x="210990" y="1111"/>
                  </a:lnTo>
                  <a:lnTo>
                    <a:pt x="218804" y="837"/>
                  </a:lnTo>
                  <a:lnTo>
                    <a:pt x="226619" y="905"/>
                  </a:lnTo>
                  <a:lnTo>
                    <a:pt x="234433" y="869"/>
                  </a:lnTo>
                  <a:lnTo>
                    <a:pt x="242247" y="757"/>
                  </a:lnTo>
                  <a:lnTo>
                    <a:pt x="250062" y="734"/>
                  </a:lnTo>
                  <a:lnTo>
                    <a:pt x="257876" y="795"/>
                  </a:lnTo>
                  <a:lnTo>
                    <a:pt x="265691" y="771"/>
                  </a:lnTo>
                  <a:lnTo>
                    <a:pt x="273505" y="688"/>
                  </a:lnTo>
                  <a:lnTo>
                    <a:pt x="281320" y="718"/>
                  </a:lnTo>
                  <a:lnTo>
                    <a:pt x="289134" y="558"/>
                  </a:lnTo>
                  <a:lnTo>
                    <a:pt x="296949" y="300"/>
                  </a:lnTo>
                  <a:lnTo>
                    <a:pt x="304763" y="200"/>
                  </a:lnTo>
                  <a:lnTo>
                    <a:pt x="312577" y="179"/>
                  </a:lnTo>
                  <a:lnTo>
                    <a:pt x="320392" y="217"/>
                  </a:lnTo>
                  <a:lnTo>
                    <a:pt x="328206" y="282"/>
                  </a:lnTo>
                  <a:lnTo>
                    <a:pt x="336021" y="335"/>
                  </a:lnTo>
                  <a:lnTo>
                    <a:pt x="343835" y="251"/>
                  </a:lnTo>
                  <a:lnTo>
                    <a:pt x="351650" y="148"/>
                  </a:lnTo>
                  <a:lnTo>
                    <a:pt x="359464" y="67"/>
                  </a:lnTo>
                  <a:lnTo>
                    <a:pt x="367279" y="221"/>
                  </a:lnTo>
                  <a:lnTo>
                    <a:pt x="375093" y="496"/>
                  </a:lnTo>
                  <a:lnTo>
                    <a:pt x="382907" y="357"/>
                  </a:lnTo>
                  <a:lnTo>
                    <a:pt x="390722" y="351"/>
                  </a:lnTo>
                  <a:lnTo>
                    <a:pt x="398536" y="260"/>
                  </a:lnTo>
                  <a:lnTo>
                    <a:pt x="406351" y="0"/>
                  </a:lnTo>
                  <a:lnTo>
                    <a:pt x="414165" y="113"/>
                  </a:lnTo>
                  <a:lnTo>
                    <a:pt x="421980" y="245"/>
                  </a:lnTo>
                  <a:lnTo>
                    <a:pt x="429794" y="211"/>
                  </a:lnTo>
                  <a:lnTo>
                    <a:pt x="437609" y="433"/>
                  </a:lnTo>
                  <a:lnTo>
                    <a:pt x="445423" y="385"/>
                  </a:lnTo>
                  <a:lnTo>
                    <a:pt x="453238" y="374"/>
                  </a:lnTo>
                  <a:lnTo>
                    <a:pt x="461052" y="498"/>
                  </a:lnTo>
                  <a:lnTo>
                    <a:pt x="468866" y="457"/>
                  </a:lnTo>
                  <a:lnTo>
                    <a:pt x="476681" y="592"/>
                  </a:lnTo>
                  <a:lnTo>
                    <a:pt x="484495" y="796"/>
                  </a:lnTo>
                  <a:lnTo>
                    <a:pt x="492310" y="484"/>
                  </a:lnTo>
                  <a:lnTo>
                    <a:pt x="500124" y="602"/>
                  </a:lnTo>
                  <a:lnTo>
                    <a:pt x="507939" y="681"/>
                  </a:lnTo>
                  <a:lnTo>
                    <a:pt x="515753" y="687"/>
                  </a:lnTo>
                  <a:lnTo>
                    <a:pt x="523568" y="764"/>
                  </a:lnTo>
                  <a:lnTo>
                    <a:pt x="531382" y="797"/>
                  </a:lnTo>
                  <a:lnTo>
                    <a:pt x="539196" y="875"/>
                  </a:lnTo>
                  <a:lnTo>
                    <a:pt x="547011" y="1008"/>
                  </a:lnTo>
                  <a:lnTo>
                    <a:pt x="554825" y="1172"/>
                  </a:lnTo>
                  <a:lnTo>
                    <a:pt x="562640" y="1237"/>
                  </a:lnTo>
                  <a:lnTo>
                    <a:pt x="570454" y="1177"/>
                  </a:lnTo>
                  <a:lnTo>
                    <a:pt x="578269" y="1085"/>
                  </a:lnTo>
                  <a:lnTo>
                    <a:pt x="586083" y="929"/>
                  </a:lnTo>
                  <a:lnTo>
                    <a:pt x="593898" y="1247"/>
                  </a:lnTo>
                  <a:lnTo>
                    <a:pt x="601712" y="1145"/>
                  </a:lnTo>
                  <a:lnTo>
                    <a:pt x="609526" y="1001"/>
                  </a:lnTo>
                  <a:lnTo>
                    <a:pt x="617341" y="1011"/>
                  </a:lnTo>
                  <a:lnTo>
                    <a:pt x="625155" y="1031"/>
                  </a:lnTo>
                  <a:lnTo>
                    <a:pt x="632970" y="1152"/>
                  </a:lnTo>
                  <a:lnTo>
                    <a:pt x="640784" y="1042"/>
                  </a:lnTo>
                  <a:lnTo>
                    <a:pt x="648599" y="1087"/>
                  </a:lnTo>
                  <a:lnTo>
                    <a:pt x="656413" y="1170"/>
                  </a:lnTo>
                  <a:lnTo>
                    <a:pt x="664228" y="1203"/>
                  </a:lnTo>
                  <a:lnTo>
                    <a:pt x="672042" y="1361"/>
                  </a:lnTo>
                  <a:lnTo>
                    <a:pt x="679857" y="1466"/>
                  </a:lnTo>
                  <a:lnTo>
                    <a:pt x="687671" y="1478"/>
                  </a:lnTo>
                  <a:lnTo>
                    <a:pt x="695485" y="1578"/>
                  </a:lnTo>
                  <a:lnTo>
                    <a:pt x="703300" y="1734"/>
                  </a:lnTo>
                  <a:lnTo>
                    <a:pt x="711114" y="1918"/>
                  </a:lnTo>
                  <a:lnTo>
                    <a:pt x="718929" y="1954"/>
                  </a:lnTo>
                  <a:lnTo>
                    <a:pt x="726743" y="1993"/>
                  </a:lnTo>
                  <a:lnTo>
                    <a:pt x="734558" y="1932"/>
                  </a:lnTo>
                  <a:lnTo>
                    <a:pt x="742372" y="1770"/>
                  </a:lnTo>
                  <a:lnTo>
                    <a:pt x="750187" y="1939"/>
                  </a:lnTo>
                  <a:lnTo>
                    <a:pt x="758001" y="1964"/>
                  </a:lnTo>
                  <a:lnTo>
                    <a:pt x="765815" y="1972"/>
                  </a:lnTo>
                  <a:lnTo>
                    <a:pt x="773630" y="2057"/>
                  </a:lnTo>
                  <a:lnTo>
                    <a:pt x="781444" y="2131"/>
                  </a:lnTo>
                  <a:lnTo>
                    <a:pt x="789259" y="2251"/>
                  </a:lnTo>
                  <a:lnTo>
                    <a:pt x="797073" y="2301"/>
                  </a:lnTo>
                  <a:lnTo>
                    <a:pt x="804888" y="2161"/>
                  </a:lnTo>
                  <a:lnTo>
                    <a:pt x="812702" y="1997"/>
                  </a:lnTo>
                  <a:lnTo>
                    <a:pt x="820517" y="2070"/>
                  </a:lnTo>
                  <a:lnTo>
                    <a:pt x="828331" y="1837"/>
                  </a:lnTo>
                  <a:lnTo>
                    <a:pt x="836145" y="1753"/>
                  </a:lnTo>
                  <a:lnTo>
                    <a:pt x="843960" y="1877"/>
                  </a:lnTo>
                  <a:lnTo>
                    <a:pt x="851774" y="1731"/>
                  </a:lnTo>
                  <a:lnTo>
                    <a:pt x="859589" y="1717"/>
                  </a:lnTo>
                  <a:lnTo>
                    <a:pt x="867403" y="1690"/>
                  </a:lnTo>
                  <a:lnTo>
                    <a:pt x="875218" y="1807"/>
                  </a:lnTo>
                  <a:lnTo>
                    <a:pt x="883032" y="1784"/>
                  </a:lnTo>
                  <a:lnTo>
                    <a:pt x="890847" y="2100"/>
                  </a:lnTo>
                  <a:lnTo>
                    <a:pt x="898661" y="2456"/>
                  </a:lnTo>
                  <a:lnTo>
                    <a:pt x="906476" y="2633"/>
                  </a:lnTo>
                  <a:lnTo>
                    <a:pt x="914290" y="2734"/>
                  </a:lnTo>
                  <a:lnTo>
                    <a:pt x="922104" y="2712"/>
                  </a:lnTo>
                  <a:lnTo>
                    <a:pt x="929919" y="2696"/>
                  </a:lnTo>
                  <a:lnTo>
                    <a:pt x="937733" y="2711"/>
                  </a:lnTo>
                  <a:lnTo>
                    <a:pt x="945548" y="2928"/>
                  </a:lnTo>
                  <a:lnTo>
                    <a:pt x="953362" y="2843"/>
                  </a:lnTo>
                  <a:lnTo>
                    <a:pt x="961177" y="2799"/>
                  </a:lnTo>
                  <a:lnTo>
                    <a:pt x="968991" y="2664"/>
                  </a:lnTo>
                  <a:lnTo>
                    <a:pt x="976806" y="2631"/>
                  </a:lnTo>
                  <a:lnTo>
                    <a:pt x="984620" y="2640"/>
                  </a:lnTo>
                  <a:lnTo>
                    <a:pt x="992434" y="2685"/>
                  </a:lnTo>
                  <a:lnTo>
                    <a:pt x="1000249" y="2658"/>
                  </a:lnTo>
                  <a:lnTo>
                    <a:pt x="1008063" y="2676"/>
                  </a:lnTo>
                  <a:lnTo>
                    <a:pt x="1015878" y="2936"/>
                  </a:lnTo>
                  <a:lnTo>
                    <a:pt x="1023692" y="3040"/>
                  </a:lnTo>
                  <a:lnTo>
                    <a:pt x="1031507" y="3214"/>
                  </a:lnTo>
                  <a:lnTo>
                    <a:pt x="1039321" y="3102"/>
                  </a:lnTo>
                  <a:lnTo>
                    <a:pt x="1047136" y="3127"/>
                  </a:lnTo>
                  <a:lnTo>
                    <a:pt x="1054950" y="3216"/>
                  </a:lnTo>
                  <a:lnTo>
                    <a:pt x="1062765" y="3282"/>
                  </a:lnTo>
                  <a:lnTo>
                    <a:pt x="1070579" y="3342"/>
                  </a:lnTo>
                  <a:lnTo>
                    <a:pt x="1078393" y="3403"/>
                  </a:lnTo>
                  <a:lnTo>
                    <a:pt x="1086208" y="3406"/>
                  </a:lnTo>
                  <a:lnTo>
                    <a:pt x="1094022" y="3312"/>
                  </a:lnTo>
                  <a:lnTo>
                    <a:pt x="1101837" y="3401"/>
                  </a:lnTo>
                  <a:lnTo>
                    <a:pt x="1109651" y="3520"/>
                  </a:lnTo>
                  <a:lnTo>
                    <a:pt x="1117466" y="3677"/>
                  </a:lnTo>
                  <a:lnTo>
                    <a:pt x="1125280" y="3713"/>
                  </a:lnTo>
                  <a:lnTo>
                    <a:pt x="1133095" y="3717"/>
                  </a:lnTo>
                  <a:lnTo>
                    <a:pt x="1140909" y="3725"/>
                  </a:lnTo>
                  <a:lnTo>
                    <a:pt x="1148723" y="3881"/>
                  </a:lnTo>
                  <a:lnTo>
                    <a:pt x="1156538" y="3946"/>
                  </a:lnTo>
                  <a:lnTo>
                    <a:pt x="1164352" y="3965"/>
                  </a:lnTo>
                  <a:lnTo>
                    <a:pt x="1172167" y="3869"/>
                  </a:lnTo>
                  <a:lnTo>
                    <a:pt x="1179981" y="3852"/>
                  </a:lnTo>
                  <a:lnTo>
                    <a:pt x="1187796" y="3897"/>
                  </a:lnTo>
                  <a:lnTo>
                    <a:pt x="1195610" y="3943"/>
                  </a:lnTo>
                  <a:lnTo>
                    <a:pt x="1203425" y="3836"/>
                  </a:lnTo>
                  <a:lnTo>
                    <a:pt x="1211239" y="4001"/>
                  </a:lnTo>
                  <a:lnTo>
                    <a:pt x="1219053" y="4069"/>
                  </a:lnTo>
                  <a:lnTo>
                    <a:pt x="1226868" y="4047"/>
                  </a:lnTo>
                  <a:lnTo>
                    <a:pt x="1234682" y="4143"/>
                  </a:lnTo>
                  <a:lnTo>
                    <a:pt x="1242497" y="4140"/>
                  </a:lnTo>
                  <a:lnTo>
                    <a:pt x="1250311" y="4111"/>
                  </a:lnTo>
                  <a:lnTo>
                    <a:pt x="1258126" y="4161"/>
                  </a:lnTo>
                  <a:lnTo>
                    <a:pt x="1265940" y="4171"/>
                  </a:lnTo>
                  <a:lnTo>
                    <a:pt x="1273755" y="4179"/>
                  </a:lnTo>
                  <a:lnTo>
                    <a:pt x="1281569" y="4193"/>
                  </a:lnTo>
                  <a:lnTo>
                    <a:pt x="1289384" y="4314"/>
                  </a:lnTo>
                  <a:lnTo>
                    <a:pt x="1297198" y="4419"/>
                  </a:lnTo>
                  <a:lnTo>
                    <a:pt x="1305012" y="4508"/>
                  </a:lnTo>
                  <a:lnTo>
                    <a:pt x="1312827" y="4558"/>
                  </a:lnTo>
                  <a:lnTo>
                    <a:pt x="1320641" y="4625"/>
                  </a:lnTo>
                  <a:lnTo>
                    <a:pt x="1328456" y="4692"/>
                  </a:lnTo>
                  <a:lnTo>
                    <a:pt x="1336270" y="4767"/>
                  </a:lnTo>
                  <a:lnTo>
                    <a:pt x="1344085" y="4896"/>
                  </a:lnTo>
                  <a:lnTo>
                    <a:pt x="1351899" y="4931"/>
                  </a:lnTo>
                  <a:lnTo>
                    <a:pt x="1359714" y="5101"/>
                  </a:lnTo>
                  <a:lnTo>
                    <a:pt x="1367528" y="5063"/>
                  </a:lnTo>
                  <a:lnTo>
                    <a:pt x="1375342" y="5013"/>
                  </a:lnTo>
                  <a:lnTo>
                    <a:pt x="1383157" y="4962"/>
                  </a:lnTo>
                  <a:lnTo>
                    <a:pt x="1390971" y="5049"/>
                  </a:lnTo>
                  <a:lnTo>
                    <a:pt x="1398786" y="5066"/>
                  </a:lnTo>
                  <a:lnTo>
                    <a:pt x="1406600" y="5267"/>
                  </a:lnTo>
                  <a:lnTo>
                    <a:pt x="1414415" y="5441"/>
                  </a:lnTo>
                  <a:lnTo>
                    <a:pt x="1422229" y="5365"/>
                  </a:lnTo>
                  <a:lnTo>
                    <a:pt x="1430044" y="5332"/>
                  </a:lnTo>
                  <a:lnTo>
                    <a:pt x="1437858" y="5421"/>
                  </a:lnTo>
                  <a:lnTo>
                    <a:pt x="1445672" y="5555"/>
                  </a:lnTo>
                  <a:lnTo>
                    <a:pt x="1453487" y="5689"/>
                  </a:lnTo>
                  <a:lnTo>
                    <a:pt x="1461301" y="5808"/>
                  </a:lnTo>
                  <a:lnTo>
                    <a:pt x="1469116" y="5907"/>
                  </a:lnTo>
                  <a:lnTo>
                    <a:pt x="1476930" y="5936"/>
                  </a:lnTo>
                  <a:lnTo>
                    <a:pt x="1484745" y="5984"/>
                  </a:lnTo>
                  <a:lnTo>
                    <a:pt x="1492559" y="5946"/>
                  </a:lnTo>
                  <a:lnTo>
                    <a:pt x="1500374" y="5919"/>
                  </a:lnTo>
                  <a:lnTo>
                    <a:pt x="1508188" y="6009"/>
                  </a:lnTo>
                  <a:lnTo>
                    <a:pt x="1516003" y="6090"/>
                  </a:lnTo>
                  <a:lnTo>
                    <a:pt x="1523817" y="6171"/>
                  </a:lnTo>
                  <a:lnTo>
                    <a:pt x="1531631" y="6222"/>
                  </a:lnTo>
                  <a:lnTo>
                    <a:pt x="1539446" y="6288"/>
                  </a:lnTo>
                  <a:lnTo>
                    <a:pt x="1547260" y="6454"/>
                  </a:lnTo>
                  <a:lnTo>
                    <a:pt x="1555075" y="6606"/>
                  </a:lnTo>
                  <a:lnTo>
                    <a:pt x="1562889" y="6623"/>
                  </a:lnTo>
                  <a:lnTo>
                    <a:pt x="1570704" y="6621"/>
                  </a:lnTo>
                  <a:lnTo>
                    <a:pt x="1578518" y="6565"/>
                  </a:lnTo>
                  <a:lnTo>
                    <a:pt x="1586333" y="6514"/>
                  </a:lnTo>
                  <a:lnTo>
                    <a:pt x="1594147" y="6587"/>
                  </a:lnTo>
                  <a:lnTo>
                    <a:pt x="1601961" y="6599"/>
                  </a:lnTo>
                  <a:lnTo>
                    <a:pt x="1609776" y="6655"/>
                  </a:lnTo>
                  <a:lnTo>
                    <a:pt x="1617590" y="6769"/>
                  </a:lnTo>
                  <a:lnTo>
                    <a:pt x="1625405" y="6794"/>
                  </a:lnTo>
                  <a:lnTo>
                    <a:pt x="1633219" y="6835"/>
                  </a:lnTo>
                  <a:lnTo>
                    <a:pt x="1641034" y="6804"/>
                  </a:lnTo>
                  <a:lnTo>
                    <a:pt x="1648848" y="6774"/>
                  </a:lnTo>
                  <a:lnTo>
                    <a:pt x="1656663" y="6743"/>
                  </a:lnTo>
                  <a:lnTo>
                    <a:pt x="1664477" y="6797"/>
                  </a:lnTo>
                  <a:lnTo>
                    <a:pt x="1672291" y="6860"/>
                  </a:lnTo>
                  <a:lnTo>
                    <a:pt x="1680106" y="6907"/>
                  </a:lnTo>
                  <a:lnTo>
                    <a:pt x="1687920" y="6891"/>
                  </a:lnTo>
                  <a:lnTo>
                    <a:pt x="1695735" y="6913"/>
                  </a:lnTo>
                  <a:lnTo>
                    <a:pt x="1703549" y="6868"/>
                  </a:lnTo>
                  <a:lnTo>
                    <a:pt x="1711364" y="6922"/>
                  </a:lnTo>
                  <a:lnTo>
                    <a:pt x="1719178" y="6976"/>
                  </a:lnTo>
                  <a:lnTo>
                    <a:pt x="1726993" y="7031"/>
                  </a:lnTo>
                  <a:lnTo>
                    <a:pt x="1734807" y="7056"/>
                  </a:lnTo>
                  <a:lnTo>
                    <a:pt x="1742622" y="7063"/>
                  </a:lnTo>
                  <a:lnTo>
                    <a:pt x="1750436" y="7129"/>
                  </a:lnTo>
                  <a:lnTo>
                    <a:pt x="1758250" y="7181"/>
                  </a:lnTo>
                  <a:lnTo>
                    <a:pt x="1766065" y="7234"/>
                  </a:lnTo>
                  <a:lnTo>
                    <a:pt x="1773879" y="7287"/>
                  </a:lnTo>
                  <a:lnTo>
                    <a:pt x="1781694" y="7339"/>
                  </a:lnTo>
                  <a:lnTo>
                    <a:pt x="1789508" y="7452"/>
                  </a:lnTo>
                  <a:lnTo>
                    <a:pt x="1797323" y="7575"/>
                  </a:lnTo>
                  <a:lnTo>
                    <a:pt x="1805137" y="7699"/>
                  </a:lnTo>
                  <a:lnTo>
                    <a:pt x="1812952" y="7822"/>
                  </a:lnTo>
                  <a:lnTo>
                    <a:pt x="1820766" y="7945"/>
                  </a:lnTo>
                  <a:lnTo>
                    <a:pt x="1828580" y="8068"/>
                  </a:lnTo>
                  <a:lnTo>
                    <a:pt x="1836395" y="8185"/>
                  </a:lnTo>
                  <a:lnTo>
                    <a:pt x="1844209" y="8248"/>
                  </a:lnTo>
                  <a:lnTo>
                    <a:pt x="1852024" y="8270"/>
                  </a:lnTo>
                  <a:lnTo>
                    <a:pt x="1859838" y="8266"/>
                  </a:lnTo>
                  <a:lnTo>
                    <a:pt x="1867653" y="8262"/>
                  </a:lnTo>
                  <a:lnTo>
                    <a:pt x="1875467" y="8170"/>
                  </a:lnTo>
                  <a:lnTo>
                    <a:pt x="1883282" y="8166"/>
                  </a:lnTo>
                  <a:lnTo>
                    <a:pt x="1891096" y="8176"/>
                  </a:lnTo>
                  <a:lnTo>
                    <a:pt x="1898910" y="8123"/>
                  </a:lnTo>
                  <a:lnTo>
                    <a:pt x="1906725" y="8140"/>
                  </a:lnTo>
                  <a:lnTo>
                    <a:pt x="1914539" y="8207"/>
                  </a:lnTo>
                  <a:lnTo>
                    <a:pt x="1922354" y="8373"/>
                  </a:lnTo>
                  <a:lnTo>
                    <a:pt x="1930168" y="8340"/>
                  </a:lnTo>
                  <a:lnTo>
                    <a:pt x="1937983" y="8442"/>
                  </a:lnTo>
                  <a:lnTo>
                    <a:pt x="1945797" y="8547"/>
                  </a:lnTo>
                  <a:lnTo>
                    <a:pt x="1953612" y="8622"/>
                  </a:lnTo>
                  <a:lnTo>
                    <a:pt x="1961426" y="8697"/>
                  </a:lnTo>
                  <a:lnTo>
                    <a:pt x="1969241" y="8771"/>
                  </a:lnTo>
                  <a:lnTo>
                    <a:pt x="1977055" y="8846"/>
                  </a:lnTo>
                  <a:lnTo>
                    <a:pt x="1984869" y="8863"/>
                  </a:lnTo>
                  <a:lnTo>
                    <a:pt x="1992684" y="8874"/>
                  </a:lnTo>
                  <a:lnTo>
                    <a:pt x="2000498" y="8898"/>
                  </a:lnTo>
                  <a:lnTo>
                    <a:pt x="2008313" y="8965"/>
                  </a:lnTo>
                  <a:lnTo>
                    <a:pt x="2016127" y="9033"/>
                  </a:lnTo>
                  <a:lnTo>
                    <a:pt x="2023942" y="9100"/>
                  </a:lnTo>
                </a:path>
              </a:pathLst>
            </a:custGeom>
            <a:ln w="18970" cap="flat">
              <a:solidFill>
                <a:srgbClr val="FFC0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rc128"/>
            <p:cNvSpPr/>
            <p:nvPr/>
          </p:nvSpPr>
          <p:spPr>
            <a:xfrm>
              <a:off x="3531086" y="2396548"/>
              <a:ext cx="2226336" cy="742778"/>
            </a:xfrm>
            <a:prstGeom prst="rect">
              <a:avLst/>
            </a:prstGeom>
            <a:ln w="1084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rc129"/>
            <p:cNvSpPr/>
            <p:nvPr/>
          </p:nvSpPr>
          <p:spPr>
            <a:xfrm>
              <a:off x="3531086" y="3322206"/>
              <a:ext cx="2226336" cy="74277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1" name="pl130"/>
            <p:cNvSpPr/>
            <p:nvPr/>
          </p:nvSpPr>
          <p:spPr>
            <a:xfrm>
              <a:off x="3531086" y="3924668"/>
              <a:ext cx="2226336" cy="0"/>
            </a:xfrm>
            <a:custGeom>
              <a:avLst/>
              <a:pathLst>
                <a:path w="2226336" h="0">
                  <a:moveTo>
                    <a:pt x="0" y="0"/>
                  </a:moveTo>
                  <a:lnTo>
                    <a:pt x="2226336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l131"/>
            <p:cNvSpPr/>
            <p:nvPr/>
          </p:nvSpPr>
          <p:spPr>
            <a:xfrm>
              <a:off x="3531086" y="3723060"/>
              <a:ext cx="2226336" cy="0"/>
            </a:xfrm>
            <a:custGeom>
              <a:avLst/>
              <a:pathLst>
                <a:path w="2226336" h="0">
                  <a:moveTo>
                    <a:pt x="0" y="0"/>
                  </a:moveTo>
                  <a:lnTo>
                    <a:pt x="2226336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l132"/>
            <p:cNvSpPr/>
            <p:nvPr/>
          </p:nvSpPr>
          <p:spPr>
            <a:xfrm>
              <a:off x="3531086" y="3521452"/>
              <a:ext cx="2226336" cy="0"/>
            </a:xfrm>
            <a:custGeom>
              <a:avLst/>
              <a:pathLst>
                <a:path w="2226336" h="0">
                  <a:moveTo>
                    <a:pt x="0" y="0"/>
                  </a:moveTo>
                  <a:lnTo>
                    <a:pt x="2226336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l133"/>
            <p:cNvSpPr/>
            <p:nvPr/>
          </p:nvSpPr>
          <p:spPr>
            <a:xfrm>
              <a:off x="3549315" y="3322206"/>
              <a:ext cx="0" cy="742778"/>
            </a:xfrm>
            <a:custGeom>
              <a:avLst/>
              <a:pathLst>
                <a:path w="0" h="742778">
                  <a:moveTo>
                    <a:pt x="0" y="742778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l134"/>
            <p:cNvSpPr/>
            <p:nvPr/>
          </p:nvSpPr>
          <p:spPr>
            <a:xfrm>
              <a:off x="4066278" y="3322206"/>
              <a:ext cx="0" cy="742778"/>
            </a:xfrm>
            <a:custGeom>
              <a:avLst/>
              <a:pathLst>
                <a:path w="0" h="742778">
                  <a:moveTo>
                    <a:pt x="0" y="742778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l135"/>
            <p:cNvSpPr/>
            <p:nvPr/>
          </p:nvSpPr>
          <p:spPr>
            <a:xfrm>
              <a:off x="4583242" y="3322206"/>
              <a:ext cx="0" cy="742778"/>
            </a:xfrm>
            <a:custGeom>
              <a:avLst/>
              <a:pathLst>
                <a:path w="0" h="742778">
                  <a:moveTo>
                    <a:pt x="0" y="742778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l136"/>
            <p:cNvSpPr/>
            <p:nvPr/>
          </p:nvSpPr>
          <p:spPr>
            <a:xfrm>
              <a:off x="5100205" y="3322206"/>
              <a:ext cx="0" cy="742778"/>
            </a:xfrm>
            <a:custGeom>
              <a:avLst/>
              <a:pathLst>
                <a:path w="0" h="742778">
                  <a:moveTo>
                    <a:pt x="0" y="742778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l137"/>
            <p:cNvSpPr/>
            <p:nvPr/>
          </p:nvSpPr>
          <p:spPr>
            <a:xfrm>
              <a:off x="5617168" y="3322206"/>
              <a:ext cx="0" cy="742778"/>
            </a:xfrm>
            <a:custGeom>
              <a:avLst/>
              <a:pathLst>
                <a:path w="0" h="742778">
                  <a:moveTo>
                    <a:pt x="0" y="742778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l138"/>
            <p:cNvSpPr/>
            <p:nvPr/>
          </p:nvSpPr>
          <p:spPr>
            <a:xfrm>
              <a:off x="3531086" y="3723060"/>
              <a:ext cx="2226336" cy="0"/>
            </a:xfrm>
            <a:custGeom>
              <a:avLst/>
              <a:pathLst>
                <a:path w="2226336" h="0">
                  <a:moveTo>
                    <a:pt x="0" y="0"/>
                  </a:moveTo>
                  <a:lnTo>
                    <a:pt x="2226336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40" name="pg139"/>
            <p:cNvSpPr/>
            <p:nvPr/>
          </p:nvSpPr>
          <p:spPr>
            <a:xfrm>
              <a:off x="3632283" y="3539860"/>
              <a:ext cx="2023942" cy="229186"/>
            </a:xfrm>
            <a:custGeom>
              <a:avLst/>
              <a:pathLst>
                <a:path w="2023942" h="229186">
                  <a:moveTo>
                    <a:pt x="0" y="175815"/>
                  </a:moveTo>
                  <a:lnTo>
                    <a:pt x="7814" y="175949"/>
                  </a:lnTo>
                  <a:lnTo>
                    <a:pt x="15628" y="176082"/>
                  </a:lnTo>
                  <a:lnTo>
                    <a:pt x="23443" y="176216"/>
                  </a:lnTo>
                  <a:lnTo>
                    <a:pt x="31257" y="176350"/>
                  </a:lnTo>
                  <a:lnTo>
                    <a:pt x="39072" y="176483"/>
                  </a:lnTo>
                  <a:lnTo>
                    <a:pt x="46886" y="176618"/>
                  </a:lnTo>
                  <a:lnTo>
                    <a:pt x="54701" y="176752"/>
                  </a:lnTo>
                  <a:lnTo>
                    <a:pt x="62515" y="176886"/>
                  </a:lnTo>
                  <a:lnTo>
                    <a:pt x="70330" y="177020"/>
                  </a:lnTo>
                  <a:lnTo>
                    <a:pt x="78144" y="177154"/>
                  </a:lnTo>
                  <a:lnTo>
                    <a:pt x="85958" y="177288"/>
                  </a:lnTo>
                  <a:lnTo>
                    <a:pt x="93773" y="177422"/>
                  </a:lnTo>
                  <a:lnTo>
                    <a:pt x="101587" y="177556"/>
                  </a:lnTo>
                  <a:lnTo>
                    <a:pt x="109402" y="177690"/>
                  </a:lnTo>
                  <a:lnTo>
                    <a:pt x="117216" y="177823"/>
                  </a:lnTo>
                  <a:lnTo>
                    <a:pt x="125031" y="177957"/>
                  </a:lnTo>
                  <a:lnTo>
                    <a:pt x="132845" y="178091"/>
                  </a:lnTo>
                  <a:lnTo>
                    <a:pt x="140660" y="178224"/>
                  </a:lnTo>
                  <a:lnTo>
                    <a:pt x="148474" y="178358"/>
                  </a:lnTo>
                  <a:lnTo>
                    <a:pt x="156288" y="178492"/>
                  </a:lnTo>
                  <a:lnTo>
                    <a:pt x="164103" y="178625"/>
                  </a:lnTo>
                  <a:lnTo>
                    <a:pt x="171917" y="178758"/>
                  </a:lnTo>
                  <a:lnTo>
                    <a:pt x="179732" y="178892"/>
                  </a:lnTo>
                  <a:lnTo>
                    <a:pt x="187546" y="179025"/>
                  </a:lnTo>
                  <a:lnTo>
                    <a:pt x="195361" y="179158"/>
                  </a:lnTo>
                  <a:lnTo>
                    <a:pt x="203175" y="179291"/>
                  </a:lnTo>
                  <a:lnTo>
                    <a:pt x="210990" y="179425"/>
                  </a:lnTo>
                  <a:lnTo>
                    <a:pt x="218804" y="179558"/>
                  </a:lnTo>
                  <a:lnTo>
                    <a:pt x="226619" y="179691"/>
                  </a:lnTo>
                  <a:lnTo>
                    <a:pt x="234433" y="179824"/>
                  </a:lnTo>
                  <a:lnTo>
                    <a:pt x="242247" y="179957"/>
                  </a:lnTo>
                  <a:lnTo>
                    <a:pt x="250062" y="180089"/>
                  </a:lnTo>
                  <a:lnTo>
                    <a:pt x="257876" y="180222"/>
                  </a:lnTo>
                  <a:lnTo>
                    <a:pt x="265691" y="180355"/>
                  </a:lnTo>
                  <a:lnTo>
                    <a:pt x="273505" y="180488"/>
                  </a:lnTo>
                  <a:lnTo>
                    <a:pt x="281320" y="180620"/>
                  </a:lnTo>
                  <a:lnTo>
                    <a:pt x="289134" y="180753"/>
                  </a:lnTo>
                  <a:lnTo>
                    <a:pt x="296949" y="180885"/>
                  </a:lnTo>
                  <a:lnTo>
                    <a:pt x="304763" y="181018"/>
                  </a:lnTo>
                  <a:lnTo>
                    <a:pt x="312577" y="181150"/>
                  </a:lnTo>
                  <a:lnTo>
                    <a:pt x="320392" y="181282"/>
                  </a:lnTo>
                  <a:lnTo>
                    <a:pt x="328206" y="181415"/>
                  </a:lnTo>
                  <a:lnTo>
                    <a:pt x="336021" y="181547"/>
                  </a:lnTo>
                  <a:lnTo>
                    <a:pt x="343835" y="181679"/>
                  </a:lnTo>
                  <a:lnTo>
                    <a:pt x="351650" y="181811"/>
                  </a:lnTo>
                  <a:lnTo>
                    <a:pt x="359464" y="181943"/>
                  </a:lnTo>
                  <a:lnTo>
                    <a:pt x="367279" y="182075"/>
                  </a:lnTo>
                  <a:lnTo>
                    <a:pt x="375093" y="182207"/>
                  </a:lnTo>
                  <a:lnTo>
                    <a:pt x="382907" y="182339"/>
                  </a:lnTo>
                  <a:lnTo>
                    <a:pt x="390722" y="182471"/>
                  </a:lnTo>
                  <a:lnTo>
                    <a:pt x="398536" y="182602"/>
                  </a:lnTo>
                  <a:lnTo>
                    <a:pt x="406351" y="182734"/>
                  </a:lnTo>
                  <a:lnTo>
                    <a:pt x="414165" y="182866"/>
                  </a:lnTo>
                  <a:lnTo>
                    <a:pt x="421980" y="182997"/>
                  </a:lnTo>
                  <a:lnTo>
                    <a:pt x="429794" y="183129"/>
                  </a:lnTo>
                  <a:lnTo>
                    <a:pt x="437609" y="182778"/>
                  </a:lnTo>
                  <a:lnTo>
                    <a:pt x="445423" y="181864"/>
                  </a:lnTo>
                  <a:lnTo>
                    <a:pt x="453238" y="180947"/>
                  </a:lnTo>
                  <a:lnTo>
                    <a:pt x="461052" y="180027"/>
                  </a:lnTo>
                  <a:lnTo>
                    <a:pt x="468866" y="179105"/>
                  </a:lnTo>
                  <a:lnTo>
                    <a:pt x="476681" y="178179"/>
                  </a:lnTo>
                  <a:lnTo>
                    <a:pt x="484495" y="177252"/>
                  </a:lnTo>
                  <a:lnTo>
                    <a:pt x="492310" y="176321"/>
                  </a:lnTo>
                  <a:lnTo>
                    <a:pt x="500124" y="175388"/>
                  </a:lnTo>
                  <a:lnTo>
                    <a:pt x="507939" y="174451"/>
                  </a:lnTo>
                  <a:lnTo>
                    <a:pt x="515753" y="173512"/>
                  </a:lnTo>
                  <a:lnTo>
                    <a:pt x="523568" y="172570"/>
                  </a:lnTo>
                  <a:lnTo>
                    <a:pt x="531382" y="171626"/>
                  </a:lnTo>
                  <a:lnTo>
                    <a:pt x="539196" y="170679"/>
                  </a:lnTo>
                  <a:lnTo>
                    <a:pt x="547011" y="169730"/>
                  </a:lnTo>
                  <a:lnTo>
                    <a:pt x="554825" y="168778"/>
                  </a:lnTo>
                  <a:lnTo>
                    <a:pt x="562640" y="167823"/>
                  </a:lnTo>
                  <a:lnTo>
                    <a:pt x="570454" y="166866"/>
                  </a:lnTo>
                  <a:lnTo>
                    <a:pt x="578269" y="165907"/>
                  </a:lnTo>
                  <a:lnTo>
                    <a:pt x="586083" y="164945"/>
                  </a:lnTo>
                  <a:lnTo>
                    <a:pt x="593898" y="163982"/>
                  </a:lnTo>
                  <a:lnTo>
                    <a:pt x="601712" y="163015"/>
                  </a:lnTo>
                  <a:lnTo>
                    <a:pt x="609526" y="162047"/>
                  </a:lnTo>
                  <a:lnTo>
                    <a:pt x="617341" y="161087"/>
                  </a:lnTo>
                  <a:lnTo>
                    <a:pt x="625155" y="160104"/>
                  </a:lnTo>
                  <a:lnTo>
                    <a:pt x="632970" y="159129"/>
                  </a:lnTo>
                  <a:lnTo>
                    <a:pt x="640784" y="158155"/>
                  </a:lnTo>
                  <a:lnTo>
                    <a:pt x="648599" y="157199"/>
                  </a:lnTo>
                  <a:lnTo>
                    <a:pt x="656413" y="156243"/>
                  </a:lnTo>
                  <a:lnTo>
                    <a:pt x="664228" y="155287"/>
                  </a:lnTo>
                  <a:lnTo>
                    <a:pt x="672042" y="154331"/>
                  </a:lnTo>
                  <a:lnTo>
                    <a:pt x="679857" y="153375"/>
                  </a:lnTo>
                  <a:lnTo>
                    <a:pt x="687671" y="152419"/>
                  </a:lnTo>
                  <a:lnTo>
                    <a:pt x="695485" y="151434"/>
                  </a:lnTo>
                  <a:lnTo>
                    <a:pt x="703300" y="150436"/>
                  </a:lnTo>
                  <a:lnTo>
                    <a:pt x="711114" y="149436"/>
                  </a:lnTo>
                  <a:lnTo>
                    <a:pt x="718929" y="148434"/>
                  </a:lnTo>
                  <a:lnTo>
                    <a:pt x="726743" y="147429"/>
                  </a:lnTo>
                  <a:lnTo>
                    <a:pt x="734558" y="146449"/>
                  </a:lnTo>
                  <a:lnTo>
                    <a:pt x="742372" y="145494"/>
                  </a:lnTo>
                  <a:lnTo>
                    <a:pt x="750187" y="144539"/>
                  </a:lnTo>
                  <a:lnTo>
                    <a:pt x="758001" y="143567"/>
                  </a:lnTo>
                  <a:lnTo>
                    <a:pt x="765815" y="142568"/>
                  </a:lnTo>
                  <a:lnTo>
                    <a:pt x="773630" y="141568"/>
                  </a:lnTo>
                  <a:lnTo>
                    <a:pt x="781444" y="140596"/>
                  </a:lnTo>
                  <a:lnTo>
                    <a:pt x="789259" y="139635"/>
                  </a:lnTo>
                  <a:lnTo>
                    <a:pt x="797073" y="138674"/>
                  </a:lnTo>
                  <a:lnTo>
                    <a:pt x="804888" y="137705"/>
                  </a:lnTo>
                  <a:lnTo>
                    <a:pt x="812702" y="136718"/>
                  </a:lnTo>
                  <a:lnTo>
                    <a:pt x="820517" y="135752"/>
                  </a:lnTo>
                  <a:lnTo>
                    <a:pt x="828331" y="134759"/>
                  </a:lnTo>
                  <a:lnTo>
                    <a:pt x="836145" y="133766"/>
                  </a:lnTo>
                  <a:lnTo>
                    <a:pt x="843960" y="132773"/>
                  </a:lnTo>
                  <a:lnTo>
                    <a:pt x="851774" y="131779"/>
                  </a:lnTo>
                  <a:lnTo>
                    <a:pt x="859589" y="130784"/>
                  </a:lnTo>
                  <a:lnTo>
                    <a:pt x="867403" y="129790"/>
                  </a:lnTo>
                  <a:lnTo>
                    <a:pt x="875218" y="128795"/>
                  </a:lnTo>
                  <a:lnTo>
                    <a:pt x="883032" y="127800"/>
                  </a:lnTo>
                  <a:lnTo>
                    <a:pt x="890847" y="126810"/>
                  </a:lnTo>
                  <a:lnTo>
                    <a:pt x="898661" y="125862"/>
                  </a:lnTo>
                  <a:lnTo>
                    <a:pt x="906476" y="124916"/>
                  </a:lnTo>
                  <a:lnTo>
                    <a:pt x="914290" y="123971"/>
                  </a:lnTo>
                  <a:lnTo>
                    <a:pt x="922104" y="123028"/>
                  </a:lnTo>
                  <a:lnTo>
                    <a:pt x="929919" y="121986"/>
                  </a:lnTo>
                  <a:lnTo>
                    <a:pt x="937733" y="120940"/>
                  </a:lnTo>
                  <a:lnTo>
                    <a:pt x="945548" y="119892"/>
                  </a:lnTo>
                  <a:lnTo>
                    <a:pt x="953362" y="118844"/>
                  </a:lnTo>
                  <a:lnTo>
                    <a:pt x="961177" y="117847"/>
                  </a:lnTo>
                  <a:lnTo>
                    <a:pt x="968991" y="116851"/>
                  </a:lnTo>
                  <a:lnTo>
                    <a:pt x="976806" y="115857"/>
                  </a:lnTo>
                  <a:lnTo>
                    <a:pt x="984620" y="114864"/>
                  </a:lnTo>
                  <a:lnTo>
                    <a:pt x="992434" y="113871"/>
                  </a:lnTo>
                  <a:lnTo>
                    <a:pt x="1000249" y="112878"/>
                  </a:lnTo>
                  <a:lnTo>
                    <a:pt x="1008063" y="111886"/>
                  </a:lnTo>
                  <a:lnTo>
                    <a:pt x="1015878" y="110894"/>
                  </a:lnTo>
                  <a:lnTo>
                    <a:pt x="1023692" y="109903"/>
                  </a:lnTo>
                  <a:lnTo>
                    <a:pt x="1031507" y="108913"/>
                  </a:lnTo>
                  <a:lnTo>
                    <a:pt x="1039321" y="107925"/>
                  </a:lnTo>
                  <a:lnTo>
                    <a:pt x="1047136" y="106947"/>
                  </a:lnTo>
                  <a:lnTo>
                    <a:pt x="1054950" y="105969"/>
                  </a:lnTo>
                  <a:lnTo>
                    <a:pt x="1062765" y="104988"/>
                  </a:lnTo>
                  <a:lnTo>
                    <a:pt x="1070579" y="103972"/>
                  </a:lnTo>
                  <a:lnTo>
                    <a:pt x="1078393" y="102985"/>
                  </a:lnTo>
                  <a:lnTo>
                    <a:pt x="1086208" y="101999"/>
                  </a:lnTo>
                  <a:lnTo>
                    <a:pt x="1094022" y="101014"/>
                  </a:lnTo>
                  <a:lnTo>
                    <a:pt x="1101837" y="100030"/>
                  </a:lnTo>
                  <a:lnTo>
                    <a:pt x="1109651" y="99048"/>
                  </a:lnTo>
                  <a:lnTo>
                    <a:pt x="1117466" y="98067"/>
                  </a:lnTo>
                  <a:lnTo>
                    <a:pt x="1125280" y="97089"/>
                  </a:lnTo>
                  <a:lnTo>
                    <a:pt x="1133095" y="96111"/>
                  </a:lnTo>
                  <a:lnTo>
                    <a:pt x="1140909" y="95135"/>
                  </a:lnTo>
                  <a:lnTo>
                    <a:pt x="1148723" y="94163"/>
                  </a:lnTo>
                  <a:lnTo>
                    <a:pt x="1156538" y="93153"/>
                  </a:lnTo>
                  <a:lnTo>
                    <a:pt x="1164352" y="92164"/>
                  </a:lnTo>
                  <a:lnTo>
                    <a:pt x="1172167" y="91151"/>
                  </a:lnTo>
                  <a:lnTo>
                    <a:pt x="1179981" y="90191"/>
                  </a:lnTo>
                  <a:lnTo>
                    <a:pt x="1187796" y="89304"/>
                  </a:lnTo>
                  <a:lnTo>
                    <a:pt x="1195610" y="88346"/>
                  </a:lnTo>
                  <a:lnTo>
                    <a:pt x="1203425" y="87381"/>
                  </a:lnTo>
                  <a:lnTo>
                    <a:pt x="1211239" y="86418"/>
                  </a:lnTo>
                  <a:lnTo>
                    <a:pt x="1219053" y="85392"/>
                  </a:lnTo>
                  <a:lnTo>
                    <a:pt x="1226868" y="84331"/>
                  </a:lnTo>
                  <a:lnTo>
                    <a:pt x="1234682" y="83270"/>
                  </a:lnTo>
                  <a:lnTo>
                    <a:pt x="1242497" y="82209"/>
                  </a:lnTo>
                  <a:lnTo>
                    <a:pt x="1250311" y="81149"/>
                  </a:lnTo>
                  <a:lnTo>
                    <a:pt x="1258126" y="80141"/>
                  </a:lnTo>
                  <a:lnTo>
                    <a:pt x="1265940" y="79178"/>
                  </a:lnTo>
                  <a:lnTo>
                    <a:pt x="1273755" y="78222"/>
                  </a:lnTo>
                  <a:lnTo>
                    <a:pt x="1281569" y="77262"/>
                  </a:lnTo>
                  <a:lnTo>
                    <a:pt x="1289384" y="76222"/>
                  </a:lnTo>
                  <a:lnTo>
                    <a:pt x="1297198" y="75266"/>
                  </a:lnTo>
                  <a:lnTo>
                    <a:pt x="1305012" y="74370"/>
                  </a:lnTo>
                  <a:lnTo>
                    <a:pt x="1312827" y="73446"/>
                  </a:lnTo>
                  <a:lnTo>
                    <a:pt x="1320641" y="72498"/>
                  </a:lnTo>
                  <a:lnTo>
                    <a:pt x="1328456" y="71552"/>
                  </a:lnTo>
                  <a:lnTo>
                    <a:pt x="1336270" y="70609"/>
                  </a:lnTo>
                  <a:lnTo>
                    <a:pt x="1344085" y="69669"/>
                  </a:lnTo>
                  <a:lnTo>
                    <a:pt x="1351899" y="68735"/>
                  </a:lnTo>
                  <a:lnTo>
                    <a:pt x="1359714" y="67804"/>
                  </a:lnTo>
                  <a:lnTo>
                    <a:pt x="1367528" y="66875"/>
                  </a:lnTo>
                  <a:lnTo>
                    <a:pt x="1375342" y="66085"/>
                  </a:lnTo>
                  <a:lnTo>
                    <a:pt x="1383157" y="65314"/>
                  </a:lnTo>
                  <a:lnTo>
                    <a:pt x="1390971" y="64399"/>
                  </a:lnTo>
                  <a:lnTo>
                    <a:pt x="1398786" y="63431"/>
                  </a:lnTo>
                  <a:lnTo>
                    <a:pt x="1406600" y="62465"/>
                  </a:lnTo>
                  <a:lnTo>
                    <a:pt x="1414415" y="61500"/>
                  </a:lnTo>
                  <a:lnTo>
                    <a:pt x="1422229" y="60538"/>
                  </a:lnTo>
                  <a:lnTo>
                    <a:pt x="1430044" y="59578"/>
                  </a:lnTo>
                  <a:lnTo>
                    <a:pt x="1437858" y="58620"/>
                  </a:lnTo>
                  <a:lnTo>
                    <a:pt x="1445672" y="57688"/>
                  </a:lnTo>
                  <a:lnTo>
                    <a:pt x="1453487" y="56783"/>
                  </a:lnTo>
                  <a:lnTo>
                    <a:pt x="1461301" y="55883"/>
                  </a:lnTo>
                  <a:lnTo>
                    <a:pt x="1469116" y="55029"/>
                  </a:lnTo>
                  <a:lnTo>
                    <a:pt x="1476930" y="54187"/>
                  </a:lnTo>
                  <a:lnTo>
                    <a:pt x="1484745" y="53349"/>
                  </a:lnTo>
                  <a:lnTo>
                    <a:pt x="1492559" y="52515"/>
                  </a:lnTo>
                  <a:lnTo>
                    <a:pt x="1500374" y="51683"/>
                  </a:lnTo>
                  <a:lnTo>
                    <a:pt x="1508188" y="50856"/>
                  </a:lnTo>
                  <a:lnTo>
                    <a:pt x="1516003" y="50005"/>
                  </a:lnTo>
                  <a:lnTo>
                    <a:pt x="1523817" y="49077"/>
                  </a:lnTo>
                  <a:lnTo>
                    <a:pt x="1531631" y="48152"/>
                  </a:lnTo>
                  <a:lnTo>
                    <a:pt x="1539446" y="47335"/>
                  </a:lnTo>
                  <a:lnTo>
                    <a:pt x="1547260" y="46580"/>
                  </a:lnTo>
                  <a:lnTo>
                    <a:pt x="1555075" y="45832"/>
                  </a:lnTo>
                  <a:lnTo>
                    <a:pt x="1562889" y="45089"/>
                  </a:lnTo>
                  <a:lnTo>
                    <a:pt x="1570704" y="44350"/>
                  </a:lnTo>
                  <a:lnTo>
                    <a:pt x="1578518" y="43491"/>
                  </a:lnTo>
                  <a:lnTo>
                    <a:pt x="1586333" y="42562"/>
                  </a:lnTo>
                  <a:lnTo>
                    <a:pt x="1594147" y="41715"/>
                  </a:lnTo>
                  <a:lnTo>
                    <a:pt x="1601961" y="40962"/>
                  </a:lnTo>
                  <a:lnTo>
                    <a:pt x="1609776" y="40111"/>
                  </a:lnTo>
                  <a:lnTo>
                    <a:pt x="1617590" y="39135"/>
                  </a:lnTo>
                  <a:lnTo>
                    <a:pt x="1625405" y="38362"/>
                  </a:lnTo>
                  <a:lnTo>
                    <a:pt x="1633219" y="37400"/>
                  </a:lnTo>
                  <a:lnTo>
                    <a:pt x="1641034" y="36355"/>
                  </a:lnTo>
                  <a:lnTo>
                    <a:pt x="1648848" y="35313"/>
                  </a:lnTo>
                  <a:lnTo>
                    <a:pt x="1656663" y="34362"/>
                  </a:lnTo>
                  <a:lnTo>
                    <a:pt x="1664477" y="33543"/>
                  </a:lnTo>
                  <a:lnTo>
                    <a:pt x="1672291" y="32726"/>
                  </a:lnTo>
                  <a:lnTo>
                    <a:pt x="1680106" y="31913"/>
                  </a:lnTo>
                  <a:lnTo>
                    <a:pt x="1687920" y="31104"/>
                  </a:lnTo>
                  <a:lnTo>
                    <a:pt x="1695735" y="30298"/>
                  </a:lnTo>
                  <a:lnTo>
                    <a:pt x="1703549" y="29496"/>
                  </a:lnTo>
                  <a:lnTo>
                    <a:pt x="1711364" y="28697"/>
                  </a:lnTo>
                  <a:lnTo>
                    <a:pt x="1719178" y="27902"/>
                  </a:lnTo>
                  <a:lnTo>
                    <a:pt x="1726993" y="27110"/>
                  </a:lnTo>
                  <a:lnTo>
                    <a:pt x="1734807" y="26322"/>
                  </a:lnTo>
                  <a:lnTo>
                    <a:pt x="1742622" y="25538"/>
                  </a:lnTo>
                  <a:lnTo>
                    <a:pt x="1750436" y="24757"/>
                  </a:lnTo>
                  <a:lnTo>
                    <a:pt x="1758250" y="23980"/>
                  </a:lnTo>
                  <a:lnTo>
                    <a:pt x="1766065" y="23207"/>
                  </a:lnTo>
                  <a:lnTo>
                    <a:pt x="1773879" y="22439"/>
                  </a:lnTo>
                  <a:lnTo>
                    <a:pt x="1781694" y="21677"/>
                  </a:lnTo>
                  <a:lnTo>
                    <a:pt x="1789508" y="20918"/>
                  </a:lnTo>
                  <a:lnTo>
                    <a:pt x="1797323" y="20073"/>
                  </a:lnTo>
                  <a:lnTo>
                    <a:pt x="1805137" y="19110"/>
                  </a:lnTo>
                  <a:lnTo>
                    <a:pt x="1812952" y="18149"/>
                  </a:lnTo>
                  <a:lnTo>
                    <a:pt x="1820766" y="17190"/>
                  </a:lnTo>
                  <a:lnTo>
                    <a:pt x="1828580" y="16235"/>
                  </a:lnTo>
                  <a:lnTo>
                    <a:pt x="1836395" y="15393"/>
                  </a:lnTo>
                  <a:lnTo>
                    <a:pt x="1844209" y="14699"/>
                  </a:lnTo>
                  <a:lnTo>
                    <a:pt x="1852024" y="14008"/>
                  </a:lnTo>
                  <a:lnTo>
                    <a:pt x="1859838" y="13330"/>
                  </a:lnTo>
                  <a:lnTo>
                    <a:pt x="1867653" y="12656"/>
                  </a:lnTo>
                  <a:lnTo>
                    <a:pt x="1875467" y="11987"/>
                  </a:lnTo>
                  <a:lnTo>
                    <a:pt x="1883282" y="11321"/>
                  </a:lnTo>
                  <a:lnTo>
                    <a:pt x="1891096" y="10660"/>
                  </a:lnTo>
                  <a:lnTo>
                    <a:pt x="1898910" y="10002"/>
                  </a:lnTo>
                  <a:lnTo>
                    <a:pt x="1906725" y="9349"/>
                  </a:lnTo>
                  <a:lnTo>
                    <a:pt x="1914539" y="8731"/>
                  </a:lnTo>
                  <a:lnTo>
                    <a:pt x="1922354" y="8172"/>
                  </a:lnTo>
                  <a:lnTo>
                    <a:pt x="1930168" y="7617"/>
                  </a:lnTo>
                  <a:lnTo>
                    <a:pt x="1937983" y="7067"/>
                  </a:lnTo>
                  <a:lnTo>
                    <a:pt x="1945797" y="6520"/>
                  </a:lnTo>
                  <a:lnTo>
                    <a:pt x="1953612" y="5859"/>
                  </a:lnTo>
                  <a:lnTo>
                    <a:pt x="1961426" y="5184"/>
                  </a:lnTo>
                  <a:lnTo>
                    <a:pt x="1969241" y="4513"/>
                  </a:lnTo>
                  <a:lnTo>
                    <a:pt x="1977055" y="3846"/>
                  </a:lnTo>
                  <a:lnTo>
                    <a:pt x="1984869" y="3182"/>
                  </a:lnTo>
                  <a:lnTo>
                    <a:pt x="1992684" y="2522"/>
                  </a:lnTo>
                  <a:lnTo>
                    <a:pt x="2000498" y="1867"/>
                  </a:lnTo>
                  <a:lnTo>
                    <a:pt x="2008313" y="1215"/>
                  </a:lnTo>
                  <a:lnTo>
                    <a:pt x="2016127" y="596"/>
                  </a:lnTo>
                  <a:lnTo>
                    <a:pt x="2023942" y="0"/>
                  </a:lnTo>
                  <a:lnTo>
                    <a:pt x="2023942" y="208604"/>
                  </a:lnTo>
                  <a:lnTo>
                    <a:pt x="2016127" y="208486"/>
                  </a:lnTo>
                  <a:lnTo>
                    <a:pt x="2008313" y="208368"/>
                  </a:lnTo>
                  <a:lnTo>
                    <a:pt x="2000498" y="208251"/>
                  </a:lnTo>
                  <a:lnTo>
                    <a:pt x="1992684" y="208133"/>
                  </a:lnTo>
                  <a:lnTo>
                    <a:pt x="1984869" y="208014"/>
                  </a:lnTo>
                  <a:lnTo>
                    <a:pt x="1977055" y="207896"/>
                  </a:lnTo>
                  <a:lnTo>
                    <a:pt x="1969241" y="207778"/>
                  </a:lnTo>
                  <a:lnTo>
                    <a:pt x="1961426" y="207660"/>
                  </a:lnTo>
                  <a:lnTo>
                    <a:pt x="1953612" y="207541"/>
                  </a:lnTo>
                  <a:lnTo>
                    <a:pt x="1945797" y="207423"/>
                  </a:lnTo>
                  <a:lnTo>
                    <a:pt x="1937983" y="207304"/>
                  </a:lnTo>
                  <a:lnTo>
                    <a:pt x="1930168" y="207186"/>
                  </a:lnTo>
                  <a:lnTo>
                    <a:pt x="1922354" y="207067"/>
                  </a:lnTo>
                  <a:lnTo>
                    <a:pt x="1914539" y="206948"/>
                  </a:lnTo>
                  <a:lnTo>
                    <a:pt x="1906725" y="206830"/>
                  </a:lnTo>
                  <a:lnTo>
                    <a:pt x="1898910" y="206711"/>
                  </a:lnTo>
                  <a:lnTo>
                    <a:pt x="1891096" y="206592"/>
                  </a:lnTo>
                  <a:lnTo>
                    <a:pt x="1883282" y="206473"/>
                  </a:lnTo>
                  <a:lnTo>
                    <a:pt x="1875467" y="206354"/>
                  </a:lnTo>
                  <a:lnTo>
                    <a:pt x="1867653" y="206234"/>
                  </a:lnTo>
                  <a:lnTo>
                    <a:pt x="1859838" y="206115"/>
                  </a:lnTo>
                  <a:lnTo>
                    <a:pt x="1852024" y="205996"/>
                  </a:lnTo>
                  <a:lnTo>
                    <a:pt x="1844209" y="205876"/>
                  </a:lnTo>
                  <a:lnTo>
                    <a:pt x="1836395" y="205757"/>
                  </a:lnTo>
                  <a:lnTo>
                    <a:pt x="1828580" y="205637"/>
                  </a:lnTo>
                  <a:lnTo>
                    <a:pt x="1820766" y="205518"/>
                  </a:lnTo>
                  <a:lnTo>
                    <a:pt x="1812952" y="205398"/>
                  </a:lnTo>
                  <a:lnTo>
                    <a:pt x="1805137" y="205278"/>
                  </a:lnTo>
                  <a:lnTo>
                    <a:pt x="1797323" y="205158"/>
                  </a:lnTo>
                  <a:lnTo>
                    <a:pt x="1789508" y="205038"/>
                  </a:lnTo>
                  <a:lnTo>
                    <a:pt x="1781694" y="204918"/>
                  </a:lnTo>
                  <a:lnTo>
                    <a:pt x="1773879" y="204798"/>
                  </a:lnTo>
                  <a:lnTo>
                    <a:pt x="1766065" y="204678"/>
                  </a:lnTo>
                  <a:lnTo>
                    <a:pt x="1758250" y="204558"/>
                  </a:lnTo>
                  <a:lnTo>
                    <a:pt x="1750436" y="204438"/>
                  </a:lnTo>
                  <a:lnTo>
                    <a:pt x="1742622" y="204317"/>
                  </a:lnTo>
                  <a:lnTo>
                    <a:pt x="1734807" y="204197"/>
                  </a:lnTo>
                  <a:lnTo>
                    <a:pt x="1726993" y="204077"/>
                  </a:lnTo>
                  <a:lnTo>
                    <a:pt x="1719178" y="203956"/>
                  </a:lnTo>
                  <a:lnTo>
                    <a:pt x="1711364" y="203835"/>
                  </a:lnTo>
                  <a:lnTo>
                    <a:pt x="1703549" y="203715"/>
                  </a:lnTo>
                  <a:lnTo>
                    <a:pt x="1695735" y="203594"/>
                  </a:lnTo>
                  <a:lnTo>
                    <a:pt x="1687920" y="203473"/>
                  </a:lnTo>
                  <a:lnTo>
                    <a:pt x="1680106" y="203352"/>
                  </a:lnTo>
                  <a:lnTo>
                    <a:pt x="1672291" y="203231"/>
                  </a:lnTo>
                  <a:lnTo>
                    <a:pt x="1664477" y="203110"/>
                  </a:lnTo>
                  <a:lnTo>
                    <a:pt x="1656663" y="202989"/>
                  </a:lnTo>
                  <a:lnTo>
                    <a:pt x="1648848" y="202868"/>
                  </a:lnTo>
                  <a:lnTo>
                    <a:pt x="1641034" y="202746"/>
                  </a:lnTo>
                  <a:lnTo>
                    <a:pt x="1633219" y="202625"/>
                  </a:lnTo>
                  <a:lnTo>
                    <a:pt x="1625405" y="202504"/>
                  </a:lnTo>
                  <a:lnTo>
                    <a:pt x="1617590" y="202382"/>
                  </a:lnTo>
                  <a:lnTo>
                    <a:pt x="1609776" y="202260"/>
                  </a:lnTo>
                  <a:lnTo>
                    <a:pt x="1601961" y="202139"/>
                  </a:lnTo>
                  <a:lnTo>
                    <a:pt x="1594147" y="202017"/>
                  </a:lnTo>
                  <a:lnTo>
                    <a:pt x="1586333" y="201895"/>
                  </a:lnTo>
                  <a:lnTo>
                    <a:pt x="1578518" y="201773"/>
                  </a:lnTo>
                  <a:lnTo>
                    <a:pt x="1570704" y="201652"/>
                  </a:lnTo>
                  <a:lnTo>
                    <a:pt x="1562889" y="201530"/>
                  </a:lnTo>
                  <a:lnTo>
                    <a:pt x="1555075" y="201407"/>
                  </a:lnTo>
                  <a:lnTo>
                    <a:pt x="1547260" y="201285"/>
                  </a:lnTo>
                  <a:lnTo>
                    <a:pt x="1539446" y="201163"/>
                  </a:lnTo>
                  <a:lnTo>
                    <a:pt x="1531631" y="201041"/>
                  </a:lnTo>
                  <a:lnTo>
                    <a:pt x="1523817" y="200919"/>
                  </a:lnTo>
                  <a:lnTo>
                    <a:pt x="1516003" y="200796"/>
                  </a:lnTo>
                  <a:lnTo>
                    <a:pt x="1508188" y="200674"/>
                  </a:lnTo>
                  <a:lnTo>
                    <a:pt x="1500374" y="200551"/>
                  </a:lnTo>
                  <a:lnTo>
                    <a:pt x="1492559" y="200428"/>
                  </a:lnTo>
                  <a:lnTo>
                    <a:pt x="1484745" y="200306"/>
                  </a:lnTo>
                  <a:lnTo>
                    <a:pt x="1476930" y="200183"/>
                  </a:lnTo>
                  <a:lnTo>
                    <a:pt x="1469116" y="200060"/>
                  </a:lnTo>
                  <a:lnTo>
                    <a:pt x="1461301" y="199937"/>
                  </a:lnTo>
                  <a:lnTo>
                    <a:pt x="1453487" y="199814"/>
                  </a:lnTo>
                  <a:lnTo>
                    <a:pt x="1445672" y="199691"/>
                  </a:lnTo>
                  <a:lnTo>
                    <a:pt x="1437858" y="199568"/>
                  </a:lnTo>
                  <a:lnTo>
                    <a:pt x="1430044" y="199445"/>
                  </a:lnTo>
                  <a:lnTo>
                    <a:pt x="1422229" y="199322"/>
                  </a:lnTo>
                  <a:lnTo>
                    <a:pt x="1414415" y="199198"/>
                  </a:lnTo>
                  <a:lnTo>
                    <a:pt x="1406600" y="199075"/>
                  </a:lnTo>
                  <a:lnTo>
                    <a:pt x="1398786" y="198951"/>
                  </a:lnTo>
                  <a:lnTo>
                    <a:pt x="1390971" y="198828"/>
                  </a:lnTo>
                  <a:lnTo>
                    <a:pt x="1383157" y="198704"/>
                  </a:lnTo>
                  <a:lnTo>
                    <a:pt x="1375342" y="198581"/>
                  </a:lnTo>
                  <a:lnTo>
                    <a:pt x="1367528" y="198457"/>
                  </a:lnTo>
                  <a:lnTo>
                    <a:pt x="1359714" y="198333"/>
                  </a:lnTo>
                  <a:lnTo>
                    <a:pt x="1351899" y="198209"/>
                  </a:lnTo>
                  <a:lnTo>
                    <a:pt x="1344085" y="198085"/>
                  </a:lnTo>
                  <a:lnTo>
                    <a:pt x="1336270" y="197961"/>
                  </a:lnTo>
                  <a:lnTo>
                    <a:pt x="1328456" y="197837"/>
                  </a:lnTo>
                  <a:lnTo>
                    <a:pt x="1320641" y="197713"/>
                  </a:lnTo>
                  <a:lnTo>
                    <a:pt x="1312827" y="197589"/>
                  </a:lnTo>
                  <a:lnTo>
                    <a:pt x="1305012" y="197464"/>
                  </a:lnTo>
                  <a:lnTo>
                    <a:pt x="1297198" y="197340"/>
                  </a:lnTo>
                  <a:lnTo>
                    <a:pt x="1289384" y="197216"/>
                  </a:lnTo>
                  <a:lnTo>
                    <a:pt x="1281569" y="197091"/>
                  </a:lnTo>
                  <a:lnTo>
                    <a:pt x="1273755" y="196967"/>
                  </a:lnTo>
                  <a:lnTo>
                    <a:pt x="1265940" y="196842"/>
                  </a:lnTo>
                  <a:lnTo>
                    <a:pt x="1258126" y="196717"/>
                  </a:lnTo>
                  <a:lnTo>
                    <a:pt x="1250311" y="196592"/>
                  </a:lnTo>
                  <a:lnTo>
                    <a:pt x="1242497" y="196468"/>
                  </a:lnTo>
                  <a:lnTo>
                    <a:pt x="1234682" y="196343"/>
                  </a:lnTo>
                  <a:lnTo>
                    <a:pt x="1226868" y="196218"/>
                  </a:lnTo>
                  <a:lnTo>
                    <a:pt x="1219053" y="196093"/>
                  </a:lnTo>
                  <a:lnTo>
                    <a:pt x="1211239" y="195968"/>
                  </a:lnTo>
                  <a:lnTo>
                    <a:pt x="1203425" y="195842"/>
                  </a:lnTo>
                  <a:lnTo>
                    <a:pt x="1195610" y="195717"/>
                  </a:lnTo>
                  <a:lnTo>
                    <a:pt x="1187796" y="195592"/>
                  </a:lnTo>
                  <a:lnTo>
                    <a:pt x="1179981" y="195466"/>
                  </a:lnTo>
                  <a:lnTo>
                    <a:pt x="1172167" y="195341"/>
                  </a:lnTo>
                  <a:lnTo>
                    <a:pt x="1164352" y="195215"/>
                  </a:lnTo>
                  <a:lnTo>
                    <a:pt x="1156538" y="195090"/>
                  </a:lnTo>
                  <a:lnTo>
                    <a:pt x="1148723" y="194964"/>
                  </a:lnTo>
                  <a:lnTo>
                    <a:pt x="1140909" y="194839"/>
                  </a:lnTo>
                  <a:lnTo>
                    <a:pt x="1133095" y="194713"/>
                  </a:lnTo>
                  <a:lnTo>
                    <a:pt x="1125280" y="194587"/>
                  </a:lnTo>
                  <a:lnTo>
                    <a:pt x="1117466" y="194461"/>
                  </a:lnTo>
                  <a:lnTo>
                    <a:pt x="1109651" y="194335"/>
                  </a:lnTo>
                  <a:lnTo>
                    <a:pt x="1101837" y="194209"/>
                  </a:lnTo>
                  <a:lnTo>
                    <a:pt x="1094022" y="194083"/>
                  </a:lnTo>
                  <a:lnTo>
                    <a:pt x="1086208" y="193957"/>
                  </a:lnTo>
                  <a:lnTo>
                    <a:pt x="1078393" y="193830"/>
                  </a:lnTo>
                  <a:lnTo>
                    <a:pt x="1070579" y="193704"/>
                  </a:lnTo>
                  <a:lnTo>
                    <a:pt x="1062765" y="193578"/>
                  </a:lnTo>
                  <a:lnTo>
                    <a:pt x="1054950" y="193451"/>
                  </a:lnTo>
                  <a:lnTo>
                    <a:pt x="1047136" y="193325"/>
                  </a:lnTo>
                  <a:lnTo>
                    <a:pt x="1039321" y="193198"/>
                  </a:lnTo>
                  <a:lnTo>
                    <a:pt x="1031507" y="193072"/>
                  </a:lnTo>
                  <a:lnTo>
                    <a:pt x="1023692" y="192945"/>
                  </a:lnTo>
                  <a:lnTo>
                    <a:pt x="1015878" y="192818"/>
                  </a:lnTo>
                  <a:lnTo>
                    <a:pt x="1008063" y="192691"/>
                  </a:lnTo>
                  <a:lnTo>
                    <a:pt x="1000249" y="192564"/>
                  </a:lnTo>
                  <a:lnTo>
                    <a:pt x="992434" y="192437"/>
                  </a:lnTo>
                  <a:lnTo>
                    <a:pt x="984620" y="192310"/>
                  </a:lnTo>
                  <a:lnTo>
                    <a:pt x="976806" y="192183"/>
                  </a:lnTo>
                  <a:lnTo>
                    <a:pt x="968991" y="192056"/>
                  </a:lnTo>
                  <a:lnTo>
                    <a:pt x="961177" y="191929"/>
                  </a:lnTo>
                  <a:lnTo>
                    <a:pt x="953362" y="191801"/>
                  </a:lnTo>
                  <a:lnTo>
                    <a:pt x="945548" y="191674"/>
                  </a:lnTo>
                  <a:lnTo>
                    <a:pt x="937733" y="191547"/>
                  </a:lnTo>
                  <a:lnTo>
                    <a:pt x="929919" y="191419"/>
                  </a:lnTo>
                  <a:lnTo>
                    <a:pt x="922104" y="191292"/>
                  </a:lnTo>
                  <a:lnTo>
                    <a:pt x="914290" y="191164"/>
                  </a:lnTo>
                  <a:lnTo>
                    <a:pt x="906476" y="191036"/>
                  </a:lnTo>
                  <a:lnTo>
                    <a:pt x="898661" y="190909"/>
                  </a:lnTo>
                  <a:lnTo>
                    <a:pt x="890847" y="190781"/>
                  </a:lnTo>
                  <a:lnTo>
                    <a:pt x="883032" y="190653"/>
                  </a:lnTo>
                  <a:lnTo>
                    <a:pt x="875218" y="190525"/>
                  </a:lnTo>
                  <a:lnTo>
                    <a:pt x="867403" y="190397"/>
                  </a:lnTo>
                  <a:lnTo>
                    <a:pt x="859589" y="190269"/>
                  </a:lnTo>
                  <a:lnTo>
                    <a:pt x="851774" y="190141"/>
                  </a:lnTo>
                  <a:lnTo>
                    <a:pt x="843960" y="190013"/>
                  </a:lnTo>
                  <a:lnTo>
                    <a:pt x="836145" y="189884"/>
                  </a:lnTo>
                  <a:lnTo>
                    <a:pt x="828331" y="189756"/>
                  </a:lnTo>
                  <a:lnTo>
                    <a:pt x="820517" y="189628"/>
                  </a:lnTo>
                  <a:lnTo>
                    <a:pt x="812702" y="189499"/>
                  </a:lnTo>
                  <a:lnTo>
                    <a:pt x="804888" y="189371"/>
                  </a:lnTo>
                  <a:lnTo>
                    <a:pt x="797073" y="189242"/>
                  </a:lnTo>
                  <a:lnTo>
                    <a:pt x="789259" y="189113"/>
                  </a:lnTo>
                  <a:lnTo>
                    <a:pt x="781444" y="188985"/>
                  </a:lnTo>
                  <a:lnTo>
                    <a:pt x="773630" y="188856"/>
                  </a:lnTo>
                  <a:lnTo>
                    <a:pt x="765815" y="188727"/>
                  </a:lnTo>
                  <a:lnTo>
                    <a:pt x="758001" y="188598"/>
                  </a:lnTo>
                  <a:lnTo>
                    <a:pt x="750187" y="188469"/>
                  </a:lnTo>
                  <a:lnTo>
                    <a:pt x="742372" y="188340"/>
                  </a:lnTo>
                  <a:lnTo>
                    <a:pt x="734558" y="188211"/>
                  </a:lnTo>
                  <a:lnTo>
                    <a:pt x="726743" y="188082"/>
                  </a:lnTo>
                  <a:lnTo>
                    <a:pt x="718929" y="187953"/>
                  </a:lnTo>
                  <a:lnTo>
                    <a:pt x="711114" y="187823"/>
                  </a:lnTo>
                  <a:lnTo>
                    <a:pt x="703300" y="187694"/>
                  </a:lnTo>
                  <a:lnTo>
                    <a:pt x="695485" y="187565"/>
                  </a:lnTo>
                  <a:lnTo>
                    <a:pt x="687671" y="187435"/>
                  </a:lnTo>
                  <a:lnTo>
                    <a:pt x="679857" y="187306"/>
                  </a:lnTo>
                  <a:lnTo>
                    <a:pt x="672042" y="187176"/>
                  </a:lnTo>
                  <a:lnTo>
                    <a:pt x="664228" y="187047"/>
                  </a:lnTo>
                  <a:lnTo>
                    <a:pt x="656413" y="186917"/>
                  </a:lnTo>
                  <a:lnTo>
                    <a:pt x="648599" y="186787"/>
                  </a:lnTo>
                  <a:lnTo>
                    <a:pt x="640784" y="186657"/>
                  </a:lnTo>
                  <a:lnTo>
                    <a:pt x="632970" y="186527"/>
                  </a:lnTo>
                  <a:lnTo>
                    <a:pt x="625155" y="186397"/>
                  </a:lnTo>
                  <a:lnTo>
                    <a:pt x="617341" y="186267"/>
                  </a:lnTo>
                  <a:lnTo>
                    <a:pt x="609526" y="186137"/>
                  </a:lnTo>
                  <a:lnTo>
                    <a:pt x="601712" y="186007"/>
                  </a:lnTo>
                  <a:lnTo>
                    <a:pt x="593898" y="185877"/>
                  </a:lnTo>
                  <a:lnTo>
                    <a:pt x="586083" y="185747"/>
                  </a:lnTo>
                  <a:lnTo>
                    <a:pt x="578269" y="185616"/>
                  </a:lnTo>
                  <a:lnTo>
                    <a:pt x="570454" y="185486"/>
                  </a:lnTo>
                  <a:lnTo>
                    <a:pt x="562640" y="185356"/>
                  </a:lnTo>
                  <a:lnTo>
                    <a:pt x="554825" y="185225"/>
                  </a:lnTo>
                  <a:lnTo>
                    <a:pt x="547011" y="185094"/>
                  </a:lnTo>
                  <a:lnTo>
                    <a:pt x="539196" y="184964"/>
                  </a:lnTo>
                  <a:lnTo>
                    <a:pt x="531382" y="184833"/>
                  </a:lnTo>
                  <a:lnTo>
                    <a:pt x="523568" y="184702"/>
                  </a:lnTo>
                  <a:lnTo>
                    <a:pt x="515753" y="184572"/>
                  </a:lnTo>
                  <a:lnTo>
                    <a:pt x="507939" y="184441"/>
                  </a:lnTo>
                  <a:lnTo>
                    <a:pt x="500124" y="184310"/>
                  </a:lnTo>
                  <a:lnTo>
                    <a:pt x="492310" y="184179"/>
                  </a:lnTo>
                  <a:lnTo>
                    <a:pt x="484495" y="184048"/>
                  </a:lnTo>
                  <a:lnTo>
                    <a:pt x="476681" y="183917"/>
                  </a:lnTo>
                  <a:lnTo>
                    <a:pt x="468866" y="183786"/>
                  </a:lnTo>
                  <a:lnTo>
                    <a:pt x="461052" y="183654"/>
                  </a:lnTo>
                  <a:lnTo>
                    <a:pt x="453238" y="183523"/>
                  </a:lnTo>
                  <a:lnTo>
                    <a:pt x="445423" y="183392"/>
                  </a:lnTo>
                  <a:lnTo>
                    <a:pt x="437609" y="183260"/>
                  </a:lnTo>
                  <a:lnTo>
                    <a:pt x="429794" y="183689"/>
                  </a:lnTo>
                  <a:lnTo>
                    <a:pt x="421980" y="184597"/>
                  </a:lnTo>
                  <a:lnTo>
                    <a:pt x="414165" y="185502"/>
                  </a:lnTo>
                  <a:lnTo>
                    <a:pt x="406351" y="186403"/>
                  </a:lnTo>
                  <a:lnTo>
                    <a:pt x="398536" y="187302"/>
                  </a:lnTo>
                  <a:lnTo>
                    <a:pt x="390722" y="188198"/>
                  </a:lnTo>
                  <a:lnTo>
                    <a:pt x="382907" y="189090"/>
                  </a:lnTo>
                  <a:lnTo>
                    <a:pt x="375093" y="189979"/>
                  </a:lnTo>
                  <a:lnTo>
                    <a:pt x="367279" y="190867"/>
                  </a:lnTo>
                  <a:lnTo>
                    <a:pt x="359464" y="191763"/>
                  </a:lnTo>
                  <a:lnTo>
                    <a:pt x="351650" y="192657"/>
                  </a:lnTo>
                  <a:lnTo>
                    <a:pt x="343835" y="193551"/>
                  </a:lnTo>
                  <a:lnTo>
                    <a:pt x="336021" y="194418"/>
                  </a:lnTo>
                  <a:lnTo>
                    <a:pt x="328206" y="195273"/>
                  </a:lnTo>
                  <a:lnTo>
                    <a:pt x="320392" y="196135"/>
                  </a:lnTo>
                  <a:lnTo>
                    <a:pt x="312577" y="197003"/>
                  </a:lnTo>
                  <a:lnTo>
                    <a:pt x="304763" y="197868"/>
                  </a:lnTo>
                  <a:lnTo>
                    <a:pt x="296949" y="198730"/>
                  </a:lnTo>
                  <a:lnTo>
                    <a:pt x="289134" y="199593"/>
                  </a:lnTo>
                  <a:lnTo>
                    <a:pt x="281320" y="200456"/>
                  </a:lnTo>
                  <a:lnTo>
                    <a:pt x="273505" y="201316"/>
                  </a:lnTo>
                  <a:lnTo>
                    <a:pt x="265691" y="202175"/>
                  </a:lnTo>
                  <a:lnTo>
                    <a:pt x="257876" y="203031"/>
                  </a:lnTo>
                  <a:lnTo>
                    <a:pt x="250062" y="203883"/>
                  </a:lnTo>
                  <a:lnTo>
                    <a:pt x="242247" y="204733"/>
                  </a:lnTo>
                  <a:lnTo>
                    <a:pt x="234433" y="205581"/>
                  </a:lnTo>
                  <a:lnTo>
                    <a:pt x="226619" y="206404"/>
                  </a:lnTo>
                  <a:lnTo>
                    <a:pt x="218804" y="207223"/>
                  </a:lnTo>
                  <a:lnTo>
                    <a:pt x="210990" y="208075"/>
                  </a:lnTo>
                  <a:lnTo>
                    <a:pt x="203175" y="208924"/>
                  </a:lnTo>
                  <a:lnTo>
                    <a:pt x="195361" y="209772"/>
                  </a:lnTo>
                  <a:lnTo>
                    <a:pt x="187546" y="210618"/>
                  </a:lnTo>
                  <a:lnTo>
                    <a:pt x="179732" y="211450"/>
                  </a:lnTo>
                  <a:lnTo>
                    <a:pt x="171917" y="212286"/>
                  </a:lnTo>
                  <a:lnTo>
                    <a:pt x="164103" y="213135"/>
                  </a:lnTo>
                  <a:lnTo>
                    <a:pt x="156288" y="213939"/>
                  </a:lnTo>
                  <a:lnTo>
                    <a:pt x="148474" y="214747"/>
                  </a:lnTo>
                  <a:lnTo>
                    <a:pt x="140660" y="215563"/>
                  </a:lnTo>
                  <a:lnTo>
                    <a:pt x="132845" y="216326"/>
                  </a:lnTo>
                  <a:lnTo>
                    <a:pt x="125031" y="217115"/>
                  </a:lnTo>
                  <a:lnTo>
                    <a:pt x="117216" y="217899"/>
                  </a:lnTo>
                  <a:lnTo>
                    <a:pt x="109402" y="218680"/>
                  </a:lnTo>
                  <a:lnTo>
                    <a:pt x="101587" y="219456"/>
                  </a:lnTo>
                  <a:lnTo>
                    <a:pt x="93773" y="220228"/>
                  </a:lnTo>
                  <a:lnTo>
                    <a:pt x="85958" y="220996"/>
                  </a:lnTo>
                  <a:lnTo>
                    <a:pt x="78144" y="221761"/>
                  </a:lnTo>
                  <a:lnTo>
                    <a:pt x="70330" y="222521"/>
                  </a:lnTo>
                  <a:lnTo>
                    <a:pt x="62515" y="223277"/>
                  </a:lnTo>
                  <a:lnTo>
                    <a:pt x="54701" y="224030"/>
                  </a:lnTo>
                  <a:lnTo>
                    <a:pt x="46886" y="224779"/>
                  </a:lnTo>
                  <a:lnTo>
                    <a:pt x="39072" y="225523"/>
                  </a:lnTo>
                  <a:lnTo>
                    <a:pt x="31257" y="226264"/>
                  </a:lnTo>
                  <a:lnTo>
                    <a:pt x="23443" y="227000"/>
                  </a:lnTo>
                  <a:lnTo>
                    <a:pt x="15628" y="227733"/>
                  </a:lnTo>
                  <a:lnTo>
                    <a:pt x="7814" y="228462"/>
                  </a:lnTo>
                  <a:lnTo>
                    <a:pt x="0" y="229186"/>
                  </a:lnTo>
                  <a:close/>
                </a:path>
              </a:pathLst>
            </a:custGeom>
            <a:solidFill>
              <a:srgbClr val="009E73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141" name="pl140"/>
            <p:cNvSpPr/>
            <p:nvPr/>
          </p:nvSpPr>
          <p:spPr>
            <a:xfrm>
              <a:off x="3632283" y="3539860"/>
              <a:ext cx="2023942" cy="183129"/>
            </a:xfrm>
            <a:custGeom>
              <a:avLst/>
              <a:pathLst>
                <a:path w="2023942" h="183129">
                  <a:moveTo>
                    <a:pt x="0" y="175815"/>
                  </a:moveTo>
                  <a:lnTo>
                    <a:pt x="7814" y="175949"/>
                  </a:lnTo>
                  <a:lnTo>
                    <a:pt x="15628" y="176082"/>
                  </a:lnTo>
                  <a:lnTo>
                    <a:pt x="23443" y="176216"/>
                  </a:lnTo>
                  <a:lnTo>
                    <a:pt x="31257" y="176350"/>
                  </a:lnTo>
                  <a:lnTo>
                    <a:pt x="39072" y="176483"/>
                  </a:lnTo>
                  <a:lnTo>
                    <a:pt x="46886" y="176618"/>
                  </a:lnTo>
                  <a:lnTo>
                    <a:pt x="54701" y="176752"/>
                  </a:lnTo>
                  <a:lnTo>
                    <a:pt x="62515" y="176886"/>
                  </a:lnTo>
                  <a:lnTo>
                    <a:pt x="70330" y="177020"/>
                  </a:lnTo>
                  <a:lnTo>
                    <a:pt x="78144" y="177154"/>
                  </a:lnTo>
                  <a:lnTo>
                    <a:pt x="85958" y="177288"/>
                  </a:lnTo>
                  <a:lnTo>
                    <a:pt x="93773" y="177422"/>
                  </a:lnTo>
                  <a:lnTo>
                    <a:pt x="101587" y="177556"/>
                  </a:lnTo>
                  <a:lnTo>
                    <a:pt x="109402" y="177690"/>
                  </a:lnTo>
                  <a:lnTo>
                    <a:pt x="117216" y="177823"/>
                  </a:lnTo>
                  <a:lnTo>
                    <a:pt x="125031" y="177957"/>
                  </a:lnTo>
                  <a:lnTo>
                    <a:pt x="132845" y="178091"/>
                  </a:lnTo>
                  <a:lnTo>
                    <a:pt x="140660" y="178224"/>
                  </a:lnTo>
                  <a:lnTo>
                    <a:pt x="148474" y="178358"/>
                  </a:lnTo>
                  <a:lnTo>
                    <a:pt x="156288" y="178492"/>
                  </a:lnTo>
                  <a:lnTo>
                    <a:pt x="164103" y="178625"/>
                  </a:lnTo>
                  <a:lnTo>
                    <a:pt x="171917" y="178758"/>
                  </a:lnTo>
                  <a:lnTo>
                    <a:pt x="179732" y="178892"/>
                  </a:lnTo>
                  <a:lnTo>
                    <a:pt x="187546" y="179025"/>
                  </a:lnTo>
                  <a:lnTo>
                    <a:pt x="195361" y="179158"/>
                  </a:lnTo>
                  <a:lnTo>
                    <a:pt x="203175" y="179291"/>
                  </a:lnTo>
                  <a:lnTo>
                    <a:pt x="210990" y="179425"/>
                  </a:lnTo>
                  <a:lnTo>
                    <a:pt x="218804" y="179558"/>
                  </a:lnTo>
                  <a:lnTo>
                    <a:pt x="226619" y="179691"/>
                  </a:lnTo>
                  <a:lnTo>
                    <a:pt x="234433" y="179824"/>
                  </a:lnTo>
                  <a:lnTo>
                    <a:pt x="242247" y="179957"/>
                  </a:lnTo>
                  <a:lnTo>
                    <a:pt x="250062" y="180089"/>
                  </a:lnTo>
                  <a:lnTo>
                    <a:pt x="257876" y="180222"/>
                  </a:lnTo>
                  <a:lnTo>
                    <a:pt x="265691" y="180355"/>
                  </a:lnTo>
                  <a:lnTo>
                    <a:pt x="273505" y="180488"/>
                  </a:lnTo>
                  <a:lnTo>
                    <a:pt x="281320" y="180620"/>
                  </a:lnTo>
                  <a:lnTo>
                    <a:pt x="289134" y="180753"/>
                  </a:lnTo>
                  <a:lnTo>
                    <a:pt x="296949" y="180885"/>
                  </a:lnTo>
                  <a:lnTo>
                    <a:pt x="304763" y="181018"/>
                  </a:lnTo>
                  <a:lnTo>
                    <a:pt x="312577" y="181150"/>
                  </a:lnTo>
                  <a:lnTo>
                    <a:pt x="320392" y="181282"/>
                  </a:lnTo>
                  <a:lnTo>
                    <a:pt x="328206" y="181415"/>
                  </a:lnTo>
                  <a:lnTo>
                    <a:pt x="336021" y="181547"/>
                  </a:lnTo>
                  <a:lnTo>
                    <a:pt x="343835" y="181679"/>
                  </a:lnTo>
                  <a:lnTo>
                    <a:pt x="351650" y="181811"/>
                  </a:lnTo>
                  <a:lnTo>
                    <a:pt x="359464" y="181943"/>
                  </a:lnTo>
                  <a:lnTo>
                    <a:pt x="367279" y="182075"/>
                  </a:lnTo>
                  <a:lnTo>
                    <a:pt x="375093" y="182207"/>
                  </a:lnTo>
                  <a:lnTo>
                    <a:pt x="382907" y="182339"/>
                  </a:lnTo>
                  <a:lnTo>
                    <a:pt x="390722" y="182471"/>
                  </a:lnTo>
                  <a:lnTo>
                    <a:pt x="398536" y="182602"/>
                  </a:lnTo>
                  <a:lnTo>
                    <a:pt x="406351" y="182734"/>
                  </a:lnTo>
                  <a:lnTo>
                    <a:pt x="414165" y="182866"/>
                  </a:lnTo>
                  <a:lnTo>
                    <a:pt x="421980" y="182997"/>
                  </a:lnTo>
                  <a:lnTo>
                    <a:pt x="429794" y="183129"/>
                  </a:lnTo>
                  <a:lnTo>
                    <a:pt x="437609" y="182778"/>
                  </a:lnTo>
                  <a:lnTo>
                    <a:pt x="445423" y="181864"/>
                  </a:lnTo>
                  <a:lnTo>
                    <a:pt x="453238" y="180947"/>
                  </a:lnTo>
                  <a:lnTo>
                    <a:pt x="461052" y="180027"/>
                  </a:lnTo>
                  <a:lnTo>
                    <a:pt x="468866" y="179105"/>
                  </a:lnTo>
                  <a:lnTo>
                    <a:pt x="476681" y="178179"/>
                  </a:lnTo>
                  <a:lnTo>
                    <a:pt x="484495" y="177252"/>
                  </a:lnTo>
                  <a:lnTo>
                    <a:pt x="492310" y="176321"/>
                  </a:lnTo>
                  <a:lnTo>
                    <a:pt x="500124" y="175388"/>
                  </a:lnTo>
                  <a:lnTo>
                    <a:pt x="507939" y="174451"/>
                  </a:lnTo>
                  <a:lnTo>
                    <a:pt x="515753" y="173512"/>
                  </a:lnTo>
                  <a:lnTo>
                    <a:pt x="523568" y="172570"/>
                  </a:lnTo>
                  <a:lnTo>
                    <a:pt x="531382" y="171626"/>
                  </a:lnTo>
                  <a:lnTo>
                    <a:pt x="539196" y="170679"/>
                  </a:lnTo>
                  <a:lnTo>
                    <a:pt x="547011" y="169730"/>
                  </a:lnTo>
                  <a:lnTo>
                    <a:pt x="554825" y="168778"/>
                  </a:lnTo>
                  <a:lnTo>
                    <a:pt x="562640" y="167823"/>
                  </a:lnTo>
                  <a:lnTo>
                    <a:pt x="570454" y="166866"/>
                  </a:lnTo>
                  <a:lnTo>
                    <a:pt x="578269" y="165907"/>
                  </a:lnTo>
                  <a:lnTo>
                    <a:pt x="586083" y="164945"/>
                  </a:lnTo>
                  <a:lnTo>
                    <a:pt x="593898" y="163982"/>
                  </a:lnTo>
                  <a:lnTo>
                    <a:pt x="601712" y="163015"/>
                  </a:lnTo>
                  <a:lnTo>
                    <a:pt x="609526" y="162047"/>
                  </a:lnTo>
                  <a:lnTo>
                    <a:pt x="617341" y="161087"/>
                  </a:lnTo>
                  <a:lnTo>
                    <a:pt x="625155" y="160104"/>
                  </a:lnTo>
                  <a:lnTo>
                    <a:pt x="632970" y="159129"/>
                  </a:lnTo>
                  <a:lnTo>
                    <a:pt x="640784" y="158155"/>
                  </a:lnTo>
                  <a:lnTo>
                    <a:pt x="648599" y="157199"/>
                  </a:lnTo>
                  <a:lnTo>
                    <a:pt x="656413" y="156243"/>
                  </a:lnTo>
                  <a:lnTo>
                    <a:pt x="664228" y="155287"/>
                  </a:lnTo>
                  <a:lnTo>
                    <a:pt x="672042" y="154331"/>
                  </a:lnTo>
                  <a:lnTo>
                    <a:pt x="679857" y="153375"/>
                  </a:lnTo>
                  <a:lnTo>
                    <a:pt x="687671" y="152419"/>
                  </a:lnTo>
                  <a:lnTo>
                    <a:pt x="695485" y="151434"/>
                  </a:lnTo>
                  <a:lnTo>
                    <a:pt x="703300" y="150436"/>
                  </a:lnTo>
                  <a:lnTo>
                    <a:pt x="711114" y="149436"/>
                  </a:lnTo>
                  <a:lnTo>
                    <a:pt x="718929" y="148434"/>
                  </a:lnTo>
                  <a:lnTo>
                    <a:pt x="726743" y="147429"/>
                  </a:lnTo>
                  <a:lnTo>
                    <a:pt x="734558" y="146449"/>
                  </a:lnTo>
                  <a:lnTo>
                    <a:pt x="742372" y="145494"/>
                  </a:lnTo>
                  <a:lnTo>
                    <a:pt x="750187" y="144539"/>
                  </a:lnTo>
                  <a:lnTo>
                    <a:pt x="758001" y="143567"/>
                  </a:lnTo>
                  <a:lnTo>
                    <a:pt x="765815" y="142568"/>
                  </a:lnTo>
                  <a:lnTo>
                    <a:pt x="773630" y="141568"/>
                  </a:lnTo>
                  <a:lnTo>
                    <a:pt x="781444" y="140596"/>
                  </a:lnTo>
                  <a:lnTo>
                    <a:pt x="789259" y="139635"/>
                  </a:lnTo>
                  <a:lnTo>
                    <a:pt x="797073" y="138674"/>
                  </a:lnTo>
                  <a:lnTo>
                    <a:pt x="804888" y="137705"/>
                  </a:lnTo>
                  <a:lnTo>
                    <a:pt x="812702" y="136718"/>
                  </a:lnTo>
                  <a:lnTo>
                    <a:pt x="820517" y="135752"/>
                  </a:lnTo>
                  <a:lnTo>
                    <a:pt x="828331" y="134759"/>
                  </a:lnTo>
                  <a:lnTo>
                    <a:pt x="836145" y="133766"/>
                  </a:lnTo>
                  <a:lnTo>
                    <a:pt x="843960" y="132773"/>
                  </a:lnTo>
                  <a:lnTo>
                    <a:pt x="851774" y="131779"/>
                  </a:lnTo>
                  <a:lnTo>
                    <a:pt x="859589" y="130784"/>
                  </a:lnTo>
                  <a:lnTo>
                    <a:pt x="867403" y="129790"/>
                  </a:lnTo>
                  <a:lnTo>
                    <a:pt x="875218" y="128795"/>
                  </a:lnTo>
                  <a:lnTo>
                    <a:pt x="883032" y="127800"/>
                  </a:lnTo>
                  <a:lnTo>
                    <a:pt x="890847" y="126810"/>
                  </a:lnTo>
                  <a:lnTo>
                    <a:pt x="898661" y="125862"/>
                  </a:lnTo>
                  <a:lnTo>
                    <a:pt x="906476" y="124916"/>
                  </a:lnTo>
                  <a:lnTo>
                    <a:pt x="914290" y="123971"/>
                  </a:lnTo>
                  <a:lnTo>
                    <a:pt x="922104" y="123028"/>
                  </a:lnTo>
                  <a:lnTo>
                    <a:pt x="929919" y="121986"/>
                  </a:lnTo>
                  <a:lnTo>
                    <a:pt x="937733" y="120940"/>
                  </a:lnTo>
                  <a:lnTo>
                    <a:pt x="945548" y="119892"/>
                  </a:lnTo>
                  <a:lnTo>
                    <a:pt x="953362" y="118844"/>
                  </a:lnTo>
                  <a:lnTo>
                    <a:pt x="961177" y="117847"/>
                  </a:lnTo>
                  <a:lnTo>
                    <a:pt x="968991" y="116851"/>
                  </a:lnTo>
                  <a:lnTo>
                    <a:pt x="976806" y="115857"/>
                  </a:lnTo>
                  <a:lnTo>
                    <a:pt x="984620" y="114864"/>
                  </a:lnTo>
                  <a:lnTo>
                    <a:pt x="992434" y="113871"/>
                  </a:lnTo>
                  <a:lnTo>
                    <a:pt x="1000249" y="112878"/>
                  </a:lnTo>
                  <a:lnTo>
                    <a:pt x="1008063" y="111886"/>
                  </a:lnTo>
                  <a:lnTo>
                    <a:pt x="1015878" y="110894"/>
                  </a:lnTo>
                  <a:lnTo>
                    <a:pt x="1023692" y="109903"/>
                  </a:lnTo>
                  <a:lnTo>
                    <a:pt x="1031507" y="108913"/>
                  </a:lnTo>
                  <a:lnTo>
                    <a:pt x="1039321" y="107925"/>
                  </a:lnTo>
                  <a:lnTo>
                    <a:pt x="1047136" y="106947"/>
                  </a:lnTo>
                  <a:lnTo>
                    <a:pt x="1054950" y="105969"/>
                  </a:lnTo>
                  <a:lnTo>
                    <a:pt x="1062765" y="104988"/>
                  </a:lnTo>
                  <a:lnTo>
                    <a:pt x="1070579" y="103972"/>
                  </a:lnTo>
                  <a:lnTo>
                    <a:pt x="1078393" y="102985"/>
                  </a:lnTo>
                  <a:lnTo>
                    <a:pt x="1086208" y="101999"/>
                  </a:lnTo>
                  <a:lnTo>
                    <a:pt x="1094022" y="101014"/>
                  </a:lnTo>
                  <a:lnTo>
                    <a:pt x="1101837" y="100030"/>
                  </a:lnTo>
                  <a:lnTo>
                    <a:pt x="1109651" y="99048"/>
                  </a:lnTo>
                  <a:lnTo>
                    <a:pt x="1117466" y="98067"/>
                  </a:lnTo>
                  <a:lnTo>
                    <a:pt x="1125280" y="97089"/>
                  </a:lnTo>
                  <a:lnTo>
                    <a:pt x="1133095" y="96111"/>
                  </a:lnTo>
                  <a:lnTo>
                    <a:pt x="1140909" y="95135"/>
                  </a:lnTo>
                  <a:lnTo>
                    <a:pt x="1148723" y="94163"/>
                  </a:lnTo>
                  <a:lnTo>
                    <a:pt x="1156538" y="93153"/>
                  </a:lnTo>
                  <a:lnTo>
                    <a:pt x="1164352" y="92164"/>
                  </a:lnTo>
                  <a:lnTo>
                    <a:pt x="1172167" y="91151"/>
                  </a:lnTo>
                  <a:lnTo>
                    <a:pt x="1179981" y="90191"/>
                  </a:lnTo>
                  <a:lnTo>
                    <a:pt x="1187796" y="89304"/>
                  </a:lnTo>
                  <a:lnTo>
                    <a:pt x="1195610" y="88346"/>
                  </a:lnTo>
                  <a:lnTo>
                    <a:pt x="1203425" y="87381"/>
                  </a:lnTo>
                  <a:lnTo>
                    <a:pt x="1211239" y="86418"/>
                  </a:lnTo>
                  <a:lnTo>
                    <a:pt x="1219053" y="85392"/>
                  </a:lnTo>
                  <a:lnTo>
                    <a:pt x="1226868" y="84331"/>
                  </a:lnTo>
                  <a:lnTo>
                    <a:pt x="1234682" y="83270"/>
                  </a:lnTo>
                  <a:lnTo>
                    <a:pt x="1242497" y="82209"/>
                  </a:lnTo>
                  <a:lnTo>
                    <a:pt x="1250311" y="81149"/>
                  </a:lnTo>
                  <a:lnTo>
                    <a:pt x="1258126" y="80141"/>
                  </a:lnTo>
                  <a:lnTo>
                    <a:pt x="1265940" y="79178"/>
                  </a:lnTo>
                  <a:lnTo>
                    <a:pt x="1273755" y="78222"/>
                  </a:lnTo>
                  <a:lnTo>
                    <a:pt x="1281569" y="77262"/>
                  </a:lnTo>
                  <a:lnTo>
                    <a:pt x="1289384" y="76222"/>
                  </a:lnTo>
                  <a:lnTo>
                    <a:pt x="1297198" y="75266"/>
                  </a:lnTo>
                  <a:lnTo>
                    <a:pt x="1305012" y="74370"/>
                  </a:lnTo>
                  <a:lnTo>
                    <a:pt x="1312827" y="73446"/>
                  </a:lnTo>
                  <a:lnTo>
                    <a:pt x="1320641" y="72498"/>
                  </a:lnTo>
                  <a:lnTo>
                    <a:pt x="1328456" y="71552"/>
                  </a:lnTo>
                  <a:lnTo>
                    <a:pt x="1336270" y="70609"/>
                  </a:lnTo>
                  <a:lnTo>
                    <a:pt x="1344085" y="69669"/>
                  </a:lnTo>
                  <a:lnTo>
                    <a:pt x="1351899" y="68735"/>
                  </a:lnTo>
                  <a:lnTo>
                    <a:pt x="1359714" y="67804"/>
                  </a:lnTo>
                  <a:lnTo>
                    <a:pt x="1367528" y="66875"/>
                  </a:lnTo>
                  <a:lnTo>
                    <a:pt x="1375342" y="66085"/>
                  </a:lnTo>
                  <a:lnTo>
                    <a:pt x="1383157" y="65314"/>
                  </a:lnTo>
                  <a:lnTo>
                    <a:pt x="1390971" y="64399"/>
                  </a:lnTo>
                  <a:lnTo>
                    <a:pt x="1398786" y="63431"/>
                  </a:lnTo>
                  <a:lnTo>
                    <a:pt x="1406600" y="62465"/>
                  </a:lnTo>
                  <a:lnTo>
                    <a:pt x="1414415" y="61500"/>
                  </a:lnTo>
                  <a:lnTo>
                    <a:pt x="1422229" y="60538"/>
                  </a:lnTo>
                  <a:lnTo>
                    <a:pt x="1430044" y="59578"/>
                  </a:lnTo>
                  <a:lnTo>
                    <a:pt x="1437858" y="58620"/>
                  </a:lnTo>
                  <a:lnTo>
                    <a:pt x="1445672" y="57688"/>
                  </a:lnTo>
                  <a:lnTo>
                    <a:pt x="1453487" y="56783"/>
                  </a:lnTo>
                  <a:lnTo>
                    <a:pt x="1461301" y="55883"/>
                  </a:lnTo>
                  <a:lnTo>
                    <a:pt x="1469116" y="55029"/>
                  </a:lnTo>
                  <a:lnTo>
                    <a:pt x="1476930" y="54187"/>
                  </a:lnTo>
                  <a:lnTo>
                    <a:pt x="1484745" y="53349"/>
                  </a:lnTo>
                  <a:lnTo>
                    <a:pt x="1492559" y="52515"/>
                  </a:lnTo>
                  <a:lnTo>
                    <a:pt x="1500374" y="51683"/>
                  </a:lnTo>
                  <a:lnTo>
                    <a:pt x="1508188" y="50856"/>
                  </a:lnTo>
                  <a:lnTo>
                    <a:pt x="1516003" y="50005"/>
                  </a:lnTo>
                  <a:lnTo>
                    <a:pt x="1523817" y="49077"/>
                  </a:lnTo>
                  <a:lnTo>
                    <a:pt x="1531631" y="48152"/>
                  </a:lnTo>
                  <a:lnTo>
                    <a:pt x="1539446" y="47335"/>
                  </a:lnTo>
                  <a:lnTo>
                    <a:pt x="1547260" y="46580"/>
                  </a:lnTo>
                  <a:lnTo>
                    <a:pt x="1555075" y="45832"/>
                  </a:lnTo>
                  <a:lnTo>
                    <a:pt x="1562889" y="45089"/>
                  </a:lnTo>
                  <a:lnTo>
                    <a:pt x="1570704" y="44350"/>
                  </a:lnTo>
                  <a:lnTo>
                    <a:pt x="1578518" y="43491"/>
                  </a:lnTo>
                  <a:lnTo>
                    <a:pt x="1586333" y="42562"/>
                  </a:lnTo>
                  <a:lnTo>
                    <a:pt x="1594147" y="41715"/>
                  </a:lnTo>
                  <a:lnTo>
                    <a:pt x="1601961" y="40962"/>
                  </a:lnTo>
                  <a:lnTo>
                    <a:pt x="1609776" y="40111"/>
                  </a:lnTo>
                  <a:lnTo>
                    <a:pt x="1617590" y="39135"/>
                  </a:lnTo>
                  <a:lnTo>
                    <a:pt x="1625405" y="38362"/>
                  </a:lnTo>
                  <a:lnTo>
                    <a:pt x="1633219" y="37400"/>
                  </a:lnTo>
                  <a:lnTo>
                    <a:pt x="1641034" y="36355"/>
                  </a:lnTo>
                  <a:lnTo>
                    <a:pt x="1648848" y="35313"/>
                  </a:lnTo>
                  <a:lnTo>
                    <a:pt x="1656663" y="34362"/>
                  </a:lnTo>
                  <a:lnTo>
                    <a:pt x="1664477" y="33543"/>
                  </a:lnTo>
                  <a:lnTo>
                    <a:pt x="1672291" y="32726"/>
                  </a:lnTo>
                  <a:lnTo>
                    <a:pt x="1680106" y="31913"/>
                  </a:lnTo>
                  <a:lnTo>
                    <a:pt x="1687920" y="31104"/>
                  </a:lnTo>
                  <a:lnTo>
                    <a:pt x="1695735" y="30298"/>
                  </a:lnTo>
                  <a:lnTo>
                    <a:pt x="1703549" y="29496"/>
                  </a:lnTo>
                  <a:lnTo>
                    <a:pt x="1711364" y="28697"/>
                  </a:lnTo>
                  <a:lnTo>
                    <a:pt x="1719178" y="27902"/>
                  </a:lnTo>
                  <a:lnTo>
                    <a:pt x="1726993" y="27110"/>
                  </a:lnTo>
                  <a:lnTo>
                    <a:pt x="1734807" y="26322"/>
                  </a:lnTo>
                  <a:lnTo>
                    <a:pt x="1742622" y="25538"/>
                  </a:lnTo>
                  <a:lnTo>
                    <a:pt x="1750436" y="24757"/>
                  </a:lnTo>
                  <a:lnTo>
                    <a:pt x="1758250" y="23980"/>
                  </a:lnTo>
                  <a:lnTo>
                    <a:pt x="1766065" y="23207"/>
                  </a:lnTo>
                  <a:lnTo>
                    <a:pt x="1773879" y="22439"/>
                  </a:lnTo>
                  <a:lnTo>
                    <a:pt x="1781694" y="21677"/>
                  </a:lnTo>
                  <a:lnTo>
                    <a:pt x="1789508" y="20918"/>
                  </a:lnTo>
                  <a:lnTo>
                    <a:pt x="1797323" y="20073"/>
                  </a:lnTo>
                  <a:lnTo>
                    <a:pt x="1805137" y="19110"/>
                  </a:lnTo>
                  <a:lnTo>
                    <a:pt x="1812952" y="18149"/>
                  </a:lnTo>
                  <a:lnTo>
                    <a:pt x="1820766" y="17190"/>
                  </a:lnTo>
                  <a:lnTo>
                    <a:pt x="1828580" y="16235"/>
                  </a:lnTo>
                  <a:lnTo>
                    <a:pt x="1836395" y="15393"/>
                  </a:lnTo>
                  <a:lnTo>
                    <a:pt x="1844209" y="14699"/>
                  </a:lnTo>
                  <a:lnTo>
                    <a:pt x="1852024" y="14008"/>
                  </a:lnTo>
                  <a:lnTo>
                    <a:pt x="1859838" y="13330"/>
                  </a:lnTo>
                  <a:lnTo>
                    <a:pt x="1867653" y="12656"/>
                  </a:lnTo>
                  <a:lnTo>
                    <a:pt x="1875467" y="11987"/>
                  </a:lnTo>
                  <a:lnTo>
                    <a:pt x="1883282" y="11321"/>
                  </a:lnTo>
                  <a:lnTo>
                    <a:pt x="1891096" y="10660"/>
                  </a:lnTo>
                  <a:lnTo>
                    <a:pt x="1898910" y="10002"/>
                  </a:lnTo>
                  <a:lnTo>
                    <a:pt x="1906725" y="9349"/>
                  </a:lnTo>
                  <a:lnTo>
                    <a:pt x="1914539" y="8731"/>
                  </a:lnTo>
                  <a:lnTo>
                    <a:pt x="1922354" y="8172"/>
                  </a:lnTo>
                  <a:lnTo>
                    <a:pt x="1930168" y="7617"/>
                  </a:lnTo>
                  <a:lnTo>
                    <a:pt x="1937983" y="7067"/>
                  </a:lnTo>
                  <a:lnTo>
                    <a:pt x="1945797" y="6520"/>
                  </a:lnTo>
                  <a:lnTo>
                    <a:pt x="1953612" y="5859"/>
                  </a:lnTo>
                  <a:lnTo>
                    <a:pt x="1961426" y="5184"/>
                  </a:lnTo>
                  <a:lnTo>
                    <a:pt x="1969241" y="4513"/>
                  </a:lnTo>
                  <a:lnTo>
                    <a:pt x="1977055" y="3846"/>
                  </a:lnTo>
                  <a:lnTo>
                    <a:pt x="1984869" y="3182"/>
                  </a:lnTo>
                  <a:lnTo>
                    <a:pt x="1992684" y="2522"/>
                  </a:lnTo>
                  <a:lnTo>
                    <a:pt x="2000498" y="1867"/>
                  </a:lnTo>
                  <a:lnTo>
                    <a:pt x="2008313" y="1215"/>
                  </a:lnTo>
                  <a:lnTo>
                    <a:pt x="2016127" y="596"/>
                  </a:lnTo>
                  <a:lnTo>
                    <a:pt x="202394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42" name="pl141"/>
            <p:cNvSpPr/>
            <p:nvPr/>
          </p:nvSpPr>
          <p:spPr>
            <a:xfrm>
              <a:off x="3632283" y="3723121"/>
              <a:ext cx="2023942" cy="45925"/>
            </a:xfrm>
            <a:custGeom>
              <a:avLst/>
              <a:pathLst>
                <a:path w="2023942" h="45925">
                  <a:moveTo>
                    <a:pt x="2023942" y="25343"/>
                  </a:moveTo>
                  <a:lnTo>
                    <a:pt x="2016127" y="25225"/>
                  </a:lnTo>
                  <a:lnTo>
                    <a:pt x="2008313" y="25108"/>
                  </a:lnTo>
                  <a:lnTo>
                    <a:pt x="2000498" y="24990"/>
                  </a:lnTo>
                  <a:lnTo>
                    <a:pt x="1992684" y="24872"/>
                  </a:lnTo>
                  <a:lnTo>
                    <a:pt x="1984869" y="24754"/>
                  </a:lnTo>
                  <a:lnTo>
                    <a:pt x="1977055" y="24635"/>
                  </a:lnTo>
                  <a:lnTo>
                    <a:pt x="1969241" y="24517"/>
                  </a:lnTo>
                  <a:lnTo>
                    <a:pt x="1961426" y="24399"/>
                  </a:lnTo>
                  <a:lnTo>
                    <a:pt x="1953612" y="24281"/>
                  </a:lnTo>
                  <a:lnTo>
                    <a:pt x="1945797" y="24162"/>
                  </a:lnTo>
                  <a:lnTo>
                    <a:pt x="1937983" y="24044"/>
                  </a:lnTo>
                  <a:lnTo>
                    <a:pt x="1930168" y="23925"/>
                  </a:lnTo>
                  <a:lnTo>
                    <a:pt x="1922354" y="23806"/>
                  </a:lnTo>
                  <a:lnTo>
                    <a:pt x="1914539" y="23688"/>
                  </a:lnTo>
                  <a:lnTo>
                    <a:pt x="1906725" y="23569"/>
                  </a:lnTo>
                  <a:lnTo>
                    <a:pt x="1898910" y="23450"/>
                  </a:lnTo>
                  <a:lnTo>
                    <a:pt x="1891096" y="23331"/>
                  </a:lnTo>
                  <a:lnTo>
                    <a:pt x="1883282" y="23212"/>
                  </a:lnTo>
                  <a:lnTo>
                    <a:pt x="1875467" y="23093"/>
                  </a:lnTo>
                  <a:lnTo>
                    <a:pt x="1867653" y="22973"/>
                  </a:lnTo>
                  <a:lnTo>
                    <a:pt x="1859838" y="22854"/>
                  </a:lnTo>
                  <a:lnTo>
                    <a:pt x="1852024" y="22735"/>
                  </a:lnTo>
                  <a:lnTo>
                    <a:pt x="1844209" y="22615"/>
                  </a:lnTo>
                  <a:lnTo>
                    <a:pt x="1836395" y="22496"/>
                  </a:lnTo>
                  <a:lnTo>
                    <a:pt x="1828580" y="22376"/>
                  </a:lnTo>
                  <a:lnTo>
                    <a:pt x="1820766" y="22257"/>
                  </a:lnTo>
                  <a:lnTo>
                    <a:pt x="1812952" y="22137"/>
                  </a:lnTo>
                  <a:lnTo>
                    <a:pt x="1805137" y="22017"/>
                  </a:lnTo>
                  <a:lnTo>
                    <a:pt x="1797323" y="21898"/>
                  </a:lnTo>
                  <a:lnTo>
                    <a:pt x="1789508" y="21778"/>
                  </a:lnTo>
                  <a:lnTo>
                    <a:pt x="1781694" y="21658"/>
                  </a:lnTo>
                  <a:lnTo>
                    <a:pt x="1773879" y="21538"/>
                  </a:lnTo>
                  <a:lnTo>
                    <a:pt x="1766065" y="21417"/>
                  </a:lnTo>
                  <a:lnTo>
                    <a:pt x="1758250" y="21297"/>
                  </a:lnTo>
                  <a:lnTo>
                    <a:pt x="1750436" y="21177"/>
                  </a:lnTo>
                  <a:lnTo>
                    <a:pt x="1742622" y="21057"/>
                  </a:lnTo>
                  <a:lnTo>
                    <a:pt x="1734807" y="20936"/>
                  </a:lnTo>
                  <a:lnTo>
                    <a:pt x="1726993" y="20816"/>
                  </a:lnTo>
                  <a:lnTo>
                    <a:pt x="1719178" y="20695"/>
                  </a:lnTo>
                  <a:lnTo>
                    <a:pt x="1711364" y="20574"/>
                  </a:lnTo>
                  <a:lnTo>
                    <a:pt x="1703549" y="20454"/>
                  </a:lnTo>
                  <a:lnTo>
                    <a:pt x="1695735" y="20333"/>
                  </a:lnTo>
                  <a:lnTo>
                    <a:pt x="1687920" y="20212"/>
                  </a:lnTo>
                  <a:lnTo>
                    <a:pt x="1680106" y="20091"/>
                  </a:lnTo>
                  <a:lnTo>
                    <a:pt x="1672291" y="19970"/>
                  </a:lnTo>
                  <a:lnTo>
                    <a:pt x="1664477" y="19849"/>
                  </a:lnTo>
                  <a:lnTo>
                    <a:pt x="1656663" y="19728"/>
                  </a:lnTo>
                  <a:lnTo>
                    <a:pt x="1648848" y="19607"/>
                  </a:lnTo>
                  <a:lnTo>
                    <a:pt x="1641034" y="19485"/>
                  </a:lnTo>
                  <a:lnTo>
                    <a:pt x="1633219" y="19364"/>
                  </a:lnTo>
                  <a:lnTo>
                    <a:pt x="1625405" y="19243"/>
                  </a:lnTo>
                  <a:lnTo>
                    <a:pt x="1617590" y="19121"/>
                  </a:lnTo>
                  <a:lnTo>
                    <a:pt x="1609776" y="19000"/>
                  </a:lnTo>
                  <a:lnTo>
                    <a:pt x="1601961" y="18878"/>
                  </a:lnTo>
                  <a:lnTo>
                    <a:pt x="1594147" y="18756"/>
                  </a:lnTo>
                  <a:lnTo>
                    <a:pt x="1586333" y="18634"/>
                  </a:lnTo>
                  <a:lnTo>
                    <a:pt x="1578518" y="18513"/>
                  </a:lnTo>
                  <a:lnTo>
                    <a:pt x="1570704" y="18391"/>
                  </a:lnTo>
                  <a:lnTo>
                    <a:pt x="1562889" y="18269"/>
                  </a:lnTo>
                  <a:lnTo>
                    <a:pt x="1555075" y="18147"/>
                  </a:lnTo>
                  <a:lnTo>
                    <a:pt x="1547260" y="18025"/>
                  </a:lnTo>
                  <a:lnTo>
                    <a:pt x="1539446" y="17902"/>
                  </a:lnTo>
                  <a:lnTo>
                    <a:pt x="1531631" y="17780"/>
                  </a:lnTo>
                  <a:lnTo>
                    <a:pt x="1523817" y="17658"/>
                  </a:lnTo>
                  <a:lnTo>
                    <a:pt x="1516003" y="17535"/>
                  </a:lnTo>
                  <a:lnTo>
                    <a:pt x="1508188" y="17413"/>
                  </a:lnTo>
                  <a:lnTo>
                    <a:pt x="1500374" y="17290"/>
                  </a:lnTo>
                  <a:lnTo>
                    <a:pt x="1492559" y="17168"/>
                  </a:lnTo>
                  <a:lnTo>
                    <a:pt x="1484745" y="17045"/>
                  </a:lnTo>
                  <a:lnTo>
                    <a:pt x="1476930" y="16922"/>
                  </a:lnTo>
                  <a:lnTo>
                    <a:pt x="1469116" y="16799"/>
                  </a:lnTo>
                  <a:lnTo>
                    <a:pt x="1461301" y="16676"/>
                  </a:lnTo>
                  <a:lnTo>
                    <a:pt x="1453487" y="16553"/>
                  </a:lnTo>
                  <a:lnTo>
                    <a:pt x="1445672" y="16430"/>
                  </a:lnTo>
                  <a:lnTo>
                    <a:pt x="1437858" y="16307"/>
                  </a:lnTo>
                  <a:lnTo>
                    <a:pt x="1430044" y="16184"/>
                  </a:lnTo>
                  <a:lnTo>
                    <a:pt x="1422229" y="16061"/>
                  </a:lnTo>
                  <a:lnTo>
                    <a:pt x="1414415" y="15937"/>
                  </a:lnTo>
                  <a:lnTo>
                    <a:pt x="1406600" y="15814"/>
                  </a:lnTo>
                  <a:lnTo>
                    <a:pt x="1398786" y="15691"/>
                  </a:lnTo>
                  <a:lnTo>
                    <a:pt x="1390971" y="15567"/>
                  </a:lnTo>
                  <a:lnTo>
                    <a:pt x="1383157" y="15443"/>
                  </a:lnTo>
                  <a:lnTo>
                    <a:pt x="1375342" y="15320"/>
                  </a:lnTo>
                  <a:lnTo>
                    <a:pt x="1367528" y="15196"/>
                  </a:lnTo>
                  <a:lnTo>
                    <a:pt x="1359714" y="15072"/>
                  </a:lnTo>
                  <a:lnTo>
                    <a:pt x="1351899" y="14948"/>
                  </a:lnTo>
                  <a:lnTo>
                    <a:pt x="1344085" y="14824"/>
                  </a:lnTo>
                  <a:lnTo>
                    <a:pt x="1336270" y="14700"/>
                  </a:lnTo>
                  <a:lnTo>
                    <a:pt x="1328456" y="14576"/>
                  </a:lnTo>
                  <a:lnTo>
                    <a:pt x="1320641" y="14452"/>
                  </a:lnTo>
                  <a:lnTo>
                    <a:pt x="1312827" y="14328"/>
                  </a:lnTo>
                  <a:lnTo>
                    <a:pt x="1305012" y="14204"/>
                  </a:lnTo>
                  <a:lnTo>
                    <a:pt x="1297198" y="14079"/>
                  </a:lnTo>
                  <a:lnTo>
                    <a:pt x="1289384" y="13955"/>
                  </a:lnTo>
                  <a:lnTo>
                    <a:pt x="1281569" y="13830"/>
                  </a:lnTo>
                  <a:lnTo>
                    <a:pt x="1273755" y="13706"/>
                  </a:lnTo>
                  <a:lnTo>
                    <a:pt x="1265940" y="13581"/>
                  </a:lnTo>
                  <a:lnTo>
                    <a:pt x="1258126" y="13456"/>
                  </a:lnTo>
                  <a:lnTo>
                    <a:pt x="1250311" y="13332"/>
                  </a:lnTo>
                  <a:lnTo>
                    <a:pt x="1242497" y="13207"/>
                  </a:lnTo>
                  <a:lnTo>
                    <a:pt x="1234682" y="13082"/>
                  </a:lnTo>
                  <a:lnTo>
                    <a:pt x="1226868" y="12957"/>
                  </a:lnTo>
                  <a:lnTo>
                    <a:pt x="1219053" y="12832"/>
                  </a:lnTo>
                  <a:lnTo>
                    <a:pt x="1211239" y="12707"/>
                  </a:lnTo>
                  <a:lnTo>
                    <a:pt x="1203425" y="12582"/>
                  </a:lnTo>
                  <a:lnTo>
                    <a:pt x="1195610" y="12456"/>
                  </a:lnTo>
                  <a:lnTo>
                    <a:pt x="1187796" y="12331"/>
                  </a:lnTo>
                  <a:lnTo>
                    <a:pt x="1179981" y="12206"/>
                  </a:lnTo>
                  <a:lnTo>
                    <a:pt x="1172167" y="12080"/>
                  </a:lnTo>
                  <a:lnTo>
                    <a:pt x="1164352" y="11955"/>
                  </a:lnTo>
                  <a:lnTo>
                    <a:pt x="1156538" y="11829"/>
                  </a:lnTo>
                  <a:lnTo>
                    <a:pt x="1148723" y="11703"/>
                  </a:lnTo>
                  <a:lnTo>
                    <a:pt x="1140909" y="11578"/>
                  </a:lnTo>
                  <a:lnTo>
                    <a:pt x="1133095" y="11452"/>
                  </a:lnTo>
                  <a:lnTo>
                    <a:pt x="1125280" y="11326"/>
                  </a:lnTo>
                  <a:lnTo>
                    <a:pt x="1117466" y="11200"/>
                  </a:lnTo>
                  <a:lnTo>
                    <a:pt x="1109651" y="11074"/>
                  </a:lnTo>
                  <a:lnTo>
                    <a:pt x="1101837" y="10948"/>
                  </a:lnTo>
                  <a:lnTo>
                    <a:pt x="1094022" y="10822"/>
                  </a:lnTo>
                  <a:lnTo>
                    <a:pt x="1086208" y="10696"/>
                  </a:lnTo>
                  <a:lnTo>
                    <a:pt x="1078393" y="10570"/>
                  </a:lnTo>
                  <a:lnTo>
                    <a:pt x="1070579" y="10443"/>
                  </a:lnTo>
                  <a:lnTo>
                    <a:pt x="1062765" y="10317"/>
                  </a:lnTo>
                  <a:lnTo>
                    <a:pt x="1054950" y="10190"/>
                  </a:lnTo>
                  <a:lnTo>
                    <a:pt x="1047136" y="10064"/>
                  </a:lnTo>
                  <a:lnTo>
                    <a:pt x="1039321" y="9937"/>
                  </a:lnTo>
                  <a:lnTo>
                    <a:pt x="1031507" y="9811"/>
                  </a:lnTo>
                  <a:lnTo>
                    <a:pt x="1023692" y="9684"/>
                  </a:lnTo>
                  <a:lnTo>
                    <a:pt x="1015878" y="9557"/>
                  </a:lnTo>
                  <a:lnTo>
                    <a:pt x="1008063" y="9430"/>
                  </a:lnTo>
                  <a:lnTo>
                    <a:pt x="1000249" y="9303"/>
                  </a:lnTo>
                  <a:lnTo>
                    <a:pt x="992434" y="9176"/>
                  </a:lnTo>
                  <a:lnTo>
                    <a:pt x="984620" y="9049"/>
                  </a:lnTo>
                  <a:lnTo>
                    <a:pt x="976806" y="8922"/>
                  </a:lnTo>
                  <a:lnTo>
                    <a:pt x="968991" y="8795"/>
                  </a:lnTo>
                  <a:lnTo>
                    <a:pt x="961177" y="8668"/>
                  </a:lnTo>
                  <a:lnTo>
                    <a:pt x="953362" y="8541"/>
                  </a:lnTo>
                  <a:lnTo>
                    <a:pt x="945548" y="8413"/>
                  </a:lnTo>
                  <a:lnTo>
                    <a:pt x="937733" y="8286"/>
                  </a:lnTo>
                  <a:lnTo>
                    <a:pt x="929919" y="8158"/>
                  </a:lnTo>
                  <a:lnTo>
                    <a:pt x="922104" y="8031"/>
                  </a:lnTo>
                  <a:lnTo>
                    <a:pt x="914290" y="7903"/>
                  </a:lnTo>
                  <a:lnTo>
                    <a:pt x="906476" y="7775"/>
                  </a:lnTo>
                  <a:lnTo>
                    <a:pt x="898661" y="7648"/>
                  </a:lnTo>
                  <a:lnTo>
                    <a:pt x="890847" y="7520"/>
                  </a:lnTo>
                  <a:lnTo>
                    <a:pt x="883032" y="7392"/>
                  </a:lnTo>
                  <a:lnTo>
                    <a:pt x="875218" y="7264"/>
                  </a:lnTo>
                  <a:lnTo>
                    <a:pt x="867403" y="7136"/>
                  </a:lnTo>
                  <a:lnTo>
                    <a:pt x="859589" y="7008"/>
                  </a:lnTo>
                  <a:lnTo>
                    <a:pt x="851774" y="6880"/>
                  </a:lnTo>
                  <a:lnTo>
                    <a:pt x="843960" y="6752"/>
                  </a:lnTo>
                  <a:lnTo>
                    <a:pt x="836145" y="6623"/>
                  </a:lnTo>
                  <a:lnTo>
                    <a:pt x="828331" y="6495"/>
                  </a:lnTo>
                  <a:lnTo>
                    <a:pt x="820517" y="6367"/>
                  </a:lnTo>
                  <a:lnTo>
                    <a:pt x="812702" y="6238"/>
                  </a:lnTo>
                  <a:lnTo>
                    <a:pt x="804888" y="6110"/>
                  </a:lnTo>
                  <a:lnTo>
                    <a:pt x="797073" y="5981"/>
                  </a:lnTo>
                  <a:lnTo>
                    <a:pt x="789259" y="5853"/>
                  </a:lnTo>
                  <a:lnTo>
                    <a:pt x="781444" y="5724"/>
                  </a:lnTo>
                  <a:lnTo>
                    <a:pt x="773630" y="5595"/>
                  </a:lnTo>
                  <a:lnTo>
                    <a:pt x="765815" y="5466"/>
                  </a:lnTo>
                  <a:lnTo>
                    <a:pt x="758001" y="5337"/>
                  </a:lnTo>
                  <a:lnTo>
                    <a:pt x="750187" y="5208"/>
                  </a:lnTo>
                  <a:lnTo>
                    <a:pt x="742372" y="5079"/>
                  </a:lnTo>
                  <a:lnTo>
                    <a:pt x="734558" y="4950"/>
                  </a:lnTo>
                  <a:lnTo>
                    <a:pt x="726743" y="4821"/>
                  </a:lnTo>
                  <a:lnTo>
                    <a:pt x="718929" y="4692"/>
                  </a:lnTo>
                  <a:lnTo>
                    <a:pt x="711114" y="4563"/>
                  </a:lnTo>
                  <a:lnTo>
                    <a:pt x="703300" y="4433"/>
                  </a:lnTo>
                  <a:lnTo>
                    <a:pt x="695485" y="4304"/>
                  </a:lnTo>
                  <a:lnTo>
                    <a:pt x="687671" y="4174"/>
                  </a:lnTo>
                  <a:lnTo>
                    <a:pt x="679857" y="4045"/>
                  </a:lnTo>
                  <a:lnTo>
                    <a:pt x="672042" y="3915"/>
                  </a:lnTo>
                  <a:lnTo>
                    <a:pt x="664228" y="3786"/>
                  </a:lnTo>
                  <a:lnTo>
                    <a:pt x="656413" y="3656"/>
                  </a:lnTo>
                  <a:lnTo>
                    <a:pt x="648599" y="3526"/>
                  </a:lnTo>
                  <a:lnTo>
                    <a:pt x="640784" y="3396"/>
                  </a:lnTo>
                  <a:lnTo>
                    <a:pt x="632970" y="3266"/>
                  </a:lnTo>
                  <a:lnTo>
                    <a:pt x="625155" y="3137"/>
                  </a:lnTo>
                  <a:lnTo>
                    <a:pt x="617341" y="3007"/>
                  </a:lnTo>
                  <a:lnTo>
                    <a:pt x="609526" y="2876"/>
                  </a:lnTo>
                  <a:lnTo>
                    <a:pt x="601712" y="2746"/>
                  </a:lnTo>
                  <a:lnTo>
                    <a:pt x="593898" y="2616"/>
                  </a:lnTo>
                  <a:lnTo>
                    <a:pt x="586083" y="2486"/>
                  </a:lnTo>
                  <a:lnTo>
                    <a:pt x="578269" y="2356"/>
                  </a:lnTo>
                  <a:lnTo>
                    <a:pt x="570454" y="2225"/>
                  </a:lnTo>
                  <a:lnTo>
                    <a:pt x="562640" y="2095"/>
                  </a:lnTo>
                  <a:lnTo>
                    <a:pt x="554825" y="1964"/>
                  </a:lnTo>
                  <a:lnTo>
                    <a:pt x="547011" y="1834"/>
                  </a:lnTo>
                  <a:lnTo>
                    <a:pt x="539196" y="1703"/>
                  </a:lnTo>
                  <a:lnTo>
                    <a:pt x="531382" y="1572"/>
                  </a:lnTo>
                  <a:lnTo>
                    <a:pt x="523568" y="1442"/>
                  </a:lnTo>
                  <a:lnTo>
                    <a:pt x="515753" y="1311"/>
                  </a:lnTo>
                  <a:lnTo>
                    <a:pt x="507939" y="1180"/>
                  </a:lnTo>
                  <a:lnTo>
                    <a:pt x="500124" y="1049"/>
                  </a:lnTo>
                  <a:lnTo>
                    <a:pt x="492310" y="918"/>
                  </a:lnTo>
                  <a:lnTo>
                    <a:pt x="484495" y="787"/>
                  </a:lnTo>
                  <a:lnTo>
                    <a:pt x="476681" y="656"/>
                  </a:lnTo>
                  <a:lnTo>
                    <a:pt x="468866" y="525"/>
                  </a:lnTo>
                  <a:lnTo>
                    <a:pt x="461052" y="394"/>
                  </a:lnTo>
                  <a:lnTo>
                    <a:pt x="453238" y="262"/>
                  </a:lnTo>
                  <a:lnTo>
                    <a:pt x="445423" y="131"/>
                  </a:lnTo>
                  <a:lnTo>
                    <a:pt x="437609" y="0"/>
                  </a:lnTo>
                  <a:lnTo>
                    <a:pt x="429794" y="428"/>
                  </a:lnTo>
                  <a:lnTo>
                    <a:pt x="421980" y="1336"/>
                  </a:lnTo>
                  <a:lnTo>
                    <a:pt x="414165" y="2241"/>
                  </a:lnTo>
                  <a:lnTo>
                    <a:pt x="406351" y="3142"/>
                  </a:lnTo>
                  <a:lnTo>
                    <a:pt x="398536" y="4041"/>
                  </a:lnTo>
                  <a:lnTo>
                    <a:pt x="390722" y="4937"/>
                  </a:lnTo>
                  <a:lnTo>
                    <a:pt x="382907" y="5829"/>
                  </a:lnTo>
                  <a:lnTo>
                    <a:pt x="375093" y="6718"/>
                  </a:lnTo>
                  <a:lnTo>
                    <a:pt x="367279" y="7607"/>
                  </a:lnTo>
                  <a:lnTo>
                    <a:pt x="359464" y="8502"/>
                  </a:lnTo>
                  <a:lnTo>
                    <a:pt x="351650" y="9397"/>
                  </a:lnTo>
                  <a:lnTo>
                    <a:pt x="343835" y="10290"/>
                  </a:lnTo>
                  <a:lnTo>
                    <a:pt x="336021" y="11157"/>
                  </a:lnTo>
                  <a:lnTo>
                    <a:pt x="328206" y="12012"/>
                  </a:lnTo>
                  <a:lnTo>
                    <a:pt x="320392" y="12874"/>
                  </a:lnTo>
                  <a:lnTo>
                    <a:pt x="312577" y="13742"/>
                  </a:lnTo>
                  <a:lnTo>
                    <a:pt x="304763" y="14607"/>
                  </a:lnTo>
                  <a:lnTo>
                    <a:pt x="296949" y="15469"/>
                  </a:lnTo>
                  <a:lnTo>
                    <a:pt x="289134" y="16332"/>
                  </a:lnTo>
                  <a:lnTo>
                    <a:pt x="281320" y="17195"/>
                  </a:lnTo>
                  <a:lnTo>
                    <a:pt x="273505" y="18056"/>
                  </a:lnTo>
                  <a:lnTo>
                    <a:pt x="265691" y="18914"/>
                  </a:lnTo>
                  <a:lnTo>
                    <a:pt x="257876" y="19770"/>
                  </a:lnTo>
                  <a:lnTo>
                    <a:pt x="250062" y="20622"/>
                  </a:lnTo>
                  <a:lnTo>
                    <a:pt x="242247" y="21472"/>
                  </a:lnTo>
                  <a:lnTo>
                    <a:pt x="234433" y="22320"/>
                  </a:lnTo>
                  <a:lnTo>
                    <a:pt x="226619" y="23143"/>
                  </a:lnTo>
                  <a:lnTo>
                    <a:pt x="218804" y="23962"/>
                  </a:lnTo>
                  <a:lnTo>
                    <a:pt x="210990" y="24814"/>
                  </a:lnTo>
                  <a:lnTo>
                    <a:pt x="203175" y="25663"/>
                  </a:lnTo>
                  <a:lnTo>
                    <a:pt x="195361" y="26511"/>
                  </a:lnTo>
                  <a:lnTo>
                    <a:pt x="187546" y="27357"/>
                  </a:lnTo>
                  <a:lnTo>
                    <a:pt x="179732" y="28189"/>
                  </a:lnTo>
                  <a:lnTo>
                    <a:pt x="171917" y="29025"/>
                  </a:lnTo>
                  <a:lnTo>
                    <a:pt x="164103" y="29874"/>
                  </a:lnTo>
                  <a:lnTo>
                    <a:pt x="156288" y="30678"/>
                  </a:lnTo>
                  <a:lnTo>
                    <a:pt x="148474" y="31486"/>
                  </a:lnTo>
                  <a:lnTo>
                    <a:pt x="140660" y="32302"/>
                  </a:lnTo>
                  <a:lnTo>
                    <a:pt x="132845" y="33065"/>
                  </a:lnTo>
                  <a:lnTo>
                    <a:pt x="125031" y="33854"/>
                  </a:lnTo>
                  <a:lnTo>
                    <a:pt x="117216" y="34638"/>
                  </a:lnTo>
                  <a:lnTo>
                    <a:pt x="109402" y="35419"/>
                  </a:lnTo>
                  <a:lnTo>
                    <a:pt x="101587" y="36195"/>
                  </a:lnTo>
                  <a:lnTo>
                    <a:pt x="93773" y="36967"/>
                  </a:lnTo>
                  <a:lnTo>
                    <a:pt x="85958" y="37735"/>
                  </a:lnTo>
                  <a:lnTo>
                    <a:pt x="78144" y="38500"/>
                  </a:lnTo>
                  <a:lnTo>
                    <a:pt x="70330" y="39260"/>
                  </a:lnTo>
                  <a:lnTo>
                    <a:pt x="62515" y="40017"/>
                  </a:lnTo>
                  <a:lnTo>
                    <a:pt x="54701" y="40769"/>
                  </a:lnTo>
                  <a:lnTo>
                    <a:pt x="46886" y="41518"/>
                  </a:lnTo>
                  <a:lnTo>
                    <a:pt x="39072" y="42262"/>
                  </a:lnTo>
                  <a:lnTo>
                    <a:pt x="31257" y="43003"/>
                  </a:lnTo>
                  <a:lnTo>
                    <a:pt x="23443" y="43739"/>
                  </a:lnTo>
                  <a:lnTo>
                    <a:pt x="15628" y="44472"/>
                  </a:lnTo>
                  <a:lnTo>
                    <a:pt x="7814" y="45201"/>
                  </a:lnTo>
                  <a:lnTo>
                    <a:pt x="0" y="459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43" name="pg142"/>
            <p:cNvSpPr/>
            <p:nvPr/>
          </p:nvSpPr>
          <p:spPr>
            <a:xfrm>
              <a:off x="3632283" y="3474230"/>
              <a:ext cx="2023942" cy="306101"/>
            </a:xfrm>
            <a:custGeom>
              <a:avLst/>
              <a:pathLst>
                <a:path w="2023942" h="306101">
                  <a:moveTo>
                    <a:pt x="0" y="232600"/>
                  </a:moveTo>
                  <a:lnTo>
                    <a:pt x="7814" y="232849"/>
                  </a:lnTo>
                  <a:lnTo>
                    <a:pt x="15628" y="233108"/>
                  </a:lnTo>
                  <a:lnTo>
                    <a:pt x="23443" y="232974"/>
                  </a:lnTo>
                  <a:lnTo>
                    <a:pt x="31257" y="232554"/>
                  </a:lnTo>
                  <a:lnTo>
                    <a:pt x="39072" y="232818"/>
                  </a:lnTo>
                  <a:lnTo>
                    <a:pt x="46886" y="232675"/>
                  </a:lnTo>
                  <a:lnTo>
                    <a:pt x="54701" y="232558"/>
                  </a:lnTo>
                  <a:lnTo>
                    <a:pt x="62515" y="232194"/>
                  </a:lnTo>
                  <a:lnTo>
                    <a:pt x="70330" y="231939"/>
                  </a:lnTo>
                  <a:lnTo>
                    <a:pt x="78144" y="231628"/>
                  </a:lnTo>
                  <a:lnTo>
                    <a:pt x="85958" y="231286"/>
                  </a:lnTo>
                  <a:lnTo>
                    <a:pt x="93773" y="231133"/>
                  </a:lnTo>
                  <a:lnTo>
                    <a:pt x="101587" y="230737"/>
                  </a:lnTo>
                  <a:lnTo>
                    <a:pt x="109402" y="230458"/>
                  </a:lnTo>
                  <a:lnTo>
                    <a:pt x="117216" y="230097"/>
                  </a:lnTo>
                  <a:lnTo>
                    <a:pt x="125031" y="229736"/>
                  </a:lnTo>
                  <a:lnTo>
                    <a:pt x="132845" y="229328"/>
                  </a:lnTo>
                  <a:lnTo>
                    <a:pt x="140660" y="228889"/>
                  </a:lnTo>
                  <a:lnTo>
                    <a:pt x="148474" y="228282"/>
                  </a:lnTo>
                  <a:lnTo>
                    <a:pt x="156288" y="227868"/>
                  </a:lnTo>
                  <a:lnTo>
                    <a:pt x="164103" y="227713"/>
                  </a:lnTo>
                  <a:lnTo>
                    <a:pt x="171917" y="227350"/>
                  </a:lnTo>
                  <a:lnTo>
                    <a:pt x="179732" y="227073"/>
                  </a:lnTo>
                  <a:lnTo>
                    <a:pt x="187546" y="226631"/>
                  </a:lnTo>
                  <a:lnTo>
                    <a:pt x="195361" y="226427"/>
                  </a:lnTo>
                  <a:lnTo>
                    <a:pt x="203175" y="226114"/>
                  </a:lnTo>
                  <a:lnTo>
                    <a:pt x="210990" y="225551"/>
                  </a:lnTo>
                  <a:lnTo>
                    <a:pt x="218804" y="224861"/>
                  </a:lnTo>
                  <a:lnTo>
                    <a:pt x="226619" y="224419"/>
                  </a:lnTo>
                  <a:lnTo>
                    <a:pt x="234433" y="224111"/>
                  </a:lnTo>
                  <a:lnTo>
                    <a:pt x="242247" y="223900"/>
                  </a:lnTo>
                  <a:lnTo>
                    <a:pt x="250062" y="223298"/>
                  </a:lnTo>
                  <a:lnTo>
                    <a:pt x="257876" y="223013"/>
                  </a:lnTo>
                  <a:lnTo>
                    <a:pt x="265691" y="222477"/>
                  </a:lnTo>
                  <a:lnTo>
                    <a:pt x="273505" y="221971"/>
                  </a:lnTo>
                  <a:lnTo>
                    <a:pt x="281320" y="221352"/>
                  </a:lnTo>
                  <a:lnTo>
                    <a:pt x="289134" y="221165"/>
                  </a:lnTo>
                  <a:lnTo>
                    <a:pt x="296949" y="220569"/>
                  </a:lnTo>
                  <a:lnTo>
                    <a:pt x="304763" y="219957"/>
                  </a:lnTo>
                  <a:lnTo>
                    <a:pt x="312577" y="219325"/>
                  </a:lnTo>
                  <a:lnTo>
                    <a:pt x="320392" y="218603"/>
                  </a:lnTo>
                  <a:lnTo>
                    <a:pt x="328206" y="218364"/>
                  </a:lnTo>
                  <a:lnTo>
                    <a:pt x="336021" y="217753"/>
                  </a:lnTo>
                  <a:lnTo>
                    <a:pt x="343835" y="217030"/>
                  </a:lnTo>
                  <a:lnTo>
                    <a:pt x="351650" y="216379"/>
                  </a:lnTo>
                  <a:lnTo>
                    <a:pt x="359464" y="215573"/>
                  </a:lnTo>
                  <a:lnTo>
                    <a:pt x="367279" y="214989"/>
                  </a:lnTo>
                  <a:lnTo>
                    <a:pt x="375093" y="214167"/>
                  </a:lnTo>
                  <a:lnTo>
                    <a:pt x="382907" y="213133"/>
                  </a:lnTo>
                  <a:lnTo>
                    <a:pt x="390722" y="212359"/>
                  </a:lnTo>
                  <a:lnTo>
                    <a:pt x="398536" y="211750"/>
                  </a:lnTo>
                  <a:lnTo>
                    <a:pt x="406351" y="210986"/>
                  </a:lnTo>
                  <a:lnTo>
                    <a:pt x="414165" y="210073"/>
                  </a:lnTo>
                  <a:lnTo>
                    <a:pt x="421980" y="209056"/>
                  </a:lnTo>
                  <a:lnTo>
                    <a:pt x="429794" y="208247"/>
                  </a:lnTo>
                  <a:lnTo>
                    <a:pt x="437609" y="207101"/>
                  </a:lnTo>
                  <a:lnTo>
                    <a:pt x="445423" y="206043"/>
                  </a:lnTo>
                  <a:lnTo>
                    <a:pt x="453238" y="204800"/>
                  </a:lnTo>
                  <a:lnTo>
                    <a:pt x="461052" y="203651"/>
                  </a:lnTo>
                  <a:lnTo>
                    <a:pt x="468866" y="202514"/>
                  </a:lnTo>
                  <a:lnTo>
                    <a:pt x="476681" y="201345"/>
                  </a:lnTo>
                  <a:lnTo>
                    <a:pt x="484495" y="200195"/>
                  </a:lnTo>
                  <a:lnTo>
                    <a:pt x="492310" y="199254"/>
                  </a:lnTo>
                  <a:lnTo>
                    <a:pt x="500124" y="198406"/>
                  </a:lnTo>
                  <a:lnTo>
                    <a:pt x="507939" y="197555"/>
                  </a:lnTo>
                  <a:lnTo>
                    <a:pt x="515753" y="196354"/>
                  </a:lnTo>
                  <a:lnTo>
                    <a:pt x="523568" y="195276"/>
                  </a:lnTo>
                  <a:lnTo>
                    <a:pt x="531382" y="194152"/>
                  </a:lnTo>
                  <a:lnTo>
                    <a:pt x="539196" y="192797"/>
                  </a:lnTo>
                  <a:lnTo>
                    <a:pt x="547011" y="191243"/>
                  </a:lnTo>
                  <a:lnTo>
                    <a:pt x="554825" y="190188"/>
                  </a:lnTo>
                  <a:lnTo>
                    <a:pt x="562640" y="188863"/>
                  </a:lnTo>
                  <a:lnTo>
                    <a:pt x="570454" y="187542"/>
                  </a:lnTo>
                  <a:lnTo>
                    <a:pt x="578269" y="186347"/>
                  </a:lnTo>
                  <a:lnTo>
                    <a:pt x="586083" y="185338"/>
                  </a:lnTo>
                  <a:lnTo>
                    <a:pt x="593898" y="184041"/>
                  </a:lnTo>
                  <a:lnTo>
                    <a:pt x="601712" y="182842"/>
                  </a:lnTo>
                  <a:lnTo>
                    <a:pt x="609526" y="181369"/>
                  </a:lnTo>
                  <a:lnTo>
                    <a:pt x="617341" y="180073"/>
                  </a:lnTo>
                  <a:lnTo>
                    <a:pt x="625155" y="178975"/>
                  </a:lnTo>
                  <a:lnTo>
                    <a:pt x="632970" y="177746"/>
                  </a:lnTo>
                  <a:lnTo>
                    <a:pt x="640784" y="176283"/>
                  </a:lnTo>
                  <a:lnTo>
                    <a:pt x="648599" y="174806"/>
                  </a:lnTo>
                  <a:lnTo>
                    <a:pt x="656413" y="173273"/>
                  </a:lnTo>
                  <a:lnTo>
                    <a:pt x="664228" y="171766"/>
                  </a:lnTo>
                  <a:lnTo>
                    <a:pt x="672042" y="170464"/>
                  </a:lnTo>
                  <a:lnTo>
                    <a:pt x="679857" y="169344"/>
                  </a:lnTo>
                  <a:lnTo>
                    <a:pt x="687671" y="168230"/>
                  </a:lnTo>
                  <a:lnTo>
                    <a:pt x="695485" y="167176"/>
                  </a:lnTo>
                  <a:lnTo>
                    <a:pt x="703300" y="165994"/>
                  </a:lnTo>
                  <a:lnTo>
                    <a:pt x="711114" y="164873"/>
                  </a:lnTo>
                  <a:lnTo>
                    <a:pt x="718929" y="163754"/>
                  </a:lnTo>
                  <a:lnTo>
                    <a:pt x="726743" y="162627"/>
                  </a:lnTo>
                  <a:lnTo>
                    <a:pt x="734558" y="160935"/>
                  </a:lnTo>
                  <a:lnTo>
                    <a:pt x="742372" y="159761"/>
                  </a:lnTo>
                  <a:lnTo>
                    <a:pt x="750187" y="158460"/>
                  </a:lnTo>
                  <a:lnTo>
                    <a:pt x="758001" y="156769"/>
                  </a:lnTo>
                  <a:lnTo>
                    <a:pt x="765815" y="155078"/>
                  </a:lnTo>
                  <a:lnTo>
                    <a:pt x="773630" y="153399"/>
                  </a:lnTo>
                  <a:lnTo>
                    <a:pt x="781444" y="152163"/>
                  </a:lnTo>
                  <a:lnTo>
                    <a:pt x="789259" y="151086"/>
                  </a:lnTo>
                  <a:lnTo>
                    <a:pt x="797073" y="149953"/>
                  </a:lnTo>
                  <a:lnTo>
                    <a:pt x="804888" y="148505"/>
                  </a:lnTo>
                  <a:lnTo>
                    <a:pt x="812702" y="147057"/>
                  </a:lnTo>
                  <a:lnTo>
                    <a:pt x="820517" y="145847"/>
                  </a:lnTo>
                  <a:lnTo>
                    <a:pt x="828331" y="144542"/>
                  </a:lnTo>
                  <a:lnTo>
                    <a:pt x="836145" y="143420"/>
                  </a:lnTo>
                  <a:lnTo>
                    <a:pt x="843960" y="141810"/>
                  </a:lnTo>
                  <a:lnTo>
                    <a:pt x="851774" y="140494"/>
                  </a:lnTo>
                  <a:lnTo>
                    <a:pt x="859589" y="139163"/>
                  </a:lnTo>
                  <a:lnTo>
                    <a:pt x="867403" y="137368"/>
                  </a:lnTo>
                  <a:lnTo>
                    <a:pt x="875218" y="136153"/>
                  </a:lnTo>
                  <a:lnTo>
                    <a:pt x="883032" y="134773"/>
                  </a:lnTo>
                  <a:lnTo>
                    <a:pt x="890847" y="133450"/>
                  </a:lnTo>
                  <a:lnTo>
                    <a:pt x="898661" y="132152"/>
                  </a:lnTo>
                  <a:lnTo>
                    <a:pt x="906476" y="130872"/>
                  </a:lnTo>
                  <a:lnTo>
                    <a:pt x="914290" y="129427"/>
                  </a:lnTo>
                  <a:lnTo>
                    <a:pt x="922104" y="128071"/>
                  </a:lnTo>
                  <a:lnTo>
                    <a:pt x="929919" y="126715"/>
                  </a:lnTo>
                  <a:lnTo>
                    <a:pt x="937733" y="125290"/>
                  </a:lnTo>
                  <a:lnTo>
                    <a:pt x="945548" y="123860"/>
                  </a:lnTo>
                  <a:lnTo>
                    <a:pt x="953362" y="122453"/>
                  </a:lnTo>
                  <a:lnTo>
                    <a:pt x="961177" y="121243"/>
                  </a:lnTo>
                  <a:lnTo>
                    <a:pt x="968991" y="119764"/>
                  </a:lnTo>
                  <a:lnTo>
                    <a:pt x="976806" y="118291"/>
                  </a:lnTo>
                  <a:lnTo>
                    <a:pt x="984620" y="116932"/>
                  </a:lnTo>
                  <a:lnTo>
                    <a:pt x="992434" y="115736"/>
                  </a:lnTo>
                  <a:lnTo>
                    <a:pt x="1000249" y="114197"/>
                  </a:lnTo>
                  <a:lnTo>
                    <a:pt x="1008063" y="112737"/>
                  </a:lnTo>
                  <a:lnTo>
                    <a:pt x="1015878" y="111452"/>
                  </a:lnTo>
                  <a:lnTo>
                    <a:pt x="1023692" y="110200"/>
                  </a:lnTo>
                  <a:lnTo>
                    <a:pt x="1031507" y="109249"/>
                  </a:lnTo>
                  <a:lnTo>
                    <a:pt x="1039321" y="108302"/>
                  </a:lnTo>
                  <a:lnTo>
                    <a:pt x="1047136" y="107269"/>
                  </a:lnTo>
                  <a:lnTo>
                    <a:pt x="1054950" y="105960"/>
                  </a:lnTo>
                  <a:lnTo>
                    <a:pt x="1062765" y="104655"/>
                  </a:lnTo>
                  <a:lnTo>
                    <a:pt x="1070579" y="103354"/>
                  </a:lnTo>
                  <a:lnTo>
                    <a:pt x="1078393" y="102058"/>
                  </a:lnTo>
                  <a:lnTo>
                    <a:pt x="1086208" y="100767"/>
                  </a:lnTo>
                  <a:lnTo>
                    <a:pt x="1094022" y="99481"/>
                  </a:lnTo>
                  <a:lnTo>
                    <a:pt x="1101837" y="98199"/>
                  </a:lnTo>
                  <a:lnTo>
                    <a:pt x="1109651" y="96922"/>
                  </a:lnTo>
                  <a:lnTo>
                    <a:pt x="1117466" y="95650"/>
                  </a:lnTo>
                  <a:lnTo>
                    <a:pt x="1125280" y="94383"/>
                  </a:lnTo>
                  <a:lnTo>
                    <a:pt x="1133095" y="93179"/>
                  </a:lnTo>
                  <a:lnTo>
                    <a:pt x="1140909" y="92025"/>
                  </a:lnTo>
                  <a:lnTo>
                    <a:pt x="1148723" y="90879"/>
                  </a:lnTo>
                  <a:lnTo>
                    <a:pt x="1156538" y="89743"/>
                  </a:lnTo>
                  <a:lnTo>
                    <a:pt x="1164352" y="88582"/>
                  </a:lnTo>
                  <a:lnTo>
                    <a:pt x="1172167" y="87350"/>
                  </a:lnTo>
                  <a:lnTo>
                    <a:pt x="1179981" y="86209"/>
                  </a:lnTo>
                  <a:lnTo>
                    <a:pt x="1187796" y="85294"/>
                  </a:lnTo>
                  <a:lnTo>
                    <a:pt x="1195610" y="84207"/>
                  </a:lnTo>
                  <a:lnTo>
                    <a:pt x="1203425" y="83157"/>
                  </a:lnTo>
                  <a:lnTo>
                    <a:pt x="1211239" y="82060"/>
                  </a:lnTo>
                  <a:lnTo>
                    <a:pt x="1219053" y="81030"/>
                  </a:lnTo>
                  <a:lnTo>
                    <a:pt x="1226868" y="80043"/>
                  </a:lnTo>
                  <a:lnTo>
                    <a:pt x="1234682" y="78892"/>
                  </a:lnTo>
                  <a:lnTo>
                    <a:pt x="1242497" y="77636"/>
                  </a:lnTo>
                  <a:lnTo>
                    <a:pt x="1250311" y="76395"/>
                  </a:lnTo>
                  <a:lnTo>
                    <a:pt x="1258126" y="75293"/>
                  </a:lnTo>
                  <a:lnTo>
                    <a:pt x="1265940" y="74281"/>
                  </a:lnTo>
                  <a:lnTo>
                    <a:pt x="1273755" y="73278"/>
                  </a:lnTo>
                  <a:lnTo>
                    <a:pt x="1281569" y="72282"/>
                  </a:lnTo>
                  <a:lnTo>
                    <a:pt x="1289384" y="71301"/>
                  </a:lnTo>
                  <a:lnTo>
                    <a:pt x="1297198" y="70328"/>
                  </a:lnTo>
                  <a:lnTo>
                    <a:pt x="1305012" y="69354"/>
                  </a:lnTo>
                  <a:lnTo>
                    <a:pt x="1312827" y="68022"/>
                  </a:lnTo>
                  <a:lnTo>
                    <a:pt x="1320641" y="67131"/>
                  </a:lnTo>
                  <a:lnTo>
                    <a:pt x="1328456" y="66255"/>
                  </a:lnTo>
                  <a:lnTo>
                    <a:pt x="1336270" y="65229"/>
                  </a:lnTo>
                  <a:lnTo>
                    <a:pt x="1344085" y="64265"/>
                  </a:lnTo>
                  <a:lnTo>
                    <a:pt x="1351899" y="63482"/>
                  </a:lnTo>
                  <a:lnTo>
                    <a:pt x="1359714" y="62709"/>
                  </a:lnTo>
                  <a:lnTo>
                    <a:pt x="1367528" y="61661"/>
                  </a:lnTo>
                  <a:lnTo>
                    <a:pt x="1375342" y="60401"/>
                  </a:lnTo>
                  <a:lnTo>
                    <a:pt x="1383157" y="59152"/>
                  </a:lnTo>
                  <a:lnTo>
                    <a:pt x="1390971" y="57912"/>
                  </a:lnTo>
                  <a:lnTo>
                    <a:pt x="1398786" y="56708"/>
                  </a:lnTo>
                  <a:lnTo>
                    <a:pt x="1406600" y="55931"/>
                  </a:lnTo>
                  <a:lnTo>
                    <a:pt x="1414415" y="55204"/>
                  </a:lnTo>
                  <a:lnTo>
                    <a:pt x="1422229" y="54488"/>
                  </a:lnTo>
                  <a:lnTo>
                    <a:pt x="1430044" y="53781"/>
                  </a:lnTo>
                  <a:lnTo>
                    <a:pt x="1437858" y="53088"/>
                  </a:lnTo>
                  <a:lnTo>
                    <a:pt x="1445672" y="51987"/>
                  </a:lnTo>
                  <a:lnTo>
                    <a:pt x="1453487" y="50815"/>
                  </a:lnTo>
                  <a:lnTo>
                    <a:pt x="1461301" y="49660"/>
                  </a:lnTo>
                  <a:lnTo>
                    <a:pt x="1469116" y="48969"/>
                  </a:lnTo>
                  <a:lnTo>
                    <a:pt x="1476930" y="48132"/>
                  </a:lnTo>
                  <a:lnTo>
                    <a:pt x="1484745" y="46998"/>
                  </a:lnTo>
                  <a:lnTo>
                    <a:pt x="1492559" y="45874"/>
                  </a:lnTo>
                  <a:lnTo>
                    <a:pt x="1500374" y="44760"/>
                  </a:lnTo>
                  <a:lnTo>
                    <a:pt x="1508188" y="43661"/>
                  </a:lnTo>
                  <a:lnTo>
                    <a:pt x="1516003" y="42571"/>
                  </a:lnTo>
                  <a:lnTo>
                    <a:pt x="1523817" y="41491"/>
                  </a:lnTo>
                  <a:lnTo>
                    <a:pt x="1531631" y="40421"/>
                  </a:lnTo>
                  <a:lnTo>
                    <a:pt x="1539446" y="39361"/>
                  </a:lnTo>
                  <a:lnTo>
                    <a:pt x="1547260" y="38458"/>
                  </a:lnTo>
                  <a:lnTo>
                    <a:pt x="1555075" y="37572"/>
                  </a:lnTo>
                  <a:lnTo>
                    <a:pt x="1562889" y="36694"/>
                  </a:lnTo>
                  <a:lnTo>
                    <a:pt x="1570704" y="35827"/>
                  </a:lnTo>
                  <a:lnTo>
                    <a:pt x="1578518" y="34980"/>
                  </a:lnTo>
                  <a:lnTo>
                    <a:pt x="1586333" y="34555"/>
                  </a:lnTo>
                  <a:lnTo>
                    <a:pt x="1594147" y="34171"/>
                  </a:lnTo>
                  <a:lnTo>
                    <a:pt x="1601961" y="33799"/>
                  </a:lnTo>
                  <a:lnTo>
                    <a:pt x="1609776" y="33434"/>
                  </a:lnTo>
                  <a:lnTo>
                    <a:pt x="1617590" y="33076"/>
                  </a:lnTo>
                  <a:lnTo>
                    <a:pt x="1625405" y="32723"/>
                  </a:lnTo>
                  <a:lnTo>
                    <a:pt x="1633219" y="32038"/>
                  </a:lnTo>
                  <a:lnTo>
                    <a:pt x="1641034" y="31028"/>
                  </a:lnTo>
                  <a:lnTo>
                    <a:pt x="1648848" y="30027"/>
                  </a:lnTo>
                  <a:lnTo>
                    <a:pt x="1656663" y="29034"/>
                  </a:lnTo>
                  <a:lnTo>
                    <a:pt x="1664477" y="28220"/>
                  </a:lnTo>
                  <a:lnTo>
                    <a:pt x="1672291" y="27683"/>
                  </a:lnTo>
                  <a:lnTo>
                    <a:pt x="1680106" y="26968"/>
                  </a:lnTo>
                  <a:lnTo>
                    <a:pt x="1687920" y="25939"/>
                  </a:lnTo>
                  <a:lnTo>
                    <a:pt x="1695735" y="25366"/>
                  </a:lnTo>
                  <a:lnTo>
                    <a:pt x="1703549" y="24789"/>
                  </a:lnTo>
                  <a:lnTo>
                    <a:pt x="1711364" y="23914"/>
                  </a:lnTo>
                  <a:lnTo>
                    <a:pt x="1719178" y="23049"/>
                  </a:lnTo>
                  <a:lnTo>
                    <a:pt x="1726993" y="22192"/>
                  </a:lnTo>
                  <a:lnTo>
                    <a:pt x="1734807" y="21351"/>
                  </a:lnTo>
                  <a:lnTo>
                    <a:pt x="1742622" y="20521"/>
                  </a:lnTo>
                  <a:lnTo>
                    <a:pt x="1750436" y="19699"/>
                  </a:lnTo>
                  <a:lnTo>
                    <a:pt x="1758250" y="18886"/>
                  </a:lnTo>
                  <a:lnTo>
                    <a:pt x="1766065" y="18081"/>
                  </a:lnTo>
                  <a:lnTo>
                    <a:pt x="1773879" y="17285"/>
                  </a:lnTo>
                  <a:lnTo>
                    <a:pt x="1781694" y="16498"/>
                  </a:lnTo>
                  <a:lnTo>
                    <a:pt x="1789508" y="15748"/>
                  </a:lnTo>
                  <a:lnTo>
                    <a:pt x="1797323" y="15173"/>
                  </a:lnTo>
                  <a:lnTo>
                    <a:pt x="1805137" y="14627"/>
                  </a:lnTo>
                  <a:lnTo>
                    <a:pt x="1812952" y="14258"/>
                  </a:lnTo>
                  <a:lnTo>
                    <a:pt x="1820766" y="13505"/>
                  </a:lnTo>
                  <a:lnTo>
                    <a:pt x="1828580" y="12962"/>
                  </a:lnTo>
                  <a:lnTo>
                    <a:pt x="1836395" y="12426"/>
                  </a:lnTo>
                  <a:lnTo>
                    <a:pt x="1844209" y="11809"/>
                  </a:lnTo>
                  <a:lnTo>
                    <a:pt x="1852024" y="11299"/>
                  </a:lnTo>
                  <a:lnTo>
                    <a:pt x="1859838" y="10861"/>
                  </a:lnTo>
                  <a:lnTo>
                    <a:pt x="1867653" y="10353"/>
                  </a:lnTo>
                  <a:lnTo>
                    <a:pt x="1875467" y="9851"/>
                  </a:lnTo>
                  <a:lnTo>
                    <a:pt x="1883282" y="9302"/>
                  </a:lnTo>
                  <a:lnTo>
                    <a:pt x="1891096" y="8593"/>
                  </a:lnTo>
                  <a:lnTo>
                    <a:pt x="1898910" y="7809"/>
                  </a:lnTo>
                  <a:lnTo>
                    <a:pt x="1906725" y="7031"/>
                  </a:lnTo>
                  <a:lnTo>
                    <a:pt x="1914539" y="6275"/>
                  </a:lnTo>
                  <a:lnTo>
                    <a:pt x="1922354" y="5936"/>
                  </a:lnTo>
                  <a:lnTo>
                    <a:pt x="1930168" y="5647"/>
                  </a:lnTo>
                  <a:lnTo>
                    <a:pt x="1937983" y="4991"/>
                  </a:lnTo>
                  <a:lnTo>
                    <a:pt x="1945797" y="4437"/>
                  </a:lnTo>
                  <a:lnTo>
                    <a:pt x="1953612" y="4069"/>
                  </a:lnTo>
                  <a:lnTo>
                    <a:pt x="1961426" y="3705"/>
                  </a:lnTo>
                  <a:lnTo>
                    <a:pt x="1969241" y="3346"/>
                  </a:lnTo>
                  <a:lnTo>
                    <a:pt x="1977055" y="3000"/>
                  </a:lnTo>
                  <a:lnTo>
                    <a:pt x="1984869" y="2428"/>
                  </a:lnTo>
                  <a:lnTo>
                    <a:pt x="1992684" y="1815"/>
                  </a:lnTo>
                  <a:lnTo>
                    <a:pt x="2000498" y="1209"/>
                  </a:lnTo>
                  <a:lnTo>
                    <a:pt x="2008313" y="797"/>
                  </a:lnTo>
                  <a:lnTo>
                    <a:pt x="2016127" y="489"/>
                  </a:lnTo>
                  <a:lnTo>
                    <a:pt x="2023942" y="0"/>
                  </a:lnTo>
                  <a:lnTo>
                    <a:pt x="2023942" y="236268"/>
                  </a:lnTo>
                  <a:lnTo>
                    <a:pt x="2016127" y="236262"/>
                  </a:lnTo>
                  <a:lnTo>
                    <a:pt x="2008313" y="236329"/>
                  </a:lnTo>
                  <a:lnTo>
                    <a:pt x="2000498" y="236438"/>
                  </a:lnTo>
                  <a:lnTo>
                    <a:pt x="1992684" y="236548"/>
                  </a:lnTo>
                  <a:lnTo>
                    <a:pt x="1984869" y="236606"/>
                  </a:lnTo>
                  <a:lnTo>
                    <a:pt x="1977055" y="236658"/>
                  </a:lnTo>
                  <a:lnTo>
                    <a:pt x="1969241" y="236711"/>
                  </a:lnTo>
                  <a:lnTo>
                    <a:pt x="1961426" y="236764"/>
                  </a:lnTo>
                  <a:lnTo>
                    <a:pt x="1953612" y="236816"/>
                  </a:lnTo>
                  <a:lnTo>
                    <a:pt x="1945797" y="236869"/>
                  </a:lnTo>
                  <a:lnTo>
                    <a:pt x="1937983" y="236922"/>
                  </a:lnTo>
                  <a:lnTo>
                    <a:pt x="1930168" y="236974"/>
                  </a:lnTo>
                  <a:lnTo>
                    <a:pt x="1922354" y="237027"/>
                  </a:lnTo>
                  <a:lnTo>
                    <a:pt x="1914539" y="237080"/>
                  </a:lnTo>
                  <a:lnTo>
                    <a:pt x="1906725" y="237132"/>
                  </a:lnTo>
                  <a:lnTo>
                    <a:pt x="1898910" y="237185"/>
                  </a:lnTo>
                  <a:lnTo>
                    <a:pt x="1891096" y="237238"/>
                  </a:lnTo>
                  <a:lnTo>
                    <a:pt x="1883282" y="237294"/>
                  </a:lnTo>
                  <a:lnTo>
                    <a:pt x="1875467" y="237368"/>
                  </a:lnTo>
                  <a:lnTo>
                    <a:pt x="1867653" y="237420"/>
                  </a:lnTo>
                  <a:lnTo>
                    <a:pt x="1859838" y="237457"/>
                  </a:lnTo>
                  <a:lnTo>
                    <a:pt x="1852024" y="237482"/>
                  </a:lnTo>
                  <a:lnTo>
                    <a:pt x="1844209" y="237487"/>
                  </a:lnTo>
                  <a:lnTo>
                    <a:pt x="1836395" y="237491"/>
                  </a:lnTo>
                  <a:lnTo>
                    <a:pt x="1828580" y="237496"/>
                  </a:lnTo>
                  <a:lnTo>
                    <a:pt x="1820766" y="237502"/>
                  </a:lnTo>
                  <a:lnTo>
                    <a:pt x="1812952" y="237509"/>
                  </a:lnTo>
                  <a:lnTo>
                    <a:pt x="1805137" y="237646"/>
                  </a:lnTo>
                  <a:lnTo>
                    <a:pt x="1797323" y="237793"/>
                  </a:lnTo>
                  <a:lnTo>
                    <a:pt x="1789508" y="237922"/>
                  </a:lnTo>
                  <a:lnTo>
                    <a:pt x="1781694" y="237975"/>
                  </a:lnTo>
                  <a:lnTo>
                    <a:pt x="1773879" y="238027"/>
                  </a:lnTo>
                  <a:lnTo>
                    <a:pt x="1766065" y="238080"/>
                  </a:lnTo>
                  <a:lnTo>
                    <a:pt x="1758250" y="238132"/>
                  </a:lnTo>
                  <a:lnTo>
                    <a:pt x="1750436" y="238104"/>
                  </a:lnTo>
                  <a:lnTo>
                    <a:pt x="1742622" y="238072"/>
                  </a:lnTo>
                  <a:lnTo>
                    <a:pt x="1734807" y="238039"/>
                  </a:lnTo>
                  <a:lnTo>
                    <a:pt x="1726993" y="238007"/>
                  </a:lnTo>
                  <a:lnTo>
                    <a:pt x="1719178" y="237974"/>
                  </a:lnTo>
                  <a:lnTo>
                    <a:pt x="1711364" y="237978"/>
                  </a:lnTo>
                  <a:lnTo>
                    <a:pt x="1703549" y="238054"/>
                  </a:lnTo>
                  <a:lnTo>
                    <a:pt x="1695735" y="238129"/>
                  </a:lnTo>
                  <a:lnTo>
                    <a:pt x="1687920" y="238202"/>
                  </a:lnTo>
                  <a:lnTo>
                    <a:pt x="1680106" y="238275"/>
                  </a:lnTo>
                  <a:lnTo>
                    <a:pt x="1672291" y="238306"/>
                  </a:lnTo>
                  <a:lnTo>
                    <a:pt x="1664477" y="238248"/>
                  </a:lnTo>
                  <a:lnTo>
                    <a:pt x="1656663" y="238356"/>
                  </a:lnTo>
                  <a:lnTo>
                    <a:pt x="1648848" y="238474"/>
                  </a:lnTo>
                  <a:lnTo>
                    <a:pt x="1641034" y="238592"/>
                  </a:lnTo>
                  <a:lnTo>
                    <a:pt x="1633219" y="238721"/>
                  </a:lnTo>
                  <a:lnTo>
                    <a:pt x="1625405" y="238828"/>
                  </a:lnTo>
                  <a:lnTo>
                    <a:pt x="1617590" y="238947"/>
                  </a:lnTo>
                  <a:lnTo>
                    <a:pt x="1609776" y="239066"/>
                  </a:lnTo>
                  <a:lnTo>
                    <a:pt x="1601961" y="239183"/>
                  </a:lnTo>
                  <a:lnTo>
                    <a:pt x="1594147" y="239237"/>
                  </a:lnTo>
                  <a:lnTo>
                    <a:pt x="1586333" y="239290"/>
                  </a:lnTo>
                  <a:lnTo>
                    <a:pt x="1578518" y="239342"/>
                  </a:lnTo>
                  <a:lnTo>
                    <a:pt x="1570704" y="239395"/>
                  </a:lnTo>
                  <a:lnTo>
                    <a:pt x="1562889" y="239447"/>
                  </a:lnTo>
                  <a:lnTo>
                    <a:pt x="1555075" y="239500"/>
                  </a:lnTo>
                  <a:lnTo>
                    <a:pt x="1547260" y="239567"/>
                  </a:lnTo>
                  <a:lnTo>
                    <a:pt x="1539446" y="239629"/>
                  </a:lnTo>
                  <a:lnTo>
                    <a:pt x="1531631" y="239682"/>
                  </a:lnTo>
                  <a:lnTo>
                    <a:pt x="1523817" y="239735"/>
                  </a:lnTo>
                  <a:lnTo>
                    <a:pt x="1516003" y="239788"/>
                  </a:lnTo>
                  <a:lnTo>
                    <a:pt x="1508188" y="239841"/>
                  </a:lnTo>
                  <a:lnTo>
                    <a:pt x="1500374" y="239893"/>
                  </a:lnTo>
                  <a:lnTo>
                    <a:pt x="1492559" y="239946"/>
                  </a:lnTo>
                  <a:lnTo>
                    <a:pt x="1484745" y="239998"/>
                  </a:lnTo>
                  <a:lnTo>
                    <a:pt x="1476930" y="240108"/>
                  </a:lnTo>
                  <a:lnTo>
                    <a:pt x="1469116" y="240153"/>
                  </a:lnTo>
                  <a:lnTo>
                    <a:pt x="1461301" y="240198"/>
                  </a:lnTo>
                  <a:lnTo>
                    <a:pt x="1453487" y="240243"/>
                  </a:lnTo>
                  <a:lnTo>
                    <a:pt x="1445672" y="240287"/>
                  </a:lnTo>
                  <a:lnTo>
                    <a:pt x="1437858" y="240331"/>
                  </a:lnTo>
                  <a:lnTo>
                    <a:pt x="1430044" y="240375"/>
                  </a:lnTo>
                  <a:lnTo>
                    <a:pt x="1422229" y="240424"/>
                  </a:lnTo>
                  <a:lnTo>
                    <a:pt x="1414415" y="240530"/>
                  </a:lnTo>
                  <a:lnTo>
                    <a:pt x="1406600" y="240824"/>
                  </a:lnTo>
                  <a:lnTo>
                    <a:pt x="1398786" y="241005"/>
                  </a:lnTo>
                  <a:lnTo>
                    <a:pt x="1390971" y="241080"/>
                  </a:lnTo>
                  <a:lnTo>
                    <a:pt x="1383157" y="241153"/>
                  </a:lnTo>
                  <a:lnTo>
                    <a:pt x="1375342" y="241215"/>
                  </a:lnTo>
                  <a:lnTo>
                    <a:pt x="1367528" y="241302"/>
                  </a:lnTo>
                  <a:lnTo>
                    <a:pt x="1359714" y="241379"/>
                  </a:lnTo>
                  <a:lnTo>
                    <a:pt x="1351899" y="241474"/>
                  </a:lnTo>
                  <a:lnTo>
                    <a:pt x="1344085" y="241716"/>
                  </a:lnTo>
                  <a:lnTo>
                    <a:pt x="1336270" y="241922"/>
                  </a:lnTo>
                  <a:lnTo>
                    <a:pt x="1328456" y="241937"/>
                  </a:lnTo>
                  <a:lnTo>
                    <a:pt x="1320641" y="241804"/>
                  </a:lnTo>
                  <a:lnTo>
                    <a:pt x="1312827" y="241840"/>
                  </a:lnTo>
                  <a:lnTo>
                    <a:pt x="1305012" y="241908"/>
                  </a:lnTo>
                  <a:lnTo>
                    <a:pt x="1297198" y="241972"/>
                  </a:lnTo>
                  <a:lnTo>
                    <a:pt x="1289384" y="242056"/>
                  </a:lnTo>
                  <a:lnTo>
                    <a:pt x="1281569" y="242132"/>
                  </a:lnTo>
                  <a:lnTo>
                    <a:pt x="1273755" y="242204"/>
                  </a:lnTo>
                  <a:lnTo>
                    <a:pt x="1265940" y="242277"/>
                  </a:lnTo>
                  <a:lnTo>
                    <a:pt x="1258126" y="242349"/>
                  </a:lnTo>
                  <a:lnTo>
                    <a:pt x="1250311" y="242361"/>
                  </a:lnTo>
                  <a:lnTo>
                    <a:pt x="1242497" y="242498"/>
                  </a:lnTo>
                  <a:lnTo>
                    <a:pt x="1234682" y="242574"/>
                  </a:lnTo>
                  <a:lnTo>
                    <a:pt x="1226868" y="242650"/>
                  </a:lnTo>
                  <a:lnTo>
                    <a:pt x="1219053" y="242726"/>
                  </a:lnTo>
                  <a:lnTo>
                    <a:pt x="1211239" y="242802"/>
                  </a:lnTo>
                  <a:lnTo>
                    <a:pt x="1203425" y="242927"/>
                  </a:lnTo>
                  <a:lnTo>
                    <a:pt x="1195610" y="243075"/>
                  </a:lnTo>
                  <a:lnTo>
                    <a:pt x="1187796" y="243224"/>
                  </a:lnTo>
                  <a:lnTo>
                    <a:pt x="1179981" y="243371"/>
                  </a:lnTo>
                  <a:lnTo>
                    <a:pt x="1172167" y="243519"/>
                  </a:lnTo>
                  <a:lnTo>
                    <a:pt x="1164352" y="243701"/>
                  </a:lnTo>
                  <a:lnTo>
                    <a:pt x="1156538" y="243981"/>
                  </a:lnTo>
                  <a:lnTo>
                    <a:pt x="1148723" y="243961"/>
                  </a:lnTo>
                  <a:lnTo>
                    <a:pt x="1140909" y="244108"/>
                  </a:lnTo>
                  <a:lnTo>
                    <a:pt x="1133095" y="244255"/>
                  </a:lnTo>
                  <a:lnTo>
                    <a:pt x="1125280" y="244402"/>
                  </a:lnTo>
                  <a:lnTo>
                    <a:pt x="1117466" y="244544"/>
                  </a:lnTo>
                  <a:lnTo>
                    <a:pt x="1109651" y="244674"/>
                  </a:lnTo>
                  <a:lnTo>
                    <a:pt x="1101837" y="244669"/>
                  </a:lnTo>
                  <a:lnTo>
                    <a:pt x="1094022" y="244853"/>
                  </a:lnTo>
                  <a:lnTo>
                    <a:pt x="1086208" y="244986"/>
                  </a:lnTo>
                  <a:lnTo>
                    <a:pt x="1078393" y="245082"/>
                  </a:lnTo>
                  <a:lnTo>
                    <a:pt x="1070579" y="245332"/>
                  </a:lnTo>
                  <a:lnTo>
                    <a:pt x="1062765" y="245434"/>
                  </a:lnTo>
                  <a:lnTo>
                    <a:pt x="1054950" y="245442"/>
                  </a:lnTo>
                  <a:lnTo>
                    <a:pt x="1047136" y="245451"/>
                  </a:lnTo>
                  <a:lnTo>
                    <a:pt x="1039321" y="245524"/>
                  </a:lnTo>
                  <a:lnTo>
                    <a:pt x="1031507" y="245662"/>
                  </a:lnTo>
                  <a:lnTo>
                    <a:pt x="1023692" y="245799"/>
                  </a:lnTo>
                  <a:lnTo>
                    <a:pt x="1015878" y="245847"/>
                  </a:lnTo>
                  <a:lnTo>
                    <a:pt x="1008063" y="246032"/>
                  </a:lnTo>
                  <a:lnTo>
                    <a:pt x="1000249" y="246217"/>
                  </a:lnTo>
                  <a:lnTo>
                    <a:pt x="992434" y="246293"/>
                  </a:lnTo>
                  <a:lnTo>
                    <a:pt x="984620" y="246338"/>
                  </a:lnTo>
                  <a:lnTo>
                    <a:pt x="976806" y="246556"/>
                  </a:lnTo>
                  <a:lnTo>
                    <a:pt x="968991" y="246785"/>
                  </a:lnTo>
                  <a:lnTo>
                    <a:pt x="961177" y="246929"/>
                  </a:lnTo>
                  <a:lnTo>
                    <a:pt x="953362" y="247073"/>
                  </a:lnTo>
                  <a:lnTo>
                    <a:pt x="945548" y="247312"/>
                  </a:lnTo>
                  <a:lnTo>
                    <a:pt x="937733" y="247599"/>
                  </a:lnTo>
                  <a:lnTo>
                    <a:pt x="929919" y="247557"/>
                  </a:lnTo>
                  <a:lnTo>
                    <a:pt x="922104" y="247643"/>
                  </a:lnTo>
                  <a:lnTo>
                    <a:pt x="914290" y="247785"/>
                  </a:lnTo>
                  <a:lnTo>
                    <a:pt x="906476" y="247927"/>
                  </a:lnTo>
                  <a:lnTo>
                    <a:pt x="898661" y="248068"/>
                  </a:lnTo>
                  <a:lnTo>
                    <a:pt x="890847" y="248209"/>
                  </a:lnTo>
                  <a:lnTo>
                    <a:pt x="883032" y="248351"/>
                  </a:lnTo>
                  <a:lnTo>
                    <a:pt x="875218" y="248492"/>
                  </a:lnTo>
                  <a:lnTo>
                    <a:pt x="867403" y="248632"/>
                  </a:lnTo>
                  <a:lnTo>
                    <a:pt x="859589" y="248772"/>
                  </a:lnTo>
                  <a:lnTo>
                    <a:pt x="851774" y="248911"/>
                  </a:lnTo>
                  <a:lnTo>
                    <a:pt x="843960" y="249066"/>
                  </a:lnTo>
                  <a:lnTo>
                    <a:pt x="836145" y="249246"/>
                  </a:lnTo>
                  <a:lnTo>
                    <a:pt x="828331" y="249479"/>
                  </a:lnTo>
                  <a:lnTo>
                    <a:pt x="820517" y="249665"/>
                  </a:lnTo>
                  <a:lnTo>
                    <a:pt x="812702" y="249805"/>
                  </a:lnTo>
                  <a:lnTo>
                    <a:pt x="804888" y="249987"/>
                  </a:lnTo>
                  <a:lnTo>
                    <a:pt x="797073" y="250130"/>
                  </a:lnTo>
                  <a:lnTo>
                    <a:pt x="789259" y="250217"/>
                  </a:lnTo>
                  <a:lnTo>
                    <a:pt x="781444" y="250481"/>
                  </a:lnTo>
                  <a:lnTo>
                    <a:pt x="773630" y="250606"/>
                  </a:lnTo>
                  <a:lnTo>
                    <a:pt x="765815" y="250487"/>
                  </a:lnTo>
                  <a:lnTo>
                    <a:pt x="758001" y="250756"/>
                  </a:lnTo>
                  <a:lnTo>
                    <a:pt x="750187" y="250789"/>
                  </a:lnTo>
                  <a:lnTo>
                    <a:pt x="742372" y="250964"/>
                  </a:lnTo>
                  <a:lnTo>
                    <a:pt x="734558" y="251083"/>
                  </a:lnTo>
                  <a:lnTo>
                    <a:pt x="726743" y="251325"/>
                  </a:lnTo>
                  <a:lnTo>
                    <a:pt x="718929" y="251573"/>
                  </a:lnTo>
                  <a:lnTo>
                    <a:pt x="711114" y="251764"/>
                  </a:lnTo>
                  <a:lnTo>
                    <a:pt x="703300" y="251758"/>
                  </a:lnTo>
                  <a:lnTo>
                    <a:pt x="695485" y="251812"/>
                  </a:lnTo>
                  <a:lnTo>
                    <a:pt x="687671" y="251926"/>
                  </a:lnTo>
                  <a:lnTo>
                    <a:pt x="679857" y="252046"/>
                  </a:lnTo>
                  <a:lnTo>
                    <a:pt x="672042" y="252203"/>
                  </a:lnTo>
                  <a:lnTo>
                    <a:pt x="664228" y="252668"/>
                  </a:lnTo>
                  <a:lnTo>
                    <a:pt x="656413" y="252903"/>
                  </a:lnTo>
                  <a:lnTo>
                    <a:pt x="648599" y="253039"/>
                  </a:lnTo>
                  <a:lnTo>
                    <a:pt x="640784" y="253176"/>
                  </a:lnTo>
                  <a:lnTo>
                    <a:pt x="632970" y="253312"/>
                  </a:lnTo>
                  <a:lnTo>
                    <a:pt x="625155" y="253631"/>
                  </a:lnTo>
                  <a:lnTo>
                    <a:pt x="617341" y="253747"/>
                  </a:lnTo>
                  <a:lnTo>
                    <a:pt x="609526" y="253869"/>
                  </a:lnTo>
                  <a:lnTo>
                    <a:pt x="601712" y="254280"/>
                  </a:lnTo>
                  <a:lnTo>
                    <a:pt x="593898" y="254595"/>
                  </a:lnTo>
                  <a:lnTo>
                    <a:pt x="586083" y="255108"/>
                  </a:lnTo>
                  <a:lnTo>
                    <a:pt x="578269" y="255525"/>
                  </a:lnTo>
                  <a:lnTo>
                    <a:pt x="570454" y="255939"/>
                  </a:lnTo>
                  <a:lnTo>
                    <a:pt x="562640" y="256243"/>
                  </a:lnTo>
                  <a:lnTo>
                    <a:pt x="554825" y="256340"/>
                  </a:lnTo>
                  <a:lnTo>
                    <a:pt x="547011" y="256395"/>
                  </a:lnTo>
                  <a:lnTo>
                    <a:pt x="539196" y="256742"/>
                  </a:lnTo>
                  <a:lnTo>
                    <a:pt x="531382" y="257179"/>
                  </a:lnTo>
                  <a:lnTo>
                    <a:pt x="523568" y="257637"/>
                  </a:lnTo>
                  <a:lnTo>
                    <a:pt x="515753" y="257963"/>
                  </a:lnTo>
                  <a:lnTo>
                    <a:pt x="507939" y="258428"/>
                  </a:lnTo>
                  <a:lnTo>
                    <a:pt x="500124" y="258886"/>
                  </a:lnTo>
                  <a:lnTo>
                    <a:pt x="492310" y="259345"/>
                  </a:lnTo>
                  <a:lnTo>
                    <a:pt x="484495" y="259797"/>
                  </a:lnTo>
                  <a:lnTo>
                    <a:pt x="476681" y="260232"/>
                  </a:lnTo>
                  <a:lnTo>
                    <a:pt x="468866" y="260775"/>
                  </a:lnTo>
                  <a:lnTo>
                    <a:pt x="461052" y="261212"/>
                  </a:lnTo>
                  <a:lnTo>
                    <a:pt x="453238" y="261436"/>
                  </a:lnTo>
                  <a:lnTo>
                    <a:pt x="445423" y="261687"/>
                  </a:lnTo>
                  <a:lnTo>
                    <a:pt x="437609" y="262065"/>
                  </a:lnTo>
                  <a:lnTo>
                    <a:pt x="429794" y="262568"/>
                  </a:lnTo>
                  <a:lnTo>
                    <a:pt x="421980" y="263154"/>
                  </a:lnTo>
                  <a:lnTo>
                    <a:pt x="414165" y="263584"/>
                  </a:lnTo>
                  <a:lnTo>
                    <a:pt x="406351" y="264125"/>
                  </a:lnTo>
                  <a:lnTo>
                    <a:pt x="398536" y="264717"/>
                  </a:lnTo>
                  <a:lnTo>
                    <a:pt x="390722" y="265150"/>
                  </a:lnTo>
                  <a:lnTo>
                    <a:pt x="382907" y="265599"/>
                  </a:lnTo>
                  <a:lnTo>
                    <a:pt x="375093" y="266017"/>
                  </a:lnTo>
                  <a:lnTo>
                    <a:pt x="367279" y="266673"/>
                  </a:lnTo>
                  <a:lnTo>
                    <a:pt x="359464" y="267563"/>
                  </a:lnTo>
                  <a:lnTo>
                    <a:pt x="351650" y="268442"/>
                  </a:lnTo>
                  <a:lnTo>
                    <a:pt x="343835" y="269284"/>
                  </a:lnTo>
                  <a:lnTo>
                    <a:pt x="336021" y="269836"/>
                  </a:lnTo>
                  <a:lnTo>
                    <a:pt x="328206" y="270665"/>
                  </a:lnTo>
                  <a:lnTo>
                    <a:pt x="320392" y="271481"/>
                  </a:lnTo>
                  <a:lnTo>
                    <a:pt x="312577" y="272063"/>
                  </a:lnTo>
                  <a:lnTo>
                    <a:pt x="304763" y="272423"/>
                  </a:lnTo>
                  <a:lnTo>
                    <a:pt x="296949" y="272876"/>
                  </a:lnTo>
                  <a:lnTo>
                    <a:pt x="289134" y="273396"/>
                  </a:lnTo>
                  <a:lnTo>
                    <a:pt x="281320" y="273923"/>
                  </a:lnTo>
                  <a:lnTo>
                    <a:pt x="273505" y="274724"/>
                  </a:lnTo>
                  <a:lnTo>
                    <a:pt x="265691" y="275570"/>
                  </a:lnTo>
                  <a:lnTo>
                    <a:pt x="257876" y="276397"/>
                  </a:lnTo>
                  <a:lnTo>
                    <a:pt x="250062" y="277091"/>
                  </a:lnTo>
                  <a:lnTo>
                    <a:pt x="242247" y="277894"/>
                  </a:lnTo>
                  <a:lnTo>
                    <a:pt x="234433" y="278508"/>
                  </a:lnTo>
                  <a:lnTo>
                    <a:pt x="226619" y="278965"/>
                  </a:lnTo>
                  <a:lnTo>
                    <a:pt x="218804" y="279831"/>
                  </a:lnTo>
                  <a:lnTo>
                    <a:pt x="210990" y="280747"/>
                  </a:lnTo>
                  <a:lnTo>
                    <a:pt x="203175" y="281613"/>
                  </a:lnTo>
                  <a:lnTo>
                    <a:pt x="195361" y="282176"/>
                  </a:lnTo>
                  <a:lnTo>
                    <a:pt x="187546" y="282825"/>
                  </a:lnTo>
                  <a:lnTo>
                    <a:pt x="179732" y="283357"/>
                  </a:lnTo>
                  <a:lnTo>
                    <a:pt x="171917" y="284508"/>
                  </a:lnTo>
                  <a:lnTo>
                    <a:pt x="164103" y="285659"/>
                  </a:lnTo>
                  <a:lnTo>
                    <a:pt x="156288" y="286734"/>
                  </a:lnTo>
                  <a:lnTo>
                    <a:pt x="148474" y="287736"/>
                  </a:lnTo>
                  <a:lnTo>
                    <a:pt x="140660" y="288703"/>
                  </a:lnTo>
                  <a:lnTo>
                    <a:pt x="132845" y="289534"/>
                  </a:lnTo>
                  <a:lnTo>
                    <a:pt x="125031" y="290461"/>
                  </a:lnTo>
                  <a:lnTo>
                    <a:pt x="117216" y="291598"/>
                  </a:lnTo>
                  <a:lnTo>
                    <a:pt x="109402" y="292925"/>
                  </a:lnTo>
                  <a:lnTo>
                    <a:pt x="101587" y="293827"/>
                  </a:lnTo>
                  <a:lnTo>
                    <a:pt x="93773" y="294567"/>
                  </a:lnTo>
                  <a:lnTo>
                    <a:pt x="85958" y="295389"/>
                  </a:lnTo>
                  <a:lnTo>
                    <a:pt x="78144" y="296569"/>
                  </a:lnTo>
                  <a:lnTo>
                    <a:pt x="70330" y="297726"/>
                  </a:lnTo>
                  <a:lnTo>
                    <a:pt x="62515" y="298693"/>
                  </a:lnTo>
                  <a:lnTo>
                    <a:pt x="54701" y="299849"/>
                  </a:lnTo>
                  <a:lnTo>
                    <a:pt x="46886" y="301000"/>
                  </a:lnTo>
                  <a:lnTo>
                    <a:pt x="39072" y="301934"/>
                  </a:lnTo>
                  <a:lnTo>
                    <a:pt x="31257" y="302660"/>
                  </a:lnTo>
                  <a:lnTo>
                    <a:pt x="23443" y="303439"/>
                  </a:lnTo>
                  <a:lnTo>
                    <a:pt x="15628" y="304104"/>
                  </a:lnTo>
                  <a:lnTo>
                    <a:pt x="7814" y="305132"/>
                  </a:lnTo>
                  <a:lnTo>
                    <a:pt x="0" y="306101"/>
                  </a:lnTo>
                  <a:close/>
                </a:path>
              </a:pathLst>
            </a:custGeom>
            <a:solidFill>
              <a:srgbClr val="0072B2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144" name="pl143"/>
            <p:cNvSpPr/>
            <p:nvPr/>
          </p:nvSpPr>
          <p:spPr>
            <a:xfrm>
              <a:off x="3632283" y="3474230"/>
              <a:ext cx="2023942" cy="233108"/>
            </a:xfrm>
            <a:custGeom>
              <a:avLst/>
              <a:pathLst>
                <a:path w="2023942" h="233108">
                  <a:moveTo>
                    <a:pt x="0" y="232600"/>
                  </a:moveTo>
                  <a:lnTo>
                    <a:pt x="7814" y="232849"/>
                  </a:lnTo>
                  <a:lnTo>
                    <a:pt x="15628" y="233108"/>
                  </a:lnTo>
                  <a:lnTo>
                    <a:pt x="23443" y="232974"/>
                  </a:lnTo>
                  <a:lnTo>
                    <a:pt x="31257" y="232554"/>
                  </a:lnTo>
                  <a:lnTo>
                    <a:pt x="39072" y="232818"/>
                  </a:lnTo>
                  <a:lnTo>
                    <a:pt x="46886" y="232675"/>
                  </a:lnTo>
                  <a:lnTo>
                    <a:pt x="54701" y="232558"/>
                  </a:lnTo>
                  <a:lnTo>
                    <a:pt x="62515" y="232194"/>
                  </a:lnTo>
                  <a:lnTo>
                    <a:pt x="70330" y="231939"/>
                  </a:lnTo>
                  <a:lnTo>
                    <a:pt x="78144" y="231628"/>
                  </a:lnTo>
                  <a:lnTo>
                    <a:pt x="85958" y="231286"/>
                  </a:lnTo>
                  <a:lnTo>
                    <a:pt x="93773" y="231133"/>
                  </a:lnTo>
                  <a:lnTo>
                    <a:pt x="101587" y="230737"/>
                  </a:lnTo>
                  <a:lnTo>
                    <a:pt x="109402" y="230458"/>
                  </a:lnTo>
                  <a:lnTo>
                    <a:pt x="117216" y="230097"/>
                  </a:lnTo>
                  <a:lnTo>
                    <a:pt x="125031" y="229736"/>
                  </a:lnTo>
                  <a:lnTo>
                    <a:pt x="132845" y="229328"/>
                  </a:lnTo>
                  <a:lnTo>
                    <a:pt x="140660" y="228889"/>
                  </a:lnTo>
                  <a:lnTo>
                    <a:pt x="148474" y="228282"/>
                  </a:lnTo>
                  <a:lnTo>
                    <a:pt x="156288" y="227868"/>
                  </a:lnTo>
                  <a:lnTo>
                    <a:pt x="164103" y="227713"/>
                  </a:lnTo>
                  <a:lnTo>
                    <a:pt x="171917" y="227350"/>
                  </a:lnTo>
                  <a:lnTo>
                    <a:pt x="179732" y="227073"/>
                  </a:lnTo>
                  <a:lnTo>
                    <a:pt x="187546" y="226631"/>
                  </a:lnTo>
                  <a:lnTo>
                    <a:pt x="195361" y="226427"/>
                  </a:lnTo>
                  <a:lnTo>
                    <a:pt x="203175" y="226114"/>
                  </a:lnTo>
                  <a:lnTo>
                    <a:pt x="210990" y="225551"/>
                  </a:lnTo>
                  <a:lnTo>
                    <a:pt x="218804" y="224861"/>
                  </a:lnTo>
                  <a:lnTo>
                    <a:pt x="226619" y="224419"/>
                  </a:lnTo>
                  <a:lnTo>
                    <a:pt x="234433" y="224111"/>
                  </a:lnTo>
                  <a:lnTo>
                    <a:pt x="242247" y="223900"/>
                  </a:lnTo>
                  <a:lnTo>
                    <a:pt x="250062" y="223298"/>
                  </a:lnTo>
                  <a:lnTo>
                    <a:pt x="257876" y="223013"/>
                  </a:lnTo>
                  <a:lnTo>
                    <a:pt x="265691" y="222477"/>
                  </a:lnTo>
                  <a:lnTo>
                    <a:pt x="273505" y="221971"/>
                  </a:lnTo>
                  <a:lnTo>
                    <a:pt x="281320" y="221352"/>
                  </a:lnTo>
                  <a:lnTo>
                    <a:pt x="289134" y="221165"/>
                  </a:lnTo>
                  <a:lnTo>
                    <a:pt x="296949" y="220569"/>
                  </a:lnTo>
                  <a:lnTo>
                    <a:pt x="304763" y="219957"/>
                  </a:lnTo>
                  <a:lnTo>
                    <a:pt x="312577" y="219325"/>
                  </a:lnTo>
                  <a:lnTo>
                    <a:pt x="320392" y="218603"/>
                  </a:lnTo>
                  <a:lnTo>
                    <a:pt x="328206" y="218364"/>
                  </a:lnTo>
                  <a:lnTo>
                    <a:pt x="336021" y="217753"/>
                  </a:lnTo>
                  <a:lnTo>
                    <a:pt x="343835" y="217030"/>
                  </a:lnTo>
                  <a:lnTo>
                    <a:pt x="351650" y="216379"/>
                  </a:lnTo>
                  <a:lnTo>
                    <a:pt x="359464" y="215573"/>
                  </a:lnTo>
                  <a:lnTo>
                    <a:pt x="367279" y="214989"/>
                  </a:lnTo>
                  <a:lnTo>
                    <a:pt x="375093" y="214167"/>
                  </a:lnTo>
                  <a:lnTo>
                    <a:pt x="382907" y="213133"/>
                  </a:lnTo>
                  <a:lnTo>
                    <a:pt x="390722" y="212359"/>
                  </a:lnTo>
                  <a:lnTo>
                    <a:pt x="398536" y="211750"/>
                  </a:lnTo>
                  <a:lnTo>
                    <a:pt x="406351" y="210986"/>
                  </a:lnTo>
                  <a:lnTo>
                    <a:pt x="414165" y="210073"/>
                  </a:lnTo>
                  <a:lnTo>
                    <a:pt x="421980" y="209056"/>
                  </a:lnTo>
                  <a:lnTo>
                    <a:pt x="429794" y="208247"/>
                  </a:lnTo>
                  <a:lnTo>
                    <a:pt x="437609" y="207101"/>
                  </a:lnTo>
                  <a:lnTo>
                    <a:pt x="445423" y="206043"/>
                  </a:lnTo>
                  <a:lnTo>
                    <a:pt x="453238" y="204800"/>
                  </a:lnTo>
                  <a:lnTo>
                    <a:pt x="461052" y="203651"/>
                  </a:lnTo>
                  <a:lnTo>
                    <a:pt x="468866" y="202514"/>
                  </a:lnTo>
                  <a:lnTo>
                    <a:pt x="476681" y="201345"/>
                  </a:lnTo>
                  <a:lnTo>
                    <a:pt x="484495" y="200195"/>
                  </a:lnTo>
                  <a:lnTo>
                    <a:pt x="492310" y="199254"/>
                  </a:lnTo>
                  <a:lnTo>
                    <a:pt x="500124" y="198406"/>
                  </a:lnTo>
                  <a:lnTo>
                    <a:pt x="507939" y="197555"/>
                  </a:lnTo>
                  <a:lnTo>
                    <a:pt x="515753" y="196354"/>
                  </a:lnTo>
                  <a:lnTo>
                    <a:pt x="523568" y="195276"/>
                  </a:lnTo>
                  <a:lnTo>
                    <a:pt x="531382" y="194152"/>
                  </a:lnTo>
                  <a:lnTo>
                    <a:pt x="539196" y="192797"/>
                  </a:lnTo>
                  <a:lnTo>
                    <a:pt x="547011" y="191243"/>
                  </a:lnTo>
                  <a:lnTo>
                    <a:pt x="554825" y="190188"/>
                  </a:lnTo>
                  <a:lnTo>
                    <a:pt x="562640" y="188863"/>
                  </a:lnTo>
                  <a:lnTo>
                    <a:pt x="570454" y="187542"/>
                  </a:lnTo>
                  <a:lnTo>
                    <a:pt x="578269" y="186347"/>
                  </a:lnTo>
                  <a:lnTo>
                    <a:pt x="586083" y="185338"/>
                  </a:lnTo>
                  <a:lnTo>
                    <a:pt x="593898" y="184041"/>
                  </a:lnTo>
                  <a:lnTo>
                    <a:pt x="601712" y="182842"/>
                  </a:lnTo>
                  <a:lnTo>
                    <a:pt x="609526" y="181369"/>
                  </a:lnTo>
                  <a:lnTo>
                    <a:pt x="617341" y="180073"/>
                  </a:lnTo>
                  <a:lnTo>
                    <a:pt x="625155" y="178975"/>
                  </a:lnTo>
                  <a:lnTo>
                    <a:pt x="632970" y="177746"/>
                  </a:lnTo>
                  <a:lnTo>
                    <a:pt x="640784" y="176283"/>
                  </a:lnTo>
                  <a:lnTo>
                    <a:pt x="648599" y="174806"/>
                  </a:lnTo>
                  <a:lnTo>
                    <a:pt x="656413" y="173273"/>
                  </a:lnTo>
                  <a:lnTo>
                    <a:pt x="664228" y="171766"/>
                  </a:lnTo>
                  <a:lnTo>
                    <a:pt x="672042" y="170464"/>
                  </a:lnTo>
                  <a:lnTo>
                    <a:pt x="679857" y="169344"/>
                  </a:lnTo>
                  <a:lnTo>
                    <a:pt x="687671" y="168230"/>
                  </a:lnTo>
                  <a:lnTo>
                    <a:pt x="695485" y="167176"/>
                  </a:lnTo>
                  <a:lnTo>
                    <a:pt x="703300" y="165994"/>
                  </a:lnTo>
                  <a:lnTo>
                    <a:pt x="711114" y="164873"/>
                  </a:lnTo>
                  <a:lnTo>
                    <a:pt x="718929" y="163754"/>
                  </a:lnTo>
                  <a:lnTo>
                    <a:pt x="726743" y="162627"/>
                  </a:lnTo>
                  <a:lnTo>
                    <a:pt x="734558" y="160935"/>
                  </a:lnTo>
                  <a:lnTo>
                    <a:pt x="742372" y="159761"/>
                  </a:lnTo>
                  <a:lnTo>
                    <a:pt x="750187" y="158460"/>
                  </a:lnTo>
                  <a:lnTo>
                    <a:pt x="758001" y="156769"/>
                  </a:lnTo>
                  <a:lnTo>
                    <a:pt x="765815" y="155078"/>
                  </a:lnTo>
                  <a:lnTo>
                    <a:pt x="773630" y="153399"/>
                  </a:lnTo>
                  <a:lnTo>
                    <a:pt x="781444" y="152163"/>
                  </a:lnTo>
                  <a:lnTo>
                    <a:pt x="789259" y="151086"/>
                  </a:lnTo>
                  <a:lnTo>
                    <a:pt x="797073" y="149953"/>
                  </a:lnTo>
                  <a:lnTo>
                    <a:pt x="804888" y="148505"/>
                  </a:lnTo>
                  <a:lnTo>
                    <a:pt x="812702" y="147057"/>
                  </a:lnTo>
                  <a:lnTo>
                    <a:pt x="820517" y="145847"/>
                  </a:lnTo>
                  <a:lnTo>
                    <a:pt x="828331" y="144542"/>
                  </a:lnTo>
                  <a:lnTo>
                    <a:pt x="836145" y="143420"/>
                  </a:lnTo>
                  <a:lnTo>
                    <a:pt x="843960" y="141810"/>
                  </a:lnTo>
                  <a:lnTo>
                    <a:pt x="851774" y="140494"/>
                  </a:lnTo>
                  <a:lnTo>
                    <a:pt x="859589" y="139163"/>
                  </a:lnTo>
                  <a:lnTo>
                    <a:pt x="867403" y="137368"/>
                  </a:lnTo>
                  <a:lnTo>
                    <a:pt x="875218" y="136153"/>
                  </a:lnTo>
                  <a:lnTo>
                    <a:pt x="883032" y="134773"/>
                  </a:lnTo>
                  <a:lnTo>
                    <a:pt x="890847" y="133450"/>
                  </a:lnTo>
                  <a:lnTo>
                    <a:pt x="898661" y="132152"/>
                  </a:lnTo>
                  <a:lnTo>
                    <a:pt x="906476" y="130872"/>
                  </a:lnTo>
                  <a:lnTo>
                    <a:pt x="914290" y="129427"/>
                  </a:lnTo>
                  <a:lnTo>
                    <a:pt x="922104" y="128071"/>
                  </a:lnTo>
                  <a:lnTo>
                    <a:pt x="929919" y="126715"/>
                  </a:lnTo>
                  <a:lnTo>
                    <a:pt x="937733" y="125290"/>
                  </a:lnTo>
                  <a:lnTo>
                    <a:pt x="945548" y="123860"/>
                  </a:lnTo>
                  <a:lnTo>
                    <a:pt x="953362" y="122453"/>
                  </a:lnTo>
                  <a:lnTo>
                    <a:pt x="961177" y="121243"/>
                  </a:lnTo>
                  <a:lnTo>
                    <a:pt x="968991" y="119764"/>
                  </a:lnTo>
                  <a:lnTo>
                    <a:pt x="976806" y="118291"/>
                  </a:lnTo>
                  <a:lnTo>
                    <a:pt x="984620" y="116932"/>
                  </a:lnTo>
                  <a:lnTo>
                    <a:pt x="992434" y="115736"/>
                  </a:lnTo>
                  <a:lnTo>
                    <a:pt x="1000249" y="114197"/>
                  </a:lnTo>
                  <a:lnTo>
                    <a:pt x="1008063" y="112737"/>
                  </a:lnTo>
                  <a:lnTo>
                    <a:pt x="1015878" y="111452"/>
                  </a:lnTo>
                  <a:lnTo>
                    <a:pt x="1023692" y="110200"/>
                  </a:lnTo>
                  <a:lnTo>
                    <a:pt x="1031507" y="109249"/>
                  </a:lnTo>
                  <a:lnTo>
                    <a:pt x="1039321" y="108302"/>
                  </a:lnTo>
                  <a:lnTo>
                    <a:pt x="1047136" y="107269"/>
                  </a:lnTo>
                  <a:lnTo>
                    <a:pt x="1054950" y="105960"/>
                  </a:lnTo>
                  <a:lnTo>
                    <a:pt x="1062765" y="104655"/>
                  </a:lnTo>
                  <a:lnTo>
                    <a:pt x="1070579" y="103354"/>
                  </a:lnTo>
                  <a:lnTo>
                    <a:pt x="1078393" y="102058"/>
                  </a:lnTo>
                  <a:lnTo>
                    <a:pt x="1086208" y="100767"/>
                  </a:lnTo>
                  <a:lnTo>
                    <a:pt x="1094022" y="99481"/>
                  </a:lnTo>
                  <a:lnTo>
                    <a:pt x="1101837" y="98199"/>
                  </a:lnTo>
                  <a:lnTo>
                    <a:pt x="1109651" y="96922"/>
                  </a:lnTo>
                  <a:lnTo>
                    <a:pt x="1117466" y="95650"/>
                  </a:lnTo>
                  <a:lnTo>
                    <a:pt x="1125280" y="94383"/>
                  </a:lnTo>
                  <a:lnTo>
                    <a:pt x="1133095" y="93179"/>
                  </a:lnTo>
                  <a:lnTo>
                    <a:pt x="1140909" y="92025"/>
                  </a:lnTo>
                  <a:lnTo>
                    <a:pt x="1148723" y="90879"/>
                  </a:lnTo>
                  <a:lnTo>
                    <a:pt x="1156538" y="89743"/>
                  </a:lnTo>
                  <a:lnTo>
                    <a:pt x="1164352" y="88582"/>
                  </a:lnTo>
                  <a:lnTo>
                    <a:pt x="1172167" y="87350"/>
                  </a:lnTo>
                  <a:lnTo>
                    <a:pt x="1179981" y="86209"/>
                  </a:lnTo>
                  <a:lnTo>
                    <a:pt x="1187796" y="85294"/>
                  </a:lnTo>
                  <a:lnTo>
                    <a:pt x="1195610" y="84207"/>
                  </a:lnTo>
                  <a:lnTo>
                    <a:pt x="1203425" y="83157"/>
                  </a:lnTo>
                  <a:lnTo>
                    <a:pt x="1211239" y="82060"/>
                  </a:lnTo>
                  <a:lnTo>
                    <a:pt x="1219053" y="81030"/>
                  </a:lnTo>
                  <a:lnTo>
                    <a:pt x="1226868" y="80043"/>
                  </a:lnTo>
                  <a:lnTo>
                    <a:pt x="1234682" y="78892"/>
                  </a:lnTo>
                  <a:lnTo>
                    <a:pt x="1242497" y="77636"/>
                  </a:lnTo>
                  <a:lnTo>
                    <a:pt x="1250311" y="76395"/>
                  </a:lnTo>
                  <a:lnTo>
                    <a:pt x="1258126" y="75293"/>
                  </a:lnTo>
                  <a:lnTo>
                    <a:pt x="1265940" y="74281"/>
                  </a:lnTo>
                  <a:lnTo>
                    <a:pt x="1273755" y="73278"/>
                  </a:lnTo>
                  <a:lnTo>
                    <a:pt x="1281569" y="72282"/>
                  </a:lnTo>
                  <a:lnTo>
                    <a:pt x="1289384" y="71301"/>
                  </a:lnTo>
                  <a:lnTo>
                    <a:pt x="1297198" y="70328"/>
                  </a:lnTo>
                  <a:lnTo>
                    <a:pt x="1305012" y="69354"/>
                  </a:lnTo>
                  <a:lnTo>
                    <a:pt x="1312827" y="68022"/>
                  </a:lnTo>
                  <a:lnTo>
                    <a:pt x="1320641" y="67131"/>
                  </a:lnTo>
                  <a:lnTo>
                    <a:pt x="1328456" y="66255"/>
                  </a:lnTo>
                  <a:lnTo>
                    <a:pt x="1336270" y="65229"/>
                  </a:lnTo>
                  <a:lnTo>
                    <a:pt x="1344085" y="64265"/>
                  </a:lnTo>
                  <a:lnTo>
                    <a:pt x="1351899" y="63482"/>
                  </a:lnTo>
                  <a:lnTo>
                    <a:pt x="1359714" y="62709"/>
                  </a:lnTo>
                  <a:lnTo>
                    <a:pt x="1367528" y="61661"/>
                  </a:lnTo>
                  <a:lnTo>
                    <a:pt x="1375342" y="60401"/>
                  </a:lnTo>
                  <a:lnTo>
                    <a:pt x="1383157" y="59152"/>
                  </a:lnTo>
                  <a:lnTo>
                    <a:pt x="1390971" y="57912"/>
                  </a:lnTo>
                  <a:lnTo>
                    <a:pt x="1398786" y="56708"/>
                  </a:lnTo>
                  <a:lnTo>
                    <a:pt x="1406600" y="55931"/>
                  </a:lnTo>
                  <a:lnTo>
                    <a:pt x="1414415" y="55204"/>
                  </a:lnTo>
                  <a:lnTo>
                    <a:pt x="1422229" y="54488"/>
                  </a:lnTo>
                  <a:lnTo>
                    <a:pt x="1430044" y="53781"/>
                  </a:lnTo>
                  <a:lnTo>
                    <a:pt x="1437858" y="53088"/>
                  </a:lnTo>
                  <a:lnTo>
                    <a:pt x="1445672" y="51987"/>
                  </a:lnTo>
                  <a:lnTo>
                    <a:pt x="1453487" y="50815"/>
                  </a:lnTo>
                  <a:lnTo>
                    <a:pt x="1461301" y="49660"/>
                  </a:lnTo>
                  <a:lnTo>
                    <a:pt x="1469116" y="48969"/>
                  </a:lnTo>
                  <a:lnTo>
                    <a:pt x="1476930" y="48132"/>
                  </a:lnTo>
                  <a:lnTo>
                    <a:pt x="1484745" y="46998"/>
                  </a:lnTo>
                  <a:lnTo>
                    <a:pt x="1492559" y="45874"/>
                  </a:lnTo>
                  <a:lnTo>
                    <a:pt x="1500374" y="44760"/>
                  </a:lnTo>
                  <a:lnTo>
                    <a:pt x="1508188" y="43661"/>
                  </a:lnTo>
                  <a:lnTo>
                    <a:pt x="1516003" y="42571"/>
                  </a:lnTo>
                  <a:lnTo>
                    <a:pt x="1523817" y="41491"/>
                  </a:lnTo>
                  <a:lnTo>
                    <a:pt x="1531631" y="40421"/>
                  </a:lnTo>
                  <a:lnTo>
                    <a:pt x="1539446" y="39361"/>
                  </a:lnTo>
                  <a:lnTo>
                    <a:pt x="1547260" y="38458"/>
                  </a:lnTo>
                  <a:lnTo>
                    <a:pt x="1555075" y="37572"/>
                  </a:lnTo>
                  <a:lnTo>
                    <a:pt x="1562889" y="36694"/>
                  </a:lnTo>
                  <a:lnTo>
                    <a:pt x="1570704" y="35827"/>
                  </a:lnTo>
                  <a:lnTo>
                    <a:pt x="1578518" y="34980"/>
                  </a:lnTo>
                  <a:lnTo>
                    <a:pt x="1586333" y="34555"/>
                  </a:lnTo>
                  <a:lnTo>
                    <a:pt x="1594147" y="34171"/>
                  </a:lnTo>
                  <a:lnTo>
                    <a:pt x="1601961" y="33799"/>
                  </a:lnTo>
                  <a:lnTo>
                    <a:pt x="1609776" y="33434"/>
                  </a:lnTo>
                  <a:lnTo>
                    <a:pt x="1617590" y="33076"/>
                  </a:lnTo>
                  <a:lnTo>
                    <a:pt x="1625405" y="32723"/>
                  </a:lnTo>
                  <a:lnTo>
                    <a:pt x="1633219" y="32038"/>
                  </a:lnTo>
                  <a:lnTo>
                    <a:pt x="1641034" y="31028"/>
                  </a:lnTo>
                  <a:lnTo>
                    <a:pt x="1648848" y="30027"/>
                  </a:lnTo>
                  <a:lnTo>
                    <a:pt x="1656663" y="29034"/>
                  </a:lnTo>
                  <a:lnTo>
                    <a:pt x="1664477" y="28220"/>
                  </a:lnTo>
                  <a:lnTo>
                    <a:pt x="1672291" y="27683"/>
                  </a:lnTo>
                  <a:lnTo>
                    <a:pt x="1680106" y="26968"/>
                  </a:lnTo>
                  <a:lnTo>
                    <a:pt x="1687920" y="25939"/>
                  </a:lnTo>
                  <a:lnTo>
                    <a:pt x="1695735" y="25366"/>
                  </a:lnTo>
                  <a:lnTo>
                    <a:pt x="1703549" y="24789"/>
                  </a:lnTo>
                  <a:lnTo>
                    <a:pt x="1711364" y="23914"/>
                  </a:lnTo>
                  <a:lnTo>
                    <a:pt x="1719178" y="23049"/>
                  </a:lnTo>
                  <a:lnTo>
                    <a:pt x="1726993" y="22192"/>
                  </a:lnTo>
                  <a:lnTo>
                    <a:pt x="1734807" y="21351"/>
                  </a:lnTo>
                  <a:lnTo>
                    <a:pt x="1742622" y="20521"/>
                  </a:lnTo>
                  <a:lnTo>
                    <a:pt x="1750436" y="19699"/>
                  </a:lnTo>
                  <a:lnTo>
                    <a:pt x="1758250" y="18886"/>
                  </a:lnTo>
                  <a:lnTo>
                    <a:pt x="1766065" y="18081"/>
                  </a:lnTo>
                  <a:lnTo>
                    <a:pt x="1773879" y="17285"/>
                  </a:lnTo>
                  <a:lnTo>
                    <a:pt x="1781694" y="16498"/>
                  </a:lnTo>
                  <a:lnTo>
                    <a:pt x="1789508" y="15748"/>
                  </a:lnTo>
                  <a:lnTo>
                    <a:pt x="1797323" y="15173"/>
                  </a:lnTo>
                  <a:lnTo>
                    <a:pt x="1805137" y="14627"/>
                  </a:lnTo>
                  <a:lnTo>
                    <a:pt x="1812952" y="14258"/>
                  </a:lnTo>
                  <a:lnTo>
                    <a:pt x="1820766" y="13505"/>
                  </a:lnTo>
                  <a:lnTo>
                    <a:pt x="1828580" y="12962"/>
                  </a:lnTo>
                  <a:lnTo>
                    <a:pt x="1836395" y="12426"/>
                  </a:lnTo>
                  <a:lnTo>
                    <a:pt x="1844209" y="11809"/>
                  </a:lnTo>
                  <a:lnTo>
                    <a:pt x="1852024" y="11299"/>
                  </a:lnTo>
                  <a:lnTo>
                    <a:pt x="1859838" y="10861"/>
                  </a:lnTo>
                  <a:lnTo>
                    <a:pt x="1867653" y="10353"/>
                  </a:lnTo>
                  <a:lnTo>
                    <a:pt x="1875467" y="9851"/>
                  </a:lnTo>
                  <a:lnTo>
                    <a:pt x="1883282" y="9302"/>
                  </a:lnTo>
                  <a:lnTo>
                    <a:pt x="1891096" y="8593"/>
                  </a:lnTo>
                  <a:lnTo>
                    <a:pt x="1898910" y="7809"/>
                  </a:lnTo>
                  <a:lnTo>
                    <a:pt x="1906725" y="7031"/>
                  </a:lnTo>
                  <a:lnTo>
                    <a:pt x="1914539" y="6275"/>
                  </a:lnTo>
                  <a:lnTo>
                    <a:pt x="1922354" y="5936"/>
                  </a:lnTo>
                  <a:lnTo>
                    <a:pt x="1930168" y="5647"/>
                  </a:lnTo>
                  <a:lnTo>
                    <a:pt x="1937983" y="4991"/>
                  </a:lnTo>
                  <a:lnTo>
                    <a:pt x="1945797" y="4437"/>
                  </a:lnTo>
                  <a:lnTo>
                    <a:pt x="1953612" y="4069"/>
                  </a:lnTo>
                  <a:lnTo>
                    <a:pt x="1961426" y="3705"/>
                  </a:lnTo>
                  <a:lnTo>
                    <a:pt x="1969241" y="3346"/>
                  </a:lnTo>
                  <a:lnTo>
                    <a:pt x="1977055" y="3000"/>
                  </a:lnTo>
                  <a:lnTo>
                    <a:pt x="1984869" y="2428"/>
                  </a:lnTo>
                  <a:lnTo>
                    <a:pt x="1992684" y="1815"/>
                  </a:lnTo>
                  <a:lnTo>
                    <a:pt x="2000498" y="1209"/>
                  </a:lnTo>
                  <a:lnTo>
                    <a:pt x="2008313" y="797"/>
                  </a:lnTo>
                  <a:lnTo>
                    <a:pt x="2016127" y="489"/>
                  </a:lnTo>
                  <a:lnTo>
                    <a:pt x="202394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45" name="pl144"/>
            <p:cNvSpPr/>
            <p:nvPr/>
          </p:nvSpPr>
          <p:spPr>
            <a:xfrm>
              <a:off x="3632283" y="3710493"/>
              <a:ext cx="2023942" cy="69838"/>
            </a:xfrm>
            <a:custGeom>
              <a:avLst/>
              <a:pathLst>
                <a:path w="2023942" h="69838">
                  <a:moveTo>
                    <a:pt x="2023942" y="5"/>
                  </a:moveTo>
                  <a:lnTo>
                    <a:pt x="2016127" y="0"/>
                  </a:lnTo>
                  <a:lnTo>
                    <a:pt x="2008313" y="67"/>
                  </a:lnTo>
                  <a:lnTo>
                    <a:pt x="2000498" y="176"/>
                  </a:lnTo>
                  <a:lnTo>
                    <a:pt x="1992684" y="285"/>
                  </a:lnTo>
                  <a:lnTo>
                    <a:pt x="1984869" y="343"/>
                  </a:lnTo>
                  <a:lnTo>
                    <a:pt x="1977055" y="396"/>
                  </a:lnTo>
                  <a:lnTo>
                    <a:pt x="1969241" y="448"/>
                  </a:lnTo>
                  <a:lnTo>
                    <a:pt x="1961426" y="501"/>
                  </a:lnTo>
                  <a:lnTo>
                    <a:pt x="1953612" y="554"/>
                  </a:lnTo>
                  <a:lnTo>
                    <a:pt x="1945797" y="606"/>
                  </a:lnTo>
                  <a:lnTo>
                    <a:pt x="1937983" y="659"/>
                  </a:lnTo>
                  <a:lnTo>
                    <a:pt x="1930168" y="712"/>
                  </a:lnTo>
                  <a:lnTo>
                    <a:pt x="1922354" y="764"/>
                  </a:lnTo>
                  <a:lnTo>
                    <a:pt x="1914539" y="817"/>
                  </a:lnTo>
                  <a:lnTo>
                    <a:pt x="1906725" y="870"/>
                  </a:lnTo>
                  <a:lnTo>
                    <a:pt x="1898910" y="922"/>
                  </a:lnTo>
                  <a:lnTo>
                    <a:pt x="1891096" y="975"/>
                  </a:lnTo>
                  <a:lnTo>
                    <a:pt x="1883282" y="1031"/>
                  </a:lnTo>
                  <a:lnTo>
                    <a:pt x="1875467" y="1105"/>
                  </a:lnTo>
                  <a:lnTo>
                    <a:pt x="1867653" y="1157"/>
                  </a:lnTo>
                  <a:lnTo>
                    <a:pt x="1859838" y="1194"/>
                  </a:lnTo>
                  <a:lnTo>
                    <a:pt x="1852024" y="1219"/>
                  </a:lnTo>
                  <a:lnTo>
                    <a:pt x="1844209" y="1224"/>
                  </a:lnTo>
                  <a:lnTo>
                    <a:pt x="1836395" y="1228"/>
                  </a:lnTo>
                  <a:lnTo>
                    <a:pt x="1828580" y="1233"/>
                  </a:lnTo>
                  <a:lnTo>
                    <a:pt x="1820766" y="1240"/>
                  </a:lnTo>
                  <a:lnTo>
                    <a:pt x="1812952" y="1246"/>
                  </a:lnTo>
                  <a:lnTo>
                    <a:pt x="1805137" y="1383"/>
                  </a:lnTo>
                  <a:lnTo>
                    <a:pt x="1797323" y="1531"/>
                  </a:lnTo>
                  <a:lnTo>
                    <a:pt x="1789508" y="1659"/>
                  </a:lnTo>
                  <a:lnTo>
                    <a:pt x="1781694" y="1712"/>
                  </a:lnTo>
                  <a:lnTo>
                    <a:pt x="1773879" y="1764"/>
                  </a:lnTo>
                  <a:lnTo>
                    <a:pt x="1766065" y="1817"/>
                  </a:lnTo>
                  <a:lnTo>
                    <a:pt x="1758250" y="1869"/>
                  </a:lnTo>
                  <a:lnTo>
                    <a:pt x="1750436" y="1841"/>
                  </a:lnTo>
                  <a:lnTo>
                    <a:pt x="1742622" y="1809"/>
                  </a:lnTo>
                  <a:lnTo>
                    <a:pt x="1734807" y="1776"/>
                  </a:lnTo>
                  <a:lnTo>
                    <a:pt x="1726993" y="1744"/>
                  </a:lnTo>
                  <a:lnTo>
                    <a:pt x="1719178" y="1711"/>
                  </a:lnTo>
                  <a:lnTo>
                    <a:pt x="1711364" y="1716"/>
                  </a:lnTo>
                  <a:lnTo>
                    <a:pt x="1703549" y="1792"/>
                  </a:lnTo>
                  <a:lnTo>
                    <a:pt x="1695735" y="1866"/>
                  </a:lnTo>
                  <a:lnTo>
                    <a:pt x="1687920" y="1939"/>
                  </a:lnTo>
                  <a:lnTo>
                    <a:pt x="1680106" y="2012"/>
                  </a:lnTo>
                  <a:lnTo>
                    <a:pt x="1672291" y="2044"/>
                  </a:lnTo>
                  <a:lnTo>
                    <a:pt x="1664477" y="1985"/>
                  </a:lnTo>
                  <a:lnTo>
                    <a:pt x="1656663" y="2094"/>
                  </a:lnTo>
                  <a:lnTo>
                    <a:pt x="1648848" y="2211"/>
                  </a:lnTo>
                  <a:lnTo>
                    <a:pt x="1641034" y="2329"/>
                  </a:lnTo>
                  <a:lnTo>
                    <a:pt x="1633219" y="2459"/>
                  </a:lnTo>
                  <a:lnTo>
                    <a:pt x="1625405" y="2566"/>
                  </a:lnTo>
                  <a:lnTo>
                    <a:pt x="1617590" y="2684"/>
                  </a:lnTo>
                  <a:lnTo>
                    <a:pt x="1609776" y="2803"/>
                  </a:lnTo>
                  <a:lnTo>
                    <a:pt x="1601961" y="2920"/>
                  </a:lnTo>
                  <a:lnTo>
                    <a:pt x="1594147" y="2974"/>
                  </a:lnTo>
                  <a:lnTo>
                    <a:pt x="1586333" y="3027"/>
                  </a:lnTo>
                  <a:lnTo>
                    <a:pt x="1578518" y="3080"/>
                  </a:lnTo>
                  <a:lnTo>
                    <a:pt x="1570704" y="3132"/>
                  </a:lnTo>
                  <a:lnTo>
                    <a:pt x="1562889" y="3185"/>
                  </a:lnTo>
                  <a:lnTo>
                    <a:pt x="1555075" y="3237"/>
                  </a:lnTo>
                  <a:lnTo>
                    <a:pt x="1547260" y="3304"/>
                  </a:lnTo>
                  <a:lnTo>
                    <a:pt x="1539446" y="3367"/>
                  </a:lnTo>
                  <a:lnTo>
                    <a:pt x="1531631" y="3420"/>
                  </a:lnTo>
                  <a:lnTo>
                    <a:pt x="1523817" y="3473"/>
                  </a:lnTo>
                  <a:lnTo>
                    <a:pt x="1516003" y="3526"/>
                  </a:lnTo>
                  <a:lnTo>
                    <a:pt x="1508188" y="3578"/>
                  </a:lnTo>
                  <a:lnTo>
                    <a:pt x="1500374" y="3631"/>
                  </a:lnTo>
                  <a:lnTo>
                    <a:pt x="1492559" y="3683"/>
                  </a:lnTo>
                  <a:lnTo>
                    <a:pt x="1484745" y="3735"/>
                  </a:lnTo>
                  <a:lnTo>
                    <a:pt x="1476930" y="3845"/>
                  </a:lnTo>
                  <a:lnTo>
                    <a:pt x="1469116" y="3890"/>
                  </a:lnTo>
                  <a:lnTo>
                    <a:pt x="1461301" y="3935"/>
                  </a:lnTo>
                  <a:lnTo>
                    <a:pt x="1453487" y="3980"/>
                  </a:lnTo>
                  <a:lnTo>
                    <a:pt x="1445672" y="4024"/>
                  </a:lnTo>
                  <a:lnTo>
                    <a:pt x="1437858" y="4068"/>
                  </a:lnTo>
                  <a:lnTo>
                    <a:pt x="1430044" y="4112"/>
                  </a:lnTo>
                  <a:lnTo>
                    <a:pt x="1422229" y="4161"/>
                  </a:lnTo>
                  <a:lnTo>
                    <a:pt x="1414415" y="4267"/>
                  </a:lnTo>
                  <a:lnTo>
                    <a:pt x="1406600" y="4561"/>
                  </a:lnTo>
                  <a:lnTo>
                    <a:pt x="1398786" y="4742"/>
                  </a:lnTo>
                  <a:lnTo>
                    <a:pt x="1390971" y="4817"/>
                  </a:lnTo>
                  <a:lnTo>
                    <a:pt x="1383157" y="4891"/>
                  </a:lnTo>
                  <a:lnTo>
                    <a:pt x="1375342" y="4952"/>
                  </a:lnTo>
                  <a:lnTo>
                    <a:pt x="1367528" y="5039"/>
                  </a:lnTo>
                  <a:lnTo>
                    <a:pt x="1359714" y="5116"/>
                  </a:lnTo>
                  <a:lnTo>
                    <a:pt x="1351899" y="5211"/>
                  </a:lnTo>
                  <a:lnTo>
                    <a:pt x="1344085" y="5453"/>
                  </a:lnTo>
                  <a:lnTo>
                    <a:pt x="1336270" y="5660"/>
                  </a:lnTo>
                  <a:lnTo>
                    <a:pt x="1328456" y="5674"/>
                  </a:lnTo>
                  <a:lnTo>
                    <a:pt x="1320641" y="5542"/>
                  </a:lnTo>
                  <a:lnTo>
                    <a:pt x="1312827" y="5578"/>
                  </a:lnTo>
                  <a:lnTo>
                    <a:pt x="1305012" y="5645"/>
                  </a:lnTo>
                  <a:lnTo>
                    <a:pt x="1297198" y="5710"/>
                  </a:lnTo>
                  <a:lnTo>
                    <a:pt x="1289384" y="5793"/>
                  </a:lnTo>
                  <a:lnTo>
                    <a:pt x="1281569" y="5869"/>
                  </a:lnTo>
                  <a:lnTo>
                    <a:pt x="1273755" y="5942"/>
                  </a:lnTo>
                  <a:lnTo>
                    <a:pt x="1265940" y="6014"/>
                  </a:lnTo>
                  <a:lnTo>
                    <a:pt x="1258126" y="6087"/>
                  </a:lnTo>
                  <a:lnTo>
                    <a:pt x="1250311" y="6098"/>
                  </a:lnTo>
                  <a:lnTo>
                    <a:pt x="1242497" y="6235"/>
                  </a:lnTo>
                  <a:lnTo>
                    <a:pt x="1234682" y="6311"/>
                  </a:lnTo>
                  <a:lnTo>
                    <a:pt x="1226868" y="6388"/>
                  </a:lnTo>
                  <a:lnTo>
                    <a:pt x="1219053" y="6464"/>
                  </a:lnTo>
                  <a:lnTo>
                    <a:pt x="1211239" y="6540"/>
                  </a:lnTo>
                  <a:lnTo>
                    <a:pt x="1203425" y="6665"/>
                  </a:lnTo>
                  <a:lnTo>
                    <a:pt x="1195610" y="6813"/>
                  </a:lnTo>
                  <a:lnTo>
                    <a:pt x="1187796" y="6961"/>
                  </a:lnTo>
                  <a:lnTo>
                    <a:pt x="1179981" y="7109"/>
                  </a:lnTo>
                  <a:lnTo>
                    <a:pt x="1172167" y="7257"/>
                  </a:lnTo>
                  <a:lnTo>
                    <a:pt x="1164352" y="7438"/>
                  </a:lnTo>
                  <a:lnTo>
                    <a:pt x="1156538" y="7719"/>
                  </a:lnTo>
                  <a:lnTo>
                    <a:pt x="1148723" y="7699"/>
                  </a:lnTo>
                  <a:lnTo>
                    <a:pt x="1140909" y="7846"/>
                  </a:lnTo>
                  <a:lnTo>
                    <a:pt x="1133095" y="7993"/>
                  </a:lnTo>
                  <a:lnTo>
                    <a:pt x="1125280" y="8139"/>
                  </a:lnTo>
                  <a:lnTo>
                    <a:pt x="1117466" y="8281"/>
                  </a:lnTo>
                  <a:lnTo>
                    <a:pt x="1109651" y="8412"/>
                  </a:lnTo>
                  <a:lnTo>
                    <a:pt x="1101837" y="8407"/>
                  </a:lnTo>
                  <a:lnTo>
                    <a:pt x="1094022" y="8590"/>
                  </a:lnTo>
                  <a:lnTo>
                    <a:pt x="1086208" y="8723"/>
                  </a:lnTo>
                  <a:lnTo>
                    <a:pt x="1078393" y="8819"/>
                  </a:lnTo>
                  <a:lnTo>
                    <a:pt x="1070579" y="9070"/>
                  </a:lnTo>
                  <a:lnTo>
                    <a:pt x="1062765" y="9171"/>
                  </a:lnTo>
                  <a:lnTo>
                    <a:pt x="1054950" y="9180"/>
                  </a:lnTo>
                  <a:lnTo>
                    <a:pt x="1047136" y="9188"/>
                  </a:lnTo>
                  <a:lnTo>
                    <a:pt x="1039321" y="9261"/>
                  </a:lnTo>
                  <a:lnTo>
                    <a:pt x="1031507" y="9399"/>
                  </a:lnTo>
                  <a:lnTo>
                    <a:pt x="1023692" y="9536"/>
                  </a:lnTo>
                  <a:lnTo>
                    <a:pt x="1015878" y="9584"/>
                  </a:lnTo>
                  <a:lnTo>
                    <a:pt x="1008063" y="9769"/>
                  </a:lnTo>
                  <a:lnTo>
                    <a:pt x="1000249" y="9954"/>
                  </a:lnTo>
                  <a:lnTo>
                    <a:pt x="992434" y="10031"/>
                  </a:lnTo>
                  <a:lnTo>
                    <a:pt x="984620" y="10075"/>
                  </a:lnTo>
                  <a:lnTo>
                    <a:pt x="976806" y="10294"/>
                  </a:lnTo>
                  <a:lnTo>
                    <a:pt x="968991" y="10522"/>
                  </a:lnTo>
                  <a:lnTo>
                    <a:pt x="961177" y="10667"/>
                  </a:lnTo>
                  <a:lnTo>
                    <a:pt x="953362" y="10811"/>
                  </a:lnTo>
                  <a:lnTo>
                    <a:pt x="945548" y="11049"/>
                  </a:lnTo>
                  <a:lnTo>
                    <a:pt x="937733" y="11336"/>
                  </a:lnTo>
                  <a:lnTo>
                    <a:pt x="929919" y="11294"/>
                  </a:lnTo>
                  <a:lnTo>
                    <a:pt x="922104" y="11380"/>
                  </a:lnTo>
                  <a:lnTo>
                    <a:pt x="914290" y="11522"/>
                  </a:lnTo>
                  <a:lnTo>
                    <a:pt x="906476" y="11664"/>
                  </a:lnTo>
                  <a:lnTo>
                    <a:pt x="898661" y="11806"/>
                  </a:lnTo>
                  <a:lnTo>
                    <a:pt x="890847" y="11947"/>
                  </a:lnTo>
                  <a:lnTo>
                    <a:pt x="883032" y="12088"/>
                  </a:lnTo>
                  <a:lnTo>
                    <a:pt x="875218" y="12229"/>
                  </a:lnTo>
                  <a:lnTo>
                    <a:pt x="867403" y="12369"/>
                  </a:lnTo>
                  <a:lnTo>
                    <a:pt x="859589" y="12509"/>
                  </a:lnTo>
                  <a:lnTo>
                    <a:pt x="851774" y="12649"/>
                  </a:lnTo>
                  <a:lnTo>
                    <a:pt x="843960" y="12804"/>
                  </a:lnTo>
                  <a:lnTo>
                    <a:pt x="836145" y="12983"/>
                  </a:lnTo>
                  <a:lnTo>
                    <a:pt x="828331" y="13216"/>
                  </a:lnTo>
                  <a:lnTo>
                    <a:pt x="820517" y="13403"/>
                  </a:lnTo>
                  <a:lnTo>
                    <a:pt x="812702" y="13542"/>
                  </a:lnTo>
                  <a:lnTo>
                    <a:pt x="804888" y="13724"/>
                  </a:lnTo>
                  <a:lnTo>
                    <a:pt x="797073" y="13867"/>
                  </a:lnTo>
                  <a:lnTo>
                    <a:pt x="789259" y="13954"/>
                  </a:lnTo>
                  <a:lnTo>
                    <a:pt x="781444" y="14218"/>
                  </a:lnTo>
                  <a:lnTo>
                    <a:pt x="773630" y="14343"/>
                  </a:lnTo>
                  <a:lnTo>
                    <a:pt x="765815" y="14224"/>
                  </a:lnTo>
                  <a:lnTo>
                    <a:pt x="758001" y="14494"/>
                  </a:lnTo>
                  <a:lnTo>
                    <a:pt x="750187" y="14526"/>
                  </a:lnTo>
                  <a:lnTo>
                    <a:pt x="742372" y="14702"/>
                  </a:lnTo>
                  <a:lnTo>
                    <a:pt x="734558" y="14820"/>
                  </a:lnTo>
                  <a:lnTo>
                    <a:pt x="726743" y="15063"/>
                  </a:lnTo>
                  <a:lnTo>
                    <a:pt x="718929" y="15310"/>
                  </a:lnTo>
                  <a:lnTo>
                    <a:pt x="711114" y="15501"/>
                  </a:lnTo>
                  <a:lnTo>
                    <a:pt x="703300" y="15496"/>
                  </a:lnTo>
                  <a:lnTo>
                    <a:pt x="695485" y="15549"/>
                  </a:lnTo>
                  <a:lnTo>
                    <a:pt x="687671" y="15663"/>
                  </a:lnTo>
                  <a:lnTo>
                    <a:pt x="679857" y="15784"/>
                  </a:lnTo>
                  <a:lnTo>
                    <a:pt x="672042" y="15940"/>
                  </a:lnTo>
                  <a:lnTo>
                    <a:pt x="664228" y="16406"/>
                  </a:lnTo>
                  <a:lnTo>
                    <a:pt x="656413" y="16640"/>
                  </a:lnTo>
                  <a:lnTo>
                    <a:pt x="648599" y="16777"/>
                  </a:lnTo>
                  <a:lnTo>
                    <a:pt x="640784" y="16913"/>
                  </a:lnTo>
                  <a:lnTo>
                    <a:pt x="632970" y="17049"/>
                  </a:lnTo>
                  <a:lnTo>
                    <a:pt x="625155" y="17368"/>
                  </a:lnTo>
                  <a:lnTo>
                    <a:pt x="617341" y="17484"/>
                  </a:lnTo>
                  <a:lnTo>
                    <a:pt x="609526" y="17606"/>
                  </a:lnTo>
                  <a:lnTo>
                    <a:pt x="601712" y="18017"/>
                  </a:lnTo>
                  <a:lnTo>
                    <a:pt x="593898" y="18332"/>
                  </a:lnTo>
                  <a:lnTo>
                    <a:pt x="586083" y="18845"/>
                  </a:lnTo>
                  <a:lnTo>
                    <a:pt x="578269" y="19262"/>
                  </a:lnTo>
                  <a:lnTo>
                    <a:pt x="570454" y="19676"/>
                  </a:lnTo>
                  <a:lnTo>
                    <a:pt x="562640" y="19981"/>
                  </a:lnTo>
                  <a:lnTo>
                    <a:pt x="554825" y="20077"/>
                  </a:lnTo>
                  <a:lnTo>
                    <a:pt x="547011" y="20133"/>
                  </a:lnTo>
                  <a:lnTo>
                    <a:pt x="539196" y="20479"/>
                  </a:lnTo>
                  <a:lnTo>
                    <a:pt x="531382" y="20916"/>
                  </a:lnTo>
                  <a:lnTo>
                    <a:pt x="523568" y="21374"/>
                  </a:lnTo>
                  <a:lnTo>
                    <a:pt x="515753" y="21701"/>
                  </a:lnTo>
                  <a:lnTo>
                    <a:pt x="507939" y="22165"/>
                  </a:lnTo>
                  <a:lnTo>
                    <a:pt x="500124" y="22623"/>
                  </a:lnTo>
                  <a:lnTo>
                    <a:pt x="492310" y="23082"/>
                  </a:lnTo>
                  <a:lnTo>
                    <a:pt x="484495" y="23534"/>
                  </a:lnTo>
                  <a:lnTo>
                    <a:pt x="476681" y="23969"/>
                  </a:lnTo>
                  <a:lnTo>
                    <a:pt x="468866" y="24512"/>
                  </a:lnTo>
                  <a:lnTo>
                    <a:pt x="461052" y="24949"/>
                  </a:lnTo>
                  <a:lnTo>
                    <a:pt x="453238" y="25173"/>
                  </a:lnTo>
                  <a:lnTo>
                    <a:pt x="445423" y="25425"/>
                  </a:lnTo>
                  <a:lnTo>
                    <a:pt x="437609" y="25802"/>
                  </a:lnTo>
                  <a:lnTo>
                    <a:pt x="429794" y="26305"/>
                  </a:lnTo>
                  <a:lnTo>
                    <a:pt x="421980" y="26891"/>
                  </a:lnTo>
                  <a:lnTo>
                    <a:pt x="414165" y="27321"/>
                  </a:lnTo>
                  <a:lnTo>
                    <a:pt x="406351" y="27862"/>
                  </a:lnTo>
                  <a:lnTo>
                    <a:pt x="398536" y="28454"/>
                  </a:lnTo>
                  <a:lnTo>
                    <a:pt x="390722" y="28888"/>
                  </a:lnTo>
                  <a:lnTo>
                    <a:pt x="382907" y="29336"/>
                  </a:lnTo>
                  <a:lnTo>
                    <a:pt x="375093" y="29754"/>
                  </a:lnTo>
                  <a:lnTo>
                    <a:pt x="367279" y="30411"/>
                  </a:lnTo>
                  <a:lnTo>
                    <a:pt x="359464" y="31300"/>
                  </a:lnTo>
                  <a:lnTo>
                    <a:pt x="351650" y="32179"/>
                  </a:lnTo>
                  <a:lnTo>
                    <a:pt x="343835" y="33021"/>
                  </a:lnTo>
                  <a:lnTo>
                    <a:pt x="336021" y="33573"/>
                  </a:lnTo>
                  <a:lnTo>
                    <a:pt x="328206" y="34402"/>
                  </a:lnTo>
                  <a:lnTo>
                    <a:pt x="320392" y="35219"/>
                  </a:lnTo>
                  <a:lnTo>
                    <a:pt x="312577" y="35800"/>
                  </a:lnTo>
                  <a:lnTo>
                    <a:pt x="304763" y="36161"/>
                  </a:lnTo>
                  <a:lnTo>
                    <a:pt x="296949" y="36613"/>
                  </a:lnTo>
                  <a:lnTo>
                    <a:pt x="289134" y="37133"/>
                  </a:lnTo>
                  <a:lnTo>
                    <a:pt x="281320" y="37660"/>
                  </a:lnTo>
                  <a:lnTo>
                    <a:pt x="273505" y="38461"/>
                  </a:lnTo>
                  <a:lnTo>
                    <a:pt x="265691" y="39307"/>
                  </a:lnTo>
                  <a:lnTo>
                    <a:pt x="257876" y="40134"/>
                  </a:lnTo>
                  <a:lnTo>
                    <a:pt x="250062" y="40828"/>
                  </a:lnTo>
                  <a:lnTo>
                    <a:pt x="242247" y="41632"/>
                  </a:lnTo>
                  <a:lnTo>
                    <a:pt x="234433" y="42245"/>
                  </a:lnTo>
                  <a:lnTo>
                    <a:pt x="226619" y="42702"/>
                  </a:lnTo>
                  <a:lnTo>
                    <a:pt x="218804" y="43568"/>
                  </a:lnTo>
                  <a:lnTo>
                    <a:pt x="210990" y="44485"/>
                  </a:lnTo>
                  <a:lnTo>
                    <a:pt x="203175" y="45350"/>
                  </a:lnTo>
                  <a:lnTo>
                    <a:pt x="195361" y="45913"/>
                  </a:lnTo>
                  <a:lnTo>
                    <a:pt x="187546" y="46562"/>
                  </a:lnTo>
                  <a:lnTo>
                    <a:pt x="179732" y="47095"/>
                  </a:lnTo>
                  <a:lnTo>
                    <a:pt x="171917" y="48246"/>
                  </a:lnTo>
                  <a:lnTo>
                    <a:pt x="164103" y="49397"/>
                  </a:lnTo>
                  <a:lnTo>
                    <a:pt x="156288" y="50471"/>
                  </a:lnTo>
                  <a:lnTo>
                    <a:pt x="148474" y="51473"/>
                  </a:lnTo>
                  <a:lnTo>
                    <a:pt x="140660" y="52441"/>
                  </a:lnTo>
                  <a:lnTo>
                    <a:pt x="132845" y="53271"/>
                  </a:lnTo>
                  <a:lnTo>
                    <a:pt x="125031" y="54199"/>
                  </a:lnTo>
                  <a:lnTo>
                    <a:pt x="117216" y="55335"/>
                  </a:lnTo>
                  <a:lnTo>
                    <a:pt x="109402" y="56662"/>
                  </a:lnTo>
                  <a:lnTo>
                    <a:pt x="101587" y="57565"/>
                  </a:lnTo>
                  <a:lnTo>
                    <a:pt x="93773" y="58304"/>
                  </a:lnTo>
                  <a:lnTo>
                    <a:pt x="85958" y="59127"/>
                  </a:lnTo>
                  <a:lnTo>
                    <a:pt x="78144" y="60306"/>
                  </a:lnTo>
                  <a:lnTo>
                    <a:pt x="70330" y="61464"/>
                  </a:lnTo>
                  <a:lnTo>
                    <a:pt x="62515" y="62431"/>
                  </a:lnTo>
                  <a:lnTo>
                    <a:pt x="54701" y="63587"/>
                  </a:lnTo>
                  <a:lnTo>
                    <a:pt x="46886" y="64737"/>
                  </a:lnTo>
                  <a:lnTo>
                    <a:pt x="39072" y="65671"/>
                  </a:lnTo>
                  <a:lnTo>
                    <a:pt x="31257" y="66397"/>
                  </a:lnTo>
                  <a:lnTo>
                    <a:pt x="23443" y="67176"/>
                  </a:lnTo>
                  <a:lnTo>
                    <a:pt x="15628" y="67841"/>
                  </a:lnTo>
                  <a:lnTo>
                    <a:pt x="7814" y="68870"/>
                  </a:lnTo>
                  <a:lnTo>
                    <a:pt x="0" y="698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46" name="pg145"/>
            <p:cNvSpPr/>
            <p:nvPr/>
          </p:nvSpPr>
          <p:spPr>
            <a:xfrm>
              <a:off x="3632283" y="3523484"/>
              <a:ext cx="2023942" cy="258087"/>
            </a:xfrm>
            <a:custGeom>
              <a:avLst/>
              <a:pathLst>
                <a:path w="2023942" h="258087">
                  <a:moveTo>
                    <a:pt x="0" y="185616"/>
                  </a:moveTo>
                  <a:lnTo>
                    <a:pt x="7814" y="185601"/>
                  </a:lnTo>
                  <a:lnTo>
                    <a:pt x="15628" y="185394"/>
                  </a:lnTo>
                  <a:lnTo>
                    <a:pt x="23443" y="185115"/>
                  </a:lnTo>
                  <a:lnTo>
                    <a:pt x="31257" y="184952"/>
                  </a:lnTo>
                  <a:lnTo>
                    <a:pt x="39072" y="184794"/>
                  </a:lnTo>
                  <a:lnTo>
                    <a:pt x="46886" y="184632"/>
                  </a:lnTo>
                  <a:lnTo>
                    <a:pt x="54701" y="184474"/>
                  </a:lnTo>
                  <a:lnTo>
                    <a:pt x="62515" y="184312"/>
                  </a:lnTo>
                  <a:lnTo>
                    <a:pt x="70330" y="184304"/>
                  </a:lnTo>
                  <a:lnTo>
                    <a:pt x="78144" y="184121"/>
                  </a:lnTo>
                  <a:lnTo>
                    <a:pt x="85958" y="184046"/>
                  </a:lnTo>
                  <a:lnTo>
                    <a:pt x="93773" y="183968"/>
                  </a:lnTo>
                  <a:lnTo>
                    <a:pt x="101587" y="183772"/>
                  </a:lnTo>
                  <a:lnTo>
                    <a:pt x="109402" y="183507"/>
                  </a:lnTo>
                  <a:lnTo>
                    <a:pt x="117216" y="183251"/>
                  </a:lnTo>
                  <a:lnTo>
                    <a:pt x="125031" y="183097"/>
                  </a:lnTo>
                  <a:lnTo>
                    <a:pt x="132845" y="183009"/>
                  </a:lnTo>
                  <a:lnTo>
                    <a:pt x="140660" y="182929"/>
                  </a:lnTo>
                  <a:lnTo>
                    <a:pt x="148474" y="182861"/>
                  </a:lnTo>
                  <a:lnTo>
                    <a:pt x="156288" y="182454"/>
                  </a:lnTo>
                  <a:lnTo>
                    <a:pt x="164103" y="182226"/>
                  </a:lnTo>
                  <a:lnTo>
                    <a:pt x="171917" y="182064"/>
                  </a:lnTo>
                  <a:lnTo>
                    <a:pt x="179732" y="181773"/>
                  </a:lnTo>
                  <a:lnTo>
                    <a:pt x="187546" y="181501"/>
                  </a:lnTo>
                  <a:lnTo>
                    <a:pt x="195361" y="181296"/>
                  </a:lnTo>
                  <a:lnTo>
                    <a:pt x="203175" y="181348"/>
                  </a:lnTo>
                  <a:lnTo>
                    <a:pt x="210990" y="181262"/>
                  </a:lnTo>
                  <a:lnTo>
                    <a:pt x="218804" y="180972"/>
                  </a:lnTo>
                  <a:lnTo>
                    <a:pt x="226619" y="180308"/>
                  </a:lnTo>
                  <a:lnTo>
                    <a:pt x="234433" y="180066"/>
                  </a:lnTo>
                  <a:lnTo>
                    <a:pt x="242247" y="179828"/>
                  </a:lnTo>
                  <a:lnTo>
                    <a:pt x="250062" y="179588"/>
                  </a:lnTo>
                  <a:lnTo>
                    <a:pt x="257876" y="179213"/>
                  </a:lnTo>
                  <a:lnTo>
                    <a:pt x="265691" y="178841"/>
                  </a:lnTo>
                  <a:lnTo>
                    <a:pt x="273505" y="178817"/>
                  </a:lnTo>
                  <a:lnTo>
                    <a:pt x="281320" y="178616"/>
                  </a:lnTo>
                  <a:lnTo>
                    <a:pt x="289134" y="178231"/>
                  </a:lnTo>
                  <a:lnTo>
                    <a:pt x="296949" y="177875"/>
                  </a:lnTo>
                  <a:lnTo>
                    <a:pt x="304763" y="177641"/>
                  </a:lnTo>
                  <a:lnTo>
                    <a:pt x="312577" y="177503"/>
                  </a:lnTo>
                  <a:lnTo>
                    <a:pt x="320392" y="177248"/>
                  </a:lnTo>
                  <a:lnTo>
                    <a:pt x="328206" y="177097"/>
                  </a:lnTo>
                  <a:lnTo>
                    <a:pt x="336021" y="176996"/>
                  </a:lnTo>
                  <a:lnTo>
                    <a:pt x="343835" y="176585"/>
                  </a:lnTo>
                  <a:lnTo>
                    <a:pt x="351650" y="176346"/>
                  </a:lnTo>
                  <a:lnTo>
                    <a:pt x="359464" y="175961"/>
                  </a:lnTo>
                  <a:lnTo>
                    <a:pt x="367279" y="175725"/>
                  </a:lnTo>
                  <a:lnTo>
                    <a:pt x="375093" y="175431"/>
                  </a:lnTo>
                  <a:lnTo>
                    <a:pt x="382907" y="175173"/>
                  </a:lnTo>
                  <a:lnTo>
                    <a:pt x="390722" y="174273"/>
                  </a:lnTo>
                  <a:lnTo>
                    <a:pt x="398536" y="174094"/>
                  </a:lnTo>
                  <a:lnTo>
                    <a:pt x="406351" y="173393"/>
                  </a:lnTo>
                  <a:lnTo>
                    <a:pt x="414165" y="172978"/>
                  </a:lnTo>
                  <a:lnTo>
                    <a:pt x="421980" y="172447"/>
                  </a:lnTo>
                  <a:lnTo>
                    <a:pt x="429794" y="172157"/>
                  </a:lnTo>
                  <a:lnTo>
                    <a:pt x="437609" y="171525"/>
                  </a:lnTo>
                  <a:lnTo>
                    <a:pt x="445423" y="170903"/>
                  </a:lnTo>
                  <a:lnTo>
                    <a:pt x="453238" y="170387"/>
                  </a:lnTo>
                  <a:lnTo>
                    <a:pt x="461052" y="169781"/>
                  </a:lnTo>
                  <a:lnTo>
                    <a:pt x="468866" y="169192"/>
                  </a:lnTo>
                  <a:lnTo>
                    <a:pt x="476681" y="168370"/>
                  </a:lnTo>
                  <a:lnTo>
                    <a:pt x="484495" y="167649"/>
                  </a:lnTo>
                  <a:lnTo>
                    <a:pt x="492310" y="167127"/>
                  </a:lnTo>
                  <a:lnTo>
                    <a:pt x="500124" y="166462"/>
                  </a:lnTo>
                  <a:lnTo>
                    <a:pt x="507939" y="165840"/>
                  </a:lnTo>
                  <a:lnTo>
                    <a:pt x="515753" y="165232"/>
                  </a:lnTo>
                  <a:lnTo>
                    <a:pt x="523568" y="164743"/>
                  </a:lnTo>
                  <a:lnTo>
                    <a:pt x="531382" y="164197"/>
                  </a:lnTo>
                  <a:lnTo>
                    <a:pt x="539196" y="163779"/>
                  </a:lnTo>
                  <a:lnTo>
                    <a:pt x="547011" y="163200"/>
                  </a:lnTo>
                  <a:lnTo>
                    <a:pt x="554825" y="162594"/>
                  </a:lnTo>
                  <a:lnTo>
                    <a:pt x="562640" y="161650"/>
                  </a:lnTo>
                  <a:lnTo>
                    <a:pt x="570454" y="161009"/>
                  </a:lnTo>
                  <a:lnTo>
                    <a:pt x="578269" y="160229"/>
                  </a:lnTo>
                  <a:lnTo>
                    <a:pt x="586083" y="159521"/>
                  </a:lnTo>
                  <a:lnTo>
                    <a:pt x="593898" y="158921"/>
                  </a:lnTo>
                  <a:lnTo>
                    <a:pt x="601712" y="158438"/>
                  </a:lnTo>
                  <a:lnTo>
                    <a:pt x="609526" y="157820"/>
                  </a:lnTo>
                  <a:lnTo>
                    <a:pt x="617341" y="157115"/>
                  </a:lnTo>
                  <a:lnTo>
                    <a:pt x="625155" y="156229"/>
                  </a:lnTo>
                  <a:lnTo>
                    <a:pt x="632970" y="155610"/>
                  </a:lnTo>
                  <a:lnTo>
                    <a:pt x="640784" y="154922"/>
                  </a:lnTo>
                  <a:lnTo>
                    <a:pt x="648599" y="154186"/>
                  </a:lnTo>
                  <a:lnTo>
                    <a:pt x="656413" y="153259"/>
                  </a:lnTo>
                  <a:lnTo>
                    <a:pt x="664228" y="152776"/>
                  </a:lnTo>
                  <a:lnTo>
                    <a:pt x="672042" y="151803"/>
                  </a:lnTo>
                  <a:lnTo>
                    <a:pt x="679857" y="150926"/>
                  </a:lnTo>
                  <a:lnTo>
                    <a:pt x="687671" y="150205"/>
                  </a:lnTo>
                  <a:lnTo>
                    <a:pt x="695485" y="149289"/>
                  </a:lnTo>
                  <a:lnTo>
                    <a:pt x="703300" y="148272"/>
                  </a:lnTo>
                  <a:lnTo>
                    <a:pt x="711114" y="147402"/>
                  </a:lnTo>
                  <a:lnTo>
                    <a:pt x="718929" y="146610"/>
                  </a:lnTo>
                  <a:lnTo>
                    <a:pt x="726743" y="145682"/>
                  </a:lnTo>
                  <a:lnTo>
                    <a:pt x="734558" y="144947"/>
                  </a:lnTo>
                  <a:lnTo>
                    <a:pt x="742372" y="144230"/>
                  </a:lnTo>
                  <a:lnTo>
                    <a:pt x="750187" y="143602"/>
                  </a:lnTo>
                  <a:lnTo>
                    <a:pt x="758001" y="142696"/>
                  </a:lnTo>
                  <a:lnTo>
                    <a:pt x="765815" y="141844"/>
                  </a:lnTo>
                  <a:lnTo>
                    <a:pt x="773630" y="141045"/>
                  </a:lnTo>
                  <a:lnTo>
                    <a:pt x="781444" y="140197"/>
                  </a:lnTo>
                  <a:lnTo>
                    <a:pt x="789259" y="139142"/>
                  </a:lnTo>
                  <a:lnTo>
                    <a:pt x="797073" y="138427"/>
                  </a:lnTo>
                  <a:lnTo>
                    <a:pt x="804888" y="137321"/>
                  </a:lnTo>
                  <a:lnTo>
                    <a:pt x="812702" y="136617"/>
                  </a:lnTo>
                  <a:lnTo>
                    <a:pt x="820517" y="135427"/>
                  </a:lnTo>
                  <a:lnTo>
                    <a:pt x="828331" y="134506"/>
                  </a:lnTo>
                  <a:lnTo>
                    <a:pt x="836145" y="133635"/>
                  </a:lnTo>
                  <a:lnTo>
                    <a:pt x="843960" y="132762"/>
                  </a:lnTo>
                  <a:lnTo>
                    <a:pt x="851774" y="131896"/>
                  </a:lnTo>
                  <a:lnTo>
                    <a:pt x="859589" y="131251"/>
                  </a:lnTo>
                  <a:lnTo>
                    <a:pt x="867403" y="130268"/>
                  </a:lnTo>
                  <a:lnTo>
                    <a:pt x="875218" y="129272"/>
                  </a:lnTo>
                  <a:lnTo>
                    <a:pt x="883032" y="128473"/>
                  </a:lnTo>
                  <a:lnTo>
                    <a:pt x="890847" y="127689"/>
                  </a:lnTo>
                  <a:lnTo>
                    <a:pt x="898661" y="126559"/>
                  </a:lnTo>
                  <a:lnTo>
                    <a:pt x="906476" y="125647"/>
                  </a:lnTo>
                  <a:lnTo>
                    <a:pt x="914290" y="124809"/>
                  </a:lnTo>
                  <a:lnTo>
                    <a:pt x="922104" y="123818"/>
                  </a:lnTo>
                  <a:lnTo>
                    <a:pt x="929919" y="122654"/>
                  </a:lnTo>
                  <a:lnTo>
                    <a:pt x="937733" y="121683"/>
                  </a:lnTo>
                  <a:lnTo>
                    <a:pt x="945548" y="120813"/>
                  </a:lnTo>
                  <a:lnTo>
                    <a:pt x="953362" y="119947"/>
                  </a:lnTo>
                  <a:lnTo>
                    <a:pt x="961177" y="119082"/>
                  </a:lnTo>
                  <a:lnTo>
                    <a:pt x="968991" y="118227"/>
                  </a:lnTo>
                  <a:lnTo>
                    <a:pt x="976806" y="117230"/>
                  </a:lnTo>
                  <a:lnTo>
                    <a:pt x="984620" y="116433"/>
                  </a:lnTo>
                  <a:lnTo>
                    <a:pt x="992434" y="115526"/>
                  </a:lnTo>
                  <a:lnTo>
                    <a:pt x="1000249" y="114483"/>
                  </a:lnTo>
                  <a:lnTo>
                    <a:pt x="1008063" y="113516"/>
                  </a:lnTo>
                  <a:lnTo>
                    <a:pt x="1015878" y="112633"/>
                  </a:lnTo>
                  <a:lnTo>
                    <a:pt x="1023692" y="111512"/>
                  </a:lnTo>
                  <a:lnTo>
                    <a:pt x="1031507" y="110395"/>
                  </a:lnTo>
                  <a:lnTo>
                    <a:pt x="1039321" y="109279"/>
                  </a:lnTo>
                  <a:lnTo>
                    <a:pt x="1047136" y="108423"/>
                  </a:lnTo>
                  <a:lnTo>
                    <a:pt x="1054950" y="107401"/>
                  </a:lnTo>
                  <a:lnTo>
                    <a:pt x="1062765" y="106500"/>
                  </a:lnTo>
                  <a:lnTo>
                    <a:pt x="1070579" y="105524"/>
                  </a:lnTo>
                  <a:lnTo>
                    <a:pt x="1078393" y="104595"/>
                  </a:lnTo>
                  <a:lnTo>
                    <a:pt x="1086208" y="103578"/>
                  </a:lnTo>
                  <a:lnTo>
                    <a:pt x="1094022" y="102609"/>
                  </a:lnTo>
                  <a:lnTo>
                    <a:pt x="1101837" y="101573"/>
                  </a:lnTo>
                  <a:lnTo>
                    <a:pt x="1109651" y="100538"/>
                  </a:lnTo>
                  <a:lnTo>
                    <a:pt x="1117466" y="99392"/>
                  </a:lnTo>
                  <a:lnTo>
                    <a:pt x="1125280" y="98254"/>
                  </a:lnTo>
                  <a:lnTo>
                    <a:pt x="1133095" y="97137"/>
                  </a:lnTo>
                  <a:lnTo>
                    <a:pt x="1140909" y="96220"/>
                  </a:lnTo>
                  <a:lnTo>
                    <a:pt x="1148723" y="95306"/>
                  </a:lnTo>
                  <a:lnTo>
                    <a:pt x="1156538" y="94378"/>
                  </a:lnTo>
                  <a:lnTo>
                    <a:pt x="1164352" y="93344"/>
                  </a:lnTo>
                  <a:lnTo>
                    <a:pt x="1172167" y="92322"/>
                  </a:lnTo>
                  <a:lnTo>
                    <a:pt x="1179981" y="91576"/>
                  </a:lnTo>
                  <a:lnTo>
                    <a:pt x="1187796" y="90792"/>
                  </a:lnTo>
                  <a:lnTo>
                    <a:pt x="1195610" y="89900"/>
                  </a:lnTo>
                  <a:lnTo>
                    <a:pt x="1203425" y="89011"/>
                  </a:lnTo>
                  <a:lnTo>
                    <a:pt x="1211239" y="88123"/>
                  </a:lnTo>
                  <a:lnTo>
                    <a:pt x="1219053" y="87239"/>
                  </a:lnTo>
                  <a:lnTo>
                    <a:pt x="1226868" y="86483"/>
                  </a:lnTo>
                  <a:lnTo>
                    <a:pt x="1234682" y="85469"/>
                  </a:lnTo>
                  <a:lnTo>
                    <a:pt x="1242497" y="84580"/>
                  </a:lnTo>
                  <a:lnTo>
                    <a:pt x="1250311" y="83693"/>
                  </a:lnTo>
                  <a:lnTo>
                    <a:pt x="1258126" y="82673"/>
                  </a:lnTo>
                  <a:lnTo>
                    <a:pt x="1265940" y="81607"/>
                  </a:lnTo>
                  <a:lnTo>
                    <a:pt x="1273755" y="80544"/>
                  </a:lnTo>
                  <a:lnTo>
                    <a:pt x="1281569" y="79552"/>
                  </a:lnTo>
                  <a:lnTo>
                    <a:pt x="1289384" y="78525"/>
                  </a:lnTo>
                  <a:lnTo>
                    <a:pt x="1297198" y="77485"/>
                  </a:lnTo>
                  <a:lnTo>
                    <a:pt x="1305012" y="76448"/>
                  </a:lnTo>
                  <a:lnTo>
                    <a:pt x="1312827" y="75415"/>
                  </a:lnTo>
                  <a:lnTo>
                    <a:pt x="1320641" y="74385"/>
                  </a:lnTo>
                  <a:lnTo>
                    <a:pt x="1328456" y="73359"/>
                  </a:lnTo>
                  <a:lnTo>
                    <a:pt x="1336270" y="72339"/>
                  </a:lnTo>
                  <a:lnTo>
                    <a:pt x="1344085" y="71332"/>
                  </a:lnTo>
                  <a:lnTo>
                    <a:pt x="1351899" y="70511"/>
                  </a:lnTo>
                  <a:lnTo>
                    <a:pt x="1359714" y="69697"/>
                  </a:lnTo>
                  <a:lnTo>
                    <a:pt x="1367528" y="68875"/>
                  </a:lnTo>
                  <a:lnTo>
                    <a:pt x="1375342" y="67869"/>
                  </a:lnTo>
                  <a:lnTo>
                    <a:pt x="1383157" y="66781"/>
                  </a:lnTo>
                  <a:lnTo>
                    <a:pt x="1390971" y="65863"/>
                  </a:lnTo>
                  <a:lnTo>
                    <a:pt x="1398786" y="65091"/>
                  </a:lnTo>
                  <a:lnTo>
                    <a:pt x="1406600" y="64139"/>
                  </a:lnTo>
                  <a:lnTo>
                    <a:pt x="1414415" y="63199"/>
                  </a:lnTo>
                  <a:lnTo>
                    <a:pt x="1422229" y="62266"/>
                  </a:lnTo>
                  <a:lnTo>
                    <a:pt x="1430044" y="61637"/>
                  </a:lnTo>
                  <a:lnTo>
                    <a:pt x="1437858" y="61019"/>
                  </a:lnTo>
                  <a:lnTo>
                    <a:pt x="1445672" y="60403"/>
                  </a:lnTo>
                  <a:lnTo>
                    <a:pt x="1453487" y="59790"/>
                  </a:lnTo>
                  <a:lnTo>
                    <a:pt x="1461301" y="59005"/>
                  </a:lnTo>
                  <a:lnTo>
                    <a:pt x="1469116" y="57998"/>
                  </a:lnTo>
                  <a:lnTo>
                    <a:pt x="1476930" y="56996"/>
                  </a:lnTo>
                  <a:lnTo>
                    <a:pt x="1484745" y="55999"/>
                  </a:lnTo>
                  <a:lnTo>
                    <a:pt x="1492559" y="55007"/>
                  </a:lnTo>
                  <a:lnTo>
                    <a:pt x="1500374" y="54021"/>
                  </a:lnTo>
                  <a:lnTo>
                    <a:pt x="1508188" y="53039"/>
                  </a:lnTo>
                  <a:lnTo>
                    <a:pt x="1516003" y="52063"/>
                  </a:lnTo>
                  <a:lnTo>
                    <a:pt x="1523817" y="51093"/>
                  </a:lnTo>
                  <a:lnTo>
                    <a:pt x="1531631" y="50127"/>
                  </a:lnTo>
                  <a:lnTo>
                    <a:pt x="1539446" y="49167"/>
                  </a:lnTo>
                  <a:lnTo>
                    <a:pt x="1547260" y="48212"/>
                  </a:lnTo>
                  <a:lnTo>
                    <a:pt x="1555075" y="47263"/>
                  </a:lnTo>
                  <a:lnTo>
                    <a:pt x="1562889" y="46319"/>
                  </a:lnTo>
                  <a:lnTo>
                    <a:pt x="1570704" y="45380"/>
                  </a:lnTo>
                  <a:lnTo>
                    <a:pt x="1578518" y="44447"/>
                  </a:lnTo>
                  <a:lnTo>
                    <a:pt x="1586333" y="43583"/>
                  </a:lnTo>
                  <a:lnTo>
                    <a:pt x="1594147" y="42744"/>
                  </a:lnTo>
                  <a:lnTo>
                    <a:pt x="1601961" y="41909"/>
                  </a:lnTo>
                  <a:lnTo>
                    <a:pt x="1609776" y="41080"/>
                  </a:lnTo>
                  <a:lnTo>
                    <a:pt x="1617590" y="40257"/>
                  </a:lnTo>
                  <a:lnTo>
                    <a:pt x="1625405" y="39443"/>
                  </a:lnTo>
                  <a:lnTo>
                    <a:pt x="1633219" y="38588"/>
                  </a:lnTo>
                  <a:lnTo>
                    <a:pt x="1641034" y="37818"/>
                  </a:lnTo>
                  <a:lnTo>
                    <a:pt x="1648848" y="37010"/>
                  </a:lnTo>
                  <a:lnTo>
                    <a:pt x="1656663" y="36210"/>
                  </a:lnTo>
                  <a:lnTo>
                    <a:pt x="1664477" y="35418"/>
                  </a:lnTo>
                  <a:lnTo>
                    <a:pt x="1672291" y="34632"/>
                  </a:lnTo>
                  <a:lnTo>
                    <a:pt x="1680106" y="33850"/>
                  </a:lnTo>
                  <a:lnTo>
                    <a:pt x="1687920" y="33073"/>
                  </a:lnTo>
                  <a:lnTo>
                    <a:pt x="1695735" y="32301"/>
                  </a:lnTo>
                  <a:lnTo>
                    <a:pt x="1703549" y="31534"/>
                  </a:lnTo>
                  <a:lnTo>
                    <a:pt x="1711364" y="30772"/>
                  </a:lnTo>
                  <a:lnTo>
                    <a:pt x="1719178" y="30014"/>
                  </a:lnTo>
                  <a:lnTo>
                    <a:pt x="1726993" y="29262"/>
                  </a:lnTo>
                  <a:lnTo>
                    <a:pt x="1734807" y="28468"/>
                  </a:lnTo>
                  <a:lnTo>
                    <a:pt x="1742622" y="27772"/>
                  </a:lnTo>
                  <a:lnTo>
                    <a:pt x="1750436" y="27069"/>
                  </a:lnTo>
                  <a:lnTo>
                    <a:pt x="1758250" y="26382"/>
                  </a:lnTo>
                  <a:lnTo>
                    <a:pt x="1766065" y="25698"/>
                  </a:lnTo>
                  <a:lnTo>
                    <a:pt x="1773879" y="24845"/>
                  </a:lnTo>
                  <a:lnTo>
                    <a:pt x="1781694" y="24107"/>
                  </a:lnTo>
                  <a:lnTo>
                    <a:pt x="1789508" y="23175"/>
                  </a:lnTo>
                  <a:lnTo>
                    <a:pt x="1797323" y="22248"/>
                  </a:lnTo>
                  <a:lnTo>
                    <a:pt x="1805137" y="21326"/>
                  </a:lnTo>
                  <a:lnTo>
                    <a:pt x="1812952" y="20413"/>
                  </a:lnTo>
                  <a:lnTo>
                    <a:pt x="1820766" y="19508"/>
                  </a:lnTo>
                  <a:lnTo>
                    <a:pt x="1828580" y="18609"/>
                  </a:lnTo>
                  <a:lnTo>
                    <a:pt x="1836395" y="17715"/>
                  </a:lnTo>
                  <a:lnTo>
                    <a:pt x="1844209" y="16829"/>
                  </a:lnTo>
                  <a:lnTo>
                    <a:pt x="1852024" y="16109"/>
                  </a:lnTo>
                  <a:lnTo>
                    <a:pt x="1859838" y="15395"/>
                  </a:lnTo>
                  <a:lnTo>
                    <a:pt x="1867653" y="14687"/>
                  </a:lnTo>
                  <a:lnTo>
                    <a:pt x="1875467" y="13948"/>
                  </a:lnTo>
                  <a:lnTo>
                    <a:pt x="1883282" y="13094"/>
                  </a:lnTo>
                  <a:lnTo>
                    <a:pt x="1891096" y="12319"/>
                  </a:lnTo>
                  <a:lnTo>
                    <a:pt x="1898910" y="11489"/>
                  </a:lnTo>
                  <a:lnTo>
                    <a:pt x="1906725" y="10610"/>
                  </a:lnTo>
                  <a:lnTo>
                    <a:pt x="1914539" y="9944"/>
                  </a:lnTo>
                  <a:lnTo>
                    <a:pt x="1922354" y="9377"/>
                  </a:lnTo>
                  <a:lnTo>
                    <a:pt x="1930168" y="8570"/>
                  </a:lnTo>
                  <a:lnTo>
                    <a:pt x="1937983" y="7773"/>
                  </a:lnTo>
                  <a:lnTo>
                    <a:pt x="1945797" y="7156"/>
                  </a:lnTo>
                  <a:lnTo>
                    <a:pt x="1953612" y="6350"/>
                  </a:lnTo>
                  <a:lnTo>
                    <a:pt x="1961426" y="5496"/>
                  </a:lnTo>
                  <a:lnTo>
                    <a:pt x="1969241" y="4761"/>
                  </a:lnTo>
                  <a:lnTo>
                    <a:pt x="1977055" y="4096"/>
                  </a:lnTo>
                  <a:lnTo>
                    <a:pt x="1984869" y="3494"/>
                  </a:lnTo>
                  <a:lnTo>
                    <a:pt x="1992684" y="2870"/>
                  </a:lnTo>
                  <a:lnTo>
                    <a:pt x="2000498" y="2176"/>
                  </a:lnTo>
                  <a:lnTo>
                    <a:pt x="2008313" y="1326"/>
                  </a:lnTo>
                  <a:lnTo>
                    <a:pt x="2016127" y="657"/>
                  </a:lnTo>
                  <a:lnTo>
                    <a:pt x="2023942" y="0"/>
                  </a:lnTo>
                  <a:lnTo>
                    <a:pt x="2023942" y="198719"/>
                  </a:lnTo>
                  <a:lnTo>
                    <a:pt x="2016127" y="198718"/>
                  </a:lnTo>
                  <a:lnTo>
                    <a:pt x="2008313" y="198717"/>
                  </a:lnTo>
                  <a:lnTo>
                    <a:pt x="2000498" y="198716"/>
                  </a:lnTo>
                  <a:lnTo>
                    <a:pt x="1992684" y="198715"/>
                  </a:lnTo>
                  <a:lnTo>
                    <a:pt x="1984869" y="198714"/>
                  </a:lnTo>
                  <a:lnTo>
                    <a:pt x="1977055" y="198713"/>
                  </a:lnTo>
                  <a:lnTo>
                    <a:pt x="1969241" y="198712"/>
                  </a:lnTo>
                  <a:lnTo>
                    <a:pt x="1961426" y="198711"/>
                  </a:lnTo>
                  <a:lnTo>
                    <a:pt x="1953612" y="198710"/>
                  </a:lnTo>
                  <a:lnTo>
                    <a:pt x="1945797" y="198709"/>
                  </a:lnTo>
                  <a:lnTo>
                    <a:pt x="1937983" y="198708"/>
                  </a:lnTo>
                  <a:lnTo>
                    <a:pt x="1930168" y="198707"/>
                  </a:lnTo>
                  <a:lnTo>
                    <a:pt x="1922354" y="198704"/>
                  </a:lnTo>
                  <a:lnTo>
                    <a:pt x="1914539" y="198717"/>
                  </a:lnTo>
                  <a:lnTo>
                    <a:pt x="1906725" y="198801"/>
                  </a:lnTo>
                  <a:lnTo>
                    <a:pt x="1898910" y="198884"/>
                  </a:lnTo>
                  <a:lnTo>
                    <a:pt x="1891096" y="198968"/>
                  </a:lnTo>
                  <a:lnTo>
                    <a:pt x="1883282" y="199052"/>
                  </a:lnTo>
                  <a:lnTo>
                    <a:pt x="1875467" y="199135"/>
                  </a:lnTo>
                  <a:lnTo>
                    <a:pt x="1867653" y="199219"/>
                  </a:lnTo>
                  <a:lnTo>
                    <a:pt x="1859838" y="199302"/>
                  </a:lnTo>
                  <a:lnTo>
                    <a:pt x="1852024" y="199275"/>
                  </a:lnTo>
                  <a:lnTo>
                    <a:pt x="1844209" y="199196"/>
                  </a:lnTo>
                  <a:lnTo>
                    <a:pt x="1836395" y="199217"/>
                  </a:lnTo>
                  <a:lnTo>
                    <a:pt x="1828580" y="199291"/>
                  </a:lnTo>
                  <a:lnTo>
                    <a:pt x="1820766" y="199364"/>
                  </a:lnTo>
                  <a:lnTo>
                    <a:pt x="1812952" y="199438"/>
                  </a:lnTo>
                  <a:lnTo>
                    <a:pt x="1805137" y="199507"/>
                  </a:lnTo>
                  <a:lnTo>
                    <a:pt x="1797323" y="199576"/>
                  </a:lnTo>
                  <a:lnTo>
                    <a:pt x="1789508" y="199582"/>
                  </a:lnTo>
                  <a:lnTo>
                    <a:pt x="1781694" y="199502"/>
                  </a:lnTo>
                  <a:lnTo>
                    <a:pt x="1773879" y="199421"/>
                  </a:lnTo>
                  <a:lnTo>
                    <a:pt x="1766065" y="199427"/>
                  </a:lnTo>
                  <a:lnTo>
                    <a:pt x="1758250" y="199527"/>
                  </a:lnTo>
                  <a:lnTo>
                    <a:pt x="1750436" y="199627"/>
                  </a:lnTo>
                  <a:lnTo>
                    <a:pt x="1742622" y="199726"/>
                  </a:lnTo>
                  <a:lnTo>
                    <a:pt x="1734807" y="199826"/>
                  </a:lnTo>
                  <a:lnTo>
                    <a:pt x="1726993" y="199925"/>
                  </a:lnTo>
                  <a:lnTo>
                    <a:pt x="1719178" y="200025"/>
                  </a:lnTo>
                  <a:lnTo>
                    <a:pt x="1711364" y="200123"/>
                  </a:lnTo>
                  <a:lnTo>
                    <a:pt x="1703549" y="200169"/>
                  </a:lnTo>
                  <a:lnTo>
                    <a:pt x="1695735" y="200032"/>
                  </a:lnTo>
                  <a:lnTo>
                    <a:pt x="1687920" y="199954"/>
                  </a:lnTo>
                  <a:lnTo>
                    <a:pt x="1680106" y="200045"/>
                  </a:lnTo>
                  <a:lnTo>
                    <a:pt x="1672291" y="200083"/>
                  </a:lnTo>
                  <a:lnTo>
                    <a:pt x="1664477" y="199928"/>
                  </a:lnTo>
                  <a:lnTo>
                    <a:pt x="1656663" y="199773"/>
                  </a:lnTo>
                  <a:lnTo>
                    <a:pt x="1648848" y="199678"/>
                  </a:lnTo>
                  <a:lnTo>
                    <a:pt x="1641034" y="199717"/>
                  </a:lnTo>
                  <a:lnTo>
                    <a:pt x="1633219" y="199756"/>
                  </a:lnTo>
                  <a:lnTo>
                    <a:pt x="1625405" y="199795"/>
                  </a:lnTo>
                  <a:lnTo>
                    <a:pt x="1617590" y="199834"/>
                  </a:lnTo>
                  <a:lnTo>
                    <a:pt x="1609776" y="199873"/>
                  </a:lnTo>
                  <a:lnTo>
                    <a:pt x="1601961" y="199910"/>
                  </a:lnTo>
                  <a:lnTo>
                    <a:pt x="1594147" y="199947"/>
                  </a:lnTo>
                  <a:lnTo>
                    <a:pt x="1586333" y="199969"/>
                  </a:lnTo>
                  <a:lnTo>
                    <a:pt x="1578518" y="200028"/>
                  </a:lnTo>
                  <a:lnTo>
                    <a:pt x="1570704" y="200047"/>
                  </a:lnTo>
                  <a:lnTo>
                    <a:pt x="1562889" y="200025"/>
                  </a:lnTo>
                  <a:lnTo>
                    <a:pt x="1555075" y="200002"/>
                  </a:lnTo>
                  <a:lnTo>
                    <a:pt x="1547260" y="199980"/>
                  </a:lnTo>
                  <a:lnTo>
                    <a:pt x="1539446" y="199957"/>
                  </a:lnTo>
                  <a:lnTo>
                    <a:pt x="1531631" y="199934"/>
                  </a:lnTo>
                  <a:lnTo>
                    <a:pt x="1523817" y="199910"/>
                  </a:lnTo>
                  <a:lnTo>
                    <a:pt x="1516003" y="199886"/>
                  </a:lnTo>
                  <a:lnTo>
                    <a:pt x="1508188" y="199862"/>
                  </a:lnTo>
                  <a:lnTo>
                    <a:pt x="1500374" y="199839"/>
                  </a:lnTo>
                  <a:lnTo>
                    <a:pt x="1492559" y="199815"/>
                  </a:lnTo>
                  <a:lnTo>
                    <a:pt x="1484745" y="199791"/>
                  </a:lnTo>
                  <a:lnTo>
                    <a:pt x="1476930" y="199768"/>
                  </a:lnTo>
                  <a:lnTo>
                    <a:pt x="1469116" y="199833"/>
                  </a:lnTo>
                  <a:lnTo>
                    <a:pt x="1461301" y="199918"/>
                  </a:lnTo>
                  <a:lnTo>
                    <a:pt x="1453487" y="200006"/>
                  </a:lnTo>
                  <a:lnTo>
                    <a:pt x="1445672" y="200096"/>
                  </a:lnTo>
                  <a:lnTo>
                    <a:pt x="1437858" y="200182"/>
                  </a:lnTo>
                  <a:lnTo>
                    <a:pt x="1430044" y="200144"/>
                  </a:lnTo>
                  <a:lnTo>
                    <a:pt x="1422229" y="200058"/>
                  </a:lnTo>
                  <a:lnTo>
                    <a:pt x="1414415" y="199972"/>
                  </a:lnTo>
                  <a:lnTo>
                    <a:pt x="1406600" y="199886"/>
                  </a:lnTo>
                  <a:lnTo>
                    <a:pt x="1398786" y="199801"/>
                  </a:lnTo>
                  <a:lnTo>
                    <a:pt x="1390971" y="199774"/>
                  </a:lnTo>
                  <a:lnTo>
                    <a:pt x="1383157" y="199753"/>
                  </a:lnTo>
                  <a:lnTo>
                    <a:pt x="1375342" y="199732"/>
                  </a:lnTo>
                  <a:lnTo>
                    <a:pt x="1367528" y="199785"/>
                  </a:lnTo>
                  <a:lnTo>
                    <a:pt x="1359714" y="199919"/>
                  </a:lnTo>
                  <a:lnTo>
                    <a:pt x="1351899" y="200049"/>
                  </a:lnTo>
                  <a:lnTo>
                    <a:pt x="1344085" y="200179"/>
                  </a:lnTo>
                  <a:lnTo>
                    <a:pt x="1336270" y="200309"/>
                  </a:lnTo>
                  <a:lnTo>
                    <a:pt x="1328456" y="200440"/>
                  </a:lnTo>
                  <a:lnTo>
                    <a:pt x="1320641" y="200407"/>
                  </a:lnTo>
                  <a:lnTo>
                    <a:pt x="1312827" y="200372"/>
                  </a:lnTo>
                  <a:lnTo>
                    <a:pt x="1305012" y="200400"/>
                  </a:lnTo>
                  <a:lnTo>
                    <a:pt x="1297198" y="200314"/>
                  </a:lnTo>
                  <a:lnTo>
                    <a:pt x="1289384" y="200228"/>
                  </a:lnTo>
                  <a:lnTo>
                    <a:pt x="1281569" y="200135"/>
                  </a:lnTo>
                  <a:lnTo>
                    <a:pt x="1273755" y="200040"/>
                  </a:lnTo>
                  <a:lnTo>
                    <a:pt x="1265940" y="200074"/>
                  </a:lnTo>
                  <a:lnTo>
                    <a:pt x="1258126" y="200138"/>
                  </a:lnTo>
                  <a:lnTo>
                    <a:pt x="1250311" y="200178"/>
                  </a:lnTo>
                  <a:lnTo>
                    <a:pt x="1242497" y="200247"/>
                  </a:lnTo>
                  <a:lnTo>
                    <a:pt x="1234682" y="200316"/>
                  </a:lnTo>
                  <a:lnTo>
                    <a:pt x="1226868" y="200385"/>
                  </a:lnTo>
                  <a:lnTo>
                    <a:pt x="1219053" y="200453"/>
                  </a:lnTo>
                  <a:lnTo>
                    <a:pt x="1211239" y="200522"/>
                  </a:lnTo>
                  <a:lnTo>
                    <a:pt x="1203425" y="200590"/>
                  </a:lnTo>
                  <a:lnTo>
                    <a:pt x="1195610" y="200659"/>
                  </a:lnTo>
                  <a:lnTo>
                    <a:pt x="1187796" y="200789"/>
                  </a:lnTo>
                  <a:lnTo>
                    <a:pt x="1179981" y="200949"/>
                  </a:lnTo>
                  <a:lnTo>
                    <a:pt x="1172167" y="200916"/>
                  </a:lnTo>
                  <a:lnTo>
                    <a:pt x="1164352" y="201029"/>
                  </a:lnTo>
                  <a:lnTo>
                    <a:pt x="1156538" y="201373"/>
                  </a:lnTo>
                  <a:lnTo>
                    <a:pt x="1148723" y="201562"/>
                  </a:lnTo>
                  <a:lnTo>
                    <a:pt x="1140909" y="201582"/>
                  </a:lnTo>
                  <a:lnTo>
                    <a:pt x="1133095" y="201673"/>
                  </a:lnTo>
                  <a:lnTo>
                    <a:pt x="1125280" y="201501"/>
                  </a:lnTo>
                  <a:lnTo>
                    <a:pt x="1117466" y="201553"/>
                  </a:lnTo>
                  <a:lnTo>
                    <a:pt x="1109651" y="201782"/>
                  </a:lnTo>
                  <a:lnTo>
                    <a:pt x="1101837" y="202010"/>
                  </a:lnTo>
                  <a:lnTo>
                    <a:pt x="1094022" y="202048"/>
                  </a:lnTo>
                  <a:lnTo>
                    <a:pt x="1086208" y="202057"/>
                  </a:lnTo>
                  <a:lnTo>
                    <a:pt x="1078393" y="202064"/>
                  </a:lnTo>
                  <a:lnTo>
                    <a:pt x="1070579" y="202200"/>
                  </a:lnTo>
                  <a:lnTo>
                    <a:pt x="1062765" y="202165"/>
                  </a:lnTo>
                  <a:lnTo>
                    <a:pt x="1054950" y="202168"/>
                  </a:lnTo>
                  <a:lnTo>
                    <a:pt x="1047136" y="202286"/>
                  </a:lnTo>
                  <a:lnTo>
                    <a:pt x="1039321" y="202352"/>
                  </a:lnTo>
                  <a:lnTo>
                    <a:pt x="1031507" y="202534"/>
                  </a:lnTo>
                  <a:lnTo>
                    <a:pt x="1023692" y="202662"/>
                  </a:lnTo>
                  <a:lnTo>
                    <a:pt x="1015878" y="202810"/>
                  </a:lnTo>
                  <a:lnTo>
                    <a:pt x="1008063" y="202962"/>
                  </a:lnTo>
                  <a:lnTo>
                    <a:pt x="1000249" y="203033"/>
                  </a:lnTo>
                  <a:lnTo>
                    <a:pt x="992434" y="203157"/>
                  </a:lnTo>
                  <a:lnTo>
                    <a:pt x="984620" y="203203"/>
                  </a:lnTo>
                  <a:lnTo>
                    <a:pt x="976806" y="203163"/>
                  </a:lnTo>
                  <a:lnTo>
                    <a:pt x="968991" y="203166"/>
                  </a:lnTo>
                  <a:lnTo>
                    <a:pt x="961177" y="203225"/>
                  </a:lnTo>
                  <a:lnTo>
                    <a:pt x="953362" y="203349"/>
                  </a:lnTo>
                  <a:lnTo>
                    <a:pt x="945548" y="203514"/>
                  </a:lnTo>
                  <a:lnTo>
                    <a:pt x="937733" y="203678"/>
                  </a:lnTo>
                  <a:lnTo>
                    <a:pt x="929919" y="203842"/>
                  </a:lnTo>
                  <a:lnTo>
                    <a:pt x="922104" y="204203"/>
                  </a:lnTo>
                  <a:lnTo>
                    <a:pt x="914290" y="204298"/>
                  </a:lnTo>
                  <a:lnTo>
                    <a:pt x="906476" y="204392"/>
                  </a:lnTo>
                  <a:lnTo>
                    <a:pt x="898661" y="204498"/>
                  </a:lnTo>
                  <a:lnTo>
                    <a:pt x="890847" y="204661"/>
                  </a:lnTo>
                  <a:lnTo>
                    <a:pt x="883032" y="204825"/>
                  </a:lnTo>
                  <a:lnTo>
                    <a:pt x="875218" y="204988"/>
                  </a:lnTo>
                  <a:lnTo>
                    <a:pt x="867403" y="204936"/>
                  </a:lnTo>
                  <a:lnTo>
                    <a:pt x="859589" y="205262"/>
                  </a:lnTo>
                  <a:lnTo>
                    <a:pt x="851774" y="205481"/>
                  </a:lnTo>
                  <a:lnTo>
                    <a:pt x="843960" y="205711"/>
                  </a:lnTo>
                  <a:lnTo>
                    <a:pt x="836145" y="206066"/>
                  </a:lnTo>
                  <a:lnTo>
                    <a:pt x="828331" y="206316"/>
                  </a:lnTo>
                  <a:lnTo>
                    <a:pt x="820517" y="206586"/>
                  </a:lnTo>
                  <a:lnTo>
                    <a:pt x="812702" y="206591"/>
                  </a:lnTo>
                  <a:lnTo>
                    <a:pt x="804888" y="206487"/>
                  </a:lnTo>
                  <a:lnTo>
                    <a:pt x="797073" y="206787"/>
                  </a:lnTo>
                  <a:lnTo>
                    <a:pt x="789259" y="206927"/>
                  </a:lnTo>
                  <a:lnTo>
                    <a:pt x="781444" y="207199"/>
                  </a:lnTo>
                  <a:lnTo>
                    <a:pt x="773630" y="207444"/>
                  </a:lnTo>
                  <a:lnTo>
                    <a:pt x="765815" y="207350"/>
                  </a:lnTo>
                  <a:lnTo>
                    <a:pt x="758001" y="207635"/>
                  </a:lnTo>
                  <a:lnTo>
                    <a:pt x="750187" y="207850"/>
                  </a:lnTo>
                  <a:lnTo>
                    <a:pt x="742372" y="207925"/>
                  </a:lnTo>
                  <a:lnTo>
                    <a:pt x="734558" y="207835"/>
                  </a:lnTo>
                  <a:lnTo>
                    <a:pt x="726743" y="208091"/>
                  </a:lnTo>
                  <a:lnTo>
                    <a:pt x="718929" y="208251"/>
                  </a:lnTo>
                  <a:lnTo>
                    <a:pt x="711114" y="208379"/>
                  </a:lnTo>
                  <a:lnTo>
                    <a:pt x="703300" y="208470"/>
                  </a:lnTo>
                  <a:lnTo>
                    <a:pt x="695485" y="208560"/>
                  </a:lnTo>
                  <a:lnTo>
                    <a:pt x="687671" y="208726"/>
                  </a:lnTo>
                  <a:lnTo>
                    <a:pt x="679857" y="209059"/>
                  </a:lnTo>
                  <a:lnTo>
                    <a:pt x="672042" y="209223"/>
                  </a:lnTo>
                  <a:lnTo>
                    <a:pt x="664228" y="209391"/>
                  </a:lnTo>
                  <a:lnTo>
                    <a:pt x="656413" y="209770"/>
                  </a:lnTo>
                  <a:lnTo>
                    <a:pt x="648599" y="209948"/>
                  </a:lnTo>
                  <a:lnTo>
                    <a:pt x="640784" y="210278"/>
                  </a:lnTo>
                  <a:lnTo>
                    <a:pt x="632970" y="210714"/>
                  </a:lnTo>
                  <a:lnTo>
                    <a:pt x="625155" y="210898"/>
                  </a:lnTo>
                  <a:lnTo>
                    <a:pt x="617341" y="210858"/>
                  </a:lnTo>
                  <a:lnTo>
                    <a:pt x="609526" y="211134"/>
                  </a:lnTo>
                  <a:lnTo>
                    <a:pt x="601712" y="211351"/>
                  </a:lnTo>
                  <a:lnTo>
                    <a:pt x="593898" y="211664"/>
                  </a:lnTo>
                  <a:lnTo>
                    <a:pt x="586083" y="211878"/>
                  </a:lnTo>
                  <a:lnTo>
                    <a:pt x="578269" y="212249"/>
                  </a:lnTo>
                  <a:lnTo>
                    <a:pt x="570454" y="212553"/>
                  </a:lnTo>
                  <a:lnTo>
                    <a:pt x="562640" y="213070"/>
                  </a:lnTo>
                  <a:lnTo>
                    <a:pt x="554825" y="213393"/>
                  </a:lnTo>
                  <a:lnTo>
                    <a:pt x="547011" y="213719"/>
                  </a:lnTo>
                  <a:lnTo>
                    <a:pt x="539196" y="213976"/>
                  </a:lnTo>
                  <a:lnTo>
                    <a:pt x="531382" y="214619"/>
                  </a:lnTo>
                  <a:lnTo>
                    <a:pt x="523568" y="214959"/>
                  </a:lnTo>
                  <a:lnTo>
                    <a:pt x="515753" y="215377"/>
                  </a:lnTo>
                  <a:lnTo>
                    <a:pt x="507939" y="215831"/>
                  </a:lnTo>
                  <a:lnTo>
                    <a:pt x="500124" y="216193"/>
                  </a:lnTo>
                  <a:lnTo>
                    <a:pt x="492310" y="216780"/>
                  </a:lnTo>
                  <a:lnTo>
                    <a:pt x="484495" y="217198"/>
                  </a:lnTo>
                  <a:lnTo>
                    <a:pt x="476681" y="217914"/>
                  </a:lnTo>
                  <a:lnTo>
                    <a:pt x="468866" y="218546"/>
                  </a:lnTo>
                  <a:lnTo>
                    <a:pt x="461052" y="219085"/>
                  </a:lnTo>
                  <a:lnTo>
                    <a:pt x="453238" y="219701"/>
                  </a:lnTo>
                  <a:lnTo>
                    <a:pt x="445423" y="220491"/>
                  </a:lnTo>
                  <a:lnTo>
                    <a:pt x="437609" y="221059"/>
                  </a:lnTo>
                  <a:lnTo>
                    <a:pt x="429794" y="221405"/>
                  </a:lnTo>
                  <a:lnTo>
                    <a:pt x="421980" y="221954"/>
                  </a:lnTo>
                  <a:lnTo>
                    <a:pt x="414165" y="222324"/>
                  </a:lnTo>
                  <a:lnTo>
                    <a:pt x="406351" y="222767"/>
                  </a:lnTo>
                  <a:lnTo>
                    <a:pt x="398536" y="223593"/>
                  </a:lnTo>
                  <a:lnTo>
                    <a:pt x="390722" y="224228"/>
                  </a:lnTo>
                  <a:lnTo>
                    <a:pt x="382907" y="224732"/>
                  </a:lnTo>
                  <a:lnTo>
                    <a:pt x="375093" y="225400"/>
                  </a:lnTo>
                  <a:lnTo>
                    <a:pt x="367279" y="226153"/>
                  </a:lnTo>
                  <a:lnTo>
                    <a:pt x="359464" y="226816"/>
                  </a:lnTo>
                  <a:lnTo>
                    <a:pt x="351650" y="227572"/>
                  </a:lnTo>
                  <a:lnTo>
                    <a:pt x="343835" y="227908"/>
                  </a:lnTo>
                  <a:lnTo>
                    <a:pt x="336021" y="228346"/>
                  </a:lnTo>
                  <a:lnTo>
                    <a:pt x="328206" y="228899"/>
                  </a:lnTo>
                  <a:lnTo>
                    <a:pt x="320392" y="229448"/>
                  </a:lnTo>
                  <a:lnTo>
                    <a:pt x="312577" y="230264"/>
                  </a:lnTo>
                  <a:lnTo>
                    <a:pt x="304763" y="230962"/>
                  </a:lnTo>
                  <a:lnTo>
                    <a:pt x="296949" y="231428"/>
                  </a:lnTo>
                  <a:lnTo>
                    <a:pt x="289134" y="231810"/>
                  </a:lnTo>
                  <a:lnTo>
                    <a:pt x="281320" y="232278"/>
                  </a:lnTo>
                  <a:lnTo>
                    <a:pt x="273505" y="232851"/>
                  </a:lnTo>
                  <a:lnTo>
                    <a:pt x="265691" y="233512"/>
                  </a:lnTo>
                  <a:lnTo>
                    <a:pt x="257876" y="234332"/>
                  </a:lnTo>
                  <a:lnTo>
                    <a:pt x="250062" y="235154"/>
                  </a:lnTo>
                  <a:lnTo>
                    <a:pt x="242247" y="236068"/>
                  </a:lnTo>
                  <a:lnTo>
                    <a:pt x="234433" y="236777"/>
                  </a:lnTo>
                  <a:lnTo>
                    <a:pt x="226619" y="237471"/>
                  </a:lnTo>
                  <a:lnTo>
                    <a:pt x="218804" y="238004"/>
                  </a:lnTo>
                  <a:lnTo>
                    <a:pt x="210990" y="238532"/>
                  </a:lnTo>
                  <a:lnTo>
                    <a:pt x="203175" y="239060"/>
                  </a:lnTo>
                  <a:lnTo>
                    <a:pt x="195361" y="239623"/>
                  </a:lnTo>
                  <a:lnTo>
                    <a:pt x="187546" y="240321"/>
                  </a:lnTo>
                  <a:lnTo>
                    <a:pt x="179732" y="240917"/>
                  </a:lnTo>
                  <a:lnTo>
                    <a:pt x="171917" y="241615"/>
                  </a:lnTo>
                  <a:lnTo>
                    <a:pt x="164103" y="242308"/>
                  </a:lnTo>
                  <a:lnTo>
                    <a:pt x="156288" y="242899"/>
                  </a:lnTo>
                  <a:lnTo>
                    <a:pt x="148474" y="243682"/>
                  </a:lnTo>
                  <a:lnTo>
                    <a:pt x="140660" y="244372"/>
                  </a:lnTo>
                  <a:lnTo>
                    <a:pt x="132845" y="245056"/>
                  </a:lnTo>
                  <a:lnTo>
                    <a:pt x="125031" y="245871"/>
                  </a:lnTo>
                  <a:lnTo>
                    <a:pt x="117216" y="246801"/>
                  </a:lnTo>
                  <a:lnTo>
                    <a:pt x="109402" y="247560"/>
                  </a:lnTo>
                  <a:lnTo>
                    <a:pt x="101587" y="248272"/>
                  </a:lnTo>
                  <a:lnTo>
                    <a:pt x="93773" y="249018"/>
                  </a:lnTo>
                  <a:lnTo>
                    <a:pt x="85958" y="250070"/>
                  </a:lnTo>
                  <a:lnTo>
                    <a:pt x="78144" y="251181"/>
                  </a:lnTo>
                  <a:lnTo>
                    <a:pt x="70330" y="252158"/>
                  </a:lnTo>
                  <a:lnTo>
                    <a:pt x="62515" y="252936"/>
                  </a:lnTo>
                  <a:lnTo>
                    <a:pt x="54701" y="253512"/>
                  </a:lnTo>
                  <a:lnTo>
                    <a:pt x="46886" y="254085"/>
                  </a:lnTo>
                  <a:lnTo>
                    <a:pt x="39072" y="254655"/>
                  </a:lnTo>
                  <a:lnTo>
                    <a:pt x="31257" y="255219"/>
                  </a:lnTo>
                  <a:lnTo>
                    <a:pt x="23443" y="255781"/>
                  </a:lnTo>
                  <a:lnTo>
                    <a:pt x="15628" y="256399"/>
                  </a:lnTo>
                  <a:lnTo>
                    <a:pt x="7814" y="257245"/>
                  </a:lnTo>
                  <a:lnTo>
                    <a:pt x="0" y="258087"/>
                  </a:lnTo>
                  <a:close/>
                </a:path>
              </a:pathLst>
            </a:custGeom>
            <a:solidFill>
              <a:srgbClr val="E69F00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147" name="pl146"/>
            <p:cNvSpPr/>
            <p:nvPr/>
          </p:nvSpPr>
          <p:spPr>
            <a:xfrm>
              <a:off x="3632283" y="3523484"/>
              <a:ext cx="2023942" cy="185616"/>
            </a:xfrm>
            <a:custGeom>
              <a:avLst/>
              <a:pathLst>
                <a:path w="2023942" h="185616">
                  <a:moveTo>
                    <a:pt x="0" y="185616"/>
                  </a:moveTo>
                  <a:lnTo>
                    <a:pt x="7814" y="185601"/>
                  </a:lnTo>
                  <a:lnTo>
                    <a:pt x="15628" y="185394"/>
                  </a:lnTo>
                  <a:lnTo>
                    <a:pt x="23443" y="185115"/>
                  </a:lnTo>
                  <a:lnTo>
                    <a:pt x="31257" y="184952"/>
                  </a:lnTo>
                  <a:lnTo>
                    <a:pt x="39072" y="184794"/>
                  </a:lnTo>
                  <a:lnTo>
                    <a:pt x="46886" y="184632"/>
                  </a:lnTo>
                  <a:lnTo>
                    <a:pt x="54701" y="184474"/>
                  </a:lnTo>
                  <a:lnTo>
                    <a:pt x="62515" y="184312"/>
                  </a:lnTo>
                  <a:lnTo>
                    <a:pt x="70330" y="184304"/>
                  </a:lnTo>
                  <a:lnTo>
                    <a:pt x="78144" y="184121"/>
                  </a:lnTo>
                  <a:lnTo>
                    <a:pt x="85958" y="184046"/>
                  </a:lnTo>
                  <a:lnTo>
                    <a:pt x="93773" y="183968"/>
                  </a:lnTo>
                  <a:lnTo>
                    <a:pt x="101587" y="183772"/>
                  </a:lnTo>
                  <a:lnTo>
                    <a:pt x="109402" y="183507"/>
                  </a:lnTo>
                  <a:lnTo>
                    <a:pt x="117216" y="183251"/>
                  </a:lnTo>
                  <a:lnTo>
                    <a:pt x="125031" y="183097"/>
                  </a:lnTo>
                  <a:lnTo>
                    <a:pt x="132845" y="183009"/>
                  </a:lnTo>
                  <a:lnTo>
                    <a:pt x="140660" y="182929"/>
                  </a:lnTo>
                  <a:lnTo>
                    <a:pt x="148474" y="182861"/>
                  </a:lnTo>
                  <a:lnTo>
                    <a:pt x="156288" y="182454"/>
                  </a:lnTo>
                  <a:lnTo>
                    <a:pt x="164103" y="182226"/>
                  </a:lnTo>
                  <a:lnTo>
                    <a:pt x="171917" y="182064"/>
                  </a:lnTo>
                  <a:lnTo>
                    <a:pt x="179732" y="181773"/>
                  </a:lnTo>
                  <a:lnTo>
                    <a:pt x="187546" y="181501"/>
                  </a:lnTo>
                  <a:lnTo>
                    <a:pt x="195361" y="181296"/>
                  </a:lnTo>
                  <a:lnTo>
                    <a:pt x="203175" y="181348"/>
                  </a:lnTo>
                  <a:lnTo>
                    <a:pt x="210990" y="181262"/>
                  </a:lnTo>
                  <a:lnTo>
                    <a:pt x="218804" y="180972"/>
                  </a:lnTo>
                  <a:lnTo>
                    <a:pt x="226619" y="180308"/>
                  </a:lnTo>
                  <a:lnTo>
                    <a:pt x="234433" y="180066"/>
                  </a:lnTo>
                  <a:lnTo>
                    <a:pt x="242247" y="179828"/>
                  </a:lnTo>
                  <a:lnTo>
                    <a:pt x="250062" y="179588"/>
                  </a:lnTo>
                  <a:lnTo>
                    <a:pt x="257876" y="179213"/>
                  </a:lnTo>
                  <a:lnTo>
                    <a:pt x="265691" y="178841"/>
                  </a:lnTo>
                  <a:lnTo>
                    <a:pt x="273505" y="178817"/>
                  </a:lnTo>
                  <a:lnTo>
                    <a:pt x="281320" y="178616"/>
                  </a:lnTo>
                  <a:lnTo>
                    <a:pt x="289134" y="178231"/>
                  </a:lnTo>
                  <a:lnTo>
                    <a:pt x="296949" y="177875"/>
                  </a:lnTo>
                  <a:lnTo>
                    <a:pt x="304763" y="177641"/>
                  </a:lnTo>
                  <a:lnTo>
                    <a:pt x="312577" y="177503"/>
                  </a:lnTo>
                  <a:lnTo>
                    <a:pt x="320392" y="177248"/>
                  </a:lnTo>
                  <a:lnTo>
                    <a:pt x="328206" y="177097"/>
                  </a:lnTo>
                  <a:lnTo>
                    <a:pt x="336021" y="176996"/>
                  </a:lnTo>
                  <a:lnTo>
                    <a:pt x="343835" y="176585"/>
                  </a:lnTo>
                  <a:lnTo>
                    <a:pt x="351650" y="176346"/>
                  </a:lnTo>
                  <a:lnTo>
                    <a:pt x="359464" y="175961"/>
                  </a:lnTo>
                  <a:lnTo>
                    <a:pt x="367279" y="175725"/>
                  </a:lnTo>
                  <a:lnTo>
                    <a:pt x="375093" y="175431"/>
                  </a:lnTo>
                  <a:lnTo>
                    <a:pt x="382907" y="175173"/>
                  </a:lnTo>
                  <a:lnTo>
                    <a:pt x="390722" y="174273"/>
                  </a:lnTo>
                  <a:lnTo>
                    <a:pt x="398536" y="174094"/>
                  </a:lnTo>
                  <a:lnTo>
                    <a:pt x="406351" y="173393"/>
                  </a:lnTo>
                  <a:lnTo>
                    <a:pt x="414165" y="172978"/>
                  </a:lnTo>
                  <a:lnTo>
                    <a:pt x="421980" y="172447"/>
                  </a:lnTo>
                  <a:lnTo>
                    <a:pt x="429794" y="172157"/>
                  </a:lnTo>
                  <a:lnTo>
                    <a:pt x="437609" y="171525"/>
                  </a:lnTo>
                  <a:lnTo>
                    <a:pt x="445423" y="170903"/>
                  </a:lnTo>
                  <a:lnTo>
                    <a:pt x="453238" y="170387"/>
                  </a:lnTo>
                  <a:lnTo>
                    <a:pt x="461052" y="169781"/>
                  </a:lnTo>
                  <a:lnTo>
                    <a:pt x="468866" y="169192"/>
                  </a:lnTo>
                  <a:lnTo>
                    <a:pt x="476681" y="168370"/>
                  </a:lnTo>
                  <a:lnTo>
                    <a:pt x="484495" y="167649"/>
                  </a:lnTo>
                  <a:lnTo>
                    <a:pt x="492310" y="167127"/>
                  </a:lnTo>
                  <a:lnTo>
                    <a:pt x="500124" y="166462"/>
                  </a:lnTo>
                  <a:lnTo>
                    <a:pt x="507939" y="165840"/>
                  </a:lnTo>
                  <a:lnTo>
                    <a:pt x="515753" y="165232"/>
                  </a:lnTo>
                  <a:lnTo>
                    <a:pt x="523568" y="164743"/>
                  </a:lnTo>
                  <a:lnTo>
                    <a:pt x="531382" y="164197"/>
                  </a:lnTo>
                  <a:lnTo>
                    <a:pt x="539196" y="163779"/>
                  </a:lnTo>
                  <a:lnTo>
                    <a:pt x="547011" y="163200"/>
                  </a:lnTo>
                  <a:lnTo>
                    <a:pt x="554825" y="162594"/>
                  </a:lnTo>
                  <a:lnTo>
                    <a:pt x="562640" y="161650"/>
                  </a:lnTo>
                  <a:lnTo>
                    <a:pt x="570454" y="161009"/>
                  </a:lnTo>
                  <a:lnTo>
                    <a:pt x="578269" y="160229"/>
                  </a:lnTo>
                  <a:lnTo>
                    <a:pt x="586083" y="159521"/>
                  </a:lnTo>
                  <a:lnTo>
                    <a:pt x="593898" y="158921"/>
                  </a:lnTo>
                  <a:lnTo>
                    <a:pt x="601712" y="158438"/>
                  </a:lnTo>
                  <a:lnTo>
                    <a:pt x="609526" y="157820"/>
                  </a:lnTo>
                  <a:lnTo>
                    <a:pt x="617341" y="157115"/>
                  </a:lnTo>
                  <a:lnTo>
                    <a:pt x="625155" y="156229"/>
                  </a:lnTo>
                  <a:lnTo>
                    <a:pt x="632970" y="155610"/>
                  </a:lnTo>
                  <a:lnTo>
                    <a:pt x="640784" y="154922"/>
                  </a:lnTo>
                  <a:lnTo>
                    <a:pt x="648599" y="154186"/>
                  </a:lnTo>
                  <a:lnTo>
                    <a:pt x="656413" y="153259"/>
                  </a:lnTo>
                  <a:lnTo>
                    <a:pt x="664228" y="152776"/>
                  </a:lnTo>
                  <a:lnTo>
                    <a:pt x="672042" y="151803"/>
                  </a:lnTo>
                  <a:lnTo>
                    <a:pt x="679857" y="150926"/>
                  </a:lnTo>
                  <a:lnTo>
                    <a:pt x="687671" y="150205"/>
                  </a:lnTo>
                  <a:lnTo>
                    <a:pt x="695485" y="149289"/>
                  </a:lnTo>
                  <a:lnTo>
                    <a:pt x="703300" y="148272"/>
                  </a:lnTo>
                  <a:lnTo>
                    <a:pt x="711114" y="147402"/>
                  </a:lnTo>
                  <a:lnTo>
                    <a:pt x="718929" y="146610"/>
                  </a:lnTo>
                  <a:lnTo>
                    <a:pt x="726743" y="145682"/>
                  </a:lnTo>
                  <a:lnTo>
                    <a:pt x="734558" y="144947"/>
                  </a:lnTo>
                  <a:lnTo>
                    <a:pt x="742372" y="144230"/>
                  </a:lnTo>
                  <a:lnTo>
                    <a:pt x="750187" y="143602"/>
                  </a:lnTo>
                  <a:lnTo>
                    <a:pt x="758001" y="142696"/>
                  </a:lnTo>
                  <a:lnTo>
                    <a:pt x="765815" y="141844"/>
                  </a:lnTo>
                  <a:lnTo>
                    <a:pt x="773630" y="141045"/>
                  </a:lnTo>
                  <a:lnTo>
                    <a:pt x="781444" y="140197"/>
                  </a:lnTo>
                  <a:lnTo>
                    <a:pt x="789259" y="139142"/>
                  </a:lnTo>
                  <a:lnTo>
                    <a:pt x="797073" y="138427"/>
                  </a:lnTo>
                  <a:lnTo>
                    <a:pt x="804888" y="137321"/>
                  </a:lnTo>
                  <a:lnTo>
                    <a:pt x="812702" y="136617"/>
                  </a:lnTo>
                  <a:lnTo>
                    <a:pt x="820517" y="135427"/>
                  </a:lnTo>
                  <a:lnTo>
                    <a:pt x="828331" y="134506"/>
                  </a:lnTo>
                  <a:lnTo>
                    <a:pt x="836145" y="133635"/>
                  </a:lnTo>
                  <a:lnTo>
                    <a:pt x="843960" y="132762"/>
                  </a:lnTo>
                  <a:lnTo>
                    <a:pt x="851774" y="131896"/>
                  </a:lnTo>
                  <a:lnTo>
                    <a:pt x="859589" y="131251"/>
                  </a:lnTo>
                  <a:lnTo>
                    <a:pt x="867403" y="130268"/>
                  </a:lnTo>
                  <a:lnTo>
                    <a:pt x="875218" y="129272"/>
                  </a:lnTo>
                  <a:lnTo>
                    <a:pt x="883032" y="128473"/>
                  </a:lnTo>
                  <a:lnTo>
                    <a:pt x="890847" y="127689"/>
                  </a:lnTo>
                  <a:lnTo>
                    <a:pt x="898661" y="126559"/>
                  </a:lnTo>
                  <a:lnTo>
                    <a:pt x="906476" y="125647"/>
                  </a:lnTo>
                  <a:lnTo>
                    <a:pt x="914290" y="124809"/>
                  </a:lnTo>
                  <a:lnTo>
                    <a:pt x="922104" y="123818"/>
                  </a:lnTo>
                  <a:lnTo>
                    <a:pt x="929919" y="122654"/>
                  </a:lnTo>
                  <a:lnTo>
                    <a:pt x="937733" y="121683"/>
                  </a:lnTo>
                  <a:lnTo>
                    <a:pt x="945548" y="120813"/>
                  </a:lnTo>
                  <a:lnTo>
                    <a:pt x="953362" y="119947"/>
                  </a:lnTo>
                  <a:lnTo>
                    <a:pt x="961177" y="119082"/>
                  </a:lnTo>
                  <a:lnTo>
                    <a:pt x="968991" y="118227"/>
                  </a:lnTo>
                  <a:lnTo>
                    <a:pt x="976806" y="117230"/>
                  </a:lnTo>
                  <a:lnTo>
                    <a:pt x="984620" y="116433"/>
                  </a:lnTo>
                  <a:lnTo>
                    <a:pt x="992434" y="115526"/>
                  </a:lnTo>
                  <a:lnTo>
                    <a:pt x="1000249" y="114483"/>
                  </a:lnTo>
                  <a:lnTo>
                    <a:pt x="1008063" y="113516"/>
                  </a:lnTo>
                  <a:lnTo>
                    <a:pt x="1015878" y="112633"/>
                  </a:lnTo>
                  <a:lnTo>
                    <a:pt x="1023692" y="111512"/>
                  </a:lnTo>
                  <a:lnTo>
                    <a:pt x="1031507" y="110395"/>
                  </a:lnTo>
                  <a:lnTo>
                    <a:pt x="1039321" y="109279"/>
                  </a:lnTo>
                  <a:lnTo>
                    <a:pt x="1047136" y="108423"/>
                  </a:lnTo>
                  <a:lnTo>
                    <a:pt x="1054950" y="107401"/>
                  </a:lnTo>
                  <a:lnTo>
                    <a:pt x="1062765" y="106500"/>
                  </a:lnTo>
                  <a:lnTo>
                    <a:pt x="1070579" y="105524"/>
                  </a:lnTo>
                  <a:lnTo>
                    <a:pt x="1078393" y="104595"/>
                  </a:lnTo>
                  <a:lnTo>
                    <a:pt x="1086208" y="103578"/>
                  </a:lnTo>
                  <a:lnTo>
                    <a:pt x="1094022" y="102609"/>
                  </a:lnTo>
                  <a:lnTo>
                    <a:pt x="1101837" y="101573"/>
                  </a:lnTo>
                  <a:lnTo>
                    <a:pt x="1109651" y="100538"/>
                  </a:lnTo>
                  <a:lnTo>
                    <a:pt x="1117466" y="99392"/>
                  </a:lnTo>
                  <a:lnTo>
                    <a:pt x="1125280" y="98254"/>
                  </a:lnTo>
                  <a:lnTo>
                    <a:pt x="1133095" y="97137"/>
                  </a:lnTo>
                  <a:lnTo>
                    <a:pt x="1140909" y="96220"/>
                  </a:lnTo>
                  <a:lnTo>
                    <a:pt x="1148723" y="95306"/>
                  </a:lnTo>
                  <a:lnTo>
                    <a:pt x="1156538" y="94378"/>
                  </a:lnTo>
                  <a:lnTo>
                    <a:pt x="1164352" y="93344"/>
                  </a:lnTo>
                  <a:lnTo>
                    <a:pt x="1172167" y="92322"/>
                  </a:lnTo>
                  <a:lnTo>
                    <a:pt x="1179981" y="91576"/>
                  </a:lnTo>
                  <a:lnTo>
                    <a:pt x="1187796" y="90792"/>
                  </a:lnTo>
                  <a:lnTo>
                    <a:pt x="1195610" y="89900"/>
                  </a:lnTo>
                  <a:lnTo>
                    <a:pt x="1203425" y="89011"/>
                  </a:lnTo>
                  <a:lnTo>
                    <a:pt x="1211239" y="88123"/>
                  </a:lnTo>
                  <a:lnTo>
                    <a:pt x="1219053" y="87239"/>
                  </a:lnTo>
                  <a:lnTo>
                    <a:pt x="1226868" y="86483"/>
                  </a:lnTo>
                  <a:lnTo>
                    <a:pt x="1234682" y="85469"/>
                  </a:lnTo>
                  <a:lnTo>
                    <a:pt x="1242497" y="84580"/>
                  </a:lnTo>
                  <a:lnTo>
                    <a:pt x="1250311" y="83693"/>
                  </a:lnTo>
                  <a:lnTo>
                    <a:pt x="1258126" y="82673"/>
                  </a:lnTo>
                  <a:lnTo>
                    <a:pt x="1265940" y="81607"/>
                  </a:lnTo>
                  <a:lnTo>
                    <a:pt x="1273755" y="80544"/>
                  </a:lnTo>
                  <a:lnTo>
                    <a:pt x="1281569" y="79552"/>
                  </a:lnTo>
                  <a:lnTo>
                    <a:pt x="1289384" y="78525"/>
                  </a:lnTo>
                  <a:lnTo>
                    <a:pt x="1297198" y="77485"/>
                  </a:lnTo>
                  <a:lnTo>
                    <a:pt x="1305012" y="76448"/>
                  </a:lnTo>
                  <a:lnTo>
                    <a:pt x="1312827" y="75415"/>
                  </a:lnTo>
                  <a:lnTo>
                    <a:pt x="1320641" y="74385"/>
                  </a:lnTo>
                  <a:lnTo>
                    <a:pt x="1328456" y="73359"/>
                  </a:lnTo>
                  <a:lnTo>
                    <a:pt x="1336270" y="72339"/>
                  </a:lnTo>
                  <a:lnTo>
                    <a:pt x="1344085" y="71332"/>
                  </a:lnTo>
                  <a:lnTo>
                    <a:pt x="1351899" y="70511"/>
                  </a:lnTo>
                  <a:lnTo>
                    <a:pt x="1359714" y="69697"/>
                  </a:lnTo>
                  <a:lnTo>
                    <a:pt x="1367528" y="68875"/>
                  </a:lnTo>
                  <a:lnTo>
                    <a:pt x="1375342" y="67869"/>
                  </a:lnTo>
                  <a:lnTo>
                    <a:pt x="1383157" y="66781"/>
                  </a:lnTo>
                  <a:lnTo>
                    <a:pt x="1390971" y="65863"/>
                  </a:lnTo>
                  <a:lnTo>
                    <a:pt x="1398786" y="65091"/>
                  </a:lnTo>
                  <a:lnTo>
                    <a:pt x="1406600" y="64139"/>
                  </a:lnTo>
                  <a:lnTo>
                    <a:pt x="1414415" y="63199"/>
                  </a:lnTo>
                  <a:lnTo>
                    <a:pt x="1422229" y="62266"/>
                  </a:lnTo>
                  <a:lnTo>
                    <a:pt x="1430044" y="61637"/>
                  </a:lnTo>
                  <a:lnTo>
                    <a:pt x="1437858" y="61019"/>
                  </a:lnTo>
                  <a:lnTo>
                    <a:pt x="1445672" y="60403"/>
                  </a:lnTo>
                  <a:lnTo>
                    <a:pt x="1453487" y="59790"/>
                  </a:lnTo>
                  <a:lnTo>
                    <a:pt x="1461301" y="59005"/>
                  </a:lnTo>
                  <a:lnTo>
                    <a:pt x="1469116" y="57998"/>
                  </a:lnTo>
                  <a:lnTo>
                    <a:pt x="1476930" y="56996"/>
                  </a:lnTo>
                  <a:lnTo>
                    <a:pt x="1484745" y="55999"/>
                  </a:lnTo>
                  <a:lnTo>
                    <a:pt x="1492559" y="55007"/>
                  </a:lnTo>
                  <a:lnTo>
                    <a:pt x="1500374" y="54021"/>
                  </a:lnTo>
                  <a:lnTo>
                    <a:pt x="1508188" y="53039"/>
                  </a:lnTo>
                  <a:lnTo>
                    <a:pt x="1516003" y="52063"/>
                  </a:lnTo>
                  <a:lnTo>
                    <a:pt x="1523817" y="51093"/>
                  </a:lnTo>
                  <a:lnTo>
                    <a:pt x="1531631" y="50127"/>
                  </a:lnTo>
                  <a:lnTo>
                    <a:pt x="1539446" y="49167"/>
                  </a:lnTo>
                  <a:lnTo>
                    <a:pt x="1547260" y="48212"/>
                  </a:lnTo>
                  <a:lnTo>
                    <a:pt x="1555075" y="47263"/>
                  </a:lnTo>
                  <a:lnTo>
                    <a:pt x="1562889" y="46319"/>
                  </a:lnTo>
                  <a:lnTo>
                    <a:pt x="1570704" y="45380"/>
                  </a:lnTo>
                  <a:lnTo>
                    <a:pt x="1578518" y="44447"/>
                  </a:lnTo>
                  <a:lnTo>
                    <a:pt x="1586333" y="43583"/>
                  </a:lnTo>
                  <a:lnTo>
                    <a:pt x="1594147" y="42744"/>
                  </a:lnTo>
                  <a:lnTo>
                    <a:pt x="1601961" y="41909"/>
                  </a:lnTo>
                  <a:lnTo>
                    <a:pt x="1609776" y="41080"/>
                  </a:lnTo>
                  <a:lnTo>
                    <a:pt x="1617590" y="40257"/>
                  </a:lnTo>
                  <a:lnTo>
                    <a:pt x="1625405" y="39443"/>
                  </a:lnTo>
                  <a:lnTo>
                    <a:pt x="1633219" y="38588"/>
                  </a:lnTo>
                  <a:lnTo>
                    <a:pt x="1641034" y="37818"/>
                  </a:lnTo>
                  <a:lnTo>
                    <a:pt x="1648848" y="37010"/>
                  </a:lnTo>
                  <a:lnTo>
                    <a:pt x="1656663" y="36210"/>
                  </a:lnTo>
                  <a:lnTo>
                    <a:pt x="1664477" y="35418"/>
                  </a:lnTo>
                  <a:lnTo>
                    <a:pt x="1672291" y="34632"/>
                  </a:lnTo>
                  <a:lnTo>
                    <a:pt x="1680106" y="33850"/>
                  </a:lnTo>
                  <a:lnTo>
                    <a:pt x="1687920" y="33073"/>
                  </a:lnTo>
                  <a:lnTo>
                    <a:pt x="1695735" y="32301"/>
                  </a:lnTo>
                  <a:lnTo>
                    <a:pt x="1703549" y="31534"/>
                  </a:lnTo>
                  <a:lnTo>
                    <a:pt x="1711364" y="30772"/>
                  </a:lnTo>
                  <a:lnTo>
                    <a:pt x="1719178" y="30014"/>
                  </a:lnTo>
                  <a:lnTo>
                    <a:pt x="1726993" y="29262"/>
                  </a:lnTo>
                  <a:lnTo>
                    <a:pt x="1734807" y="28468"/>
                  </a:lnTo>
                  <a:lnTo>
                    <a:pt x="1742622" y="27772"/>
                  </a:lnTo>
                  <a:lnTo>
                    <a:pt x="1750436" y="27069"/>
                  </a:lnTo>
                  <a:lnTo>
                    <a:pt x="1758250" y="26382"/>
                  </a:lnTo>
                  <a:lnTo>
                    <a:pt x="1766065" y="25698"/>
                  </a:lnTo>
                  <a:lnTo>
                    <a:pt x="1773879" y="24845"/>
                  </a:lnTo>
                  <a:lnTo>
                    <a:pt x="1781694" y="24107"/>
                  </a:lnTo>
                  <a:lnTo>
                    <a:pt x="1789508" y="23175"/>
                  </a:lnTo>
                  <a:lnTo>
                    <a:pt x="1797323" y="22248"/>
                  </a:lnTo>
                  <a:lnTo>
                    <a:pt x="1805137" y="21326"/>
                  </a:lnTo>
                  <a:lnTo>
                    <a:pt x="1812952" y="20413"/>
                  </a:lnTo>
                  <a:lnTo>
                    <a:pt x="1820766" y="19508"/>
                  </a:lnTo>
                  <a:lnTo>
                    <a:pt x="1828580" y="18609"/>
                  </a:lnTo>
                  <a:lnTo>
                    <a:pt x="1836395" y="17715"/>
                  </a:lnTo>
                  <a:lnTo>
                    <a:pt x="1844209" y="16829"/>
                  </a:lnTo>
                  <a:lnTo>
                    <a:pt x="1852024" y="16109"/>
                  </a:lnTo>
                  <a:lnTo>
                    <a:pt x="1859838" y="15395"/>
                  </a:lnTo>
                  <a:lnTo>
                    <a:pt x="1867653" y="14687"/>
                  </a:lnTo>
                  <a:lnTo>
                    <a:pt x="1875467" y="13948"/>
                  </a:lnTo>
                  <a:lnTo>
                    <a:pt x="1883282" y="13094"/>
                  </a:lnTo>
                  <a:lnTo>
                    <a:pt x="1891096" y="12319"/>
                  </a:lnTo>
                  <a:lnTo>
                    <a:pt x="1898910" y="11489"/>
                  </a:lnTo>
                  <a:lnTo>
                    <a:pt x="1906725" y="10610"/>
                  </a:lnTo>
                  <a:lnTo>
                    <a:pt x="1914539" y="9944"/>
                  </a:lnTo>
                  <a:lnTo>
                    <a:pt x="1922354" y="9377"/>
                  </a:lnTo>
                  <a:lnTo>
                    <a:pt x="1930168" y="8570"/>
                  </a:lnTo>
                  <a:lnTo>
                    <a:pt x="1937983" y="7773"/>
                  </a:lnTo>
                  <a:lnTo>
                    <a:pt x="1945797" y="7156"/>
                  </a:lnTo>
                  <a:lnTo>
                    <a:pt x="1953612" y="6350"/>
                  </a:lnTo>
                  <a:lnTo>
                    <a:pt x="1961426" y="5496"/>
                  </a:lnTo>
                  <a:lnTo>
                    <a:pt x="1969241" y="4761"/>
                  </a:lnTo>
                  <a:lnTo>
                    <a:pt x="1977055" y="4096"/>
                  </a:lnTo>
                  <a:lnTo>
                    <a:pt x="1984869" y="3494"/>
                  </a:lnTo>
                  <a:lnTo>
                    <a:pt x="1992684" y="2870"/>
                  </a:lnTo>
                  <a:lnTo>
                    <a:pt x="2000498" y="2176"/>
                  </a:lnTo>
                  <a:lnTo>
                    <a:pt x="2008313" y="1326"/>
                  </a:lnTo>
                  <a:lnTo>
                    <a:pt x="2016127" y="657"/>
                  </a:lnTo>
                  <a:lnTo>
                    <a:pt x="202394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48" name="pl147"/>
            <p:cNvSpPr/>
            <p:nvPr/>
          </p:nvSpPr>
          <p:spPr>
            <a:xfrm>
              <a:off x="3632283" y="3722188"/>
              <a:ext cx="2023942" cy="59382"/>
            </a:xfrm>
            <a:custGeom>
              <a:avLst/>
              <a:pathLst>
                <a:path w="2023942" h="59382">
                  <a:moveTo>
                    <a:pt x="2023942" y="15"/>
                  </a:moveTo>
                  <a:lnTo>
                    <a:pt x="2016127" y="14"/>
                  </a:lnTo>
                  <a:lnTo>
                    <a:pt x="2008313" y="13"/>
                  </a:lnTo>
                  <a:lnTo>
                    <a:pt x="2000498" y="12"/>
                  </a:lnTo>
                  <a:lnTo>
                    <a:pt x="1992684" y="11"/>
                  </a:lnTo>
                  <a:lnTo>
                    <a:pt x="1984869" y="10"/>
                  </a:lnTo>
                  <a:lnTo>
                    <a:pt x="1977055" y="9"/>
                  </a:lnTo>
                  <a:lnTo>
                    <a:pt x="1969241" y="8"/>
                  </a:lnTo>
                  <a:lnTo>
                    <a:pt x="1961426" y="7"/>
                  </a:lnTo>
                  <a:lnTo>
                    <a:pt x="1953612" y="6"/>
                  </a:lnTo>
                  <a:lnTo>
                    <a:pt x="1945797" y="5"/>
                  </a:lnTo>
                  <a:lnTo>
                    <a:pt x="1937983" y="4"/>
                  </a:lnTo>
                  <a:lnTo>
                    <a:pt x="1930168" y="3"/>
                  </a:lnTo>
                  <a:lnTo>
                    <a:pt x="1922354" y="0"/>
                  </a:lnTo>
                  <a:lnTo>
                    <a:pt x="1914539" y="13"/>
                  </a:lnTo>
                  <a:lnTo>
                    <a:pt x="1906725" y="96"/>
                  </a:lnTo>
                  <a:lnTo>
                    <a:pt x="1898910" y="180"/>
                  </a:lnTo>
                  <a:lnTo>
                    <a:pt x="1891096" y="263"/>
                  </a:lnTo>
                  <a:lnTo>
                    <a:pt x="1883282" y="347"/>
                  </a:lnTo>
                  <a:lnTo>
                    <a:pt x="1875467" y="431"/>
                  </a:lnTo>
                  <a:lnTo>
                    <a:pt x="1867653" y="514"/>
                  </a:lnTo>
                  <a:lnTo>
                    <a:pt x="1859838" y="598"/>
                  </a:lnTo>
                  <a:lnTo>
                    <a:pt x="1852024" y="570"/>
                  </a:lnTo>
                  <a:lnTo>
                    <a:pt x="1844209" y="491"/>
                  </a:lnTo>
                  <a:lnTo>
                    <a:pt x="1836395" y="513"/>
                  </a:lnTo>
                  <a:lnTo>
                    <a:pt x="1828580" y="586"/>
                  </a:lnTo>
                  <a:lnTo>
                    <a:pt x="1820766" y="660"/>
                  </a:lnTo>
                  <a:lnTo>
                    <a:pt x="1812952" y="733"/>
                  </a:lnTo>
                  <a:lnTo>
                    <a:pt x="1805137" y="802"/>
                  </a:lnTo>
                  <a:lnTo>
                    <a:pt x="1797323" y="871"/>
                  </a:lnTo>
                  <a:lnTo>
                    <a:pt x="1789508" y="877"/>
                  </a:lnTo>
                  <a:lnTo>
                    <a:pt x="1781694" y="797"/>
                  </a:lnTo>
                  <a:lnTo>
                    <a:pt x="1773879" y="717"/>
                  </a:lnTo>
                  <a:lnTo>
                    <a:pt x="1766065" y="723"/>
                  </a:lnTo>
                  <a:lnTo>
                    <a:pt x="1758250" y="822"/>
                  </a:lnTo>
                  <a:lnTo>
                    <a:pt x="1750436" y="922"/>
                  </a:lnTo>
                  <a:lnTo>
                    <a:pt x="1742622" y="1022"/>
                  </a:lnTo>
                  <a:lnTo>
                    <a:pt x="1734807" y="1121"/>
                  </a:lnTo>
                  <a:lnTo>
                    <a:pt x="1726993" y="1221"/>
                  </a:lnTo>
                  <a:lnTo>
                    <a:pt x="1719178" y="1320"/>
                  </a:lnTo>
                  <a:lnTo>
                    <a:pt x="1711364" y="1418"/>
                  </a:lnTo>
                  <a:lnTo>
                    <a:pt x="1703549" y="1465"/>
                  </a:lnTo>
                  <a:lnTo>
                    <a:pt x="1695735" y="1328"/>
                  </a:lnTo>
                  <a:lnTo>
                    <a:pt x="1687920" y="1250"/>
                  </a:lnTo>
                  <a:lnTo>
                    <a:pt x="1680106" y="1340"/>
                  </a:lnTo>
                  <a:lnTo>
                    <a:pt x="1672291" y="1378"/>
                  </a:lnTo>
                  <a:lnTo>
                    <a:pt x="1664477" y="1224"/>
                  </a:lnTo>
                  <a:lnTo>
                    <a:pt x="1656663" y="1069"/>
                  </a:lnTo>
                  <a:lnTo>
                    <a:pt x="1648848" y="973"/>
                  </a:lnTo>
                  <a:lnTo>
                    <a:pt x="1641034" y="1012"/>
                  </a:lnTo>
                  <a:lnTo>
                    <a:pt x="1633219" y="1051"/>
                  </a:lnTo>
                  <a:lnTo>
                    <a:pt x="1625405" y="1090"/>
                  </a:lnTo>
                  <a:lnTo>
                    <a:pt x="1617590" y="1129"/>
                  </a:lnTo>
                  <a:lnTo>
                    <a:pt x="1609776" y="1168"/>
                  </a:lnTo>
                  <a:lnTo>
                    <a:pt x="1601961" y="1206"/>
                  </a:lnTo>
                  <a:lnTo>
                    <a:pt x="1594147" y="1243"/>
                  </a:lnTo>
                  <a:lnTo>
                    <a:pt x="1586333" y="1264"/>
                  </a:lnTo>
                  <a:lnTo>
                    <a:pt x="1578518" y="1323"/>
                  </a:lnTo>
                  <a:lnTo>
                    <a:pt x="1570704" y="1342"/>
                  </a:lnTo>
                  <a:lnTo>
                    <a:pt x="1562889" y="1320"/>
                  </a:lnTo>
                  <a:lnTo>
                    <a:pt x="1555075" y="1298"/>
                  </a:lnTo>
                  <a:lnTo>
                    <a:pt x="1547260" y="1276"/>
                  </a:lnTo>
                  <a:lnTo>
                    <a:pt x="1539446" y="1253"/>
                  </a:lnTo>
                  <a:lnTo>
                    <a:pt x="1531631" y="1229"/>
                  </a:lnTo>
                  <a:lnTo>
                    <a:pt x="1523817" y="1205"/>
                  </a:lnTo>
                  <a:lnTo>
                    <a:pt x="1516003" y="1182"/>
                  </a:lnTo>
                  <a:lnTo>
                    <a:pt x="1508188" y="1158"/>
                  </a:lnTo>
                  <a:lnTo>
                    <a:pt x="1500374" y="1134"/>
                  </a:lnTo>
                  <a:lnTo>
                    <a:pt x="1492559" y="1110"/>
                  </a:lnTo>
                  <a:lnTo>
                    <a:pt x="1484745" y="1087"/>
                  </a:lnTo>
                  <a:lnTo>
                    <a:pt x="1476930" y="1063"/>
                  </a:lnTo>
                  <a:lnTo>
                    <a:pt x="1469116" y="1129"/>
                  </a:lnTo>
                  <a:lnTo>
                    <a:pt x="1461301" y="1214"/>
                  </a:lnTo>
                  <a:lnTo>
                    <a:pt x="1453487" y="1302"/>
                  </a:lnTo>
                  <a:lnTo>
                    <a:pt x="1445672" y="1391"/>
                  </a:lnTo>
                  <a:lnTo>
                    <a:pt x="1437858" y="1478"/>
                  </a:lnTo>
                  <a:lnTo>
                    <a:pt x="1430044" y="1439"/>
                  </a:lnTo>
                  <a:lnTo>
                    <a:pt x="1422229" y="1353"/>
                  </a:lnTo>
                  <a:lnTo>
                    <a:pt x="1414415" y="1268"/>
                  </a:lnTo>
                  <a:lnTo>
                    <a:pt x="1406600" y="1182"/>
                  </a:lnTo>
                  <a:lnTo>
                    <a:pt x="1398786" y="1096"/>
                  </a:lnTo>
                  <a:lnTo>
                    <a:pt x="1390971" y="1069"/>
                  </a:lnTo>
                  <a:lnTo>
                    <a:pt x="1383157" y="1048"/>
                  </a:lnTo>
                  <a:lnTo>
                    <a:pt x="1375342" y="1027"/>
                  </a:lnTo>
                  <a:lnTo>
                    <a:pt x="1367528" y="1080"/>
                  </a:lnTo>
                  <a:lnTo>
                    <a:pt x="1359714" y="1215"/>
                  </a:lnTo>
                  <a:lnTo>
                    <a:pt x="1351899" y="1345"/>
                  </a:lnTo>
                  <a:lnTo>
                    <a:pt x="1344085" y="1475"/>
                  </a:lnTo>
                  <a:lnTo>
                    <a:pt x="1336270" y="1605"/>
                  </a:lnTo>
                  <a:lnTo>
                    <a:pt x="1328456" y="1735"/>
                  </a:lnTo>
                  <a:lnTo>
                    <a:pt x="1320641" y="1702"/>
                  </a:lnTo>
                  <a:lnTo>
                    <a:pt x="1312827" y="1667"/>
                  </a:lnTo>
                  <a:lnTo>
                    <a:pt x="1305012" y="1696"/>
                  </a:lnTo>
                  <a:lnTo>
                    <a:pt x="1297198" y="1609"/>
                  </a:lnTo>
                  <a:lnTo>
                    <a:pt x="1289384" y="1523"/>
                  </a:lnTo>
                  <a:lnTo>
                    <a:pt x="1281569" y="1431"/>
                  </a:lnTo>
                  <a:lnTo>
                    <a:pt x="1273755" y="1336"/>
                  </a:lnTo>
                  <a:lnTo>
                    <a:pt x="1265940" y="1369"/>
                  </a:lnTo>
                  <a:lnTo>
                    <a:pt x="1258126" y="1433"/>
                  </a:lnTo>
                  <a:lnTo>
                    <a:pt x="1250311" y="1474"/>
                  </a:lnTo>
                  <a:lnTo>
                    <a:pt x="1242497" y="1543"/>
                  </a:lnTo>
                  <a:lnTo>
                    <a:pt x="1234682" y="1611"/>
                  </a:lnTo>
                  <a:lnTo>
                    <a:pt x="1226868" y="1680"/>
                  </a:lnTo>
                  <a:lnTo>
                    <a:pt x="1219053" y="1749"/>
                  </a:lnTo>
                  <a:lnTo>
                    <a:pt x="1211239" y="1817"/>
                  </a:lnTo>
                  <a:lnTo>
                    <a:pt x="1203425" y="1886"/>
                  </a:lnTo>
                  <a:lnTo>
                    <a:pt x="1195610" y="1954"/>
                  </a:lnTo>
                  <a:lnTo>
                    <a:pt x="1187796" y="2085"/>
                  </a:lnTo>
                  <a:lnTo>
                    <a:pt x="1179981" y="2244"/>
                  </a:lnTo>
                  <a:lnTo>
                    <a:pt x="1172167" y="2211"/>
                  </a:lnTo>
                  <a:lnTo>
                    <a:pt x="1164352" y="2324"/>
                  </a:lnTo>
                  <a:lnTo>
                    <a:pt x="1156538" y="2669"/>
                  </a:lnTo>
                  <a:lnTo>
                    <a:pt x="1148723" y="2857"/>
                  </a:lnTo>
                  <a:lnTo>
                    <a:pt x="1140909" y="2878"/>
                  </a:lnTo>
                  <a:lnTo>
                    <a:pt x="1133095" y="2968"/>
                  </a:lnTo>
                  <a:lnTo>
                    <a:pt x="1125280" y="2796"/>
                  </a:lnTo>
                  <a:lnTo>
                    <a:pt x="1117466" y="2848"/>
                  </a:lnTo>
                  <a:lnTo>
                    <a:pt x="1109651" y="3077"/>
                  </a:lnTo>
                  <a:lnTo>
                    <a:pt x="1101837" y="3305"/>
                  </a:lnTo>
                  <a:lnTo>
                    <a:pt x="1094022" y="3343"/>
                  </a:lnTo>
                  <a:lnTo>
                    <a:pt x="1086208" y="3353"/>
                  </a:lnTo>
                  <a:lnTo>
                    <a:pt x="1078393" y="3360"/>
                  </a:lnTo>
                  <a:lnTo>
                    <a:pt x="1070579" y="3495"/>
                  </a:lnTo>
                  <a:lnTo>
                    <a:pt x="1062765" y="3460"/>
                  </a:lnTo>
                  <a:lnTo>
                    <a:pt x="1054950" y="3464"/>
                  </a:lnTo>
                  <a:lnTo>
                    <a:pt x="1047136" y="3582"/>
                  </a:lnTo>
                  <a:lnTo>
                    <a:pt x="1039321" y="3647"/>
                  </a:lnTo>
                  <a:lnTo>
                    <a:pt x="1031507" y="3830"/>
                  </a:lnTo>
                  <a:lnTo>
                    <a:pt x="1023692" y="3958"/>
                  </a:lnTo>
                  <a:lnTo>
                    <a:pt x="1015878" y="4106"/>
                  </a:lnTo>
                  <a:lnTo>
                    <a:pt x="1008063" y="4258"/>
                  </a:lnTo>
                  <a:lnTo>
                    <a:pt x="1000249" y="4328"/>
                  </a:lnTo>
                  <a:lnTo>
                    <a:pt x="992434" y="4452"/>
                  </a:lnTo>
                  <a:lnTo>
                    <a:pt x="984620" y="4498"/>
                  </a:lnTo>
                  <a:lnTo>
                    <a:pt x="976806" y="4458"/>
                  </a:lnTo>
                  <a:lnTo>
                    <a:pt x="968991" y="4462"/>
                  </a:lnTo>
                  <a:lnTo>
                    <a:pt x="961177" y="4521"/>
                  </a:lnTo>
                  <a:lnTo>
                    <a:pt x="953362" y="4645"/>
                  </a:lnTo>
                  <a:lnTo>
                    <a:pt x="945548" y="4810"/>
                  </a:lnTo>
                  <a:lnTo>
                    <a:pt x="937733" y="4974"/>
                  </a:lnTo>
                  <a:lnTo>
                    <a:pt x="929919" y="5137"/>
                  </a:lnTo>
                  <a:lnTo>
                    <a:pt x="922104" y="5498"/>
                  </a:lnTo>
                  <a:lnTo>
                    <a:pt x="914290" y="5594"/>
                  </a:lnTo>
                  <a:lnTo>
                    <a:pt x="906476" y="5688"/>
                  </a:lnTo>
                  <a:lnTo>
                    <a:pt x="898661" y="5793"/>
                  </a:lnTo>
                  <a:lnTo>
                    <a:pt x="890847" y="5957"/>
                  </a:lnTo>
                  <a:lnTo>
                    <a:pt x="883032" y="6120"/>
                  </a:lnTo>
                  <a:lnTo>
                    <a:pt x="875218" y="6284"/>
                  </a:lnTo>
                  <a:lnTo>
                    <a:pt x="867403" y="6231"/>
                  </a:lnTo>
                  <a:lnTo>
                    <a:pt x="859589" y="6557"/>
                  </a:lnTo>
                  <a:lnTo>
                    <a:pt x="851774" y="6776"/>
                  </a:lnTo>
                  <a:lnTo>
                    <a:pt x="843960" y="7006"/>
                  </a:lnTo>
                  <a:lnTo>
                    <a:pt x="836145" y="7362"/>
                  </a:lnTo>
                  <a:lnTo>
                    <a:pt x="828331" y="7611"/>
                  </a:lnTo>
                  <a:lnTo>
                    <a:pt x="820517" y="7882"/>
                  </a:lnTo>
                  <a:lnTo>
                    <a:pt x="812702" y="7886"/>
                  </a:lnTo>
                  <a:lnTo>
                    <a:pt x="804888" y="7783"/>
                  </a:lnTo>
                  <a:lnTo>
                    <a:pt x="797073" y="8083"/>
                  </a:lnTo>
                  <a:lnTo>
                    <a:pt x="789259" y="8223"/>
                  </a:lnTo>
                  <a:lnTo>
                    <a:pt x="781444" y="8495"/>
                  </a:lnTo>
                  <a:lnTo>
                    <a:pt x="773630" y="8739"/>
                  </a:lnTo>
                  <a:lnTo>
                    <a:pt x="765815" y="8646"/>
                  </a:lnTo>
                  <a:lnTo>
                    <a:pt x="758001" y="8930"/>
                  </a:lnTo>
                  <a:lnTo>
                    <a:pt x="750187" y="9145"/>
                  </a:lnTo>
                  <a:lnTo>
                    <a:pt x="742372" y="9221"/>
                  </a:lnTo>
                  <a:lnTo>
                    <a:pt x="734558" y="9130"/>
                  </a:lnTo>
                  <a:lnTo>
                    <a:pt x="726743" y="9387"/>
                  </a:lnTo>
                  <a:lnTo>
                    <a:pt x="718929" y="9547"/>
                  </a:lnTo>
                  <a:lnTo>
                    <a:pt x="711114" y="9675"/>
                  </a:lnTo>
                  <a:lnTo>
                    <a:pt x="703300" y="9765"/>
                  </a:lnTo>
                  <a:lnTo>
                    <a:pt x="695485" y="9855"/>
                  </a:lnTo>
                  <a:lnTo>
                    <a:pt x="687671" y="10021"/>
                  </a:lnTo>
                  <a:lnTo>
                    <a:pt x="679857" y="10355"/>
                  </a:lnTo>
                  <a:lnTo>
                    <a:pt x="672042" y="10518"/>
                  </a:lnTo>
                  <a:lnTo>
                    <a:pt x="664228" y="10686"/>
                  </a:lnTo>
                  <a:lnTo>
                    <a:pt x="656413" y="11065"/>
                  </a:lnTo>
                  <a:lnTo>
                    <a:pt x="648599" y="11244"/>
                  </a:lnTo>
                  <a:lnTo>
                    <a:pt x="640784" y="11574"/>
                  </a:lnTo>
                  <a:lnTo>
                    <a:pt x="632970" y="12010"/>
                  </a:lnTo>
                  <a:lnTo>
                    <a:pt x="625155" y="12194"/>
                  </a:lnTo>
                  <a:lnTo>
                    <a:pt x="617341" y="12153"/>
                  </a:lnTo>
                  <a:lnTo>
                    <a:pt x="609526" y="12430"/>
                  </a:lnTo>
                  <a:lnTo>
                    <a:pt x="601712" y="12647"/>
                  </a:lnTo>
                  <a:lnTo>
                    <a:pt x="593898" y="12959"/>
                  </a:lnTo>
                  <a:lnTo>
                    <a:pt x="586083" y="13173"/>
                  </a:lnTo>
                  <a:lnTo>
                    <a:pt x="578269" y="13544"/>
                  </a:lnTo>
                  <a:lnTo>
                    <a:pt x="570454" y="13849"/>
                  </a:lnTo>
                  <a:lnTo>
                    <a:pt x="562640" y="14366"/>
                  </a:lnTo>
                  <a:lnTo>
                    <a:pt x="554825" y="14688"/>
                  </a:lnTo>
                  <a:lnTo>
                    <a:pt x="547011" y="15015"/>
                  </a:lnTo>
                  <a:lnTo>
                    <a:pt x="539196" y="15271"/>
                  </a:lnTo>
                  <a:lnTo>
                    <a:pt x="531382" y="15914"/>
                  </a:lnTo>
                  <a:lnTo>
                    <a:pt x="523568" y="16254"/>
                  </a:lnTo>
                  <a:lnTo>
                    <a:pt x="515753" y="16672"/>
                  </a:lnTo>
                  <a:lnTo>
                    <a:pt x="507939" y="17127"/>
                  </a:lnTo>
                  <a:lnTo>
                    <a:pt x="500124" y="17488"/>
                  </a:lnTo>
                  <a:lnTo>
                    <a:pt x="492310" y="18075"/>
                  </a:lnTo>
                  <a:lnTo>
                    <a:pt x="484495" y="18493"/>
                  </a:lnTo>
                  <a:lnTo>
                    <a:pt x="476681" y="19209"/>
                  </a:lnTo>
                  <a:lnTo>
                    <a:pt x="468866" y="19841"/>
                  </a:lnTo>
                  <a:lnTo>
                    <a:pt x="461052" y="20380"/>
                  </a:lnTo>
                  <a:lnTo>
                    <a:pt x="453238" y="20996"/>
                  </a:lnTo>
                  <a:lnTo>
                    <a:pt x="445423" y="21786"/>
                  </a:lnTo>
                  <a:lnTo>
                    <a:pt x="437609" y="22354"/>
                  </a:lnTo>
                  <a:lnTo>
                    <a:pt x="429794" y="22700"/>
                  </a:lnTo>
                  <a:lnTo>
                    <a:pt x="421980" y="23249"/>
                  </a:lnTo>
                  <a:lnTo>
                    <a:pt x="414165" y="23619"/>
                  </a:lnTo>
                  <a:lnTo>
                    <a:pt x="406351" y="24062"/>
                  </a:lnTo>
                  <a:lnTo>
                    <a:pt x="398536" y="24889"/>
                  </a:lnTo>
                  <a:lnTo>
                    <a:pt x="390722" y="25523"/>
                  </a:lnTo>
                  <a:lnTo>
                    <a:pt x="382907" y="26027"/>
                  </a:lnTo>
                  <a:lnTo>
                    <a:pt x="375093" y="26695"/>
                  </a:lnTo>
                  <a:lnTo>
                    <a:pt x="367279" y="27449"/>
                  </a:lnTo>
                  <a:lnTo>
                    <a:pt x="359464" y="28111"/>
                  </a:lnTo>
                  <a:lnTo>
                    <a:pt x="351650" y="28867"/>
                  </a:lnTo>
                  <a:lnTo>
                    <a:pt x="343835" y="29204"/>
                  </a:lnTo>
                  <a:lnTo>
                    <a:pt x="336021" y="29641"/>
                  </a:lnTo>
                  <a:lnTo>
                    <a:pt x="328206" y="30195"/>
                  </a:lnTo>
                  <a:lnTo>
                    <a:pt x="320392" y="30743"/>
                  </a:lnTo>
                  <a:lnTo>
                    <a:pt x="312577" y="31560"/>
                  </a:lnTo>
                  <a:lnTo>
                    <a:pt x="304763" y="32257"/>
                  </a:lnTo>
                  <a:lnTo>
                    <a:pt x="296949" y="32723"/>
                  </a:lnTo>
                  <a:lnTo>
                    <a:pt x="289134" y="33106"/>
                  </a:lnTo>
                  <a:lnTo>
                    <a:pt x="281320" y="33573"/>
                  </a:lnTo>
                  <a:lnTo>
                    <a:pt x="273505" y="34147"/>
                  </a:lnTo>
                  <a:lnTo>
                    <a:pt x="265691" y="34807"/>
                  </a:lnTo>
                  <a:lnTo>
                    <a:pt x="257876" y="35627"/>
                  </a:lnTo>
                  <a:lnTo>
                    <a:pt x="250062" y="36449"/>
                  </a:lnTo>
                  <a:lnTo>
                    <a:pt x="242247" y="37363"/>
                  </a:lnTo>
                  <a:lnTo>
                    <a:pt x="234433" y="38072"/>
                  </a:lnTo>
                  <a:lnTo>
                    <a:pt x="226619" y="38766"/>
                  </a:lnTo>
                  <a:lnTo>
                    <a:pt x="218804" y="39299"/>
                  </a:lnTo>
                  <a:lnTo>
                    <a:pt x="210990" y="39827"/>
                  </a:lnTo>
                  <a:lnTo>
                    <a:pt x="203175" y="40355"/>
                  </a:lnTo>
                  <a:lnTo>
                    <a:pt x="195361" y="40919"/>
                  </a:lnTo>
                  <a:lnTo>
                    <a:pt x="187546" y="41616"/>
                  </a:lnTo>
                  <a:lnTo>
                    <a:pt x="179732" y="42213"/>
                  </a:lnTo>
                  <a:lnTo>
                    <a:pt x="171917" y="42910"/>
                  </a:lnTo>
                  <a:lnTo>
                    <a:pt x="164103" y="43604"/>
                  </a:lnTo>
                  <a:lnTo>
                    <a:pt x="156288" y="44194"/>
                  </a:lnTo>
                  <a:lnTo>
                    <a:pt x="148474" y="44977"/>
                  </a:lnTo>
                  <a:lnTo>
                    <a:pt x="140660" y="45667"/>
                  </a:lnTo>
                  <a:lnTo>
                    <a:pt x="132845" y="46352"/>
                  </a:lnTo>
                  <a:lnTo>
                    <a:pt x="125031" y="47166"/>
                  </a:lnTo>
                  <a:lnTo>
                    <a:pt x="117216" y="48097"/>
                  </a:lnTo>
                  <a:lnTo>
                    <a:pt x="109402" y="48856"/>
                  </a:lnTo>
                  <a:lnTo>
                    <a:pt x="101587" y="49567"/>
                  </a:lnTo>
                  <a:lnTo>
                    <a:pt x="93773" y="50313"/>
                  </a:lnTo>
                  <a:lnTo>
                    <a:pt x="85958" y="51366"/>
                  </a:lnTo>
                  <a:lnTo>
                    <a:pt x="78144" y="52476"/>
                  </a:lnTo>
                  <a:lnTo>
                    <a:pt x="70330" y="53454"/>
                  </a:lnTo>
                  <a:lnTo>
                    <a:pt x="62515" y="54231"/>
                  </a:lnTo>
                  <a:lnTo>
                    <a:pt x="54701" y="54807"/>
                  </a:lnTo>
                  <a:lnTo>
                    <a:pt x="46886" y="55381"/>
                  </a:lnTo>
                  <a:lnTo>
                    <a:pt x="39072" y="55950"/>
                  </a:lnTo>
                  <a:lnTo>
                    <a:pt x="31257" y="56515"/>
                  </a:lnTo>
                  <a:lnTo>
                    <a:pt x="23443" y="57076"/>
                  </a:lnTo>
                  <a:lnTo>
                    <a:pt x="15628" y="57695"/>
                  </a:lnTo>
                  <a:lnTo>
                    <a:pt x="7814" y="58541"/>
                  </a:lnTo>
                  <a:lnTo>
                    <a:pt x="0" y="593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49" name="pg148"/>
            <p:cNvSpPr/>
            <p:nvPr/>
          </p:nvSpPr>
          <p:spPr>
            <a:xfrm>
              <a:off x="3632283" y="3534070"/>
              <a:ext cx="2023942" cy="216393"/>
            </a:xfrm>
            <a:custGeom>
              <a:avLst/>
              <a:pathLst>
                <a:path w="2023942" h="216393">
                  <a:moveTo>
                    <a:pt x="0" y="132097"/>
                  </a:moveTo>
                  <a:lnTo>
                    <a:pt x="7814" y="132267"/>
                  </a:lnTo>
                  <a:lnTo>
                    <a:pt x="15628" y="132286"/>
                  </a:lnTo>
                  <a:lnTo>
                    <a:pt x="23443" y="132213"/>
                  </a:lnTo>
                  <a:lnTo>
                    <a:pt x="31257" y="132194"/>
                  </a:lnTo>
                  <a:lnTo>
                    <a:pt x="39072" y="132178"/>
                  </a:lnTo>
                  <a:lnTo>
                    <a:pt x="46886" y="132242"/>
                  </a:lnTo>
                  <a:lnTo>
                    <a:pt x="54701" y="132300"/>
                  </a:lnTo>
                  <a:lnTo>
                    <a:pt x="62515" y="132513"/>
                  </a:lnTo>
                  <a:lnTo>
                    <a:pt x="70330" y="132802"/>
                  </a:lnTo>
                  <a:lnTo>
                    <a:pt x="78144" y="132848"/>
                  </a:lnTo>
                  <a:lnTo>
                    <a:pt x="85958" y="132945"/>
                  </a:lnTo>
                  <a:lnTo>
                    <a:pt x="93773" y="132886"/>
                  </a:lnTo>
                  <a:lnTo>
                    <a:pt x="101587" y="132886"/>
                  </a:lnTo>
                  <a:lnTo>
                    <a:pt x="109402" y="132976"/>
                  </a:lnTo>
                  <a:lnTo>
                    <a:pt x="117216" y="133066"/>
                  </a:lnTo>
                  <a:lnTo>
                    <a:pt x="125031" y="132990"/>
                  </a:lnTo>
                  <a:lnTo>
                    <a:pt x="132845" y="132968"/>
                  </a:lnTo>
                  <a:lnTo>
                    <a:pt x="140660" y="132803"/>
                  </a:lnTo>
                  <a:lnTo>
                    <a:pt x="148474" y="132743"/>
                  </a:lnTo>
                  <a:lnTo>
                    <a:pt x="156288" y="132862"/>
                  </a:lnTo>
                  <a:lnTo>
                    <a:pt x="164103" y="132900"/>
                  </a:lnTo>
                  <a:lnTo>
                    <a:pt x="171917" y="132840"/>
                  </a:lnTo>
                  <a:lnTo>
                    <a:pt x="179732" y="132599"/>
                  </a:lnTo>
                  <a:lnTo>
                    <a:pt x="187546" y="132809"/>
                  </a:lnTo>
                  <a:lnTo>
                    <a:pt x="195361" y="132766"/>
                  </a:lnTo>
                  <a:lnTo>
                    <a:pt x="203175" y="132840"/>
                  </a:lnTo>
                  <a:lnTo>
                    <a:pt x="210990" y="132679"/>
                  </a:lnTo>
                  <a:lnTo>
                    <a:pt x="218804" y="132619"/>
                  </a:lnTo>
                  <a:lnTo>
                    <a:pt x="226619" y="132573"/>
                  </a:lnTo>
                  <a:lnTo>
                    <a:pt x="234433" y="132613"/>
                  </a:lnTo>
                  <a:lnTo>
                    <a:pt x="242247" y="132463"/>
                  </a:lnTo>
                  <a:lnTo>
                    <a:pt x="250062" y="132297"/>
                  </a:lnTo>
                  <a:lnTo>
                    <a:pt x="257876" y="132137"/>
                  </a:lnTo>
                  <a:lnTo>
                    <a:pt x="265691" y="132052"/>
                  </a:lnTo>
                  <a:lnTo>
                    <a:pt x="273505" y="132175"/>
                  </a:lnTo>
                  <a:lnTo>
                    <a:pt x="281320" y="132297"/>
                  </a:lnTo>
                  <a:lnTo>
                    <a:pt x="289134" y="132418"/>
                  </a:lnTo>
                  <a:lnTo>
                    <a:pt x="296949" y="132544"/>
                  </a:lnTo>
                  <a:lnTo>
                    <a:pt x="304763" y="132712"/>
                  </a:lnTo>
                  <a:lnTo>
                    <a:pt x="312577" y="132759"/>
                  </a:lnTo>
                  <a:lnTo>
                    <a:pt x="320392" y="132909"/>
                  </a:lnTo>
                  <a:lnTo>
                    <a:pt x="328206" y="132660"/>
                  </a:lnTo>
                  <a:lnTo>
                    <a:pt x="336021" y="132593"/>
                  </a:lnTo>
                  <a:lnTo>
                    <a:pt x="343835" y="132570"/>
                  </a:lnTo>
                  <a:lnTo>
                    <a:pt x="351650" y="132560"/>
                  </a:lnTo>
                  <a:lnTo>
                    <a:pt x="359464" y="132393"/>
                  </a:lnTo>
                  <a:lnTo>
                    <a:pt x="367279" y="132241"/>
                  </a:lnTo>
                  <a:lnTo>
                    <a:pt x="375093" y="132358"/>
                  </a:lnTo>
                  <a:lnTo>
                    <a:pt x="382907" y="132152"/>
                  </a:lnTo>
                  <a:lnTo>
                    <a:pt x="390722" y="131878"/>
                  </a:lnTo>
                  <a:lnTo>
                    <a:pt x="398536" y="131614"/>
                  </a:lnTo>
                  <a:lnTo>
                    <a:pt x="406351" y="131442"/>
                  </a:lnTo>
                  <a:lnTo>
                    <a:pt x="414165" y="131338"/>
                  </a:lnTo>
                  <a:lnTo>
                    <a:pt x="421980" y="131342"/>
                  </a:lnTo>
                  <a:lnTo>
                    <a:pt x="429794" y="131020"/>
                  </a:lnTo>
                  <a:lnTo>
                    <a:pt x="437609" y="130943"/>
                  </a:lnTo>
                  <a:lnTo>
                    <a:pt x="445423" y="130965"/>
                  </a:lnTo>
                  <a:lnTo>
                    <a:pt x="453238" y="130598"/>
                  </a:lnTo>
                  <a:lnTo>
                    <a:pt x="461052" y="130404"/>
                  </a:lnTo>
                  <a:lnTo>
                    <a:pt x="468866" y="130269"/>
                  </a:lnTo>
                  <a:lnTo>
                    <a:pt x="476681" y="130143"/>
                  </a:lnTo>
                  <a:lnTo>
                    <a:pt x="484495" y="129816"/>
                  </a:lnTo>
                  <a:lnTo>
                    <a:pt x="492310" y="129739"/>
                  </a:lnTo>
                  <a:lnTo>
                    <a:pt x="500124" y="129444"/>
                  </a:lnTo>
                  <a:lnTo>
                    <a:pt x="507939" y="129010"/>
                  </a:lnTo>
                  <a:lnTo>
                    <a:pt x="515753" y="128667"/>
                  </a:lnTo>
                  <a:lnTo>
                    <a:pt x="523568" y="128361"/>
                  </a:lnTo>
                  <a:lnTo>
                    <a:pt x="531382" y="128006"/>
                  </a:lnTo>
                  <a:lnTo>
                    <a:pt x="539196" y="127640"/>
                  </a:lnTo>
                  <a:lnTo>
                    <a:pt x="547011" y="127245"/>
                  </a:lnTo>
                  <a:lnTo>
                    <a:pt x="554825" y="126720"/>
                  </a:lnTo>
                  <a:lnTo>
                    <a:pt x="562640" y="126560"/>
                  </a:lnTo>
                  <a:lnTo>
                    <a:pt x="570454" y="126204"/>
                  </a:lnTo>
                  <a:lnTo>
                    <a:pt x="578269" y="125840"/>
                  </a:lnTo>
                  <a:lnTo>
                    <a:pt x="586083" y="125459"/>
                  </a:lnTo>
                  <a:lnTo>
                    <a:pt x="593898" y="125119"/>
                  </a:lnTo>
                  <a:lnTo>
                    <a:pt x="601712" y="124610"/>
                  </a:lnTo>
                  <a:lnTo>
                    <a:pt x="609526" y="124119"/>
                  </a:lnTo>
                  <a:lnTo>
                    <a:pt x="617341" y="123570"/>
                  </a:lnTo>
                  <a:lnTo>
                    <a:pt x="625155" y="123213"/>
                  </a:lnTo>
                  <a:lnTo>
                    <a:pt x="632970" y="122701"/>
                  </a:lnTo>
                  <a:lnTo>
                    <a:pt x="640784" y="122257"/>
                  </a:lnTo>
                  <a:lnTo>
                    <a:pt x="648599" y="121652"/>
                  </a:lnTo>
                  <a:lnTo>
                    <a:pt x="656413" y="121239"/>
                  </a:lnTo>
                  <a:lnTo>
                    <a:pt x="664228" y="120767"/>
                  </a:lnTo>
                  <a:lnTo>
                    <a:pt x="672042" y="119956"/>
                  </a:lnTo>
                  <a:lnTo>
                    <a:pt x="679857" y="119238"/>
                  </a:lnTo>
                  <a:lnTo>
                    <a:pt x="687671" y="118581"/>
                  </a:lnTo>
                  <a:lnTo>
                    <a:pt x="695485" y="117964"/>
                  </a:lnTo>
                  <a:lnTo>
                    <a:pt x="703300" y="117296"/>
                  </a:lnTo>
                  <a:lnTo>
                    <a:pt x="711114" y="116738"/>
                  </a:lnTo>
                  <a:lnTo>
                    <a:pt x="718929" y="116125"/>
                  </a:lnTo>
                  <a:lnTo>
                    <a:pt x="726743" y="115563"/>
                  </a:lnTo>
                  <a:lnTo>
                    <a:pt x="734558" y="114897"/>
                  </a:lnTo>
                  <a:lnTo>
                    <a:pt x="742372" y="114310"/>
                  </a:lnTo>
                  <a:lnTo>
                    <a:pt x="750187" y="113573"/>
                  </a:lnTo>
                  <a:lnTo>
                    <a:pt x="758001" y="112841"/>
                  </a:lnTo>
                  <a:lnTo>
                    <a:pt x="765815" y="112073"/>
                  </a:lnTo>
                  <a:lnTo>
                    <a:pt x="773630" y="111592"/>
                  </a:lnTo>
                  <a:lnTo>
                    <a:pt x="781444" y="110757"/>
                  </a:lnTo>
                  <a:lnTo>
                    <a:pt x="789259" y="109938"/>
                  </a:lnTo>
                  <a:lnTo>
                    <a:pt x="797073" y="109167"/>
                  </a:lnTo>
                  <a:lnTo>
                    <a:pt x="804888" y="108516"/>
                  </a:lnTo>
                  <a:lnTo>
                    <a:pt x="812702" y="107796"/>
                  </a:lnTo>
                  <a:lnTo>
                    <a:pt x="820517" y="106994"/>
                  </a:lnTo>
                  <a:lnTo>
                    <a:pt x="828331" y="106163"/>
                  </a:lnTo>
                  <a:lnTo>
                    <a:pt x="836145" y="105553"/>
                  </a:lnTo>
                  <a:lnTo>
                    <a:pt x="843960" y="105184"/>
                  </a:lnTo>
                  <a:lnTo>
                    <a:pt x="851774" y="104599"/>
                  </a:lnTo>
                  <a:lnTo>
                    <a:pt x="859589" y="103996"/>
                  </a:lnTo>
                  <a:lnTo>
                    <a:pt x="867403" y="103366"/>
                  </a:lnTo>
                  <a:lnTo>
                    <a:pt x="875218" y="102818"/>
                  </a:lnTo>
                  <a:lnTo>
                    <a:pt x="883032" y="102302"/>
                  </a:lnTo>
                  <a:lnTo>
                    <a:pt x="890847" y="101672"/>
                  </a:lnTo>
                  <a:lnTo>
                    <a:pt x="898661" y="101005"/>
                  </a:lnTo>
                  <a:lnTo>
                    <a:pt x="906476" y="100342"/>
                  </a:lnTo>
                  <a:lnTo>
                    <a:pt x="914290" y="99658"/>
                  </a:lnTo>
                  <a:lnTo>
                    <a:pt x="922104" y="98900"/>
                  </a:lnTo>
                  <a:lnTo>
                    <a:pt x="929919" y="98169"/>
                  </a:lnTo>
                  <a:lnTo>
                    <a:pt x="937733" y="97287"/>
                  </a:lnTo>
                  <a:lnTo>
                    <a:pt x="945548" y="96409"/>
                  </a:lnTo>
                  <a:lnTo>
                    <a:pt x="953362" y="95679"/>
                  </a:lnTo>
                  <a:lnTo>
                    <a:pt x="961177" y="94907"/>
                  </a:lnTo>
                  <a:lnTo>
                    <a:pt x="968991" y="94277"/>
                  </a:lnTo>
                  <a:lnTo>
                    <a:pt x="976806" y="93734"/>
                  </a:lnTo>
                  <a:lnTo>
                    <a:pt x="984620" y="92981"/>
                  </a:lnTo>
                  <a:lnTo>
                    <a:pt x="992434" y="92386"/>
                  </a:lnTo>
                  <a:lnTo>
                    <a:pt x="1000249" y="91749"/>
                  </a:lnTo>
                  <a:lnTo>
                    <a:pt x="1008063" y="90966"/>
                  </a:lnTo>
                  <a:lnTo>
                    <a:pt x="1015878" y="90184"/>
                  </a:lnTo>
                  <a:lnTo>
                    <a:pt x="1023692" y="89401"/>
                  </a:lnTo>
                  <a:lnTo>
                    <a:pt x="1031507" y="88622"/>
                  </a:lnTo>
                  <a:lnTo>
                    <a:pt x="1039321" y="87846"/>
                  </a:lnTo>
                  <a:lnTo>
                    <a:pt x="1047136" y="87069"/>
                  </a:lnTo>
                  <a:lnTo>
                    <a:pt x="1054950" y="86293"/>
                  </a:lnTo>
                  <a:lnTo>
                    <a:pt x="1062765" y="85516"/>
                  </a:lnTo>
                  <a:lnTo>
                    <a:pt x="1070579" y="84738"/>
                  </a:lnTo>
                  <a:lnTo>
                    <a:pt x="1078393" y="83923"/>
                  </a:lnTo>
                  <a:lnTo>
                    <a:pt x="1086208" y="83119"/>
                  </a:lnTo>
                  <a:lnTo>
                    <a:pt x="1094022" y="82397"/>
                  </a:lnTo>
                  <a:lnTo>
                    <a:pt x="1101837" y="81618"/>
                  </a:lnTo>
                  <a:lnTo>
                    <a:pt x="1109651" y="80781"/>
                  </a:lnTo>
                  <a:lnTo>
                    <a:pt x="1117466" y="79925"/>
                  </a:lnTo>
                  <a:lnTo>
                    <a:pt x="1125280" y="79122"/>
                  </a:lnTo>
                  <a:lnTo>
                    <a:pt x="1133095" y="78325"/>
                  </a:lnTo>
                  <a:lnTo>
                    <a:pt x="1140909" y="77530"/>
                  </a:lnTo>
                  <a:lnTo>
                    <a:pt x="1148723" y="76736"/>
                  </a:lnTo>
                  <a:lnTo>
                    <a:pt x="1156538" y="75947"/>
                  </a:lnTo>
                  <a:lnTo>
                    <a:pt x="1164352" y="75120"/>
                  </a:lnTo>
                  <a:lnTo>
                    <a:pt x="1172167" y="74372"/>
                  </a:lnTo>
                  <a:lnTo>
                    <a:pt x="1179981" y="73587"/>
                  </a:lnTo>
                  <a:lnTo>
                    <a:pt x="1187796" y="72804"/>
                  </a:lnTo>
                  <a:lnTo>
                    <a:pt x="1195610" y="72024"/>
                  </a:lnTo>
                  <a:lnTo>
                    <a:pt x="1203425" y="71274"/>
                  </a:lnTo>
                  <a:lnTo>
                    <a:pt x="1211239" y="70553"/>
                  </a:lnTo>
                  <a:lnTo>
                    <a:pt x="1219053" y="69860"/>
                  </a:lnTo>
                  <a:lnTo>
                    <a:pt x="1226868" y="69182"/>
                  </a:lnTo>
                  <a:lnTo>
                    <a:pt x="1234682" y="68443"/>
                  </a:lnTo>
                  <a:lnTo>
                    <a:pt x="1242497" y="67693"/>
                  </a:lnTo>
                  <a:lnTo>
                    <a:pt x="1250311" y="67034"/>
                  </a:lnTo>
                  <a:lnTo>
                    <a:pt x="1258126" y="66366"/>
                  </a:lnTo>
                  <a:lnTo>
                    <a:pt x="1265940" y="65575"/>
                  </a:lnTo>
                  <a:lnTo>
                    <a:pt x="1273755" y="64872"/>
                  </a:lnTo>
                  <a:lnTo>
                    <a:pt x="1281569" y="64171"/>
                  </a:lnTo>
                  <a:lnTo>
                    <a:pt x="1289384" y="63313"/>
                  </a:lnTo>
                  <a:lnTo>
                    <a:pt x="1297198" y="62402"/>
                  </a:lnTo>
                  <a:lnTo>
                    <a:pt x="1305012" y="61734"/>
                  </a:lnTo>
                  <a:lnTo>
                    <a:pt x="1312827" y="61162"/>
                  </a:lnTo>
                  <a:lnTo>
                    <a:pt x="1320641" y="60713"/>
                  </a:lnTo>
                  <a:lnTo>
                    <a:pt x="1328456" y="60057"/>
                  </a:lnTo>
                  <a:lnTo>
                    <a:pt x="1336270" y="59512"/>
                  </a:lnTo>
                  <a:lnTo>
                    <a:pt x="1344085" y="58964"/>
                  </a:lnTo>
                  <a:lnTo>
                    <a:pt x="1351899" y="58154"/>
                  </a:lnTo>
                  <a:lnTo>
                    <a:pt x="1359714" y="57557"/>
                  </a:lnTo>
                  <a:lnTo>
                    <a:pt x="1367528" y="56955"/>
                  </a:lnTo>
                  <a:lnTo>
                    <a:pt x="1375342" y="56226"/>
                  </a:lnTo>
                  <a:lnTo>
                    <a:pt x="1383157" y="55693"/>
                  </a:lnTo>
                  <a:lnTo>
                    <a:pt x="1390971" y="54967"/>
                  </a:lnTo>
                  <a:lnTo>
                    <a:pt x="1398786" y="54213"/>
                  </a:lnTo>
                  <a:lnTo>
                    <a:pt x="1406600" y="53461"/>
                  </a:lnTo>
                  <a:lnTo>
                    <a:pt x="1414415" y="52707"/>
                  </a:lnTo>
                  <a:lnTo>
                    <a:pt x="1422229" y="51954"/>
                  </a:lnTo>
                  <a:lnTo>
                    <a:pt x="1430044" y="51203"/>
                  </a:lnTo>
                  <a:lnTo>
                    <a:pt x="1437858" y="50455"/>
                  </a:lnTo>
                  <a:lnTo>
                    <a:pt x="1445672" y="49715"/>
                  </a:lnTo>
                  <a:lnTo>
                    <a:pt x="1453487" y="48979"/>
                  </a:lnTo>
                  <a:lnTo>
                    <a:pt x="1461301" y="48245"/>
                  </a:lnTo>
                  <a:lnTo>
                    <a:pt x="1469116" y="47514"/>
                  </a:lnTo>
                  <a:lnTo>
                    <a:pt x="1476930" y="46785"/>
                  </a:lnTo>
                  <a:lnTo>
                    <a:pt x="1484745" y="46059"/>
                  </a:lnTo>
                  <a:lnTo>
                    <a:pt x="1492559" y="45051"/>
                  </a:lnTo>
                  <a:lnTo>
                    <a:pt x="1500374" y="44346"/>
                  </a:lnTo>
                  <a:lnTo>
                    <a:pt x="1508188" y="43679"/>
                  </a:lnTo>
                  <a:lnTo>
                    <a:pt x="1516003" y="43014"/>
                  </a:lnTo>
                  <a:lnTo>
                    <a:pt x="1523817" y="42328"/>
                  </a:lnTo>
                  <a:lnTo>
                    <a:pt x="1531631" y="41591"/>
                  </a:lnTo>
                  <a:lnTo>
                    <a:pt x="1539446" y="40805"/>
                  </a:lnTo>
                  <a:lnTo>
                    <a:pt x="1547260" y="40021"/>
                  </a:lnTo>
                  <a:lnTo>
                    <a:pt x="1555075" y="39239"/>
                  </a:lnTo>
                  <a:lnTo>
                    <a:pt x="1562889" y="38460"/>
                  </a:lnTo>
                  <a:lnTo>
                    <a:pt x="1570704" y="37682"/>
                  </a:lnTo>
                  <a:lnTo>
                    <a:pt x="1578518" y="36907"/>
                  </a:lnTo>
                  <a:lnTo>
                    <a:pt x="1586333" y="36134"/>
                  </a:lnTo>
                  <a:lnTo>
                    <a:pt x="1594147" y="35364"/>
                  </a:lnTo>
                  <a:lnTo>
                    <a:pt x="1601961" y="34595"/>
                  </a:lnTo>
                  <a:lnTo>
                    <a:pt x="1609776" y="33829"/>
                  </a:lnTo>
                  <a:lnTo>
                    <a:pt x="1617590" y="33066"/>
                  </a:lnTo>
                  <a:lnTo>
                    <a:pt x="1625405" y="32307"/>
                  </a:lnTo>
                  <a:lnTo>
                    <a:pt x="1633219" y="31568"/>
                  </a:lnTo>
                  <a:lnTo>
                    <a:pt x="1641034" y="30910"/>
                  </a:lnTo>
                  <a:lnTo>
                    <a:pt x="1648848" y="30261"/>
                  </a:lnTo>
                  <a:lnTo>
                    <a:pt x="1656663" y="29605"/>
                  </a:lnTo>
                  <a:lnTo>
                    <a:pt x="1664477" y="28954"/>
                  </a:lnTo>
                  <a:lnTo>
                    <a:pt x="1672291" y="28218"/>
                  </a:lnTo>
                  <a:lnTo>
                    <a:pt x="1680106" y="27484"/>
                  </a:lnTo>
                  <a:lnTo>
                    <a:pt x="1687920" y="26863"/>
                  </a:lnTo>
                  <a:lnTo>
                    <a:pt x="1695735" y="26302"/>
                  </a:lnTo>
                  <a:lnTo>
                    <a:pt x="1703549" y="25745"/>
                  </a:lnTo>
                  <a:lnTo>
                    <a:pt x="1711364" y="25133"/>
                  </a:lnTo>
                  <a:lnTo>
                    <a:pt x="1719178" y="24506"/>
                  </a:lnTo>
                  <a:lnTo>
                    <a:pt x="1726993" y="23881"/>
                  </a:lnTo>
                  <a:lnTo>
                    <a:pt x="1734807" y="23259"/>
                  </a:lnTo>
                  <a:lnTo>
                    <a:pt x="1742622" y="22663"/>
                  </a:lnTo>
                  <a:lnTo>
                    <a:pt x="1750436" y="22087"/>
                  </a:lnTo>
                  <a:lnTo>
                    <a:pt x="1758250" y="21501"/>
                  </a:lnTo>
                  <a:lnTo>
                    <a:pt x="1766065" y="20910"/>
                  </a:lnTo>
                  <a:lnTo>
                    <a:pt x="1773879" y="20304"/>
                  </a:lnTo>
                  <a:lnTo>
                    <a:pt x="1781694" y="19742"/>
                  </a:lnTo>
                  <a:lnTo>
                    <a:pt x="1789508" y="19063"/>
                  </a:lnTo>
                  <a:lnTo>
                    <a:pt x="1797323" y="18368"/>
                  </a:lnTo>
                  <a:lnTo>
                    <a:pt x="1805137" y="17765"/>
                  </a:lnTo>
                  <a:lnTo>
                    <a:pt x="1812952" y="17166"/>
                  </a:lnTo>
                  <a:lnTo>
                    <a:pt x="1820766" y="16520"/>
                  </a:lnTo>
                  <a:lnTo>
                    <a:pt x="1828580" y="15787"/>
                  </a:lnTo>
                  <a:lnTo>
                    <a:pt x="1836395" y="15031"/>
                  </a:lnTo>
                  <a:lnTo>
                    <a:pt x="1844209" y="14335"/>
                  </a:lnTo>
                  <a:lnTo>
                    <a:pt x="1852024" y="13609"/>
                  </a:lnTo>
                  <a:lnTo>
                    <a:pt x="1859838" y="12890"/>
                  </a:lnTo>
                  <a:lnTo>
                    <a:pt x="1867653" y="12335"/>
                  </a:lnTo>
                  <a:lnTo>
                    <a:pt x="1875467" y="11798"/>
                  </a:lnTo>
                  <a:lnTo>
                    <a:pt x="1883282" y="11264"/>
                  </a:lnTo>
                  <a:lnTo>
                    <a:pt x="1891096" y="10601"/>
                  </a:lnTo>
                  <a:lnTo>
                    <a:pt x="1898910" y="9794"/>
                  </a:lnTo>
                  <a:lnTo>
                    <a:pt x="1906725" y="8991"/>
                  </a:lnTo>
                  <a:lnTo>
                    <a:pt x="1914539" y="8308"/>
                  </a:lnTo>
                  <a:lnTo>
                    <a:pt x="1922354" y="7710"/>
                  </a:lnTo>
                  <a:lnTo>
                    <a:pt x="1930168" y="7117"/>
                  </a:lnTo>
                  <a:lnTo>
                    <a:pt x="1937983" y="6271"/>
                  </a:lnTo>
                  <a:lnTo>
                    <a:pt x="1945797" y="5635"/>
                  </a:lnTo>
                  <a:lnTo>
                    <a:pt x="1953612" y="5103"/>
                  </a:lnTo>
                  <a:lnTo>
                    <a:pt x="1961426" y="4574"/>
                  </a:lnTo>
                  <a:lnTo>
                    <a:pt x="1969241" y="4048"/>
                  </a:lnTo>
                  <a:lnTo>
                    <a:pt x="1977055" y="3525"/>
                  </a:lnTo>
                  <a:lnTo>
                    <a:pt x="1984869" y="3005"/>
                  </a:lnTo>
                  <a:lnTo>
                    <a:pt x="1992684" y="2462"/>
                  </a:lnTo>
                  <a:lnTo>
                    <a:pt x="2000498" y="1855"/>
                  </a:lnTo>
                  <a:lnTo>
                    <a:pt x="2008313" y="1234"/>
                  </a:lnTo>
                  <a:lnTo>
                    <a:pt x="2016127" y="616"/>
                  </a:lnTo>
                  <a:lnTo>
                    <a:pt x="2023942" y="0"/>
                  </a:lnTo>
                  <a:lnTo>
                    <a:pt x="2023942" y="209513"/>
                  </a:lnTo>
                  <a:lnTo>
                    <a:pt x="2016127" y="209330"/>
                  </a:lnTo>
                  <a:lnTo>
                    <a:pt x="2008313" y="209144"/>
                  </a:lnTo>
                  <a:lnTo>
                    <a:pt x="2000498" y="208956"/>
                  </a:lnTo>
                  <a:lnTo>
                    <a:pt x="1992684" y="208767"/>
                  </a:lnTo>
                  <a:lnTo>
                    <a:pt x="1984869" y="208507"/>
                  </a:lnTo>
                  <a:lnTo>
                    <a:pt x="1977055" y="208147"/>
                  </a:lnTo>
                  <a:lnTo>
                    <a:pt x="1969241" y="207787"/>
                  </a:lnTo>
                  <a:lnTo>
                    <a:pt x="1961426" y="207427"/>
                  </a:lnTo>
                  <a:lnTo>
                    <a:pt x="1953612" y="207066"/>
                  </a:lnTo>
                  <a:lnTo>
                    <a:pt x="1945797" y="206706"/>
                  </a:lnTo>
                  <a:lnTo>
                    <a:pt x="1937983" y="206345"/>
                  </a:lnTo>
                  <a:lnTo>
                    <a:pt x="1930168" y="205984"/>
                  </a:lnTo>
                  <a:lnTo>
                    <a:pt x="1922354" y="205784"/>
                  </a:lnTo>
                  <a:lnTo>
                    <a:pt x="1914539" y="205616"/>
                  </a:lnTo>
                  <a:lnTo>
                    <a:pt x="1906725" y="205447"/>
                  </a:lnTo>
                  <a:lnTo>
                    <a:pt x="1898910" y="205279"/>
                  </a:lnTo>
                  <a:lnTo>
                    <a:pt x="1891096" y="205110"/>
                  </a:lnTo>
                  <a:lnTo>
                    <a:pt x="1883282" y="204941"/>
                  </a:lnTo>
                  <a:lnTo>
                    <a:pt x="1875467" y="204772"/>
                  </a:lnTo>
                  <a:lnTo>
                    <a:pt x="1867653" y="204603"/>
                  </a:lnTo>
                  <a:lnTo>
                    <a:pt x="1859838" y="204434"/>
                  </a:lnTo>
                  <a:lnTo>
                    <a:pt x="1852024" y="204265"/>
                  </a:lnTo>
                  <a:lnTo>
                    <a:pt x="1844209" y="204095"/>
                  </a:lnTo>
                  <a:lnTo>
                    <a:pt x="1836395" y="203926"/>
                  </a:lnTo>
                  <a:lnTo>
                    <a:pt x="1828580" y="203756"/>
                  </a:lnTo>
                  <a:lnTo>
                    <a:pt x="1820766" y="203586"/>
                  </a:lnTo>
                  <a:lnTo>
                    <a:pt x="1812952" y="203416"/>
                  </a:lnTo>
                  <a:lnTo>
                    <a:pt x="1805137" y="203246"/>
                  </a:lnTo>
                  <a:lnTo>
                    <a:pt x="1797323" y="203076"/>
                  </a:lnTo>
                  <a:lnTo>
                    <a:pt x="1789508" y="202854"/>
                  </a:lnTo>
                  <a:lnTo>
                    <a:pt x="1781694" y="202609"/>
                  </a:lnTo>
                  <a:lnTo>
                    <a:pt x="1773879" y="202362"/>
                  </a:lnTo>
                  <a:lnTo>
                    <a:pt x="1766065" y="202110"/>
                  </a:lnTo>
                  <a:lnTo>
                    <a:pt x="1758250" y="201773"/>
                  </a:lnTo>
                  <a:lnTo>
                    <a:pt x="1750436" y="201386"/>
                  </a:lnTo>
                  <a:lnTo>
                    <a:pt x="1742622" y="200998"/>
                  </a:lnTo>
                  <a:lnTo>
                    <a:pt x="1734807" y="200610"/>
                  </a:lnTo>
                  <a:lnTo>
                    <a:pt x="1726993" y="200222"/>
                  </a:lnTo>
                  <a:lnTo>
                    <a:pt x="1719178" y="200012"/>
                  </a:lnTo>
                  <a:lnTo>
                    <a:pt x="1711364" y="199901"/>
                  </a:lnTo>
                  <a:lnTo>
                    <a:pt x="1703549" y="199790"/>
                  </a:lnTo>
                  <a:lnTo>
                    <a:pt x="1695735" y="199679"/>
                  </a:lnTo>
                  <a:lnTo>
                    <a:pt x="1687920" y="199567"/>
                  </a:lnTo>
                  <a:lnTo>
                    <a:pt x="1680106" y="199363"/>
                  </a:lnTo>
                  <a:lnTo>
                    <a:pt x="1672291" y="199115"/>
                  </a:lnTo>
                  <a:lnTo>
                    <a:pt x="1664477" y="198867"/>
                  </a:lnTo>
                  <a:lnTo>
                    <a:pt x="1656663" y="198622"/>
                  </a:lnTo>
                  <a:lnTo>
                    <a:pt x="1648848" y="198497"/>
                  </a:lnTo>
                  <a:lnTo>
                    <a:pt x="1641034" y="198371"/>
                  </a:lnTo>
                  <a:lnTo>
                    <a:pt x="1633219" y="198245"/>
                  </a:lnTo>
                  <a:lnTo>
                    <a:pt x="1625405" y="197952"/>
                  </a:lnTo>
                  <a:lnTo>
                    <a:pt x="1617590" y="197656"/>
                  </a:lnTo>
                  <a:lnTo>
                    <a:pt x="1609776" y="197360"/>
                  </a:lnTo>
                  <a:lnTo>
                    <a:pt x="1601961" y="197063"/>
                  </a:lnTo>
                  <a:lnTo>
                    <a:pt x="1594147" y="196767"/>
                  </a:lnTo>
                  <a:lnTo>
                    <a:pt x="1586333" y="196470"/>
                  </a:lnTo>
                  <a:lnTo>
                    <a:pt x="1578518" y="196278"/>
                  </a:lnTo>
                  <a:lnTo>
                    <a:pt x="1570704" y="196139"/>
                  </a:lnTo>
                  <a:lnTo>
                    <a:pt x="1562889" y="196133"/>
                  </a:lnTo>
                  <a:lnTo>
                    <a:pt x="1555075" y="196140"/>
                  </a:lnTo>
                  <a:lnTo>
                    <a:pt x="1547260" y="196147"/>
                  </a:lnTo>
                  <a:lnTo>
                    <a:pt x="1539446" y="196151"/>
                  </a:lnTo>
                  <a:lnTo>
                    <a:pt x="1531631" y="196153"/>
                  </a:lnTo>
                  <a:lnTo>
                    <a:pt x="1523817" y="196048"/>
                  </a:lnTo>
                  <a:lnTo>
                    <a:pt x="1516003" y="195755"/>
                  </a:lnTo>
                  <a:lnTo>
                    <a:pt x="1508188" y="195461"/>
                  </a:lnTo>
                  <a:lnTo>
                    <a:pt x="1500374" y="195167"/>
                  </a:lnTo>
                  <a:lnTo>
                    <a:pt x="1492559" y="194869"/>
                  </a:lnTo>
                  <a:lnTo>
                    <a:pt x="1484745" y="194611"/>
                  </a:lnTo>
                  <a:lnTo>
                    <a:pt x="1476930" y="194472"/>
                  </a:lnTo>
                  <a:lnTo>
                    <a:pt x="1469116" y="194333"/>
                  </a:lnTo>
                  <a:lnTo>
                    <a:pt x="1461301" y="194195"/>
                  </a:lnTo>
                  <a:lnTo>
                    <a:pt x="1453487" y="194172"/>
                  </a:lnTo>
                  <a:lnTo>
                    <a:pt x="1445672" y="194149"/>
                  </a:lnTo>
                  <a:lnTo>
                    <a:pt x="1437858" y="194126"/>
                  </a:lnTo>
                  <a:lnTo>
                    <a:pt x="1430044" y="194010"/>
                  </a:lnTo>
                  <a:lnTo>
                    <a:pt x="1422229" y="193682"/>
                  </a:lnTo>
                  <a:lnTo>
                    <a:pt x="1414415" y="193348"/>
                  </a:lnTo>
                  <a:lnTo>
                    <a:pt x="1406600" y="193189"/>
                  </a:lnTo>
                  <a:lnTo>
                    <a:pt x="1398786" y="193046"/>
                  </a:lnTo>
                  <a:lnTo>
                    <a:pt x="1390971" y="192903"/>
                  </a:lnTo>
                  <a:lnTo>
                    <a:pt x="1383157" y="192760"/>
                  </a:lnTo>
                  <a:lnTo>
                    <a:pt x="1375342" y="192544"/>
                  </a:lnTo>
                  <a:lnTo>
                    <a:pt x="1367528" y="192282"/>
                  </a:lnTo>
                  <a:lnTo>
                    <a:pt x="1359714" y="192127"/>
                  </a:lnTo>
                  <a:lnTo>
                    <a:pt x="1351899" y="191848"/>
                  </a:lnTo>
                  <a:lnTo>
                    <a:pt x="1344085" y="191819"/>
                  </a:lnTo>
                  <a:lnTo>
                    <a:pt x="1336270" y="191790"/>
                  </a:lnTo>
                  <a:lnTo>
                    <a:pt x="1328456" y="191762"/>
                  </a:lnTo>
                  <a:lnTo>
                    <a:pt x="1320641" y="191637"/>
                  </a:lnTo>
                  <a:lnTo>
                    <a:pt x="1312827" y="191499"/>
                  </a:lnTo>
                  <a:lnTo>
                    <a:pt x="1305012" y="191361"/>
                  </a:lnTo>
                  <a:lnTo>
                    <a:pt x="1297198" y="191223"/>
                  </a:lnTo>
                  <a:lnTo>
                    <a:pt x="1289384" y="191081"/>
                  </a:lnTo>
                  <a:lnTo>
                    <a:pt x="1281569" y="190939"/>
                  </a:lnTo>
                  <a:lnTo>
                    <a:pt x="1273755" y="190797"/>
                  </a:lnTo>
                  <a:lnTo>
                    <a:pt x="1265940" y="190654"/>
                  </a:lnTo>
                  <a:lnTo>
                    <a:pt x="1258126" y="190512"/>
                  </a:lnTo>
                  <a:lnTo>
                    <a:pt x="1250311" y="190369"/>
                  </a:lnTo>
                  <a:lnTo>
                    <a:pt x="1242497" y="190226"/>
                  </a:lnTo>
                  <a:lnTo>
                    <a:pt x="1234682" y="190080"/>
                  </a:lnTo>
                  <a:lnTo>
                    <a:pt x="1226868" y="189881"/>
                  </a:lnTo>
                  <a:lnTo>
                    <a:pt x="1219053" y="189680"/>
                  </a:lnTo>
                  <a:lnTo>
                    <a:pt x="1211239" y="189348"/>
                  </a:lnTo>
                  <a:lnTo>
                    <a:pt x="1203425" y="188984"/>
                  </a:lnTo>
                  <a:lnTo>
                    <a:pt x="1195610" y="188705"/>
                  </a:lnTo>
                  <a:lnTo>
                    <a:pt x="1187796" y="188493"/>
                  </a:lnTo>
                  <a:lnTo>
                    <a:pt x="1179981" y="188045"/>
                  </a:lnTo>
                  <a:lnTo>
                    <a:pt x="1172167" y="187596"/>
                  </a:lnTo>
                  <a:lnTo>
                    <a:pt x="1164352" y="187158"/>
                  </a:lnTo>
                  <a:lnTo>
                    <a:pt x="1156538" y="186794"/>
                  </a:lnTo>
                  <a:lnTo>
                    <a:pt x="1148723" y="186739"/>
                  </a:lnTo>
                  <a:lnTo>
                    <a:pt x="1140909" y="186691"/>
                  </a:lnTo>
                  <a:lnTo>
                    <a:pt x="1133095" y="186638"/>
                  </a:lnTo>
                  <a:lnTo>
                    <a:pt x="1125280" y="186435"/>
                  </a:lnTo>
                  <a:lnTo>
                    <a:pt x="1117466" y="186156"/>
                  </a:lnTo>
                  <a:lnTo>
                    <a:pt x="1109651" y="186254"/>
                  </a:lnTo>
                  <a:lnTo>
                    <a:pt x="1101837" y="186099"/>
                  </a:lnTo>
                  <a:lnTo>
                    <a:pt x="1094022" y="185713"/>
                  </a:lnTo>
                  <a:lnTo>
                    <a:pt x="1086208" y="185312"/>
                  </a:lnTo>
                  <a:lnTo>
                    <a:pt x="1078393" y="184909"/>
                  </a:lnTo>
                  <a:lnTo>
                    <a:pt x="1070579" y="184506"/>
                  </a:lnTo>
                  <a:lnTo>
                    <a:pt x="1062765" y="184302"/>
                  </a:lnTo>
                  <a:lnTo>
                    <a:pt x="1054950" y="184152"/>
                  </a:lnTo>
                  <a:lnTo>
                    <a:pt x="1047136" y="184140"/>
                  </a:lnTo>
                  <a:lnTo>
                    <a:pt x="1039321" y="183820"/>
                  </a:lnTo>
                  <a:lnTo>
                    <a:pt x="1031507" y="184023"/>
                  </a:lnTo>
                  <a:lnTo>
                    <a:pt x="1023692" y="184114"/>
                  </a:lnTo>
                  <a:lnTo>
                    <a:pt x="1015878" y="184020"/>
                  </a:lnTo>
                  <a:lnTo>
                    <a:pt x="1008063" y="183713"/>
                  </a:lnTo>
                  <a:lnTo>
                    <a:pt x="1000249" y="183406"/>
                  </a:lnTo>
                  <a:lnTo>
                    <a:pt x="992434" y="183238"/>
                  </a:lnTo>
                  <a:lnTo>
                    <a:pt x="984620" y="183154"/>
                  </a:lnTo>
                  <a:lnTo>
                    <a:pt x="976806" y="183070"/>
                  </a:lnTo>
                  <a:lnTo>
                    <a:pt x="968991" y="182985"/>
                  </a:lnTo>
                  <a:lnTo>
                    <a:pt x="961177" y="182901"/>
                  </a:lnTo>
                  <a:lnTo>
                    <a:pt x="953362" y="182826"/>
                  </a:lnTo>
                  <a:lnTo>
                    <a:pt x="945548" y="182658"/>
                  </a:lnTo>
                  <a:lnTo>
                    <a:pt x="937733" y="182460"/>
                  </a:lnTo>
                  <a:lnTo>
                    <a:pt x="929919" y="182314"/>
                  </a:lnTo>
                  <a:lnTo>
                    <a:pt x="922104" y="182298"/>
                  </a:lnTo>
                  <a:lnTo>
                    <a:pt x="914290" y="182282"/>
                  </a:lnTo>
                  <a:lnTo>
                    <a:pt x="906476" y="182158"/>
                  </a:lnTo>
                  <a:lnTo>
                    <a:pt x="898661" y="181674"/>
                  </a:lnTo>
                  <a:lnTo>
                    <a:pt x="890847" y="181738"/>
                  </a:lnTo>
                  <a:lnTo>
                    <a:pt x="883032" y="181662"/>
                  </a:lnTo>
                  <a:lnTo>
                    <a:pt x="875218" y="181807"/>
                  </a:lnTo>
                  <a:lnTo>
                    <a:pt x="867403" y="181614"/>
                  </a:lnTo>
                  <a:lnTo>
                    <a:pt x="859589" y="181678"/>
                  </a:lnTo>
                  <a:lnTo>
                    <a:pt x="851774" y="181757"/>
                  </a:lnTo>
                  <a:lnTo>
                    <a:pt x="843960" y="181569"/>
                  </a:lnTo>
                  <a:lnTo>
                    <a:pt x="836145" y="181638"/>
                  </a:lnTo>
                  <a:lnTo>
                    <a:pt x="828331" y="181699"/>
                  </a:lnTo>
                  <a:lnTo>
                    <a:pt x="820517" y="181657"/>
                  </a:lnTo>
                  <a:lnTo>
                    <a:pt x="812702" y="181472"/>
                  </a:lnTo>
                  <a:lnTo>
                    <a:pt x="804888" y="181329"/>
                  </a:lnTo>
                  <a:lnTo>
                    <a:pt x="797073" y="181183"/>
                  </a:lnTo>
                  <a:lnTo>
                    <a:pt x="789259" y="181102"/>
                  </a:lnTo>
                  <a:lnTo>
                    <a:pt x="781444" y="181018"/>
                  </a:lnTo>
                  <a:lnTo>
                    <a:pt x="773630" y="180873"/>
                  </a:lnTo>
                  <a:lnTo>
                    <a:pt x="765815" y="180858"/>
                  </a:lnTo>
                  <a:lnTo>
                    <a:pt x="758001" y="180782"/>
                  </a:lnTo>
                  <a:lnTo>
                    <a:pt x="750187" y="180964"/>
                  </a:lnTo>
                  <a:lnTo>
                    <a:pt x="742372" y="181093"/>
                  </a:lnTo>
                  <a:lnTo>
                    <a:pt x="734558" y="181128"/>
                  </a:lnTo>
                  <a:lnTo>
                    <a:pt x="726743" y="181063"/>
                  </a:lnTo>
                  <a:lnTo>
                    <a:pt x="718929" y="181447"/>
                  </a:lnTo>
                  <a:lnTo>
                    <a:pt x="711114" y="181858"/>
                  </a:lnTo>
                  <a:lnTo>
                    <a:pt x="703300" y="181957"/>
                  </a:lnTo>
                  <a:lnTo>
                    <a:pt x="695485" y="182048"/>
                  </a:lnTo>
                  <a:lnTo>
                    <a:pt x="687671" y="182021"/>
                  </a:lnTo>
                  <a:lnTo>
                    <a:pt x="679857" y="182315"/>
                  </a:lnTo>
                  <a:lnTo>
                    <a:pt x="672042" y="181925"/>
                  </a:lnTo>
                  <a:lnTo>
                    <a:pt x="664228" y="181888"/>
                  </a:lnTo>
                  <a:lnTo>
                    <a:pt x="656413" y="181852"/>
                  </a:lnTo>
                  <a:lnTo>
                    <a:pt x="648599" y="181688"/>
                  </a:lnTo>
                  <a:lnTo>
                    <a:pt x="640784" y="181809"/>
                  </a:lnTo>
                  <a:lnTo>
                    <a:pt x="632970" y="181780"/>
                  </a:lnTo>
                  <a:lnTo>
                    <a:pt x="625155" y="181760"/>
                  </a:lnTo>
                  <a:lnTo>
                    <a:pt x="617341" y="181829"/>
                  </a:lnTo>
                  <a:lnTo>
                    <a:pt x="609526" y="181877"/>
                  </a:lnTo>
                  <a:lnTo>
                    <a:pt x="601712" y="182009"/>
                  </a:lnTo>
                  <a:lnTo>
                    <a:pt x="593898" y="182142"/>
                  </a:lnTo>
                  <a:lnTo>
                    <a:pt x="586083" y="182284"/>
                  </a:lnTo>
                  <a:lnTo>
                    <a:pt x="578269" y="182460"/>
                  </a:lnTo>
                  <a:lnTo>
                    <a:pt x="570454" y="182835"/>
                  </a:lnTo>
                  <a:lnTo>
                    <a:pt x="562640" y="183318"/>
                  </a:lnTo>
                  <a:lnTo>
                    <a:pt x="554825" y="183549"/>
                  </a:lnTo>
                  <a:lnTo>
                    <a:pt x="547011" y="183543"/>
                  </a:lnTo>
                  <a:lnTo>
                    <a:pt x="539196" y="183785"/>
                  </a:lnTo>
                  <a:lnTo>
                    <a:pt x="531382" y="184161"/>
                  </a:lnTo>
                  <a:lnTo>
                    <a:pt x="523568" y="184414"/>
                  </a:lnTo>
                  <a:lnTo>
                    <a:pt x="515753" y="184472"/>
                  </a:lnTo>
                  <a:lnTo>
                    <a:pt x="507939" y="184826"/>
                  </a:lnTo>
                  <a:lnTo>
                    <a:pt x="500124" y="185075"/>
                  </a:lnTo>
                  <a:lnTo>
                    <a:pt x="492310" y="185349"/>
                  </a:lnTo>
                  <a:lnTo>
                    <a:pt x="484495" y="185423"/>
                  </a:lnTo>
                  <a:lnTo>
                    <a:pt x="476681" y="185848"/>
                  </a:lnTo>
                  <a:lnTo>
                    <a:pt x="468866" y="185973"/>
                  </a:lnTo>
                  <a:lnTo>
                    <a:pt x="461052" y="186247"/>
                  </a:lnTo>
                  <a:lnTo>
                    <a:pt x="453238" y="186594"/>
                  </a:lnTo>
                  <a:lnTo>
                    <a:pt x="445423" y="187101"/>
                  </a:lnTo>
                  <a:lnTo>
                    <a:pt x="437609" y="187473"/>
                  </a:lnTo>
                  <a:lnTo>
                    <a:pt x="429794" y="187968"/>
                  </a:lnTo>
                  <a:lnTo>
                    <a:pt x="421980" y="188431"/>
                  </a:lnTo>
                  <a:lnTo>
                    <a:pt x="414165" y="188740"/>
                  </a:lnTo>
                  <a:lnTo>
                    <a:pt x="406351" y="189109"/>
                  </a:lnTo>
                  <a:lnTo>
                    <a:pt x="398536" y="189322"/>
                  </a:lnTo>
                  <a:lnTo>
                    <a:pt x="390722" y="189698"/>
                  </a:lnTo>
                  <a:lnTo>
                    <a:pt x="382907" y="190291"/>
                  </a:lnTo>
                  <a:lnTo>
                    <a:pt x="375093" y="190522"/>
                  </a:lnTo>
                  <a:lnTo>
                    <a:pt x="367279" y="190818"/>
                  </a:lnTo>
                  <a:lnTo>
                    <a:pt x="359464" y="191387"/>
                  </a:lnTo>
                  <a:lnTo>
                    <a:pt x="351650" y="192071"/>
                  </a:lnTo>
                  <a:lnTo>
                    <a:pt x="343835" y="192777"/>
                  </a:lnTo>
                  <a:lnTo>
                    <a:pt x="336021" y="193468"/>
                  </a:lnTo>
                  <a:lnTo>
                    <a:pt x="328206" y="194097"/>
                  </a:lnTo>
                  <a:lnTo>
                    <a:pt x="320392" y="194404"/>
                  </a:lnTo>
                  <a:lnTo>
                    <a:pt x="312577" y="194808"/>
                  </a:lnTo>
                  <a:lnTo>
                    <a:pt x="304763" y="195289"/>
                  </a:lnTo>
                  <a:lnTo>
                    <a:pt x="296949" y="195838"/>
                  </a:lnTo>
                  <a:lnTo>
                    <a:pt x="289134" y="196623"/>
                  </a:lnTo>
                  <a:lnTo>
                    <a:pt x="281320" y="197052"/>
                  </a:lnTo>
                  <a:lnTo>
                    <a:pt x="273505" y="197472"/>
                  </a:lnTo>
                  <a:lnTo>
                    <a:pt x="265691" y="197824"/>
                  </a:lnTo>
                  <a:lnTo>
                    <a:pt x="257876" y="198134"/>
                  </a:lnTo>
                  <a:lnTo>
                    <a:pt x="250062" y="198740"/>
                  </a:lnTo>
                  <a:lnTo>
                    <a:pt x="242247" y="199345"/>
                  </a:lnTo>
                  <a:lnTo>
                    <a:pt x="234433" y="199983"/>
                  </a:lnTo>
                  <a:lnTo>
                    <a:pt x="226619" y="200535"/>
                  </a:lnTo>
                  <a:lnTo>
                    <a:pt x="218804" y="201108"/>
                  </a:lnTo>
                  <a:lnTo>
                    <a:pt x="210990" y="201680"/>
                  </a:lnTo>
                  <a:lnTo>
                    <a:pt x="203175" y="202251"/>
                  </a:lnTo>
                  <a:lnTo>
                    <a:pt x="195361" y="202812"/>
                  </a:lnTo>
                  <a:lnTo>
                    <a:pt x="187546" y="203373"/>
                  </a:lnTo>
                  <a:lnTo>
                    <a:pt x="179732" y="203944"/>
                  </a:lnTo>
                  <a:lnTo>
                    <a:pt x="171917" y="204647"/>
                  </a:lnTo>
                  <a:lnTo>
                    <a:pt x="164103" y="205346"/>
                  </a:lnTo>
                  <a:lnTo>
                    <a:pt x="156288" y="206040"/>
                  </a:lnTo>
                  <a:lnTo>
                    <a:pt x="148474" y="206730"/>
                  </a:lnTo>
                  <a:lnTo>
                    <a:pt x="140660" y="207417"/>
                  </a:lnTo>
                  <a:lnTo>
                    <a:pt x="132845" y="208096"/>
                  </a:lnTo>
                  <a:lnTo>
                    <a:pt x="125031" y="208572"/>
                  </a:lnTo>
                  <a:lnTo>
                    <a:pt x="117216" y="209075"/>
                  </a:lnTo>
                  <a:lnTo>
                    <a:pt x="109402" y="209459"/>
                  </a:lnTo>
                  <a:lnTo>
                    <a:pt x="101587" y="209827"/>
                  </a:lnTo>
                  <a:lnTo>
                    <a:pt x="93773" y="210231"/>
                  </a:lnTo>
                  <a:lnTo>
                    <a:pt x="85958" y="210618"/>
                  </a:lnTo>
                  <a:lnTo>
                    <a:pt x="78144" y="211227"/>
                  </a:lnTo>
                  <a:lnTo>
                    <a:pt x="70330" y="211804"/>
                  </a:lnTo>
                  <a:lnTo>
                    <a:pt x="62515" y="212245"/>
                  </a:lnTo>
                  <a:lnTo>
                    <a:pt x="54701" y="212766"/>
                  </a:lnTo>
                  <a:lnTo>
                    <a:pt x="46886" y="213227"/>
                  </a:lnTo>
                  <a:lnTo>
                    <a:pt x="39072" y="213697"/>
                  </a:lnTo>
                  <a:lnTo>
                    <a:pt x="31257" y="214239"/>
                  </a:lnTo>
                  <a:lnTo>
                    <a:pt x="23443" y="214779"/>
                  </a:lnTo>
                  <a:lnTo>
                    <a:pt x="15628" y="215318"/>
                  </a:lnTo>
                  <a:lnTo>
                    <a:pt x="7814" y="215856"/>
                  </a:lnTo>
                  <a:lnTo>
                    <a:pt x="0" y="216393"/>
                  </a:lnTo>
                  <a:close/>
                </a:path>
              </a:pathLst>
            </a:custGeom>
            <a:solidFill>
              <a:srgbClr val="D55E00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150" name="pl149"/>
            <p:cNvSpPr/>
            <p:nvPr/>
          </p:nvSpPr>
          <p:spPr>
            <a:xfrm>
              <a:off x="3632283" y="3534070"/>
              <a:ext cx="2023942" cy="133066"/>
            </a:xfrm>
            <a:custGeom>
              <a:avLst/>
              <a:pathLst>
                <a:path w="2023942" h="133066">
                  <a:moveTo>
                    <a:pt x="0" y="132097"/>
                  </a:moveTo>
                  <a:lnTo>
                    <a:pt x="7814" y="132267"/>
                  </a:lnTo>
                  <a:lnTo>
                    <a:pt x="15628" y="132286"/>
                  </a:lnTo>
                  <a:lnTo>
                    <a:pt x="23443" y="132213"/>
                  </a:lnTo>
                  <a:lnTo>
                    <a:pt x="31257" y="132194"/>
                  </a:lnTo>
                  <a:lnTo>
                    <a:pt x="39072" y="132178"/>
                  </a:lnTo>
                  <a:lnTo>
                    <a:pt x="46886" y="132242"/>
                  </a:lnTo>
                  <a:lnTo>
                    <a:pt x="54701" y="132300"/>
                  </a:lnTo>
                  <a:lnTo>
                    <a:pt x="62515" y="132513"/>
                  </a:lnTo>
                  <a:lnTo>
                    <a:pt x="70330" y="132802"/>
                  </a:lnTo>
                  <a:lnTo>
                    <a:pt x="78144" y="132848"/>
                  </a:lnTo>
                  <a:lnTo>
                    <a:pt x="85958" y="132945"/>
                  </a:lnTo>
                  <a:lnTo>
                    <a:pt x="93773" y="132886"/>
                  </a:lnTo>
                  <a:lnTo>
                    <a:pt x="101587" y="132886"/>
                  </a:lnTo>
                  <a:lnTo>
                    <a:pt x="109402" y="132976"/>
                  </a:lnTo>
                  <a:lnTo>
                    <a:pt x="117216" y="133066"/>
                  </a:lnTo>
                  <a:lnTo>
                    <a:pt x="125031" y="132990"/>
                  </a:lnTo>
                  <a:lnTo>
                    <a:pt x="132845" y="132968"/>
                  </a:lnTo>
                  <a:lnTo>
                    <a:pt x="140660" y="132803"/>
                  </a:lnTo>
                  <a:lnTo>
                    <a:pt x="148474" y="132743"/>
                  </a:lnTo>
                  <a:lnTo>
                    <a:pt x="156288" y="132862"/>
                  </a:lnTo>
                  <a:lnTo>
                    <a:pt x="164103" y="132900"/>
                  </a:lnTo>
                  <a:lnTo>
                    <a:pt x="171917" y="132840"/>
                  </a:lnTo>
                  <a:lnTo>
                    <a:pt x="179732" y="132599"/>
                  </a:lnTo>
                  <a:lnTo>
                    <a:pt x="187546" y="132809"/>
                  </a:lnTo>
                  <a:lnTo>
                    <a:pt x="195361" y="132766"/>
                  </a:lnTo>
                  <a:lnTo>
                    <a:pt x="203175" y="132840"/>
                  </a:lnTo>
                  <a:lnTo>
                    <a:pt x="210990" y="132679"/>
                  </a:lnTo>
                  <a:lnTo>
                    <a:pt x="218804" y="132619"/>
                  </a:lnTo>
                  <a:lnTo>
                    <a:pt x="226619" y="132573"/>
                  </a:lnTo>
                  <a:lnTo>
                    <a:pt x="234433" y="132613"/>
                  </a:lnTo>
                  <a:lnTo>
                    <a:pt x="242247" y="132463"/>
                  </a:lnTo>
                  <a:lnTo>
                    <a:pt x="250062" y="132297"/>
                  </a:lnTo>
                  <a:lnTo>
                    <a:pt x="257876" y="132137"/>
                  </a:lnTo>
                  <a:lnTo>
                    <a:pt x="265691" y="132052"/>
                  </a:lnTo>
                  <a:lnTo>
                    <a:pt x="273505" y="132175"/>
                  </a:lnTo>
                  <a:lnTo>
                    <a:pt x="281320" y="132297"/>
                  </a:lnTo>
                  <a:lnTo>
                    <a:pt x="289134" y="132418"/>
                  </a:lnTo>
                  <a:lnTo>
                    <a:pt x="296949" y="132544"/>
                  </a:lnTo>
                  <a:lnTo>
                    <a:pt x="304763" y="132712"/>
                  </a:lnTo>
                  <a:lnTo>
                    <a:pt x="312577" y="132759"/>
                  </a:lnTo>
                  <a:lnTo>
                    <a:pt x="320392" y="132909"/>
                  </a:lnTo>
                  <a:lnTo>
                    <a:pt x="328206" y="132660"/>
                  </a:lnTo>
                  <a:lnTo>
                    <a:pt x="336021" y="132593"/>
                  </a:lnTo>
                  <a:lnTo>
                    <a:pt x="343835" y="132570"/>
                  </a:lnTo>
                  <a:lnTo>
                    <a:pt x="351650" y="132560"/>
                  </a:lnTo>
                  <a:lnTo>
                    <a:pt x="359464" y="132393"/>
                  </a:lnTo>
                  <a:lnTo>
                    <a:pt x="367279" y="132241"/>
                  </a:lnTo>
                  <a:lnTo>
                    <a:pt x="375093" y="132358"/>
                  </a:lnTo>
                  <a:lnTo>
                    <a:pt x="382907" y="132152"/>
                  </a:lnTo>
                  <a:lnTo>
                    <a:pt x="390722" y="131878"/>
                  </a:lnTo>
                  <a:lnTo>
                    <a:pt x="398536" y="131614"/>
                  </a:lnTo>
                  <a:lnTo>
                    <a:pt x="406351" y="131442"/>
                  </a:lnTo>
                  <a:lnTo>
                    <a:pt x="414165" y="131338"/>
                  </a:lnTo>
                  <a:lnTo>
                    <a:pt x="421980" y="131342"/>
                  </a:lnTo>
                  <a:lnTo>
                    <a:pt x="429794" y="131020"/>
                  </a:lnTo>
                  <a:lnTo>
                    <a:pt x="437609" y="130943"/>
                  </a:lnTo>
                  <a:lnTo>
                    <a:pt x="445423" y="130965"/>
                  </a:lnTo>
                  <a:lnTo>
                    <a:pt x="453238" y="130598"/>
                  </a:lnTo>
                  <a:lnTo>
                    <a:pt x="461052" y="130404"/>
                  </a:lnTo>
                  <a:lnTo>
                    <a:pt x="468866" y="130269"/>
                  </a:lnTo>
                  <a:lnTo>
                    <a:pt x="476681" y="130143"/>
                  </a:lnTo>
                  <a:lnTo>
                    <a:pt x="484495" y="129816"/>
                  </a:lnTo>
                  <a:lnTo>
                    <a:pt x="492310" y="129739"/>
                  </a:lnTo>
                  <a:lnTo>
                    <a:pt x="500124" y="129444"/>
                  </a:lnTo>
                  <a:lnTo>
                    <a:pt x="507939" y="129010"/>
                  </a:lnTo>
                  <a:lnTo>
                    <a:pt x="515753" y="128667"/>
                  </a:lnTo>
                  <a:lnTo>
                    <a:pt x="523568" y="128361"/>
                  </a:lnTo>
                  <a:lnTo>
                    <a:pt x="531382" y="128006"/>
                  </a:lnTo>
                  <a:lnTo>
                    <a:pt x="539196" y="127640"/>
                  </a:lnTo>
                  <a:lnTo>
                    <a:pt x="547011" y="127245"/>
                  </a:lnTo>
                  <a:lnTo>
                    <a:pt x="554825" y="126720"/>
                  </a:lnTo>
                  <a:lnTo>
                    <a:pt x="562640" y="126560"/>
                  </a:lnTo>
                  <a:lnTo>
                    <a:pt x="570454" y="126204"/>
                  </a:lnTo>
                  <a:lnTo>
                    <a:pt x="578269" y="125840"/>
                  </a:lnTo>
                  <a:lnTo>
                    <a:pt x="586083" y="125459"/>
                  </a:lnTo>
                  <a:lnTo>
                    <a:pt x="593898" y="125119"/>
                  </a:lnTo>
                  <a:lnTo>
                    <a:pt x="601712" y="124610"/>
                  </a:lnTo>
                  <a:lnTo>
                    <a:pt x="609526" y="124119"/>
                  </a:lnTo>
                  <a:lnTo>
                    <a:pt x="617341" y="123570"/>
                  </a:lnTo>
                  <a:lnTo>
                    <a:pt x="625155" y="123213"/>
                  </a:lnTo>
                  <a:lnTo>
                    <a:pt x="632970" y="122701"/>
                  </a:lnTo>
                  <a:lnTo>
                    <a:pt x="640784" y="122257"/>
                  </a:lnTo>
                  <a:lnTo>
                    <a:pt x="648599" y="121652"/>
                  </a:lnTo>
                  <a:lnTo>
                    <a:pt x="656413" y="121239"/>
                  </a:lnTo>
                  <a:lnTo>
                    <a:pt x="664228" y="120767"/>
                  </a:lnTo>
                  <a:lnTo>
                    <a:pt x="672042" y="119956"/>
                  </a:lnTo>
                  <a:lnTo>
                    <a:pt x="679857" y="119238"/>
                  </a:lnTo>
                  <a:lnTo>
                    <a:pt x="687671" y="118581"/>
                  </a:lnTo>
                  <a:lnTo>
                    <a:pt x="695485" y="117964"/>
                  </a:lnTo>
                  <a:lnTo>
                    <a:pt x="703300" y="117296"/>
                  </a:lnTo>
                  <a:lnTo>
                    <a:pt x="711114" y="116738"/>
                  </a:lnTo>
                  <a:lnTo>
                    <a:pt x="718929" y="116125"/>
                  </a:lnTo>
                  <a:lnTo>
                    <a:pt x="726743" y="115563"/>
                  </a:lnTo>
                  <a:lnTo>
                    <a:pt x="734558" y="114897"/>
                  </a:lnTo>
                  <a:lnTo>
                    <a:pt x="742372" y="114310"/>
                  </a:lnTo>
                  <a:lnTo>
                    <a:pt x="750187" y="113573"/>
                  </a:lnTo>
                  <a:lnTo>
                    <a:pt x="758001" y="112841"/>
                  </a:lnTo>
                  <a:lnTo>
                    <a:pt x="765815" y="112073"/>
                  </a:lnTo>
                  <a:lnTo>
                    <a:pt x="773630" y="111592"/>
                  </a:lnTo>
                  <a:lnTo>
                    <a:pt x="781444" y="110757"/>
                  </a:lnTo>
                  <a:lnTo>
                    <a:pt x="789259" y="109938"/>
                  </a:lnTo>
                  <a:lnTo>
                    <a:pt x="797073" y="109167"/>
                  </a:lnTo>
                  <a:lnTo>
                    <a:pt x="804888" y="108516"/>
                  </a:lnTo>
                  <a:lnTo>
                    <a:pt x="812702" y="107796"/>
                  </a:lnTo>
                  <a:lnTo>
                    <a:pt x="820517" y="106994"/>
                  </a:lnTo>
                  <a:lnTo>
                    <a:pt x="828331" y="106163"/>
                  </a:lnTo>
                  <a:lnTo>
                    <a:pt x="836145" y="105553"/>
                  </a:lnTo>
                  <a:lnTo>
                    <a:pt x="843960" y="105184"/>
                  </a:lnTo>
                  <a:lnTo>
                    <a:pt x="851774" y="104599"/>
                  </a:lnTo>
                  <a:lnTo>
                    <a:pt x="859589" y="103996"/>
                  </a:lnTo>
                  <a:lnTo>
                    <a:pt x="867403" y="103366"/>
                  </a:lnTo>
                  <a:lnTo>
                    <a:pt x="875218" y="102818"/>
                  </a:lnTo>
                  <a:lnTo>
                    <a:pt x="883032" y="102302"/>
                  </a:lnTo>
                  <a:lnTo>
                    <a:pt x="890847" y="101672"/>
                  </a:lnTo>
                  <a:lnTo>
                    <a:pt x="898661" y="101005"/>
                  </a:lnTo>
                  <a:lnTo>
                    <a:pt x="906476" y="100342"/>
                  </a:lnTo>
                  <a:lnTo>
                    <a:pt x="914290" y="99658"/>
                  </a:lnTo>
                  <a:lnTo>
                    <a:pt x="922104" y="98900"/>
                  </a:lnTo>
                  <a:lnTo>
                    <a:pt x="929919" y="98169"/>
                  </a:lnTo>
                  <a:lnTo>
                    <a:pt x="937733" y="97287"/>
                  </a:lnTo>
                  <a:lnTo>
                    <a:pt x="945548" y="96409"/>
                  </a:lnTo>
                  <a:lnTo>
                    <a:pt x="953362" y="95679"/>
                  </a:lnTo>
                  <a:lnTo>
                    <a:pt x="961177" y="94907"/>
                  </a:lnTo>
                  <a:lnTo>
                    <a:pt x="968991" y="94277"/>
                  </a:lnTo>
                  <a:lnTo>
                    <a:pt x="976806" y="93734"/>
                  </a:lnTo>
                  <a:lnTo>
                    <a:pt x="984620" y="92981"/>
                  </a:lnTo>
                  <a:lnTo>
                    <a:pt x="992434" y="92386"/>
                  </a:lnTo>
                  <a:lnTo>
                    <a:pt x="1000249" y="91749"/>
                  </a:lnTo>
                  <a:lnTo>
                    <a:pt x="1008063" y="90966"/>
                  </a:lnTo>
                  <a:lnTo>
                    <a:pt x="1015878" y="90184"/>
                  </a:lnTo>
                  <a:lnTo>
                    <a:pt x="1023692" y="89401"/>
                  </a:lnTo>
                  <a:lnTo>
                    <a:pt x="1031507" y="88622"/>
                  </a:lnTo>
                  <a:lnTo>
                    <a:pt x="1039321" y="87846"/>
                  </a:lnTo>
                  <a:lnTo>
                    <a:pt x="1047136" y="87069"/>
                  </a:lnTo>
                  <a:lnTo>
                    <a:pt x="1054950" y="86293"/>
                  </a:lnTo>
                  <a:lnTo>
                    <a:pt x="1062765" y="85516"/>
                  </a:lnTo>
                  <a:lnTo>
                    <a:pt x="1070579" y="84738"/>
                  </a:lnTo>
                  <a:lnTo>
                    <a:pt x="1078393" y="83923"/>
                  </a:lnTo>
                  <a:lnTo>
                    <a:pt x="1086208" y="83119"/>
                  </a:lnTo>
                  <a:lnTo>
                    <a:pt x="1094022" y="82397"/>
                  </a:lnTo>
                  <a:lnTo>
                    <a:pt x="1101837" y="81618"/>
                  </a:lnTo>
                  <a:lnTo>
                    <a:pt x="1109651" y="80781"/>
                  </a:lnTo>
                  <a:lnTo>
                    <a:pt x="1117466" y="79925"/>
                  </a:lnTo>
                  <a:lnTo>
                    <a:pt x="1125280" y="79122"/>
                  </a:lnTo>
                  <a:lnTo>
                    <a:pt x="1133095" y="78325"/>
                  </a:lnTo>
                  <a:lnTo>
                    <a:pt x="1140909" y="77530"/>
                  </a:lnTo>
                  <a:lnTo>
                    <a:pt x="1148723" y="76736"/>
                  </a:lnTo>
                  <a:lnTo>
                    <a:pt x="1156538" y="75947"/>
                  </a:lnTo>
                  <a:lnTo>
                    <a:pt x="1164352" y="75120"/>
                  </a:lnTo>
                  <a:lnTo>
                    <a:pt x="1172167" y="74372"/>
                  </a:lnTo>
                  <a:lnTo>
                    <a:pt x="1179981" y="73587"/>
                  </a:lnTo>
                  <a:lnTo>
                    <a:pt x="1187796" y="72804"/>
                  </a:lnTo>
                  <a:lnTo>
                    <a:pt x="1195610" y="72024"/>
                  </a:lnTo>
                  <a:lnTo>
                    <a:pt x="1203425" y="71274"/>
                  </a:lnTo>
                  <a:lnTo>
                    <a:pt x="1211239" y="70553"/>
                  </a:lnTo>
                  <a:lnTo>
                    <a:pt x="1219053" y="69860"/>
                  </a:lnTo>
                  <a:lnTo>
                    <a:pt x="1226868" y="69182"/>
                  </a:lnTo>
                  <a:lnTo>
                    <a:pt x="1234682" y="68443"/>
                  </a:lnTo>
                  <a:lnTo>
                    <a:pt x="1242497" y="67693"/>
                  </a:lnTo>
                  <a:lnTo>
                    <a:pt x="1250311" y="67034"/>
                  </a:lnTo>
                  <a:lnTo>
                    <a:pt x="1258126" y="66366"/>
                  </a:lnTo>
                  <a:lnTo>
                    <a:pt x="1265940" y="65575"/>
                  </a:lnTo>
                  <a:lnTo>
                    <a:pt x="1273755" y="64872"/>
                  </a:lnTo>
                  <a:lnTo>
                    <a:pt x="1281569" y="64171"/>
                  </a:lnTo>
                  <a:lnTo>
                    <a:pt x="1289384" y="63313"/>
                  </a:lnTo>
                  <a:lnTo>
                    <a:pt x="1297198" y="62402"/>
                  </a:lnTo>
                  <a:lnTo>
                    <a:pt x="1305012" y="61734"/>
                  </a:lnTo>
                  <a:lnTo>
                    <a:pt x="1312827" y="61162"/>
                  </a:lnTo>
                  <a:lnTo>
                    <a:pt x="1320641" y="60713"/>
                  </a:lnTo>
                  <a:lnTo>
                    <a:pt x="1328456" y="60057"/>
                  </a:lnTo>
                  <a:lnTo>
                    <a:pt x="1336270" y="59512"/>
                  </a:lnTo>
                  <a:lnTo>
                    <a:pt x="1344085" y="58964"/>
                  </a:lnTo>
                  <a:lnTo>
                    <a:pt x="1351899" y="58154"/>
                  </a:lnTo>
                  <a:lnTo>
                    <a:pt x="1359714" y="57557"/>
                  </a:lnTo>
                  <a:lnTo>
                    <a:pt x="1367528" y="56955"/>
                  </a:lnTo>
                  <a:lnTo>
                    <a:pt x="1375342" y="56226"/>
                  </a:lnTo>
                  <a:lnTo>
                    <a:pt x="1383157" y="55693"/>
                  </a:lnTo>
                  <a:lnTo>
                    <a:pt x="1390971" y="54967"/>
                  </a:lnTo>
                  <a:lnTo>
                    <a:pt x="1398786" y="54213"/>
                  </a:lnTo>
                  <a:lnTo>
                    <a:pt x="1406600" y="53461"/>
                  </a:lnTo>
                  <a:lnTo>
                    <a:pt x="1414415" y="52707"/>
                  </a:lnTo>
                  <a:lnTo>
                    <a:pt x="1422229" y="51954"/>
                  </a:lnTo>
                  <a:lnTo>
                    <a:pt x="1430044" y="51203"/>
                  </a:lnTo>
                  <a:lnTo>
                    <a:pt x="1437858" y="50455"/>
                  </a:lnTo>
                  <a:lnTo>
                    <a:pt x="1445672" y="49715"/>
                  </a:lnTo>
                  <a:lnTo>
                    <a:pt x="1453487" y="48979"/>
                  </a:lnTo>
                  <a:lnTo>
                    <a:pt x="1461301" y="48245"/>
                  </a:lnTo>
                  <a:lnTo>
                    <a:pt x="1469116" y="47514"/>
                  </a:lnTo>
                  <a:lnTo>
                    <a:pt x="1476930" y="46785"/>
                  </a:lnTo>
                  <a:lnTo>
                    <a:pt x="1484745" y="46059"/>
                  </a:lnTo>
                  <a:lnTo>
                    <a:pt x="1492559" y="45051"/>
                  </a:lnTo>
                  <a:lnTo>
                    <a:pt x="1500374" y="44346"/>
                  </a:lnTo>
                  <a:lnTo>
                    <a:pt x="1508188" y="43679"/>
                  </a:lnTo>
                  <a:lnTo>
                    <a:pt x="1516003" y="43014"/>
                  </a:lnTo>
                  <a:lnTo>
                    <a:pt x="1523817" y="42328"/>
                  </a:lnTo>
                  <a:lnTo>
                    <a:pt x="1531631" y="41591"/>
                  </a:lnTo>
                  <a:lnTo>
                    <a:pt x="1539446" y="40805"/>
                  </a:lnTo>
                  <a:lnTo>
                    <a:pt x="1547260" y="40021"/>
                  </a:lnTo>
                  <a:lnTo>
                    <a:pt x="1555075" y="39239"/>
                  </a:lnTo>
                  <a:lnTo>
                    <a:pt x="1562889" y="38460"/>
                  </a:lnTo>
                  <a:lnTo>
                    <a:pt x="1570704" y="37682"/>
                  </a:lnTo>
                  <a:lnTo>
                    <a:pt x="1578518" y="36907"/>
                  </a:lnTo>
                  <a:lnTo>
                    <a:pt x="1586333" y="36134"/>
                  </a:lnTo>
                  <a:lnTo>
                    <a:pt x="1594147" y="35364"/>
                  </a:lnTo>
                  <a:lnTo>
                    <a:pt x="1601961" y="34595"/>
                  </a:lnTo>
                  <a:lnTo>
                    <a:pt x="1609776" y="33829"/>
                  </a:lnTo>
                  <a:lnTo>
                    <a:pt x="1617590" y="33066"/>
                  </a:lnTo>
                  <a:lnTo>
                    <a:pt x="1625405" y="32307"/>
                  </a:lnTo>
                  <a:lnTo>
                    <a:pt x="1633219" y="31568"/>
                  </a:lnTo>
                  <a:lnTo>
                    <a:pt x="1641034" y="30910"/>
                  </a:lnTo>
                  <a:lnTo>
                    <a:pt x="1648848" y="30261"/>
                  </a:lnTo>
                  <a:lnTo>
                    <a:pt x="1656663" y="29605"/>
                  </a:lnTo>
                  <a:lnTo>
                    <a:pt x="1664477" y="28954"/>
                  </a:lnTo>
                  <a:lnTo>
                    <a:pt x="1672291" y="28218"/>
                  </a:lnTo>
                  <a:lnTo>
                    <a:pt x="1680106" y="27484"/>
                  </a:lnTo>
                  <a:lnTo>
                    <a:pt x="1687920" y="26863"/>
                  </a:lnTo>
                  <a:lnTo>
                    <a:pt x="1695735" y="26302"/>
                  </a:lnTo>
                  <a:lnTo>
                    <a:pt x="1703549" y="25745"/>
                  </a:lnTo>
                  <a:lnTo>
                    <a:pt x="1711364" y="25133"/>
                  </a:lnTo>
                  <a:lnTo>
                    <a:pt x="1719178" y="24506"/>
                  </a:lnTo>
                  <a:lnTo>
                    <a:pt x="1726993" y="23881"/>
                  </a:lnTo>
                  <a:lnTo>
                    <a:pt x="1734807" y="23259"/>
                  </a:lnTo>
                  <a:lnTo>
                    <a:pt x="1742622" y="22663"/>
                  </a:lnTo>
                  <a:lnTo>
                    <a:pt x="1750436" y="22087"/>
                  </a:lnTo>
                  <a:lnTo>
                    <a:pt x="1758250" y="21501"/>
                  </a:lnTo>
                  <a:lnTo>
                    <a:pt x="1766065" y="20910"/>
                  </a:lnTo>
                  <a:lnTo>
                    <a:pt x="1773879" y="20304"/>
                  </a:lnTo>
                  <a:lnTo>
                    <a:pt x="1781694" y="19742"/>
                  </a:lnTo>
                  <a:lnTo>
                    <a:pt x="1789508" y="19063"/>
                  </a:lnTo>
                  <a:lnTo>
                    <a:pt x="1797323" y="18368"/>
                  </a:lnTo>
                  <a:lnTo>
                    <a:pt x="1805137" y="17765"/>
                  </a:lnTo>
                  <a:lnTo>
                    <a:pt x="1812952" y="17166"/>
                  </a:lnTo>
                  <a:lnTo>
                    <a:pt x="1820766" y="16520"/>
                  </a:lnTo>
                  <a:lnTo>
                    <a:pt x="1828580" y="15787"/>
                  </a:lnTo>
                  <a:lnTo>
                    <a:pt x="1836395" y="15031"/>
                  </a:lnTo>
                  <a:lnTo>
                    <a:pt x="1844209" y="14335"/>
                  </a:lnTo>
                  <a:lnTo>
                    <a:pt x="1852024" y="13609"/>
                  </a:lnTo>
                  <a:lnTo>
                    <a:pt x="1859838" y="12890"/>
                  </a:lnTo>
                  <a:lnTo>
                    <a:pt x="1867653" y="12335"/>
                  </a:lnTo>
                  <a:lnTo>
                    <a:pt x="1875467" y="11798"/>
                  </a:lnTo>
                  <a:lnTo>
                    <a:pt x="1883282" y="11264"/>
                  </a:lnTo>
                  <a:lnTo>
                    <a:pt x="1891096" y="10601"/>
                  </a:lnTo>
                  <a:lnTo>
                    <a:pt x="1898910" y="9794"/>
                  </a:lnTo>
                  <a:lnTo>
                    <a:pt x="1906725" y="8991"/>
                  </a:lnTo>
                  <a:lnTo>
                    <a:pt x="1914539" y="8308"/>
                  </a:lnTo>
                  <a:lnTo>
                    <a:pt x="1922354" y="7710"/>
                  </a:lnTo>
                  <a:lnTo>
                    <a:pt x="1930168" y="7117"/>
                  </a:lnTo>
                  <a:lnTo>
                    <a:pt x="1937983" y="6271"/>
                  </a:lnTo>
                  <a:lnTo>
                    <a:pt x="1945797" y="5635"/>
                  </a:lnTo>
                  <a:lnTo>
                    <a:pt x="1953612" y="5103"/>
                  </a:lnTo>
                  <a:lnTo>
                    <a:pt x="1961426" y="4574"/>
                  </a:lnTo>
                  <a:lnTo>
                    <a:pt x="1969241" y="4048"/>
                  </a:lnTo>
                  <a:lnTo>
                    <a:pt x="1977055" y="3525"/>
                  </a:lnTo>
                  <a:lnTo>
                    <a:pt x="1984869" y="3005"/>
                  </a:lnTo>
                  <a:lnTo>
                    <a:pt x="1992684" y="2462"/>
                  </a:lnTo>
                  <a:lnTo>
                    <a:pt x="2000498" y="1855"/>
                  </a:lnTo>
                  <a:lnTo>
                    <a:pt x="2008313" y="1234"/>
                  </a:lnTo>
                  <a:lnTo>
                    <a:pt x="2016127" y="616"/>
                  </a:lnTo>
                  <a:lnTo>
                    <a:pt x="202394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51" name="pl150"/>
            <p:cNvSpPr/>
            <p:nvPr/>
          </p:nvSpPr>
          <p:spPr>
            <a:xfrm>
              <a:off x="3632283" y="3714853"/>
              <a:ext cx="2023942" cy="35611"/>
            </a:xfrm>
            <a:custGeom>
              <a:avLst/>
              <a:pathLst>
                <a:path w="2023942" h="35611">
                  <a:moveTo>
                    <a:pt x="2023942" y="28731"/>
                  </a:moveTo>
                  <a:lnTo>
                    <a:pt x="2016127" y="28547"/>
                  </a:lnTo>
                  <a:lnTo>
                    <a:pt x="2008313" y="28362"/>
                  </a:lnTo>
                  <a:lnTo>
                    <a:pt x="2000498" y="28173"/>
                  </a:lnTo>
                  <a:lnTo>
                    <a:pt x="1992684" y="27984"/>
                  </a:lnTo>
                  <a:lnTo>
                    <a:pt x="1984869" y="27724"/>
                  </a:lnTo>
                  <a:lnTo>
                    <a:pt x="1977055" y="27365"/>
                  </a:lnTo>
                  <a:lnTo>
                    <a:pt x="1969241" y="27004"/>
                  </a:lnTo>
                  <a:lnTo>
                    <a:pt x="1961426" y="26644"/>
                  </a:lnTo>
                  <a:lnTo>
                    <a:pt x="1953612" y="26284"/>
                  </a:lnTo>
                  <a:lnTo>
                    <a:pt x="1945797" y="25923"/>
                  </a:lnTo>
                  <a:lnTo>
                    <a:pt x="1937983" y="25563"/>
                  </a:lnTo>
                  <a:lnTo>
                    <a:pt x="1930168" y="25201"/>
                  </a:lnTo>
                  <a:lnTo>
                    <a:pt x="1922354" y="25001"/>
                  </a:lnTo>
                  <a:lnTo>
                    <a:pt x="1914539" y="24833"/>
                  </a:lnTo>
                  <a:lnTo>
                    <a:pt x="1906725" y="24665"/>
                  </a:lnTo>
                  <a:lnTo>
                    <a:pt x="1898910" y="24496"/>
                  </a:lnTo>
                  <a:lnTo>
                    <a:pt x="1891096" y="24327"/>
                  </a:lnTo>
                  <a:lnTo>
                    <a:pt x="1883282" y="24159"/>
                  </a:lnTo>
                  <a:lnTo>
                    <a:pt x="1875467" y="23990"/>
                  </a:lnTo>
                  <a:lnTo>
                    <a:pt x="1867653" y="23821"/>
                  </a:lnTo>
                  <a:lnTo>
                    <a:pt x="1859838" y="23651"/>
                  </a:lnTo>
                  <a:lnTo>
                    <a:pt x="1852024" y="23482"/>
                  </a:lnTo>
                  <a:lnTo>
                    <a:pt x="1844209" y="23313"/>
                  </a:lnTo>
                  <a:lnTo>
                    <a:pt x="1836395" y="23143"/>
                  </a:lnTo>
                  <a:lnTo>
                    <a:pt x="1828580" y="22973"/>
                  </a:lnTo>
                  <a:lnTo>
                    <a:pt x="1820766" y="22803"/>
                  </a:lnTo>
                  <a:lnTo>
                    <a:pt x="1812952" y="22633"/>
                  </a:lnTo>
                  <a:lnTo>
                    <a:pt x="1805137" y="22463"/>
                  </a:lnTo>
                  <a:lnTo>
                    <a:pt x="1797323" y="22293"/>
                  </a:lnTo>
                  <a:lnTo>
                    <a:pt x="1789508" y="22072"/>
                  </a:lnTo>
                  <a:lnTo>
                    <a:pt x="1781694" y="21826"/>
                  </a:lnTo>
                  <a:lnTo>
                    <a:pt x="1773879" y="21579"/>
                  </a:lnTo>
                  <a:lnTo>
                    <a:pt x="1766065" y="21328"/>
                  </a:lnTo>
                  <a:lnTo>
                    <a:pt x="1758250" y="20990"/>
                  </a:lnTo>
                  <a:lnTo>
                    <a:pt x="1750436" y="20603"/>
                  </a:lnTo>
                  <a:lnTo>
                    <a:pt x="1742622" y="20215"/>
                  </a:lnTo>
                  <a:lnTo>
                    <a:pt x="1734807" y="19827"/>
                  </a:lnTo>
                  <a:lnTo>
                    <a:pt x="1726993" y="19439"/>
                  </a:lnTo>
                  <a:lnTo>
                    <a:pt x="1719178" y="19230"/>
                  </a:lnTo>
                  <a:lnTo>
                    <a:pt x="1711364" y="19119"/>
                  </a:lnTo>
                  <a:lnTo>
                    <a:pt x="1703549" y="19007"/>
                  </a:lnTo>
                  <a:lnTo>
                    <a:pt x="1695735" y="18896"/>
                  </a:lnTo>
                  <a:lnTo>
                    <a:pt x="1687920" y="18785"/>
                  </a:lnTo>
                  <a:lnTo>
                    <a:pt x="1680106" y="18580"/>
                  </a:lnTo>
                  <a:lnTo>
                    <a:pt x="1672291" y="18333"/>
                  </a:lnTo>
                  <a:lnTo>
                    <a:pt x="1664477" y="18085"/>
                  </a:lnTo>
                  <a:lnTo>
                    <a:pt x="1656663" y="17840"/>
                  </a:lnTo>
                  <a:lnTo>
                    <a:pt x="1648848" y="17714"/>
                  </a:lnTo>
                  <a:lnTo>
                    <a:pt x="1641034" y="17589"/>
                  </a:lnTo>
                  <a:lnTo>
                    <a:pt x="1633219" y="17463"/>
                  </a:lnTo>
                  <a:lnTo>
                    <a:pt x="1625405" y="17170"/>
                  </a:lnTo>
                  <a:lnTo>
                    <a:pt x="1617590" y="16874"/>
                  </a:lnTo>
                  <a:lnTo>
                    <a:pt x="1609776" y="16577"/>
                  </a:lnTo>
                  <a:lnTo>
                    <a:pt x="1601961" y="16281"/>
                  </a:lnTo>
                  <a:lnTo>
                    <a:pt x="1594147" y="15984"/>
                  </a:lnTo>
                  <a:lnTo>
                    <a:pt x="1586333" y="15688"/>
                  </a:lnTo>
                  <a:lnTo>
                    <a:pt x="1578518" y="15495"/>
                  </a:lnTo>
                  <a:lnTo>
                    <a:pt x="1570704" y="15356"/>
                  </a:lnTo>
                  <a:lnTo>
                    <a:pt x="1562889" y="15350"/>
                  </a:lnTo>
                  <a:lnTo>
                    <a:pt x="1555075" y="15357"/>
                  </a:lnTo>
                  <a:lnTo>
                    <a:pt x="1547260" y="15364"/>
                  </a:lnTo>
                  <a:lnTo>
                    <a:pt x="1539446" y="15368"/>
                  </a:lnTo>
                  <a:lnTo>
                    <a:pt x="1531631" y="15371"/>
                  </a:lnTo>
                  <a:lnTo>
                    <a:pt x="1523817" y="15265"/>
                  </a:lnTo>
                  <a:lnTo>
                    <a:pt x="1516003" y="14972"/>
                  </a:lnTo>
                  <a:lnTo>
                    <a:pt x="1508188" y="14678"/>
                  </a:lnTo>
                  <a:lnTo>
                    <a:pt x="1500374" y="14384"/>
                  </a:lnTo>
                  <a:lnTo>
                    <a:pt x="1492559" y="14086"/>
                  </a:lnTo>
                  <a:lnTo>
                    <a:pt x="1484745" y="13829"/>
                  </a:lnTo>
                  <a:lnTo>
                    <a:pt x="1476930" y="13690"/>
                  </a:lnTo>
                  <a:lnTo>
                    <a:pt x="1469116" y="13550"/>
                  </a:lnTo>
                  <a:lnTo>
                    <a:pt x="1461301" y="13412"/>
                  </a:lnTo>
                  <a:lnTo>
                    <a:pt x="1453487" y="13389"/>
                  </a:lnTo>
                  <a:lnTo>
                    <a:pt x="1445672" y="13367"/>
                  </a:lnTo>
                  <a:lnTo>
                    <a:pt x="1437858" y="13344"/>
                  </a:lnTo>
                  <a:lnTo>
                    <a:pt x="1430044" y="13228"/>
                  </a:lnTo>
                  <a:lnTo>
                    <a:pt x="1422229" y="12900"/>
                  </a:lnTo>
                  <a:lnTo>
                    <a:pt x="1414415" y="12566"/>
                  </a:lnTo>
                  <a:lnTo>
                    <a:pt x="1406600" y="12407"/>
                  </a:lnTo>
                  <a:lnTo>
                    <a:pt x="1398786" y="12264"/>
                  </a:lnTo>
                  <a:lnTo>
                    <a:pt x="1390971" y="12120"/>
                  </a:lnTo>
                  <a:lnTo>
                    <a:pt x="1383157" y="11977"/>
                  </a:lnTo>
                  <a:lnTo>
                    <a:pt x="1375342" y="11762"/>
                  </a:lnTo>
                  <a:lnTo>
                    <a:pt x="1367528" y="11500"/>
                  </a:lnTo>
                  <a:lnTo>
                    <a:pt x="1359714" y="11345"/>
                  </a:lnTo>
                  <a:lnTo>
                    <a:pt x="1351899" y="11065"/>
                  </a:lnTo>
                  <a:lnTo>
                    <a:pt x="1344085" y="11036"/>
                  </a:lnTo>
                  <a:lnTo>
                    <a:pt x="1336270" y="11008"/>
                  </a:lnTo>
                  <a:lnTo>
                    <a:pt x="1328456" y="10979"/>
                  </a:lnTo>
                  <a:lnTo>
                    <a:pt x="1320641" y="10854"/>
                  </a:lnTo>
                  <a:lnTo>
                    <a:pt x="1312827" y="10716"/>
                  </a:lnTo>
                  <a:lnTo>
                    <a:pt x="1305012" y="10579"/>
                  </a:lnTo>
                  <a:lnTo>
                    <a:pt x="1297198" y="10441"/>
                  </a:lnTo>
                  <a:lnTo>
                    <a:pt x="1289384" y="10299"/>
                  </a:lnTo>
                  <a:lnTo>
                    <a:pt x="1281569" y="10156"/>
                  </a:lnTo>
                  <a:lnTo>
                    <a:pt x="1273755" y="10014"/>
                  </a:lnTo>
                  <a:lnTo>
                    <a:pt x="1265940" y="9871"/>
                  </a:lnTo>
                  <a:lnTo>
                    <a:pt x="1258126" y="9729"/>
                  </a:lnTo>
                  <a:lnTo>
                    <a:pt x="1250311" y="9586"/>
                  </a:lnTo>
                  <a:lnTo>
                    <a:pt x="1242497" y="9444"/>
                  </a:lnTo>
                  <a:lnTo>
                    <a:pt x="1234682" y="9298"/>
                  </a:lnTo>
                  <a:lnTo>
                    <a:pt x="1226868" y="9099"/>
                  </a:lnTo>
                  <a:lnTo>
                    <a:pt x="1219053" y="8898"/>
                  </a:lnTo>
                  <a:lnTo>
                    <a:pt x="1211239" y="8565"/>
                  </a:lnTo>
                  <a:lnTo>
                    <a:pt x="1203425" y="8202"/>
                  </a:lnTo>
                  <a:lnTo>
                    <a:pt x="1195610" y="7923"/>
                  </a:lnTo>
                  <a:lnTo>
                    <a:pt x="1187796" y="7710"/>
                  </a:lnTo>
                  <a:lnTo>
                    <a:pt x="1179981" y="7262"/>
                  </a:lnTo>
                  <a:lnTo>
                    <a:pt x="1172167" y="6813"/>
                  </a:lnTo>
                  <a:lnTo>
                    <a:pt x="1164352" y="6375"/>
                  </a:lnTo>
                  <a:lnTo>
                    <a:pt x="1156538" y="6011"/>
                  </a:lnTo>
                  <a:lnTo>
                    <a:pt x="1148723" y="5956"/>
                  </a:lnTo>
                  <a:lnTo>
                    <a:pt x="1140909" y="5908"/>
                  </a:lnTo>
                  <a:lnTo>
                    <a:pt x="1133095" y="5855"/>
                  </a:lnTo>
                  <a:lnTo>
                    <a:pt x="1125280" y="5652"/>
                  </a:lnTo>
                  <a:lnTo>
                    <a:pt x="1117466" y="5373"/>
                  </a:lnTo>
                  <a:lnTo>
                    <a:pt x="1109651" y="5471"/>
                  </a:lnTo>
                  <a:lnTo>
                    <a:pt x="1101837" y="5317"/>
                  </a:lnTo>
                  <a:lnTo>
                    <a:pt x="1094022" y="4930"/>
                  </a:lnTo>
                  <a:lnTo>
                    <a:pt x="1086208" y="4530"/>
                  </a:lnTo>
                  <a:lnTo>
                    <a:pt x="1078393" y="4127"/>
                  </a:lnTo>
                  <a:lnTo>
                    <a:pt x="1070579" y="3723"/>
                  </a:lnTo>
                  <a:lnTo>
                    <a:pt x="1062765" y="3519"/>
                  </a:lnTo>
                  <a:lnTo>
                    <a:pt x="1054950" y="3369"/>
                  </a:lnTo>
                  <a:lnTo>
                    <a:pt x="1047136" y="3357"/>
                  </a:lnTo>
                  <a:lnTo>
                    <a:pt x="1039321" y="3037"/>
                  </a:lnTo>
                  <a:lnTo>
                    <a:pt x="1031507" y="3241"/>
                  </a:lnTo>
                  <a:lnTo>
                    <a:pt x="1023692" y="3331"/>
                  </a:lnTo>
                  <a:lnTo>
                    <a:pt x="1015878" y="3237"/>
                  </a:lnTo>
                  <a:lnTo>
                    <a:pt x="1008063" y="2930"/>
                  </a:lnTo>
                  <a:lnTo>
                    <a:pt x="1000249" y="2623"/>
                  </a:lnTo>
                  <a:lnTo>
                    <a:pt x="992434" y="2455"/>
                  </a:lnTo>
                  <a:lnTo>
                    <a:pt x="984620" y="2371"/>
                  </a:lnTo>
                  <a:lnTo>
                    <a:pt x="976806" y="2287"/>
                  </a:lnTo>
                  <a:lnTo>
                    <a:pt x="968991" y="2203"/>
                  </a:lnTo>
                  <a:lnTo>
                    <a:pt x="961177" y="2119"/>
                  </a:lnTo>
                  <a:lnTo>
                    <a:pt x="953362" y="2043"/>
                  </a:lnTo>
                  <a:lnTo>
                    <a:pt x="945548" y="1876"/>
                  </a:lnTo>
                  <a:lnTo>
                    <a:pt x="937733" y="1678"/>
                  </a:lnTo>
                  <a:lnTo>
                    <a:pt x="929919" y="1531"/>
                  </a:lnTo>
                  <a:lnTo>
                    <a:pt x="922104" y="1515"/>
                  </a:lnTo>
                  <a:lnTo>
                    <a:pt x="914290" y="1500"/>
                  </a:lnTo>
                  <a:lnTo>
                    <a:pt x="906476" y="1375"/>
                  </a:lnTo>
                  <a:lnTo>
                    <a:pt x="898661" y="891"/>
                  </a:lnTo>
                  <a:lnTo>
                    <a:pt x="890847" y="956"/>
                  </a:lnTo>
                  <a:lnTo>
                    <a:pt x="883032" y="880"/>
                  </a:lnTo>
                  <a:lnTo>
                    <a:pt x="875218" y="1024"/>
                  </a:lnTo>
                  <a:lnTo>
                    <a:pt x="867403" y="832"/>
                  </a:lnTo>
                  <a:lnTo>
                    <a:pt x="859589" y="896"/>
                  </a:lnTo>
                  <a:lnTo>
                    <a:pt x="851774" y="975"/>
                  </a:lnTo>
                  <a:lnTo>
                    <a:pt x="843960" y="787"/>
                  </a:lnTo>
                  <a:lnTo>
                    <a:pt x="836145" y="855"/>
                  </a:lnTo>
                  <a:lnTo>
                    <a:pt x="828331" y="917"/>
                  </a:lnTo>
                  <a:lnTo>
                    <a:pt x="820517" y="874"/>
                  </a:lnTo>
                  <a:lnTo>
                    <a:pt x="812702" y="690"/>
                  </a:lnTo>
                  <a:lnTo>
                    <a:pt x="804888" y="546"/>
                  </a:lnTo>
                  <a:lnTo>
                    <a:pt x="797073" y="400"/>
                  </a:lnTo>
                  <a:lnTo>
                    <a:pt x="789259" y="319"/>
                  </a:lnTo>
                  <a:lnTo>
                    <a:pt x="781444" y="236"/>
                  </a:lnTo>
                  <a:lnTo>
                    <a:pt x="773630" y="90"/>
                  </a:lnTo>
                  <a:lnTo>
                    <a:pt x="765815" y="75"/>
                  </a:lnTo>
                  <a:lnTo>
                    <a:pt x="758001" y="0"/>
                  </a:lnTo>
                  <a:lnTo>
                    <a:pt x="750187" y="182"/>
                  </a:lnTo>
                  <a:lnTo>
                    <a:pt x="742372" y="311"/>
                  </a:lnTo>
                  <a:lnTo>
                    <a:pt x="734558" y="345"/>
                  </a:lnTo>
                  <a:lnTo>
                    <a:pt x="726743" y="281"/>
                  </a:lnTo>
                  <a:lnTo>
                    <a:pt x="718929" y="664"/>
                  </a:lnTo>
                  <a:lnTo>
                    <a:pt x="711114" y="1076"/>
                  </a:lnTo>
                  <a:lnTo>
                    <a:pt x="703300" y="1174"/>
                  </a:lnTo>
                  <a:lnTo>
                    <a:pt x="695485" y="1266"/>
                  </a:lnTo>
                  <a:lnTo>
                    <a:pt x="687671" y="1238"/>
                  </a:lnTo>
                  <a:lnTo>
                    <a:pt x="679857" y="1532"/>
                  </a:lnTo>
                  <a:lnTo>
                    <a:pt x="672042" y="1142"/>
                  </a:lnTo>
                  <a:lnTo>
                    <a:pt x="664228" y="1105"/>
                  </a:lnTo>
                  <a:lnTo>
                    <a:pt x="656413" y="1069"/>
                  </a:lnTo>
                  <a:lnTo>
                    <a:pt x="648599" y="905"/>
                  </a:lnTo>
                  <a:lnTo>
                    <a:pt x="640784" y="1026"/>
                  </a:lnTo>
                  <a:lnTo>
                    <a:pt x="632970" y="998"/>
                  </a:lnTo>
                  <a:lnTo>
                    <a:pt x="625155" y="977"/>
                  </a:lnTo>
                  <a:lnTo>
                    <a:pt x="617341" y="1046"/>
                  </a:lnTo>
                  <a:lnTo>
                    <a:pt x="609526" y="1094"/>
                  </a:lnTo>
                  <a:lnTo>
                    <a:pt x="601712" y="1226"/>
                  </a:lnTo>
                  <a:lnTo>
                    <a:pt x="593898" y="1359"/>
                  </a:lnTo>
                  <a:lnTo>
                    <a:pt x="586083" y="1501"/>
                  </a:lnTo>
                  <a:lnTo>
                    <a:pt x="578269" y="1677"/>
                  </a:lnTo>
                  <a:lnTo>
                    <a:pt x="570454" y="2053"/>
                  </a:lnTo>
                  <a:lnTo>
                    <a:pt x="562640" y="2535"/>
                  </a:lnTo>
                  <a:lnTo>
                    <a:pt x="554825" y="2766"/>
                  </a:lnTo>
                  <a:lnTo>
                    <a:pt x="547011" y="2761"/>
                  </a:lnTo>
                  <a:lnTo>
                    <a:pt x="539196" y="3003"/>
                  </a:lnTo>
                  <a:lnTo>
                    <a:pt x="531382" y="3379"/>
                  </a:lnTo>
                  <a:lnTo>
                    <a:pt x="523568" y="3632"/>
                  </a:lnTo>
                  <a:lnTo>
                    <a:pt x="515753" y="3689"/>
                  </a:lnTo>
                  <a:lnTo>
                    <a:pt x="507939" y="4043"/>
                  </a:lnTo>
                  <a:lnTo>
                    <a:pt x="500124" y="4292"/>
                  </a:lnTo>
                  <a:lnTo>
                    <a:pt x="492310" y="4566"/>
                  </a:lnTo>
                  <a:lnTo>
                    <a:pt x="484495" y="4640"/>
                  </a:lnTo>
                  <a:lnTo>
                    <a:pt x="476681" y="5065"/>
                  </a:lnTo>
                  <a:lnTo>
                    <a:pt x="468866" y="5190"/>
                  </a:lnTo>
                  <a:lnTo>
                    <a:pt x="461052" y="5464"/>
                  </a:lnTo>
                  <a:lnTo>
                    <a:pt x="453238" y="5811"/>
                  </a:lnTo>
                  <a:lnTo>
                    <a:pt x="445423" y="6319"/>
                  </a:lnTo>
                  <a:lnTo>
                    <a:pt x="437609" y="6691"/>
                  </a:lnTo>
                  <a:lnTo>
                    <a:pt x="429794" y="7185"/>
                  </a:lnTo>
                  <a:lnTo>
                    <a:pt x="421980" y="7648"/>
                  </a:lnTo>
                  <a:lnTo>
                    <a:pt x="414165" y="7958"/>
                  </a:lnTo>
                  <a:lnTo>
                    <a:pt x="406351" y="8327"/>
                  </a:lnTo>
                  <a:lnTo>
                    <a:pt x="398536" y="8539"/>
                  </a:lnTo>
                  <a:lnTo>
                    <a:pt x="390722" y="8916"/>
                  </a:lnTo>
                  <a:lnTo>
                    <a:pt x="382907" y="9508"/>
                  </a:lnTo>
                  <a:lnTo>
                    <a:pt x="375093" y="9739"/>
                  </a:lnTo>
                  <a:lnTo>
                    <a:pt x="367279" y="10035"/>
                  </a:lnTo>
                  <a:lnTo>
                    <a:pt x="359464" y="10604"/>
                  </a:lnTo>
                  <a:lnTo>
                    <a:pt x="351650" y="11288"/>
                  </a:lnTo>
                  <a:lnTo>
                    <a:pt x="343835" y="11994"/>
                  </a:lnTo>
                  <a:lnTo>
                    <a:pt x="336021" y="12685"/>
                  </a:lnTo>
                  <a:lnTo>
                    <a:pt x="328206" y="13315"/>
                  </a:lnTo>
                  <a:lnTo>
                    <a:pt x="320392" y="13622"/>
                  </a:lnTo>
                  <a:lnTo>
                    <a:pt x="312577" y="14026"/>
                  </a:lnTo>
                  <a:lnTo>
                    <a:pt x="304763" y="14507"/>
                  </a:lnTo>
                  <a:lnTo>
                    <a:pt x="296949" y="15056"/>
                  </a:lnTo>
                  <a:lnTo>
                    <a:pt x="289134" y="15841"/>
                  </a:lnTo>
                  <a:lnTo>
                    <a:pt x="281320" y="16269"/>
                  </a:lnTo>
                  <a:lnTo>
                    <a:pt x="273505" y="16690"/>
                  </a:lnTo>
                  <a:lnTo>
                    <a:pt x="265691" y="17042"/>
                  </a:lnTo>
                  <a:lnTo>
                    <a:pt x="257876" y="17351"/>
                  </a:lnTo>
                  <a:lnTo>
                    <a:pt x="250062" y="17958"/>
                  </a:lnTo>
                  <a:lnTo>
                    <a:pt x="242247" y="18562"/>
                  </a:lnTo>
                  <a:lnTo>
                    <a:pt x="234433" y="19201"/>
                  </a:lnTo>
                  <a:lnTo>
                    <a:pt x="226619" y="19752"/>
                  </a:lnTo>
                  <a:lnTo>
                    <a:pt x="218804" y="20326"/>
                  </a:lnTo>
                  <a:lnTo>
                    <a:pt x="210990" y="20898"/>
                  </a:lnTo>
                  <a:lnTo>
                    <a:pt x="203175" y="21468"/>
                  </a:lnTo>
                  <a:lnTo>
                    <a:pt x="195361" y="22029"/>
                  </a:lnTo>
                  <a:lnTo>
                    <a:pt x="187546" y="22590"/>
                  </a:lnTo>
                  <a:lnTo>
                    <a:pt x="179732" y="23162"/>
                  </a:lnTo>
                  <a:lnTo>
                    <a:pt x="171917" y="23865"/>
                  </a:lnTo>
                  <a:lnTo>
                    <a:pt x="164103" y="24563"/>
                  </a:lnTo>
                  <a:lnTo>
                    <a:pt x="156288" y="25257"/>
                  </a:lnTo>
                  <a:lnTo>
                    <a:pt x="148474" y="25948"/>
                  </a:lnTo>
                  <a:lnTo>
                    <a:pt x="140660" y="26634"/>
                  </a:lnTo>
                  <a:lnTo>
                    <a:pt x="132845" y="27314"/>
                  </a:lnTo>
                  <a:lnTo>
                    <a:pt x="125031" y="27789"/>
                  </a:lnTo>
                  <a:lnTo>
                    <a:pt x="117216" y="28292"/>
                  </a:lnTo>
                  <a:lnTo>
                    <a:pt x="109402" y="28677"/>
                  </a:lnTo>
                  <a:lnTo>
                    <a:pt x="101587" y="29045"/>
                  </a:lnTo>
                  <a:lnTo>
                    <a:pt x="93773" y="29448"/>
                  </a:lnTo>
                  <a:lnTo>
                    <a:pt x="85958" y="29835"/>
                  </a:lnTo>
                  <a:lnTo>
                    <a:pt x="78144" y="30445"/>
                  </a:lnTo>
                  <a:lnTo>
                    <a:pt x="70330" y="31021"/>
                  </a:lnTo>
                  <a:lnTo>
                    <a:pt x="62515" y="31462"/>
                  </a:lnTo>
                  <a:lnTo>
                    <a:pt x="54701" y="31983"/>
                  </a:lnTo>
                  <a:lnTo>
                    <a:pt x="46886" y="32444"/>
                  </a:lnTo>
                  <a:lnTo>
                    <a:pt x="39072" y="32914"/>
                  </a:lnTo>
                  <a:lnTo>
                    <a:pt x="31257" y="33456"/>
                  </a:lnTo>
                  <a:lnTo>
                    <a:pt x="23443" y="33996"/>
                  </a:lnTo>
                  <a:lnTo>
                    <a:pt x="15628" y="34536"/>
                  </a:lnTo>
                  <a:lnTo>
                    <a:pt x="7814" y="35074"/>
                  </a:lnTo>
                  <a:lnTo>
                    <a:pt x="0" y="356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52" name="pg151"/>
            <p:cNvSpPr/>
            <p:nvPr/>
          </p:nvSpPr>
          <p:spPr>
            <a:xfrm>
              <a:off x="3632283" y="3525490"/>
              <a:ext cx="2023942" cy="371305"/>
            </a:xfrm>
            <a:custGeom>
              <a:avLst/>
              <a:pathLst>
                <a:path w="2023942" h="371305">
                  <a:moveTo>
                    <a:pt x="0" y="234463"/>
                  </a:moveTo>
                  <a:lnTo>
                    <a:pt x="7814" y="234902"/>
                  </a:lnTo>
                  <a:lnTo>
                    <a:pt x="15628" y="235583"/>
                  </a:lnTo>
                  <a:lnTo>
                    <a:pt x="23443" y="236256"/>
                  </a:lnTo>
                  <a:lnTo>
                    <a:pt x="31257" y="236848"/>
                  </a:lnTo>
                  <a:lnTo>
                    <a:pt x="39072" y="237474"/>
                  </a:lnTo>
                  <a:lnTo>
                    <a:pt x="46886" y="237758"/>
                  </a:lnTo>
                  <a:lnTo>
                    <a:pt x="54701" y="238232"/>
                  </a:lnTo>
                  <a:lnTo>
                    <a:pt x="62515" y="238527"/>
                  </a:lnTo>
                  <a:lnTo>
                    <a:pt x="70330" y="238780"/>
                  </a:lnTo>
                  <a:lnTo>
                    <a:pt x="78144" y="239501"/>
                  </a:lnTo>
                  <a:lnTo>
                    <a:pt x="85958" y="239840"/>
                  </a:lnTo>
                  <a:lnTo>
                    <a:pt x="93773" y="240309"/>
                  </a:lnTo>
                  <a:lnTo>
                    <a:pt x="101587" y="240748"/>
                  </a:lnTo>
                  <a:lnTo>
                    <a:pt x="109402" y="241165"/>
                  </a:lnTo>
                  <a:lnTo>
                    <a:pt x="117216" y="241474"/>
                  </a:lnTo>
                  <a:lnTo>
                    <a:pt x="125031" y="241578"/>
                  </a:lnTo>
                  <a:lnTo>
                    <a:pt x="132845" y="241717"/>
                  </a:lnTo>
                  <a:lnTo>
                    <a:pt x="140660" y="241863"/>
                  </a:lnTo>
                  <a:lnTo>
                    <a:pt x="148474" y="241918"/>
                  </a:lnTo>
                  <a:lnTo>
                    <a:pt x="156288" y="242002"/>
                  </a:lnTo>
                  <a:lnTo>
                    <a:pt x="164103" y="242069"/>
                  </a:lnTo>
                  <a:lnTo>
                    <a:pt x="171917" y="242233"/>
                  </a:lnTo>
                  <a:lnTo>
                    <a:pt x="179732" y="242291"/>
                  </a:lnTo>
                  <a:lnTo>
                    <a:pt x="187546" y="242461"/>
                  </a:lnTo>
                  <a:lnTo>
                    <a:pt x="195361" y="242612"/>
                  </a:lnTo>
                  <a:lnTo>
                    <a:pt x="203175" y="242592"/>
                  </a:lnTo>
                  <a:lnTo>
                    <a:pt x="210990" y="242513"/>
                  </a:lnTo>
                  <a:lnTo>
                    <a:pt x="218804" y="242498"/>
                  </a:lnTo>
                  <a:lnTo>
                    <a:pt x="226619" y="242545"/>
                  </a:lnTo>
                  <a:lnTo>
                    <a:pt x="234433" y="242542"/>
                  </a:lnTo>
                  <a:lnTo>
                    <a:pt x="242247" y="242319"/>
                  </a:lnTo>
                  <a:lnTo>
                    <a:pt x="250062" y="241852"/>
                  </a:lnTo>
                  <a:lnTo>
                    <a:pt x="257876" y="241930"/>
                  </a:lnTo>
                  <a:lnTo>
                    <a:pt x="265691" y="241648"/>
                  </a:lnTo>
                  <a:lnTo>
                    <a:pt x="273505" y="241355"/>
                  </a:lnTo>
                  <a:lnTo>
                    <a:pt x="281320" y="240857"/>
                  </a:lnTo>
                  <a:lnTo>
                    <a:pt x="289134" y="240789"/>
                  </a:lnTo>
                  <a:lnTo>
                    <a:pt x="296949" y="240320"/>
                  </a:lnTo>
                  <a:lnTo>
                    <a:pt x="304763" y="240102"/>
                  </a:lnTo>
                  <a:lnTo>
                    <a:pt x="312577" y="239644"/>
                  </a:lnTo>
                  <a:lnTo>
                    <a:pt x="320392" y="238938"/>
                  </a:lnTo>
                  <a:lnTo>
                    <a:pt x="328206" y="238228"/>
                  </a:lnTo>
                  <a:lnTo>
                    <a:pt x="336021" y="237510"/>
                  </a:lnTo>
                  <a:lnTo>
                    <a:pt x="343835" y="236862"/>
                  </a:lnTo>
                  <a:lnTo>
                    <a:pt x="351650" y="236833"/>
                  </a:lnTo>
                  <a:lnTo>
                    <a:pt x="359464" y="236287"/>
                  </a:lnTo>
                  <a:lnTo>
                    <a:pt x="367279" y="235967"/>
                  </a:lnTo>
                  <a:lnTo>
                    <a:pt x="375093" y="235354"/>
                  </a:lnTo>
                  <a:lnTo>
                    <a:pt x="382907" y="234693"/>
                  </a:lnTo>
                  <a:lnTo>
                    <a:pt x="390722" y="234472"/>
                  </a:lnTo>
                  <a:lnTo>
                    <a:pt x="398536" y="233822"/>
                  </a:lnTo>
                  <a:lnTo>
                    <a:pt x="406351" y="233696"/>
                  </a:lnTo>
                  <a:lnTo>
                    <a:pt x="414165" y="233089"/>
                  </a:lnTo>
                  <a:lnTo>
                    <a:pt x="421980" y="232855"/>
                  </a:lnTo>
                  <a:lnTo>
                    <a:pt x="429794" y="232653"/>
                  </a:lnTo>
                  <a:lnTo>
                    <a:pt x="437609" y="231339"/>
                  </a:lnTo>
                  <a:lnTo>
                    <a:pt x="445423" y="230407"/>
                  </a:lnTo>
                  <a:lnTo>
                    <a:pt x="453238" y="229640"/>
                  </a:lnTo>
                  <a:lnTo>
                    <a:pt x="461052" y="229060"/>
                  </a:lnTo>
                  <a:lnTo>
                    <a:pt x="468866" y="228368"/>
                  </a:lnTo>
                  <a:lnTo>
                    <a:pt x="476681" y="227644"/>
                  </a:lnTo>
                  <a:lnTo>
                    <a:pt x="484495" y="226904"/>
                  </a:lnTo>
                  <a:lnTo>
                    <a:pt x="492310" y="225931"/>
                  </a:lnTo>
                  <a:lnTo>
                    <a:pt x="500124" y="225400"/>
                  </a:lnTo>
                  <a:lnTo>
                    <a:pt x="507939" y="224906"/>
                  </a:lnTo>
                  <a:lnTo>
                    <a:pt x="515753" y="224074"/>
                  </a:lnTo>
                  <a:lnTo>
                    <a:pt x="523568" y="223495"/>
                  </a:lnTo>
                  <a:lnTo>
                    <a:pt x="531382" y="222772"/>
                  </a:lnTo>
                  <a:lnTo>
                    <a:pt x="539196" y="222070"/>
                  </a:lnTo>
                  <a:lnTo>
                    <a:pt x="547011" y="221135"/>
                  </a:lnTo>
                  <a:lnTo>
                    <a:pt x="554825" y="220254"/>
                  </a:lnTo>
                  <a:lnTo>
                    <a:pt x="562640" y="218745"/>
                  </a:lnTo>
                  <a:lnTo>
                    <a:pt x="570454" y="217544"/>
                  </a:lnTo>
                  <a:lnTo>
                    <a:pt x="578269" y="216156"/>
                  </a:lnTo>
                  <a:lnTo>
                    <a:pt x="586083" y="215497"/>
                  </a:lnTo>
                  <a:lnTo>
                    <a:pt x="593898" y="214809"/>
                  </a:lnTo>
                  <a:lnTo>
                    <a:pt x="601712" y="213805"/>
                  </a:lnTo>
                  <a:lnTo>
                    <a:pt x="609526" y="212633"/>
                  </a:lnTo>
                  <a:lnTo>
                    <a:pt x="617341" y="211832"/>
                  </a:lnTo>
                  <a:lnTo>
                    <a:pt x="625155" y="211144"/>
                  </a:lnTo>
                  <a:lnTo>
                    <a:pt x="632970" y="210455"/>
                  </a:lnTo>
                  <a:lnTo>
                    <a:pt x="640784" y="209534"/>
                  </a:lnTo>
                  <a:lnTo>
                    <a:pt x="648599" y="208155"/>
                  </a:lnTo>
                  <a:lnTo>
                    <a:pt x="656413" y="206956"/>
                  </a:lnTo>
                  <a:lnTo>
                    <a:pt x="664228" y="206188"/>
                  </a:lnTo>
                  <a:lnTo>
                    <a:pt x="672042" y="205429"/>
                  </a:lnTo>
                  <a:lnTo>
                    <a:pt x="679857" y="204309"/>
                  </a:lnTo>
                  <a:lnTo>
                    <a:pt x="687671" y="203893"/>
                  </a:lnTo>
                  <a:lnTo>
                    <a:pt x="695485" y="203126"/>
                  </a:lnTo>
                  <a:lnTo>
                    <a:pt x="703300" y="201803"/>
                  </a:lnTo>
                  <a:lnTo>
                    <a:pt x="711114" y="200455"/>
                  </a:lnTo>
                  <a:lnTo>
                    <a:pt x="718929" y="199096"/>
                  </a:lnTo>
                  <a:lnTo>
                    <a:pt x="726743" y="197733"/>
                  </a:lnTo>
                  <a:lnTo>
                    <a:pt x="734558" y="196345"/>
                  </a:lnTo>
                  <a:lnTo>
                    <a:pt x="742372" y="194953"/>
                  </a:lnTo>
                  <a:lnTo>
                    <a:pt x="750187" y="193640"/>
                  </a:lnTo>
                  <a:lnTo>
                    <a:pt x="758001" y="192211"/>
                  </a:lnTo>
                  <a:lnTo>
                    <a:pt x="765815" y="190893"/>
                  </a:lnTo>
                  <a:lnTo>
                    <a:pt x="773630" y="189838"/>
                  </a:lnTo>
                  <a:lnTo>
                    <a:pt x="781444" y="188790"/>
                  </a:lnTo>
                  <a:lnTo>
                    <a:pt x="789259" y="187663"/>
                  </a:lnTo>
                  <a:lnTo>
                    <a:pt x="797073" y="186649"/>
                  </a:lnTo>
                  <a:lnTo>
                    <a:pt x="804888" y="185639"/>
                  </a:lnTo>
                  <a:lnTo>
                    <a:pt x="812702" y="184586"/>
                  </a:lnTo>
                  <a:lnTo>
                    <a:pt x="820517" y="183618"/>
                  </a:lnTo>
                  <a:lnTo>
                    <a:pt x="828331" y="182963"/>
                  </a:lnTo>
                  <a:lnTo>
                    <a:pt x="836145" y="181418"/>
                  </a:lnTo>
                  <a:lnTo>
                    <a:pt x="843960" y="180342"/>
                  </a:lnTo>
                  <a:lnTo>
                    <a:pt x="851774" y="179275"/>
                  </a:lnTo>
                  <a:lnTo>
                    <a:pt x="859589" y="178212"/>
                  </a:lnTo>
                  <a:lnTo>
                    <a:pt x="867403" y="177148"/>
                  </a:lnTo>
                  <a:lnTo>
                    <a:pt x="875218" y="176083"/>
                  </a:lnTo>
                  <a:lnTo>
                    <a:pt x="883032" y="174817"/>
                  </a:lnTo>
                  <a:lnTo>
                    <a:pt x="890847" y="173719"/>
                  </a:lnTo>
                  <a:lnTo>
                    <a:pt x="898661" y="172769"/>
                  </a:lnTo>
                  <a:lnTo>
                    <a:pt x="906476" y="171613"/>
                  </a:lnTo>
                  <a:lnTo>
                    <a:pt x="914290" y="170605"/>
                  </a:lnTo>
                  <a:lnTo>
                    <a:pt x="922104" y="169594"/>
                  </a:lnTo>
                  <a:lnTo>
                    <a:pt x="929919" y="168532"/>
                  </a:lnTo>
                  <a:lnTo>
                    <a:pt x="937733" y="167446"/>
                  </a:lnTo>
                  <a:lnTo>
                    <a:pt x="945548" y="166319"/>
                  </a:lnTo>
                  <a:lnTo>
                    <a:pt x="953362" y="164747"/>
                  </a:lnTo>
                  <a:lnTo>
                    <a:pt x="961177" y="163172"/>
                  </a:lnTo>
                  <a:lnTo>
                    <a:pt x="968991" y="161595"/>
                  </a:lnTo>
                  <a:lnTo>
                    <a:pt x="976806" y="160015"/>
                  </a:lnTo>
                  <a:lnTo>
                    <a:pt x="984620" y="158434"/>
                  </a:lnTo>
                  <a:lnTo>
                    <a:pt x="992434" y="156850"/>
                  </a:lnTo>
                  <a:lnTo>
                    <a:pt x="1000249" y="155269"/>
                  </a:lnTo>
                  <a:lnTo>
                    <a:pt x="1008063" y="153688"/>
                  </a:lnTo>
                  <a:lnTo>
                    <a:pt x="1015878" y="152106"/>
                  </a:lnTo>
                  <a:lnTo>
                    <a:pt x="1023692" y="150523"/>
                  </a:lnTo>
                  <a:lnTo>
                    <a:pt x="1031507" y="148939"/>
                  </a:lnTo>
                  <a:lnTo>
                    <a:pt x="1039321" y="147567"/>
                  </a:lnTo>
                  <a:lnTo>
                    <a:pt x="1047136" y="146338"/>
                  </a:lnTo>
                  <a:lnTo>
                    <a:pt x="1054950" y="145106"/>
                  </a:lnTo>
                  <a:lnTo>
                    <a:pt x="1062765" y="143869"/>
                  </a:lnTo>
                  <a:lnTo>
                    <a:pt x="1070579" y="142634"/>
                  </a:lnTo>
                  <a:lnTo>
                    <a:pt x="1078393" y="141400"/>
                  </a:lnTo>
                  <a:lnTo>
                    <a:pt x="1086208" y="140161"/>
                  </a:lnTo>
                  <a:lnTo>
                    <a:pt x="1094022" y="138919"/>
                  </a:lnTo>
                  <a:lnTo>
                    <a:pt x="1101837" y="137673"/>
                  </a:lnTo>
                  <a:lnTo>
                    <a:pt x="1109651" y="136423"/>
                  </a:lnTo>
                  <a:lnTo>
                    <a:pt x="1117466" y="135170"/>
                  </a:lnTo>
                  <a:lnTo>
                    <a:pt x="1125280" y="133913"/>
                  </a:lnTo>
                  <a:lnTo>
                    <a:pt x="1133095" y="132652"/>
                  </a:lnTo>
                  <a:lnTo>
                    <a:pt x="1140909" y="131389"/>
                  </a:lnTo>
                  <a:lnTo>
                    <a:pt x="1148723" y="130053"/>
                  </a:lnTo>
                  <a:lnTo>
                    <a:pt x="1156538" y="128647"/>
                  </a:lnTo>
                  <a:lnTo>
                    <a:pt x="1164352" y="127242"/>
                  </a:lnTo>
                  <a:lnTo>
                    <a:pt x="1172167" y="125840"/>
                  </a:lnTo>
                  <a:lnTo>
                    <a:pt x="1179981" y="124440"/>
                  </a:lnTo>
                  <a:lnTo>
                    <a:pt x="1187796" y="123042"/>
                  </a:lnTo>
                  <a:lnTo>
                    <a:pt x="1195610" y="121647"/>
                  </a:lnTo>
                  <a:lnTo>
                    <a:pt x="1203425" y="120255"/>
                  </a:lnTo>
                  <a:lnTo>
                    <a:pt x="1211239" y="118865"/>
                  </a:lnTo>
                  <a:lnTo>
                    <a:pt x="1219053" y="117478"/>
                  </a:lnTo>
                  <a:lnTo>
                    <a:pt x="1226868" y="116095"/>
                  </a:lnTo>
                  <a:lnTo>
                    <a:pt x="1234682" y="114714"/>
                  </a:lnTo>
                  <a:lnTo>
                    <a:pt x="1242497" y="113337"/>
                  </a:lnTo>
                  <a:lnTo>
                    <a:pt x="1250311" y="111964"/>
                  </a:lnTo>
                  <a:lnTo>
                    <a:pt x="1258126" y="110594"/>
                  </a:lnTo>
                  <a:lnTo>
                    <a:pt x="1265940" y="109230"/>
                  </a:lnTo>
                  <a:lnTo>
                    <a:pt x="1273755" y="107874"/>
                  </a:lnTo>
                  <a:lnTo>
                    <a:pt x="1281569" y="106522"/>
                  </a:lnTo>
                  <a:lnTo>
                    <a:pt x="1289384" y="105174"/>
                  </a:lnTo>
                  <a:lnTo>
                    <a:pt x="1297198" y="103830"/>
                  </a:lnTo>
                  <a:lnTo>
                    <a:pt x="1305012" y="102491"/>
                  </a:lnTo>
                  <a:lnTo>
                    <a:pt x="1312827" y="101379"/>
                  </a:lnTo>
                  <a:lnTo>
                    <a:pt x="1320641" y="100332"/>
                  </a:lnTo>
                  <a:lnTo>
                    <a:pt x="1328456" y="99290"/>
                  </a:lnTo>
                  <a:lnTo>
                    <a:pt x="1336270" y="98254"/>
                  </a:lnTo>
                  <a:lnTo>
                    <a:pt x="1344085" y="96966"/>
                  </a:lnTo>
                  <a:lnTo>
                    <a:pt x="1351899" y="95474"/>
                  </a:lnTo>
                  <a:lnTo>
                    <a:pt x="1359714" y="93992"/>
                  </a:lnTo>
                  <a:lnTo>
                    <a:pt x="1367528" y="92521"/>
                  </a:lnTo>
                  <a:lnTo>
                    <a:pt x="1375342" y="91059"/>
                  </a:lnTo>
                  <a:lnTo>
                    <a:pt x="1383157" y="89608"/>
                  </a:lnTo>
                  <a:lnTo>
                    <a:pt x="1390971" y="88168"/>
                  </a:lnTo>
                  <a:lnTo>
                    <a:pt x="1398786" y="86738"/>
                  </a:lnTo>
                  <a:lnTo>
                    <a:pt x="1406600" y="85425"/>
                  </a:lnTo>
                  <a:lnTo>
                    <a:pt x="1414415" y="84147"/>
                  </a:lnTo>
                  <a:lnTo>
                    <a:pt x="1422229" y="82874"/>
                  </a:lnTo>
                  <a:lnTo>
                    <a:pt x="1430044" y="81608"/>
                  </a:lnTo>
                  <a:lnTo>
                    <a:pt x="1437858" y="80348"/>
                  </a:lnTo>
                  <a:lnTo>
                    <a:pt x="1445672" y="79093"/>
                  </a:lnTo>
                  <a:lnTo>
                    <a:pt x="1453487" y="77846"/>
                  </a:lnTo>
                  <a:lnTo>
                    <a:pt x="1461301" y="76604"/>
                  </a:lnTo>
                  <a:lnTo>
                    <a:pt x="1469116" y="75369"/>
                  </a:lnTo>
                  <a:lnTo>
                    <a:pt x="1476930" y="74141"/>
                  </a:lnTo>
                  <a:lnTo>
                    <a:pt x="1484745" y="72919"/>
                  </a:lnTo>
                  <a:lnTo>
                    <a:pt x="1492559" y="71704"/>
                  </a:lnTo>
                  <a:lnTo>
                    <a:pt x="1500374" y="70495"/>
                  </a:lnTo>
                  <a:lnTo>
                    <a:pt x="1508188" y="69294"/>
                  </a:lnTo>
                  <a:lnTo>
                    <a:pt x="1516003" y="68099"/>
                  </a:lnTo>
                  <a:lnTo>
                    <a:pt x="1523817" y="66926"/>
                  </a:lnTo>
                  <a:lnTo>
                    <a:pt x="1531631" y="65759"/>
                  </a:lnTo>
                  <a:lnTo>
                    <a:pt x="1539446" y="64599"/>
                  </a:lnTo>
                  <a:lnTo>
                    <a:pt x="1547260" y="63674"/>
                  </a:lnTo>
                  <a:lnTo>
                    <a:pt x="1555075" y="62384"/>
                  </a:lnTo>
                  <a:lnTo>
                    <a:pt x="1562889" y="61123"/>
                  </a:lnTo>
                  <a:lnTo>
                    <a:pt x="1570704" y="59975"/>
                  </a:lnTo>
                  <a:lnTo>
                    <a:pt x="1578518" y="58834"/>
                  </a:lnTo>
                  <a:lnTo>
                    <a:pt x="1586333" y="57701"/>
                  </a:lnTo>
                  <a:lnTo>
                    <a:pt x="1594147" y="56574"/>
                  </a:lnTo>
                  <a:lnTo>
                    <a:pt x="1601961" y="55455"/>
                  </a:lnTo>
                  <a:lnTo>
                    <a:pt x="1609776" y="54342"/>
                  </a:lnTo>
                  <a:lnTo>
                    <a:pt x="1617590" y="53237"/>
                  </a:lnTo>
                  <a:lnTo>
                    <a:pt x="1625405" y="52140"/>
                  </a:lnTo>
                  <a:lnTo>
                    <a:pt x="1633219" y="51057"/>
                  </a:lnTo>
                  <a:lnTo>
                    <a:pt x="1641034" y="49983"/>
                  </a:lnTo>
                  <a:lnTo>
                    <a:pt x="1648848" y="48856"/>
                  </a:lnTo>
                  <a:lnTo>
                    <a:pt x="1656663" y="47568"/>
                  </a:lnTo>
                  <a:lnTo>
                    <a:pt x="1664477" y="46313"/>
                  </a:lnTo>
                  <a:lnTo>
                    <a:pt x="1672291" y="45260"/>
                  </a:lnTo>
                  <a:lnTo>
                    <a:pt x="1680106" y="44073"/>
                  </a:lnTo>
                  <a:lnTo>
                    <a:pt x="1687920" y="42895"/>
                  </a:lnTo>
                  <a:lnTo>
                    <a:pt x="1695735" y="41726"/>
                  </a:lnTo>
                  <a:lnTo>
                    <a:pt x="1703549" y="40567"/>
                  </a:lnTo>
                  <a:lnTo>
                    <a:pt x="1711364" y="39421"/>
                  </a:lnTo>
                  <a:lnTo>
                    <a:pt x="1719178" y="38287"/>
                  </a:lnTo>
                  <a:lnTo>
                    <a:pt x="1726993" y="37162"/>
                  </a:lnTo>
                  <a:lnTo>
                    <a:pt x="1734807" y="36047"/>
                  </a:lnTo>
                  <a:lnTo>
                    <a:pt x="1742622" y="35041"/>
                  </a:lnTo>
                  <a:lnTo>
                    <a:pt x="1750436" y="34094"/>
                  </a:lnTo>
                  <a:lnTo>
                    <a:pt x="1758250" y="32876"/>
                  </a:lnTo>
                  <a:lnTo>
                    <a:pt x="1766065" y="31665"/>
                  </a:lnTo>
                  <a:lnTo>
                    <a:pt x="1773879" y="30589"/>
                  </a:lnTo>
                  <a:lnTo>
                    <a:pt x="1781694" y="29523"/>
                  </a:lnTo>
                  <a:lnTo>
                    <a:pt x="1789508" y="28465"/>
                  </a:lnTo>
                  <a:lnTo>
                    <a:pt x="1797323" y="27418"/>
                  </a:lnTo>
                  <a:lnTo>
                    <a:pt x="1805137" y="26379"/>
                  </a:lnTo>
                  <a:lnTo>
                    <a:pt x="1812952" y="25350"/>
                  </a:lnTo>
                  <a:lnTo>
                    <a:pt x="1820766" y="24330"/>
                  </a:lnTo>
                  <a:lnTo>
                    <a:pt x="1828580" y="23323"/>
                  </a:lnTo>
                  <a:lnTo>
                    <a:pt x="1836395" y="22327"/>
                  </a:lnTo>
                  <a:lnTo>
                    <a:pt x="1844209" y="21339"/>
                  </a:lnTo>
                  <a:lnTo>
                    <a:pt x="1852024" y="20362"/>
                  </a:lnTo>
                  <a:lnTo>
                    <a:pt x="1859838" y="19393"/>
                  </a:lnTo>
                  <a:lnTo>
                    <a:pt x="1867653" y="18434"/>
                  </a:lnTo>
                  <a:lnTo>
                    <a:pt x="1875467" y="17350"/>
                  </a:lnTo>
                  <a:lnTo>
                    <a:pt x="1883282" y="16191"/>
                  </a:lnTo>
                  <a:lnTo>
                    <a:pt x="1891096" y="15040"/>
                  </a:lnTo>
                  <a:lnTo>
                    <a:pt x="1898910" y="13898"/>
                  </a:lnTo>
                  <a:lnTo>
                    <a:pt x="1906725" y="12971"/>
                  </a:lnTo>
                  <a:lnTo>
                    <a:pt x="1914539" y="12158"/>
                  </a:lnTo>
                  <a:lnTo>
                    <a:pt x="1922354" y="11352"/>
                  </a:lnTo>
                  <a:lnTo>
                    <a:pt x="1930168" y="10553"/>
                  </a:lnTo>
                  <a:lnTo>
                    <a:pt x="1937983" y="9761"/>
                  </a:lnTo>
                  <a:lnTo>
                    <a:pt x="1945797" y="8860"/>
                  </a:lnTo>
                  <a:lnTo>
                    <a:pt x="1953612" y="7841"/>
                  </a:lnTo>
                  <a:lnTo>
                    <a:pt x="1961426" y="6831"/>
                  </a:lnTo>
                  <a:lnTo>
                    <a:pt x="1969241" y="6122"/>
                  </a:lnTo>
                  <a:lnTo>
                    <a:pt x="1977055" y="5541"/>
                  </a:lnTo>
                  <a:lnTo>
                    <a:pt x="1984869" y="4799"/>
                  </a:lnTo>
                  <a:lnTo>
                    <a:pt x="1992684" y="3765"/>
                  </a:lnTo>
                  <a:lnTo>
                    <a:pt x="2000498" y="2737"/>
                  </a:lnTo>
                  <a:lnTo>
                    <a:pt x="2008313" y="1716"/>
                  </a:lnTo>
                  <a:lnTo>
                    <a:pt x="2016127" y="814"/>
                  </a:lnTo>
                  <a:lnTo>
                    <a:pt x="2023942" y="0"/>
                  </a:lnTo>
                  <a:lnTo>
                    <a:pt x="2023942" y="371305"/>
                  </a:lnTo>
                  <a:lnTo>
                    <a:pt x="2016127" y="371187"/>
                  </a:lnTo>
                  <a:lnTo>
                    <a:pt x="2008313" y="371069"/>
                  </a:lnTo>
                  <a:lnTo>
                    <a:pt x="2000498" y="370950"/>
                  </a:lnTo>
                  <a:lnTo>
                    <a:pt x="1992684" y="370872"/>
                  </a:lnTo>
                  <a:lnTo>
                    <a:pt x="1984869" y="370823"/>
                  </a:lnTo>
                  <a:lnTo>
                    <a:pt x="1977055" y="370773"/>
                  </a:lnTo>
                  <a:lnTo>
                    <a:pt x="1969241" y="370723"/>
                  </a:lnTo>
                  <a:lnTo>
                    <a:pt x="1961426" y="370672"/>
                  </a:lnTo>
                  <a:lnTo>
                    <a:pt x="1953612" y="370621"/>
                  </a:lnTo>
                  <a:lnTo>
                    <a:pt x="1945797" y="370569"/>
                  </a:lnTo>
                  <a:lnTo>
                    <a:pt x="1937983" y="370516"/>
                  </a:lnTo>
                  <a:lnTo>
                    <a:pt x="1930168" y="370462"/>
                  </a:lnTo>
                  <a:lnTo>
                    <a:pt x="1922354" y="370408"/>
                  </a:lnTo>
                  <a:lnTo>
                    <a:pt x="1914539" y="370353"/>
                  </a:lnTo>
                  <a:lnTo>
                    <a:pt x="1906725" y="370297"/>
                  </a:lnTo>
                  <a:lnTo>
                    <a:pt x="1898910" y="370240"/>
                  </a:lnTo>
                  <a:lnTo>
                    <a:pt x="1891096" y="370182"/>
                  </a:lnTo>
                  <a:lnTo>
                    <a:pt x="1883282" y="370123"/>
                  </a:lnTo>
                  <a:lnTo>
                    <a:pt x="1875467" y="370064"/>
                  </a:lnTo>
                  <a:lnTo>
                    <a:pt x="1867653" y="370004"/>
                  </a:lnTo>
                  <a:lnTo>
                    <a:pt x="1859838" y="369980"/>
                  </a:lnTo>
                  <a:lnTo>
                    <a:pt x="1852024" y="369958"/>
                  </a:lnTo>
                  <a:lnTo>
                    <a:pt x="1844209" y="369936"/>
                  </a:lnTo>
                  <a:lnTo>
                    <a:pt x="1836395" y="369913"/>
                  </a:lnTo>
                  <a:lnTo>
                    <a:pt x="1828580" y="369890"/>
                  </a:lnTo>
                  <a:lnTo>
                    <a:pt x="1820766" y="369867"/>
                  </a:lnTo>
                  <a:lnTo>
                    <a:pt x="1812952" y="369843"/>
                  </a:lnTo>
                  <a:lnTo>
                    <a:pt x="1805137" y="369819"/>
                  </a:lnTo>
                  <a:lnTo>
                    <a:pt x="1797323" y="369794"/>
                  </a:lnTo>
                  <a:lnTo>
                    <a:pt x="1789508" y="369768"/>
                  </a:lnTo>
                  <a:lnTo>
                    <a:pt x="1781694" y="369742"/>
                  </a:lnTo>
                  <a:lnTo>
                    <a:pt x="1773879" y="369716"/>
                  </a:lnTo>
                  <a:lnTo>
                    <a:pt x="1766065" y="369689"/>
                  </a:lnTo>
                  <a:lnTo>
                    <a:pt x="1758250" y="369661"/>
                  </a:lnTo>
                  <a:lnTo>
                    <a:pt x="1750436" y="369630"/>
                  </a:lnTo>
                  <a:lnTo>
                    <a:pt x="1742622" y="369597"/>
                  </a:lnTo>
                  <a:lnTo>
                    <a:pt x="1734807" y="369564"/>
                  </a:lnTo>
                  <a:lnTo>
                    <a:pt x="1726993" y="369530"/>
                  </a:lnTo>
                  <a:lnTo>
                    <a:pt x="1719178" y="369495"/>
                  </a:lnTo>
                  <a:lnTo>
                    <a:pt x="1711364" y="369460"/>
                  </a:lnTo>
                  <a:lnTo>
                    <a:pt x="1703549" y="369424"/>
                  </a:lnTo>
                  <a:lnTo>
                    <a:pt x="1695735" y="369388"/>
                  </a:lnTo>
                  <a:lnTo>
                    <a:pt x="1687920" y="369350"/>
                  </a:lnTo>
                  <a:lnTo>
                    <a:pt x="1680106" y="369295"/>
                  </a:lnTo>
                  <a:lnTo>
                    <a:pt x="1672291" y="369104"/>
                  </a:lnTo>
                  <a:lnTo>
                    <a:pt x="1664477" y="368913"/>
                  </a:lnTo>
                  <a:lnTo>
                    <a:pt x="1656663" y="368751"/>
                  </a:lnTo>
                  <a:lnTo>
                    <a:pt x="1648848" y="368694"/>
                  </a:lnTo>
                  <a:lnTo>
                    <a:pt x="1641034" y="368633"/>
                  </a:lnTo>
                  <a:lnTo>
                    <a:pt x="1633219" y="368571"/>
                  </a:lnTo>
                  <a:lnTo>
                    <a:pt x="1625405" y="368507"/>
                  </a:lnTo>
                  <a:lnTo>
                    <a:pt x="1617590" y="368442"/>
                  </a:lnTo>
                  <a:lnTo>
                    <a:pt x="1609776" y="368372"/>
                  </a:lnTo>
                  <a:lnTo>
                    <a:pt x="1601961" y="368217"/>
                  </a:lnTo>
                  <a:lnTo>
                    <a:pt x="1594147" y="368062"/>
                  </a:lnTo>
                  <a:lnTo>
                    <a:pt x="1586333" y="367901"/>
                  </a:lnTo>
                  <a:lnTo>
                    <a:pt x="1578518" y="367637"/>
                  </a:lnTo>
                  <a:lnTo>
                    <a:pt x="1570704" y="367278"/>
                  </a:lnTo>
                  <a:lnTo>
                    <a:pt x="1562889" y="367184"/>
                  </a:lnTo>
                  <a:lnTo>
                    <a:pt x="1555075" y="367105"/>
                  </a:lnTo>
                  <a:lnTo>
                    <a:pt x="1547260" y="367024"/>
                  </a:lnTo>
                  <a:lnTo>
                    <a:pt x="1539446" y="366862"/>
                  </a:lnTo>
                  <a:lnTo>
                    <a:pt x="1531631" y="366639"/>
                  </a:lnTo>
                  <a:lnTo>
                    <a:pt x="1523817" y="366414"/>
                  </a:lnTo>
                  <a:lnTo>
                    <a:pt x="1516003" y="366186"/>
                  </a:lnTo>
                  <a:lnTo>
                    <a:pt x="1508188" y="366021"/>
                  </a:lnTo>
                  <a:lnTo>
                    <a:pt x="1500374" y="365903"/>
                  </a:lnTo>
                  <a:lnTo>
                    <a:pt x="1492559" y="365784"/>
                  </a:lnTo>
                  <a:lnTo>
                    <a:pt x="1484745" y="365663"/>
                  </a:lnTo>
                  <a:lnTo>
                    <a:pt x="1476930" y="365540"/>
                  </a:lnTo>
                  <a:lnTo>
                    <a:pt x="1469116" y="365406"/>
                  </a:lnTo>
                  <a:lnTo>
                    <a:pt x="1461301" y="365233"/>
                  </a:lnTo>
                  <a:lnTo>
                    <a:pt x="1453487" y="365060"/>
                  </a:lnTo>
                  <a:lnTo>
                    <a:pt x="1445672" y="364885"/>
                  </a:lnTo>
                  <a:lnTo>
                    <a:pt x="1437858" y="364740"/>
                  </a:lnTo>
                  <a:lnTo>
                    <a:pt x="1430044" y="364637"/>
                  </a:lnTo>
                  <a:lnTo>
                    <a:pt x="1422229" y="364531"/>
                  </a:lnTo>
                  <a:lnTo>
                    <a:pt x="1414415" y="364287"/>
                  </a:lnTo>
                  <a:lnTo>
                    <a:pt x="1406600" y="363997"/>
                  </a:lnTo>
                  <a:lnTo>
                    <a:pt x="1398786" y="363818"/>
                  </a:lnTo>
                  <a:lnTo>
                    <a:pt x="1390971" y="363667"/>
                  </a:lnTo>
                  <a:lnTo>
                    <a:pt x="1383157" y="363567"/>
                  </a:lnTo>
                  <a:lnTo>
                    <a:pt x="1375342" y="363466"/>
                  </a:lnTo>
                  <a:lnTo>
                    <a:pt x="1367528" y="363363"/>
                  </a:lnTo>
                  <a:lnTo>
                    <a:pt x="1359714" y="363256"/>
                  </a:lnTo>
                  <a:lnTo>
                    <a:pt x="1351899" y="363098"/>
                  </a:lnTo>
                  <a:lnTo>
                    <a:pt x="1344085" y="362799"/>
                  </a:lnTo>
                  <a:lnTo>
                    <a:pt x="1336270" y="362654"/>
                  </a:lnTo>
                  <a:lnTo>
                    <a:pt x="1328456" y="362509"/>
                  </a:lnTo>
                  <a:lnTo>
                    <a:pt x="1320641" y="362397"/>
                  </a:lnTo>
                  <a:lnTo>
                    <a:pt x="1312827" y="362304"/>
                  </a:lnTo>
                  <a:lnTo>
                    <a:pt x="1305012" y="362210"/>
                  </a:lnTo>
                  <a:lnTo>
                    <a:pt x="1297198" y="362114"/>
                  </a:lnTo>
                  <a:lnTo>
                    <a:pt x="1289384" y="362017"/>
                  </a:lnTo>
                  <a:lnTo>
                    <a:pt x="1281569" y="361909"/>
                  </a:lnTo>
                  <a:lnTo>
                    <a:pt x="1273755" y="361739"/>
                  </a:lnTo>
                  <a:lnTo>
                    <a:pt x="1265940" y="361567"/>
                  </a:lnTo>
                  <a:lnTo>
                    <a:pt x="1258126" y="361392"/>
                  </a:lnTo>
                  <a:lnTo>
                    <a:pt x="1250311" y="361215"/>
                  </a:lnTo>
                  <a:lnTo>
                    <a:pt x="1242497" y="361032"/>
                  </a:lnTo>
                  <a:lnTo>
                    <a:pt x="1234682" y="360846"/>
                  </a:lnTo>
                  <a:lnTo>
                    <a:pt x="1226868" y="360658"/>
                  </a:lnTo>
                  <a:lnTo>
                    <a:pt x="1219053" y="360468"/>
                  </a:lnTo>
                  <a:lnTo>
                    <a:pt x="1211239" y="360211"/>
                  </a:lnTo>
                  <a:lnTo>
                    <a:pt x="1203425" y="359948"/>
                  </a:lnTo>
                  <a:lnTo>
                    <a:pt x="1195610" y="359682"/>
                  </a:lnTo>
                  <a:lnTo>
                    <a:pt x="1187796" y="359545"/>
                  </a:lnTo>
                  <a:lnTo>
                    <a:pt x="1179981" y="359424"/>
                  </a:lnTo>
                  <a:lnTo>
                    <a:pt x="1172167" y="359284"/>
                  </a:lnTo>
                  <a:lnTo>
                    <a:pt x="1164352" y="359079"/>
                  </a:lnTo>
                  <a:lnTo>
                    <a:pt x="1156538" y="358912"/>
                  </a:lnTo>
                  <a:lnTo>
                    <a:pt x="1148723" y="358755"/>
                  </a:lnTo>
                  <a:lnTo>
                    <a:pt x="1140909" y="358596"/>
                  </a:lnTo>
                  <a:lnTo>
                    <a:pt x="1133095" y="358436"/>
                  </a:lnTo>
                  <a:lnTo>
                    <a:pt x="1125280" y="358274"/>
                  </a:lnTo>
                  <a:lnTo>
                    <a:pt x="1117466" y="358073"/>
                  </a:lnTo>
                  <a:lnTo>
                    <a:pt x="1109651" y="357926"/>
                  </a:lnTo>
                  <a:lnTo>
                    <a:pt x="1101837" y="357780"/>
                  </a:lnTo>
                  <a:lnTo>
                    <a:pt x="1094022" y="357626"/>
                  </a:lnTo>
                  <a:lnTo>
                    <a:pt x="1086208" y="357483"/>
                  </a:lnTo>
                  <a:lnTo>
                    <a:pt x="1078393" y="357331"/>
                  </a:lnTo>
                  <a:lnTo>
                    <a:pt x="1070579" y="357176"/>
                  </a:lnTo>
                  <a:lnTo>
                    <a:pt x="1062765" y="357019"/>
                  </a:lnTo>
                  <a:lnTo>
                    <a:pt x="1054950" y="356856"/>
                  </a:lnTo>
                  <a:lnTo>
                    <a:pt x="1047136" y="356610"/>
                  </a:lnTo>
                  <a:lnTo>
                    <a:pt x="1039321" y="356436"/>
                  </a:lnTo>
                  <a:lnTo>
                    <a:pt x="1031507" y="356188"/>
                  </a:lnTo>
                  <a:lnTo>
                    <a:pt x="1023692" y="355857"/>
                  </a:lnTo>
                  <a:lnTo>
                    <a:pt x="1015878" y="355519"/>
                  </a:lnTo>
                  <a:lnTo>
                    <a:pt x="1008063" y="355173"/>
                  </a:lnTo>
                  <a:lnTo>
                    <a:pt x="1000249" y="354821"/>
                  </a:lnTo>
                  <a:lnTo>
                    <a:pt x="992434" y="354567"/>
                  </a:lnTo>
                  <a:lnTo>
                    <a:pt x="984620" y="354338"/>
                  </a:lnTo>
                  <a:lnTo>
                    <a:pt x="976806" y="354104"/>
                  </a:lnTo>
                  <a:lnTo>
                    <a:pt x="968991" y="353870"/>
                  </a:lnTo>
                  <a:lnTo>
                    <a:pt x="961177" y="353634"/>
                  </a:lnTo>
                  <a:lnTo>
                    <a:pt x="953362" y="353397"/>
                  </a:lnTo>
                  <a:lnTo>
                    <a:pt x="945548" y="353159"/>
                  </a:lnTo>
                  <a:lnTo>
                    <a:pt x="937733" y="352879"/>
                  </a:lnTo>
                  <a:lnTo>
                    <a:pt x="929919" y="352496"/>
                  </a:lnTo>
                  <a:lnTo>
                    <a:pt x="922104" y="352110"/>
                  </a:lnTo>
                  <a:lnTo>
                    <a:pt x="914290" y="351714"/>
                  </a:lnTo>
                  <a:lnTo>
                    <a:pt x="906476" y="351314"/>
                  </a:lnTo>
                  <a:lnTo>
                    <a:pt x="898661" y="350910"/>
                  </a:lnTo>
                  <a:lnTo>
                    <a:pt x="890847" y="350507"/>
                  </a:lnTo>
                  <a:lnTo>
                    <a:pt x="883032" y="350215"/>
                  </a:lnTo>
                  <a:lnTo>
                    <a:pt x="875218" y="350044"/>
                  </a:lnTo>
                  <a:lnTo>
                    <a:pt x="867403" y="349872"/>
                  </a:lnTo>
                  <a:lnTo>
                    <a:pt x="859589" y="349700"/>
                  </a:lnTo>
                  <a:lnTo>
                    <a:pt x="851774" y="349528"/>
                  </a:lnTo>
                  <a:lnTo>
                    <a:pt x="843960" y="349355"/>
                  </a:lnTo>
                  <a:lnTo>
                    <a:pt x="836145" y="349182"/>
                  </a:lnTo>
                  <a:lnTo>
                    <a:pt x="828331" y="348975"/>
                  </a:lnTo>
                  <a:lnTo>
                    <a:pt x="820517" y="348757"/>
                  </a:lnTo>
                  <a:lnTo>
                    <a:pt x="812702" y="348495"/>
                  </a:lnTo>
                  <a:lnTo>
                    <a:pt x="804888" y="348107"/>
                  </a:lnTo>
                  <a:lnTo>
                    <a:pt x="797073" y="347712"/>
                  </a:lnTo>
                  <a:lnTo>
                    <a:pt x="789259" y="347311"/>
                  </a:lnTo>
                  <a:lnTo>
                    <a:pt x="781444" y="346904"/>
                  </a:lnTo>
                  <a:lnTo>
                    <a:pt x="773630" y="346599"/>
                  </a:lnTo>
                  <a:lnTo>
                    <a:pt x="765815" y="346346"/>
                  </a:lnTo>
                  <a:lnTo>
                    <a:pt x="758001" y="345625"/>
                  </a:lnTo>
                  <a:lnTo>
                    <a:pt x="750187" y="345192"/>
                  </a:lnTo>
                  <a:lnTo>
                    <a:pt x="742372" y="344752"/>
                  </a:lnTo>
                  <a:lnTo>
                    <a:pt x="734558" y="344344"/>
                  </a:lnTo>
                  <a:lnTo>
                    <a:pt x="726743" y="344062"/>
                  </a:lnTo>
                  <a:lnTo>
                    <a:pt x="718929" y="343779"/>
                  </a:lnTo>
                  <a:lnTo>
                    <a:pt x="711114" y="343494"/>
                  </a:lnTo>
                  <a:lnTo>
                    <a:pt x="703300" y="343208"/>
                  </a:lnTo>
                  <a:lnTo>
                    <a:pt x="695485" y="342921"/>
                  </a:lnTo>
                  <a:lnTo>
                    <a:pt x="687671" y="342630"/>
                  </a:lnTo>
                  <a:lnTo>
                    <a:pt x="679857" y="342332"/>
                  </a:lnTo>
                  <a:lnTo>
                    <a:pt x="672042" y="342034"/>
                  </a:lnTo>
                  <a:lnTo>
                    <a:pt x="664228" y="341881"/>
                  </a:lnTo>
                  <a:lnTo>
                    <a:pt x="656413" y="341576"/>
                  </a:lnTo>
                  <a:lnTo>
                    <a:pt x="648599" y="341144"/>
                  </a:lnTo>
                  <a:lnTo>
                    <a:pt x="640784" y="340850"/>
                  </a:lnTo>
                  <a:lnTo>
                    <a:pt x="632970" y="340556"/>
                  </a:lnTo>
                  <a:lnTo>
                    <a:pt x="625155" y="340256"/>
                  </a:lnTo>
                  <a:lnTo>
                    <a:pt x="617341" y="339951"/>
                  </a:lnTo>
                  <a:lnTo>
                    <a:pt x="609526" y="339642"/>
                  </a:lnTo>
                  <a:lnTo>
                    <a:pt x="601712" y="339393"/>
                  </a:lnTo>
                  <a:lnTo>
                    <a:pt x="593898" y="339165"/>
                  </a:lnTo>
                  <a:lnTo>
                    <a:pt x="586083" y="338710"/>
                  </a:lnTo>
                  <a:lnTo>
                    <a:pt x="578269" y="338252"/>
                  </a:lnTo>
                  <a:lnTo>
                    <a:pt x="570454" y="337736"/>
                  </a:lnTo>
                  <a:lnTo>
                    <a:pt x="562640" y="337255"/>
                  </a:lnTo>
                  <a:lnTo>
                    <a:pt x="554825" y="336771"/>
                  </a:lnTo>
                  <a:lnTo>
                    <a:pt x="547011" y="336457"/>
                  </a:lnTo>
                  <a:lnTo>
                    <a:pt x="539196" y="336374"/>
                  </a:lnTo>
                  <a:lnTo>
                    <a:pt x="531382" y="335928"/>
                  </a:lnTo>
                  <a:lnTo>
                    <a:pt x="523568" y="335445"/>
                  </a:lnTo>
                  <a:lnTo>
                    <a:pt x="515753" y="334968"/>
                  </a:lnTo>
                  <a:lnTo>
                    <a:pt x="507939" y="334461"/>
                  </a:lnTo>
                  <a:lnTo>
                    <a:pt x="500124" y="333961"/>
                  </a:lnTo>
                  <a:lnTo>
                    <a:pt x="492310" y="333454"/>
                  </a:lnTo>
                  <a:lnTo>
                    <a:pt x="484495" y="332818"/>
                  </a:lnTo>
                  <a:lnTo>
                    <a:pt x="476681" y="332121"/>
                  </a:lnTo>
                  <a:lnTo>
                    <a:pt x="468866" y="331414"/>
                  </a:lnTo>
                  <a:lnTo>
                    <a:pt x="461052" y="330655"/>
                  </a:lnTo>
                  <a:lnTo>
                    <a:pt x="453238" y="329988"/>
                  </a:lnTo>
                  <a:lnTo>
                    <a:pt x="445423" y="329343"/>
                  </a:lnTo>
                  <a:lnTo>
                    <a:pt x="437609" y="328741"/>
                  </a:lnTo>
                  <a:lnTo>
                    <a:pt x="429794" y="328132"/>
                  </a:lnTo>
                  <a:lnTo>
                    <a:pt x="421980" y="327529"/>
                  </a:lnTo>
                  <a:lnTo>
                    <a:pt x="414165" y="327122"/>
                  </a:lnTo>
                  <a:lnTo>
                    <a:pt x="406351" y="326774"/>
                  </a:lnTo>
                  <a:lnTo>
                    <a:pt x="398536" y="326309"/>
                  </a:lnTo>
                  <a:lnTo>
                    <a:pt x="390722" y="325983"/>
                  </a:lnTo>
                  <a:lnTo>
                    <a:pt x="382907" y="325427"/>
                  </a:lnTo>
                  <a:lnTo>
                    <a:pt x="375093" y="324776"/>
                  </a:lnTo>
                  <a:lnTo>
                    <a:pt x="367279" y="324317"/>
                  </a:lnTo>
                  <a:lnTo>
                    <a:pt x="359464" y="323852"/>
                  </a:lnTo>
                  <a:lnTo>
                    <a:pt x="351650" y="323395"/>
                  </a:lnTo>
                  <a:lnTo>
                    <a:pt x="343835" y="322926"/>
                  </a:lnTo>
                  <a:lnTo>
                    <a:pt x="336021" y="322459"/>
                  </a:lnTo>
                  <a:lnTo>
                    <a:pt x="328206" y="321835"/>
                  </a:lnTo>
                  <a:lnTo>
                    <a:pt x="320392" y="321494"/>
                  </a:lnTo>
                  <a:lnTo>
                    <a:pt x="312577" y="321262"/>
                  </a:lnTo>
                  <a:lnTo>
                    <a:pt x="304763" y="320611"/>
                  </a:lnTo>
                  <a:lnTo>
                    <a:pt x="296949" y="320333"/>
                  </a:lnTo>
                  <a:lnTo>
                    <a:pt x="289134" y="320203"/>
                  </a:lnTo>
                  <a:lnTo>
                    <a:pt x="281320" y="319744"/>
                  </a:lnTo>
                  <a:lnTo>
                    <a:pt x="273505" y="319280"/>
                  </a:lnTo>
                  <a:lnTo>
                    <a:pt x="265691" y="318812"/>
                  </a:lnTo>
                  <a:lnTo>
                    <a:pt x="257876" y="318547"/>
                  </a:lnTo>
                  <a:lnTo>
                    <a:pt x="250062" y="318324"/>
                  </a:lnTo>
                  <a:lnTo>
                    <a:pt x="242247" y="318158"/>
                  </a:lnTo>
                  <a:lnTo>
                    <a:pt x="234433" y="318251"/>
                  </a:lnTo>
                  <a:lnTo>
                    <a:pt x="226619" y="318011"/>
                  </a:lnTo>
                  <a:lnTo>
                    <a:pt x="218804" y="317699"/>
                  </a:lnTo>
                  <a:lnTo>
                    <a:pt x="210990" y="317323"/>
                  </a:lnTo>
                  <a:lnTo>
                    <a:pt x="203175" y="316976"/>
                  </a:lnTo>
                  <a:lnTo>
                    <a:pt x="195361" y="316749"/>
                  </a:lnTo>
                  <a:lnTo>
                    <a:pt x="187546" y="316531"/>
                  </a:lnTo>
                  <a:lnTo>
                    <a:pt x="179732" y="316253"/>
                  </a:lnTo>
                  <a:lnTo>
                    <a:pt x="171917" y="315845"/>
                  </a:lnTo>
                  <a:lnTo>
                    <a:pt x="164103" y="315851"/>
                  </a:lnTo>
                  <a:lnTo>
                    <a:pt x="156288" y="315620"/>
                  </a:lnTo>
                  <a:lnTo>
                    <a:pt x="148474" y="315111"/>
                  </a:lnTo>
                  <a:lnTo>
                    <a:pt x="140660" y="314847"/>
                  </a:lnTo>
                  <a:lnTo>
                    <a:pt x="132845" y="314561"/>
                  </a:lnTo>
                  <a:lnTo>
                    <a:pt x="125031" y="314101"/>
                  </a:lnTo>
                  <a:lnTo>
                    <a:pt x="117216" y="313787"/>
                  </a:lnTo>
                  <a:lnTo>
                    <a:pt x="109402" y="313866"/>
                  </a:lnTo>
                  <a:lnTo>
                    <a:pt x="101587" y="313034"/>
                  </a:lnTo>
                  <a:lnTo>
                    <a:pt x="93773" y="312782"/>
                  </a:lnTo>
                  <a:lnTo>
                    <a:pt x="85958" y="312586"/>
                  </a:lnTo>
                  <a:lnTo>
                    <a:pt x="78144" y="312915"/>
                  </a:lnTo>
                  <a:lnTo>
                    <a:pt x="70330" y="312562"/>
                  </a:lnTo>
                  <a:lnTo>
                    <a:pt x="62515" y="312411"/>
                  </a:lnTo>
                  <a:lnTo>
                    <a:pt x="54701" y="312523"/>
                  </a:lnTo>
                  <a:lnTo>
                    <a:pt x="46886" y="312422"/>
                  </a:lnTo>
                  <a:lnTo>
                    <a:pt x="39072" y="312747"/>
                  </a:lnTo>
                  <a:lnTo>
                    <a:pt x="31257" y="313012"/>
                  </a:lnTo>
                  <a:lnTo>
                    <a:pt x="23443" y="313245"/>
                  </a:lnTo>
                  <a:lnTo>
                    <a:pt x="15628" y="313173"/>
                  </a:lnTo>
                  <a:lnTo>
                    <a:pt x="7814" y="313121"/>
                  </a:lnTo>
                  <a:lnTo>
                    <a:pt x="0" y="313427"/>
                  </a:lnTo>
                  <a:close/>
                </a:path>
              </a:pathLst>
            </a:custGeom>
            <a:solidFill>
              <a:srgbClr val="FFC0CB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153" name="pl152"/>
            <p:cNvSpPr/>
            <p:nvPr/>
          </p:nvSpPr>
          <p:spPr>
            <a:xfrm>
              <a:off x="3632283" y="3525490"/>
              <a:ext cx="2023942" cy="242612"/>
            </a:xfrm>
            <a:custGeom>
              <a:avLst/>
              <a:pathLst>
                <a:path w="2023942" h="242612">
                  <a:moveTo>
                    <a:pt x="0" y="234463"/>
                  </a:moveTo>
                  <a:lnTo>
                    <a:pt x="7814" y="234902"/>
                  </a:lnTo>
                  <a:lnTo>
                    <a:pt x="15628" y="235583"/>
                  </a:lnTo>
                  <a:lnTo>
                    <a:pt x="23443" y="236256"/>
                  </a:lnTo>
                  <a:lnTo>
                    <a:pt x="31257" y="236848"/>
                  </a:lnTo>
                  <a:lnTo>
                    <a:pt x="39072" y="237474"/>
                  </a:lnTo>
                  <a:lnTo>
                    <a:pt x="46886" y="237758"/>
                  </a:lnTo>
                  <a:lnTo>
                    <a:pt x="54701" y="238232"/>
                  </a:lnTo>
                  <a:lnTo>
                    <a:pt x="62515" y="238527"/>
                  </a:lnTo>
                  <a:lnTo>
                    <a:pt x="70330" y="238780"/>
                  </a:lnTo>
                  <a:lnTo>
                    <a:pt x="78144" y="239501"/>
                  </a:lnTo>
                  <a:lnTo>
                    <a:pt x="85958" y="239840"/>
                  </a:lnTo>
                  <a:lnTo>
                    <a:pt x="93773" y="240309"/>
                  </a:lnTo>
                  <a:lnTo>
                    <a:pt x="101587" y="240748"/>
                  </a:lnTo>
                  <a:lnTo>
                    <a:pt x="109402" y="241165"/>
                  </a:lnTo>
                  <a:lnTo>
                    <a:pt x="117216" y="241474"/>
                  </a:lnTo>
                  <a:lnTo>
                    <a:pt x="125031" y="241578"/>
                  </a:lnTo>
                  <a:lnTo>
                    <a:pt x="132845" y="241717"/>
                  </a:lnTo>
                  <a:lnTo>
                    <a:pt x="140660" y="241863"/>
                  </a:lnTo>
                  <a:lnTo>
                    <a:pt x="148474" y="241918"/>
                  </a:lnTo>
                  <a:lnTo>
                    <a:pt x="156288" y="242002"/>
                  </a:lnTo>
                  <a:lnTo>
                    <a:pt x="164103" y="242069"/>
                  </a:lnTo>
                  <a:lnTo>
                    <a:pt x="171917" y="242233"/>
                  </a:lnTo>
                  <a:lnTo>
                    <a:pt x="179732" y="242291"/>
                  </a:lnTo>
                  <a:lnTo>
                    <a:pt x="187546" y="242461"/>
                  </a:lnTo>
                  <a:lnTo>
                    <a:pt x="195361" y="242612"/>
                  </a:lnTo>
                  <a:lnTo>
                    <a:pt x="203175" y="242592"/>
                  </a:lnTo>
                  <a:lnTo>
                    <a:pt x="210990" y="242513"/>
                  </a:lnTo>
                  <a:lnTo>
                    <a:pt x="218804" y="242498"/>
                  </a:lnTo>
                  <a:lnTo>
                    <a:pt x="226619" y="242545"/>
                  </a:lnTo>
                  <a:lnTo>
                    <a:pt x="234433" y="242542"/>
                  </a:lnTo>
                  <a:lnTo>
                    <a:pt x="242247" y="242319"/>
                  </a:lnTo>
                  <a:lnTo>
                    <a:pt x="250062" y="241852"/>
                  </a:lnTo>
                  <a:lnTo>
                    <a:pt x="257876" y="241930"/>
                  </a:lnTo>
                  <a:lnTo>
                    <a:pt x="265691" y="241648"/>
                  </a:lnTo>
                  <a:lnTo>
                    <a:pt x="273505" y="241355"/>
                  </a:lnTo>
                  <a:lnTo>
                    <a:pt x="281320" y="240857"/>
                  </a:lnTo>
                  <a:lnTo>
                    <a:pt x="289134" y="240789"/>
                  </a:lnTo>
                  <a:lnTo>
                    <a:pt x="296949" y="240320"/>
                  </a:lnTo>
                  <a:lnTo>
                    <a:pt x="304763" y="240102"/>
                  </a:lnTo>
                  <a:lnTo>
                    <a:pt x="312577" y="239644"/>
                  </a:lnTo>
                  <a:lnTo>
                    <a:pt x="320392" y="238938"/>
                  </a:lnTo>
                  <a:lnTo>
                    <a:pt x="328206" y="238228"/>
                  </a:lnTo>
                  <a:lnTo>
                    <a:pt x="336021" y="237510"/>
                  </a:lnTo>
                  <a:lnTo>
                    <a:pt x="343835" y="236862"/>
                  </a:lnTo>
                  <a:lnTo>
                    <a:pt x="351650" y="236833"/>
                  </a:lnTo>
                  <a:lnTo>
                    <a:pt x="359464" y="236287"/>
                  </a:lnTo>
                  <a:lnTo>
                    <a:pt x="367279" y="235967"/>
                  </a:lnTo>
                  <a:lnTo>
                    <a:pt x="375093" y="235354"/>
                  </a:lnTo>
                  <a:lnTo>
                    <a:pt x="382907" y="234693"/>
                  </a:lnTo>
                  <a:lnTo>
                    <a:pt x="390722" y="234472"/>
                  </a:lnTo>
                  <a:lnTo>
                    <a:pt x="398536" y="233822"/>
                  </a:lnTo>
                  <a:lnTo>
                    <a:pt x="406351" y="233696"/>
                  </a:lnTo>
                  <a:lnTo>
                    <a:pt x="414165" y="233089"/>
                  </a:lnTo>
                  <a:lnTo>
                    <a:pt x="421980" y="232855"/>
                  </a:lnTo>
                  <a:lnTo>
                    <a:pt x="429794" y="232653"/>
                  </a:lnTo>
                  <a:lnTo>
                    <a:pt x="437609" y="231339"/>
                  </a:lnTo>
                  <a:lnTo>
                    <a:pt x="445423" y="230407"/>
                  </a:lnTo>
                  <a:lnTo>
                    <a:pt x="453238" y="229640"/>
                  </a:lnTo>
                  <a:lnTo>
                    <a:pt x="461052" y="229060"/>
                  </a:lnTo>
                  <a:lnTo>
                    <a:pt x="468866" y="228368"/>
                  </a:lnTo>
                  <a:lnTo>
                    <a:pt x="476681" y="227644"/>
                  </a:lnTo>
                  <a:lnTo>
                    <a:pt x="484495" y="226904"/>
                  </a:lnTo>
                  <a:lnTo>
                    <a:pt x="492310" y="225931"/>
                  </a:lnTo>
                  <a:lnTo>
                    <a:pt x="500124" y="225400"/>
                  </a:lnTo>
                  <a:lnTo>
                    <a:pt x="507939" y="224906"/>
                  </a:lnTo>
                  <a:lnTo>
                    <a:pt x="515753" y="224074"/>
                  </a:lnTo>
                  <a:lnTo>
                    <a:pt x="523568" y="223495"/>
                  </a:lnTo>
                  <a:lnTo>
                    <a:pt x="531382" y="222772"/>
                  </a:lnTo>
                  <a:lnTo>
                    <a:pt x="539196" y="222070"/>
                  </a:lnTo>
                  <a:lnTo>
                    <a:pt x="547011" y="221135"/>
                  </a:lnTo>
                  <a:lnTo>
                    <a:pt x="554825" y="220254"/>
                  </a:lnTo>
                  <a:lnTo>
                    <a:pt x="562640" y="218745"/>
                  </a:lnTo>
                  <a:lnTo>
                    <a:pt x="570454" y="217544"/>
                  </a:lnTo>
                  <a:lnTo>
                    <a:pt x="578269" y="216156"/>
                  </a:lnTo>
                  <a:lnTo>
                    <a:pt x="586083" y="215497"/>
                  </a:lnTo>
                  <a:lnTo>
                    <a:pt x="593898" y="214809"/>
                  </a:lnTo>
                  <a:lnTo>
                    <a:pt x="601712" y="213805"/>
                  </a:lnTo>
                  <a:lnTo>
                    <a:pt x="609526" y="212633"/>
                  </a:lnTo>
                  <a:lnTo>
                    <a:pt x="617341" y="211832"/>
                  </a:lnTo>
                  <a:lnTo>
                    <a:pt x="625155" y="211144"/>
                  </a:lnTo>
                  <a:lnTo>
                    <a:pt x="632970" y="210455"/>
                  </a:lnTo>
                  <a:lnTo>
                    <a:pt x="640784" y="209534"/>
                  </a:lnTo>
                  <a:lnTo>
                    <a:pt x="648599" y="208155"/>
                  </a:lnTo>
                  <a:lnTo>
                    <a:pt x="656413" y="206956"/>
                  </a:lnTo>
                  <a:lnTo>
                    <a:pt x="664228" y="206188"/>
                  </a:lnTo>
                  <a:lnTo>
                    <a:pt x="672042" y="205429"/>
                  </a:lnTo>
                  <a:lnTo>
                    <a:pt x="679857" y="204309"/>
                  </a:lnTo>
                  <a:lnTo>
                    <a:pt x="687671" y="203893"/>
                  </a:lnTo>
                  <a:lnTo>
                    <a:pt x="695485" y="203126"/>
                  </a:lnTo>
                  <a:lnTo>
                    <a:pt x="703300" y="201803"/>
                  </a:lnTo>
                  <a:lnTo>
                    <a:pt x="711114" y="200455"/>
                  </a:lnTo>
                  <a:lnTo>
                    <a:pt x="718929" y="199096"/>
                  </a:lnTo>
                  <a:lnTo>
                    <a:pt x="726743" y="197733"/>
                  </a:lnTo>
                  <a:lnTo>
                    <a:pt x="734558" y="196345"/>
                  </a:lnTo>
                  <a:lnTo>
                    <a:pt x="742372" y="194953"/>
                  </a:lnTo>
                  <a:lnTo>
                    <a:pt x="750187" y="193640"/>
                  </a:lnTo>
                  <a:lnTo>
                    <a:pt x="758001" y="192211"/>
                  </a:lnTo>
                  <a:lnTo>
                    <a:pt x="765815" y="190893"/>
                  </a:lnTo>
                  <a:lnTo>
                    <a:pt x="773630" y="189838"/>
                  </a:lnTo>
                  <a:lnTo>
                    <a:pt x="781444" y="188790"/>
                  </a:lnTo>
                  <a:lnTo>
                    <a:pt x="789259" y="187663"/>
                  </a:lnTo>
                  <a:lnTo>
                    <a:pt x="797073" y="186649"/>
                  </a:lnTo>
                  <a:lnTo>
                    <a:pt x="804888" y="185639"/>
                  </a:lnTo>
                  <a:lnTo>
                    <a:pt x="812702" y="184586"/>
                  </a:lnTo>
                  <a:lnTo>
                    <a:pt x="820517" y="183618"/>
                  </a:lnTo>
                  <a:lnTo>
                    <a:pt x="828331" y="182963"/>
                  </a:lnTo>
                  <a:lnTo>
                    <a:pt x="836145" y="181418"/>
                  </a:lnTo>
                  <a:lnTo>
                    <a:pt x="843960" y="180342"/>
                  </a:lnTo>
                  <a:lnTo>
                    <a:pt x="851774" y="179275"/>
                  </a:lnTo>
                  <a:lnTo>
                    <a:pt x="859589" y="178212"/>
                  </a:lnTo>
                  <a:lnTo>
                    <a:pt x="867403" y="177148"/>
                  </a:lnTo>
                  <a:lnTo>
                    <a:pt x="875218" y="176083"/>
                  </a:lnTo>
                  <a:lnTo>
                    <a:pt x="883032" y="174817"/>
                  </a:lnTo>
                  <a:lnTo>
                    <a:pt x="890847" y="173719"/>
                  </a:lnTo>
                  <a:lnTo>
                    <a:pt x="898661" y="172769"/>
                  </a:lnTo>
                  <a:lnTo>
                    <a:pt x="906476" y="171613"/>
                  </a:lnTo>
                  <a:lnTo>
                    <a:pt x="914290" y="170605"/>
                  </a:lnTo>
                  <a:lnTo>
                    <a:pt x="922104" y="169594"/>
                  </a:lnTo>
                  <a:lnTo>
                    <a:pt x="929919" y="168532"/>
                  </a:lnTo>
                  <a:lnTo>
                    <a:pt x="937733" y="167446"/>
                  </a:lnTo>
                  <a:lnTo>
                    <a:pt x="945548" y="166319"/>
                  </a:lnTo>
                  <a:lnTo>
                    <a:pt x="953362" y="164747"/>
                  </a:lnTo>
                  <a:lnTo>
                    <a:pt x="961177" y="163172"/>
                  </a:lnTo>
                  <a:lnTo>
                    <a:pt x="968991" y="161595"/>
                  </a:lnTo>
                  <a:lnTo>
                    <a:pt x="976806" y="160015"/>
                  </a:lnTo>
                  <a:lnTo>
                    <a:pt x="984620" y="158434"/>
                  </a:lnTo>
                  <a:lnTo>
                    <a:pt x="992434" y="156850"/>
                  </a:lnTo>
                  <a:lnTo>
                    <a:pt x="1000249" y="155269"/>
                  </a:lnTo>
                  <a:lnTo>
                    <a:pt x="1008063" y="153688"/>
                  </a:lnTo>
                  <a:lnTo>
                    <a:pt x="1015878" y="152106"/>
                  </a:lnTo>
                  <a:lnTo>
                    <a:pt x="1023692" y="150523"/>
                  </a:lnTo>
                  <a:lnTo>
                    <a:pt x="1031507" y="148939"/>
                  </a:lnTo>
                  <a:lnTo>
                    <a:pt x="1039321" y="147567"/>
                  </a:lnTo>
                  <a:lnTo>
                    <a:pt x="1047136" y="146338"/>
                  </a:lnTo>
                  <a:lnTo>
                    <a:pt x="1054950" y="145106"/>
                  </a:lnTo>
                  <a:lnTo>
                    <a:pt x="1062765" y="143869"/>
                  </a:lnTo>
                  <a:lnTo>
                    <a:pt x="1070579" y="142634"/>
                  </a:lnTo>
                  <a:lnTo>
                    <a:pt x="1078393" y="141400"/>
                  </a:lnTo>
                  <a:lnTo>
                    <a:pt x="1086208" y="140161"/>
                  </a:lnTo>
                  <a:lnTo>
                    <a:pt x="1094022" y="138919"/>
                  </a:lnTo>
                  <a:lnTo>
                    <a:pt x="1101837" y="137673"/>
                  </a:lnTo>
                  <a:lnTo>
                    <a:pt x="1109651" y="136423"/>
                  </a:lnTo>
                  <a:lnTo>
                    <a:pt x="1117466" y="135170"/>
                  </a:lnTo>
                  <a:lnTo>
                    <a:pt x="1125280" y="133913"/>
                  </a:lnTo>
                  <a:lnTo>
                    <a:pt x="1133095" y="132652"/>
                  </a:lnTo>
                  <a:lnTo>
                    <a:pt x="1140909" y="131389"/>
                  </a:lnTo>
                  <a:lnTo>
                    <a:pt x="1148723" y="130053"/>
                  </a:lnTo>
                  <a:lnTo>
                    <a:pt x="1156538" y="128647"/>
                  </a:lnTo>
                  <a:lnTo>
                    <a:pt x="1164352" y="127242"/>
                  </a:lnTo>
                  <a:lnTo>
                    <a:pt x="1172167" y="125840"/>
                  </a:lnTo>
                  <a:lnTo>
                    <a:pt x="1179981" y="124440"/>
                  </a:lnTo>
                  <a:lnTo>
                    <a:pt x="1187796" y="123042"/>
                  </a:lnTo>
                  <a:lnTo>
                    <a:pt x="1195610" y="121647"/>
                  </a:lnTo>
                  <a:lnTo>
                    <a:pt x="1203425" y="120255"/>
                  </a:lnTo>
                  <a:lnTo>
                    <a:pt x="1211239" y="118865"/>
                  </a:lnTo>
                  <a:lnTo>
                    <a:pt x="1219053" y="117478"/>
                  </a:lnTo>
                  <a:lnTo>
                    <a:pt x="1226868" y="116095"/>
                  </a:lnTo>
                  <a:lnTo>
                    <a:pt x="1234682" y="114714"/>
                  </a:lnTo>
                  <a:lnTo>
                    <a:pt x="1242497" y="113337"/>
                  </a:lnTo>
                  <a:lnTo>
                    <a:pt x="1250311" y="111964"/>
                  </a:lnTo>
                  <a:lnTo>
                    <a:pt x="1258126" y="110594"/>
                  </a:lnTo>
                  <a:lnTo>
                    <a:pt x="1265940" y="109230"/>
                  </a:lnTo>
                  <a:lnTo>
                    <a:pt x="1273755" y="107874"/>
                  </a:lnTo>
                  <a:lnTo>
                    <a:pt x="1281569" y="106522"/>
                  </a:lnTo>
                  <a:lnTo>
                    <a:pt x="1289384" y="105174"/>
                  </a:lnTo>
                  <a:lnTo>
                    <a:pt x="1297198" y="103830"/>
                  </a:lnTo>
                  <a:lnTo>
                    <a:pt x="1305012" y="102491"/>
                  </a:lnTo>
                  <a:lnTo>
                    <a:pt x="1312827" y="101379"/>
                  </a:lnTo>
                  <a:lnTo>
                    <a:pt x="1320641" y="100332"/>
                  </a:lnTo>
                  <a:lnTo>
                    <a:pt x="1328456" y="99290"/>
                  </a:lnTo>
                  <a:lnTo>
                    <a:pt x="1336270" y="98254"/>
                  </a:lnTo>
                  <a:lnTo>
                    <a:pt x="1344085" y="96966"/>
                  </a:lnTo>
                  <a:lnTo>
                    <a:pt x="1351899" y="95474"/>
                  </a:lnTo>
                  <a:lnTo>
                    <a:pt x="1359714" y="93992"/>
                  </a:lnTo>
                  <a:lnTo>
                    <a:pt x="1367528" y="92521"/>
                  </a:lnTo>
                  <a:lnTo>
                    <a:pt x="1375342" y="91059"/>
                  </a:lnTo>
                  <a:lnTo>
                    <a:pt x="1383157" y="89608"/>
                  </a:lnTo>
                  <a:lnTo>
                    <a:pt x="1390971" y="88168"/>
                  </a:lnTo>
                  <a:lnTo>
                    <a:pt x="1398786" y="86738"/>
                  </a:lnTo>
                  <a:lnTo>
                    <a:pt x="1406600" y="85425"/>
                  </a:lnTo>
                  <a:lnTo>
                    <a:pt x="1414415" y="84147"/>
                  </a:lnTo>
                  <a:lnTo>
                    <a:pt x="1422229" y="82874"/>
                  </a:lnTo>
                  <a:lnTo>
                    <a:pt x="1430044" y="81608"/>
                  </a:lnTo>
                  <a:lnTo>
                    <a:pt x="1437858" y="80348"/>
                  </a:lnTo>
                  <a:lnTo>
                    <a:pt x="1445672" y="79093"/>
                  </a:lnTo>
                  <a:lnTo>
                    <a:pt x="1453487" y="77846"/>
                  </a:lnTo>
                  <a:lnTo>
                    <a:pt x="1461301" y="76604"/>
                  </a:lnTo>
                  <a:lnTo>
                    <a:pt x="1469116" y="75369"/>
                  </a:lnTo>
                  <a:lnTo>
                    <a:pt x="1476930" y="74141"/>
                  </a:lnTo>
                  <a:lnTo>
                    <a:pt x="1484745" y="72919"/>
                  </a:lnTo>
                  <a:lnTo>
                    <a:pt x="1492559" y="71704"/>
                  </a:lnTo>
                  <a:lnTo>
                    <a:pt x="1500374" y="70495"/>
                  </a:lnTo>
                  <a:lnTo>
                    <a:pt x="1508188" y="69294"/>
                  </a:lnTo>
                  <a:lnTo>
                    <a:pt x="1516003" y="68099"/>
                  </a:lnTo>
                  <a:lnTo>
                    <a:pt x="1523817" y="66926"/>
                  </a:lnTo>
                  <a:lnTo>
                    <a:pt x="1531631" y="65759"/>
                  </a:lnTo>
                  <a:lnTo>
                    <a:pt x="1539446" y="64599"/>
                  </a:lnTo>
                  <a:lnTo>
                    <a:pt x="1547260" y="63674"/>
                  </a:lnTo>
                  <a:lnTo>
                    <a:pt x="1555075" y="62384"/>
                  </a:lnTo>
                  <a:lnTo>
                    <a:pt x="1562889" y="61123"/>
                  </a:lnTo>
                  <a:lnTo>
                    <a:pt x="1570704" y="59975"/>
                  </a:lnTo>
                  <a:lnTo>
                    <a:pt x="1578518" y="58834"/>
                  </a:lnTo>
                  <a:lnTo>
                    <a:pt x="1586333" y="57701"/>
                  </a:lnTo>
                  <a:lnTo>
                    <a:pt x="1594147" y="56574"/>
                  </a:lnTo>
                  <a:lnTo>
                    <a:pt x="1601961" y="55455"/>
                  </a:lnTo>
                  <a:lnTo>
                    <a:pt x="1609776" y="54342"/>
                  </a:lnTo>
                  <a:lnTo>
                    <a:pt x="1617590" y="53237"/>
                  </a:lnTo>
                  <a:lnTo>
                    <a:pt x="1625405" y="52140"/>
                  </a:lnTo>
                  <a:lnTo>
                    <a:pt x="1633219" y="51057"/>
                  </a:lnTo>
                  <a:lnTo>
                    <a:pt x="1641034" y="49983"/>
                  </a:lnTo>
                  <a:lnTo>
                    <a:pt x="1648848" y="48856"/>
                  </a:lnTo>
                  <a:lnTo>
                    <a:pt x="1656663" y="47568"/>
                  </a:lnTo>
                  <a:lnTo>
                    <a:pt x="1664477" y="46313"/>
                  </a:lnTo>
                  <a:lnTo>
                    <a:pt x="1672291" y="45260"/>
                  </a:lnTo>
                  <a:lnTo>
                    <a:pt x="1680106" y="44073"/>
                  </a:lnTo>
                  <a:lnTo>
                    <a:pt x="1687920" y="42895"/>
                  </a:lnTo>
                  <a:lnTo>
                    <a:pt x="1695735" y="41726"/>
                  </a:lnTo>
                  <a:lnTo>
                    <a:pt x="1703549" y="40567"/>
                  </a:lnTo>
                  <a:lnTo>
                    <a:pt x="1711364" y="39421"/>
                  </a:lnTo>
                  <a:lnTo>
                    <a:pt x="1719178" y="38287"/>
                  </a:lnTo>
                  <a:lnTo>
                    <a:pt x="1726993" y="37162"/>
                  </a:lnTo>
                  <a:lnTo>
                    <a:pt x="1734807" y="36047"/>
                  </a:lnTo>
                  <a:lnTo>
                    <a:pt x="1742622" y="35041"/>
                  </a:lnTo>
                  <a:lnTo>
                    <a:pt x="1750436" y="34094"/>
                  </a:lnTo>
                  <a:lnTo>
                    <a:pt x="1758250" y="32876"/>
                  </a:lnTo>
                  <a:lnTo>
                    <a:pt x="1766065" y="31665"/>
                  </a:lnTo>
                  <a:lnTo>
                    <a:pt x="1773879" y="30589"/>
                  </a:lnTo>
                  <a:lnTo>
                    <a:pt x="1781694" y="29523"/>
                  </a:lnTo>
                  <a:lnTo>
                    <a:pt x="1789508" y="28465"/>
                  </a:lnTo>
                  <a:lnTo>
                    <a:pt x="1797323" y="27418"/>
                  </a:lnTo>
                  <a:lnTo>
                    <a:pt x="1805137" y="26379"/>
                  </a:lnTo>
                  <a:lnTo>
                    <a:pt x="1812952" y="25350"/>
                  </a:lnTo>
                  <a:lnTo>
                    <a:pt x="1820766" y="24330"/>
                  </a:lnTo>
                  <a:lnTo>
                    <a:pt x="1828580" y="23323"/>
                  </a:lnTo>
                  <a:lnTo>
                    <a:pt x="1836395" y="22327"/>
                  </a:lnTo>
                  <a:lnTo>
                    <a:pt x="1844209" y="21339"/>
                  </a:lnTo>
                  <a:lnTo>
                    <a:pt x="1852024" y="20362"/>
                  </a:lnTo>
                  <a:lnTo>
                    <a:pt x="1859838" y="19393"/>
                  </a:lnTo>
                  <a:lnTo>
                    <a:pt x="1867653" y="18434"/>
                  </a:lnTo>
                  <a:lnTo>
                    <a:pt x="1875467" y="17350"/>
                  </a:lnTo>
                  <a:lnTo>
                    <a:pt x="1883282" y="16191"/>
                  </a:lnTo>
                  <a:lnTo>
                    <a:pt x="1891096" y="15040"/>
                  </a:lnTo>
                  <a:lnTo>
                    <a:pt x="1898910" y="13898"/>
                  </a:lnTo>
                  <a:lnTo>
                    <a:pt x="1906725" y="12971"/>
                  </a:lnTo>
                  <a:lnTo>
                    <a:pt x="1914539" y="12158"/>
                  </a:lnTo>
                  <a:lnTo>
                    <a:pt x="1922354" y="11352"/>
                  </a:lnTo>
                  <a:lnTo>
                    <a:pt x="1930168" y="10553"/>
                  </a:lnTo>
                  <a:lnTo>
                    <a:pt x="1937983" y="9761"/>
                  </a:lnTo>
                  <a:lnTo>
                    <a:pt x="1945797" y="8860"/>
                  </a:lnTo>
                  <a:lnTo>
                    <a:pt x="1953612" y="7841"/>
                  </a:lnTo>
                  <a:lnTo>
                    <a:pt x="1961426" y="6831"/>
                  </a:lnTo>
                  <a:lnTo>
                    <a:pt x="1969241" y="6122"/>
                  </a:lnTo>
                  <a:lnTo>
                    <a:pt x="1977055" y="5541"/>
                  </a:lnTo>
                  <a:lnTo>
                    <a:pt x="1984869" y="4799"/>
                  </a:lnTo>
                  <a:lnTo>
                    <a:pt x="1992684" y="3765"/>
                  </a:lnTo>
                  <a:lnTo>
                    <a:pt x="2000498" y="2737"/>
                  </a:lnTo>
                  <a:lnTo>
                    <a:pt x="2008313" y="1716"/>
                  </a:lnTo>
                  <a:lnTo>
                    <a:pt x="2016127" y="814"/>
                  </a:lnTo>
                  <a:lnTo>
                    <a:pt x="202394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54" name="pl153"/>
            <p:cNvSpPr/>
            <p:nvPr/>
          </p:nvSpPr>
          <p:spPr>
            <a:xfrm>
              <a:off x="3632283" y="3837901"/>
              <a:ext cx="2023942" cy="58893"/>
            </a:xfrm>
            <a:custGeom>
              <a:avLst/>
              <a:pathLst>
                <a:path w="2023942" h="58893">
                  <a:moveTo>
                    <a:pt x="2023942" y="58893"/>
                  </a:moveTo>
                  <a:lnTo>
                    <a:pt x="2016127" y="58775"/>
                  </a:lnTo>
                  <a:lnTo>
                    <a:pt x="2008313" y="58657"/>
                  </a:lnTo>
                  <a:lnTo>
                    <a:pt x="2000498" y="58539"/>
                  </a:lnTo>
                  <a:lnTo>
                    <a:pt x="1992684" y="58460"/>
                  </a:lnTo>
                  <a:lnTo>
                    <a:pt x="1984869" y="58411"/>
                  </a:lnTo>
                  <a:lnTo>
                    <a:pt x="1977055" y="58362"/>
                  </a:lnTo>
                  <a:lnTo>
                    <a:pt x="1969241" y="58312"/>
                  </a:lnTo>
                  <a:lnTo>
                    <a:pt x="1961426" y="58261"/>
                  </a:lnTo>
                  <a:lnTo>
                    <a:pt x="1953612" y="58209"/>
                  </a:lnTo>
                  <a:lnTo>
                    <a:pt x="1945797" y="58157"/>
                  </a:lnTo>
                  <a:lnTo>
                    <a:pt x="1937983" y="58104"/>
                  </a:lnTo>
                  <a:lnTo>
                    <a:pt x="1930168" y="58051"/>
                  </a:lnTo>
                  <a:lnTo>
                    <a:pt x="1922354" y="57997"/>
                  </a:lnTo>
                  <a:lnTo>
                    <a:pt x="1914539" y="57942"/>
                  </a:lnTo>
                  <a:lnTo>
                    <a:pt x="1906725" y="57885"/>
                  </a:lnTo>
                  <a:lnTo>
                    <a:pt x="1898910" y="57828"/>
                  </a:lnTo>
                  <a:lnTo>
                    <a:pt x="1891096" y="57771"/>
                  </a:lnTo>
                  <a:lnTo>
                    <a:pt x="1883282" y="57712"/>
                  </a:lnTo>
                  <a:lnTo>
                    <a:pt x="1875467" y="57652"/>
                  </a:lnTo>
                  <a:lnTo>
                    <a:pt x="1867653" y="57592"/>
                  </a:lnTo>
                  <a:lnTo>
                    <a:pt x="1859838" y="57568"/>
                  </a:lnTo>
                  <a:lnTo>
                    <a:pt x="1852024" y="57546"/>
                  </a:lnTo>
                  <a:lnTo>
                    <a:pt x="1844209" y="57524"/>
                  </a:lnTo>
                  <a:lnTo>
                    <a:pt x="1836395" y="57502"/>
                  </a:lnTo>
                  <a:lnTo>
                    <a:pt x="1828580" y="57479"/>
                  </a:lnTo>
                  <a:lnTo>
                    <a:pt x="1820766" y="57455"/>
                  </a:lnTo>
                  <a:lnTo>
                    <a:pt x="1812952" y="57431"/>
                  </a:lnTo>
                  <a:lnTo>
                    <a:pt x="1805137" y="57407"/>
                  </a:lnTo>
                  <a:lnTo>
                    <a:pt x="1797323" y="57382"/>
                  </a:lnTo>
                  <a:lnTo>
                    <a:pt x="1789508" y="57357"/>
                  </a:lnTo>
                  <a:lnTo>
                    <a:pt x="1781694" y="57331"/>
                  </a:lnTo>
                  <a:lnTo>
                    <a:pt x="1773879" y="57304"/>
                  </a:lnTo>
                  <a:lnTo>
                    <a:pt x="1766065" y="57277"/>
                  </a:lnTo>
                  <a:lnTo>
                    <a:pt x="1758250" y="57249"/>
                  </a:lnTo>
                  <a:lnTo>
                    <a:pt x="1750436" y="57218"/>
                  </a:lnTo>
                  <a:lnTo>
                    <a:pt x="1742622" y="57186"/>
                  </a:lnTo>
                  <a:lnTo>
                    <a:pt x="1734807" y="57152"/>
                  </a:lnTo>
                  <a:lnTo>
                    <a:pt x="1726993" y="57118"/>
                  </a:lnTo>
                  <a:lnTo>
                    <a:pt x="1719178" y="57084"/>
                  </a:lnTo>
                  <a:lnTo>
                    <a:pt x="1711364" y="57048"/>
                  </a:lnTo>
                  <a:lnTo>
                    <a:pt x="1703549" y="57013"/>
                  </a:lnTo>
                  <a:lnTo>
                    <a:pt x="1695735" y="56976"/>
                  </a:lnTo>
                  <a:lnTo>
                    <a:pt x="1687920" y="56939"/>
                  </a:lnTo>
                  <a:lnTo>
                    <a:pt x="1680106" y="56883"/>
                  </a:lnTo>
                  <a:lnTo>
                    <a:pt x="1672291" y="56693"/>
                  </a:lnTo>
                  <a:lnTo>
                    <a:pt x="1664477" y="56501"/>
                  </a:lnTo>
                  <a:lnTo>
                    <a:pt x="1656663" y="56339"/>
                  </a:lnTo>
                  <a:lnTo>
                    <a:pt x="1648848" y="56282"/>
                  </a:lnTo>
                  <a:lnTo>
                    <a:pt x="1641034" y="56221"/>
                  </a:lnTo>
                  <a:lnTo>
                    <a:pt x="1633219" y="56159"/>
                  </a:lnTo>
                  <a:lnTo>
                    <a:pt x="1625405" y="56095"/>
                  </a:lnTo>
                  <a:lnTo>
                    <a:pt x="1617590" y="56030"/>
                  </a:lnTo>
                  <a:lnTo>
                    <a:pt x="1609776" y="55961"/>
                  </a:lnTo>
                  <a:lnTo>
                    <a:pt x="1601961" y="55806"/>
                  </a:lnTo>
                  <a:lnTo>
                    <a:pt x="1594147" y="55650"/>
                  </a:lnTo>
                  <a:lnTo>
                    <a:pt x="1586333" y="55489"/>
                  </a:lnTo>
                  <a:lnTo>
                    <a:pt x="1578518" y="55225"/>
                  </a:lnTo>
                  <a:lnTo>
                    <a:pt x="1570704" y="54867"/>
                  </a:lnTo>
                  <a:lnTo>
                    <a:pt x="1562889" y="54772"/>
                  </a:lnTo>
                  <a:lnTo>
                    <a:pt x="1555075" y="54693"/>
                  </a:lnTo>
                  <a:lnTo>
                    <a:pt x="1547260" y="54612"/>
                  </a:lnTo>
                  <a:lnTo>
                    <a:pt x="1539446" y="54450"/>
                  </a:lnTo>
                  <a:lnTo>
                    <a:pt x="1531631" y="54228"/>
                  </a:lnTo>
                  <a:lnTo>
                    <a:pt x="1523817" y="54003"/>
                  </a:lnTo>
                  <a:lnTo>
                    <a:pt x="1516003" y="53774"/>
                  </a:lnTo>
                  <a:lnTo>
                    <a:pt x="1508188" y="53610"/>
                  </a:lnTo>
                  <a:lnTo>
                    <a:pt x="1500374" y="53492"/>
                  </a:lnTo>
                  <a:lnTo>
                    <a:pt x="1492559" y="53372"/>
                  </a:lnTo>
                  <a:lnTo>
                    <a:pt x="1484745" y="53251"/>
                  </a:lnTo>
                  <a:lnTo>
                    <a:pt x="1476930" y="53129"/>
                  </a:lnTo>
                  <a:lnTo>
                    <a:pt x="1469116" y="52994"/>
                  </a:lnTo>
                  <a:lnTo>
                    <a:pt x="1461301" y="52822"/>
                  </a:lnTo>
                  <a:lnTo>
                    <a:pt x="1453487" y="52648"/>
                  </a:lnTo>
                  <a:lnTo>
                    <a:pt x="1445672" y="52474"/>
                  </a:lnTo>
                  <a:lnTo>
                    <a:pt x="1437858" y="52329"/>
                  </a:lnTo>
                  <a:lnTo>
                    <a:pt x="1430044" y="52225"/>
                  </a:lnTo>
                  <a:lnTo>
                    <a:pt x="1422229" y="52120"/>
                  </a:lnTo>
                  <a:lnTo>
                    <a:pt x="1414415" y="51875"/>
                  </a:lnTo>
                  <a:lnTo>
                    <a:pt x="1406600" y="51586"/>
                  </a:lnTo>
                  <a:lnTo>
                    <a:pt x="1398786" y="51406"/>
                  </a:lnTo>
                  <a:lnTo>
                    <a:pt x="1390971" y="51256"/>
                  </a:lnTo>
                  <a:lnTo>
                    <a:pt x="1383157" y="51156"/>
                  </a:lnTo>
                  <a:lnTo>
                    <a:pt x="1375342" y="51054"/>
                  </a:lnTo>
                  <a:lnTo>
                    <a:pt x="1367528" y="50951"/>
                  </a:lnTo>
                  <a:lnTo>
                    <a:pt x="1359714" y="50844"/>
                  </a:lnTo>
                  <a:lnTo>
                    <a:pt x="1351899" y="50686"/>
                  </a:lnTo>
                  <a:lnTo>
                    <a:pt x="1344085" y="50387"/>
                  </a:lnTo>
                  <a:lnTo>
                    <a:pt x="1336270" y="50242"/>
                  </a:lnTo>
                  <a:lnTo>
                    <a:pt x="1328456" y="50097"/>
                  </a:lnTo>
                  <a:lnTo>
                    <a:pt x="1320641" y="49985"/>
                  </a:lnTo>
                  <a:lnTo>
                    <a:pt x="1312827" y="49892"/>
                  </a:lnTo>
                  <a:lnTo>
                    <a:pt x="1305012" y="49798"/>
                  </a:lnTo>
                  <a:lnTo>
                    <a:pt x="1297198" y="49702"/>
                  </a:lnTo>
                  <a:lnTo>
                    <a:pt x="1289384" y="49605"/>
                  </a:lnTo>
                  <a:lnTo>
                    <a:pt x="1281569" y="49498"/>
                  </a:lnTo>
                  <a:lnTo>
                    <a:pt x="1273755" y="49328"/>
                  </a:lnTo>
                  <a:lnTo>
                    <a:pt x="1265940" y="49155"/>
                  </a:lnTo>
                  <a:lnTo>
                    <a:pt x="1258126" y="48981"/>
                  </a:lnTo>
                  <a:lnTo>
                    <a:pt x="1250311" y="48803"/>
                  </a:lnTo>
                  <a:lnTo>
                    <a:pt x="1242497" y="48620"/>
                  </a:lnTo>
                  <a:lnTo>
                    <a:pt x="1234682" y="48435"/>
                  </a:lnTo>
                  <a:lnTo>
                    <a:pt x="1226868" y="48247"/>
                  </a:lnTo>
                  <a:lnTo>
                    <a:pt x="1219053" y="48057"/>
                  </a:lnTo>
                  <a:lnTo>
                    <a:pt x="1211239" y="47799"/>
                  </a:lnTo>
                  <a:lnTo>
                    <a:pt x="1203425" y="47537"/>
                  </a:lnTo>
                  <a:lnTo>
                    <a:pt x="1195610" y="47271"/>
                  </a:lnTo>
                  <a:lnTo>
                    <a:pt x="1187796" y="47134"/>
                  </a:lnTo>
                  <a:lnTo>
                    <a:pt x="1179981" y="47012"/>
                  </a:lnTo>
                  <a:lnTo>
                    <a:pt x="1172167" y="46872"/>
                  </a:lnTo>
                  <a:lnTo>
                    <a:pt x="1164352" y="46667"/>
                  </a:lnTo>
                  <a:lnTo>
                    <a:pt x="1156538" y="46500"/>
                  </a:lnTo>
                  <a:lnTo>
                    <a:pt x="1148723" y="46344"/>
                  </a:lnTo>
                  <a:lnTo>
                    <a:pt x="1140909" y="46185"/>
                  </a:lnTo>
                  <a:lnTo>
                    <a:pt x="1133095" y="46024"/>
                  </a:lnTo>
                  <a:lnTo>
                    <a:pt x="1125280" y="45863"/>
                  </a:lnTo>
                  <a:lnTo>
                    <a:pt x="1117466" y="45662"/>
                  </a:lnTo>
                  <a:lnTo>
                    <a:pt x="1109651" y="45515"/>
                  </a:lnTo>
                  <a:lnTo>
                    <a:pt x="1101837" y="45369"/>
                  </a:lnTo>
                  <a:lnTo>
                    <a:pt x="1094022" y="45214"/>
                  </a:lnTo>
                  <a:lnTo>
                    <a:pt x="1086208" y="45071"/>
                  </a:lnTo>
                  <a:lnTo>
                    <a:pt x="1078393" y="44919"/>
                  </a:lnTo>
                  <a:lnTo>
                    <a:pt x="1070579" y="44765"/>
                  </a:lnTo>
                  <a:lnTo>
                    <a:pt x="1062765" y="44607"/>
                  </a:lnTo>
                  <a:lnTo>
                    <a:pt x="1054950" y="44444"/>
                  </a:lnTo>
                  <a:lnTo>
                    <a:pt x="1047136" y="44198"/>
                  </a:lnTo>
                  <a:lnTo>
                    <a:pt x="1039321" y="44025"/>
                  </a:lnTo>
                  <a:lnTo>
                    <a:pt x="1031507" y="43776"/>
                  </a:lnTo>
                  <a:lnTo>
                    <a:pt x="1023692" y="43445"/>
                  </a:lnTo>
                  <a:lnTo>
                    <a:pt x="1015878" y="43107"/>
                  </a:lnTo>
                  <a:lnTo>
                    <a:pt x="1008063" y="42762"/>
                  </a:lnTo>
                  <a:lnTo>
                    <a:pt x="1000249" y="42409"/>
                  </a:lnTo>
                  <a:lnTo>
                    <a:pt x="992434" y="42155"/>
                  </a:lnTo>
                  <a:lnTo>
                    <a:pt x="984620" y="41926"/>
                  </a:lnTo>
                  <a:lnTo>
                    <a:pt x="976806" y="41693"/>
                  </a:lnTo>
                  <a:lnTo>
                    <a:pt x="968991" y="41458"/>
                  </a:lnTo>
                  <a:lnTo>
                    <a:pt x="961177" y="41222"/>
                  </a:lnTo>
                  <a:lnTo>
                    <a:pt x="953362" y="40985"/>
                  </a:lnTo>
                  <a:lnTo>
                    <a:pt x="945548" y="40747"/>
                  </a:lnTo>
                  <a:lnTo>
                    <a:pt x="937733" y="40468"/>
                  </a:lnTo>
                  <a:lnTo>
                    <a:pt x="929919" y="40085"/>
                  </a:lnTo>
                  <a:lnTo>
                    <a:pt x="922104" y="39698"/>
                  </a:lnTo>
                  <a:lnTo>
                    <a:pt x="914290" y="39302"/>
                  </a:lnTo>
                  <a:lnTo>
                    <a:pt x="906476" y="38902"/>
                  </a:lnTo>
                  <a:lnTo>
                    <a:pt x="898661" y="38498"/>
                  </a:lnTo>
                  <a:lnTo>
                    <a:pt x="890847" y="38096"/>
                  </a:lnTo>
                  <a:lnTo>
                    <a:pt x="883032" y="37803"/>
                  </a:lnTo>
                  <a:lnTo>
                    <a:pt x="875218" y="37632"/>
                  </a:lnTo>
                  <a:lnTo>
                    <a:pt x="867403" y="37461"/>
                  </a:lnTo>
                  <a:lnTo>
                    <a:pt x="859589" y="37289"/>
                  </a:lnTo>
                  <a:lnTo>
                    <a:pt x="851774" y="37116"/>
                  </a:lnTo>
                  <a:lnTo>
                    <a:pt x="843960" y="36943"/>
                  </a:lnTo>
                  <a:lnTo>
                    <a:pt x="836145" y="36770"/>
                  </a:lnTo>
                  <a:lnTo>
                    <a:pt x="828331" y="36563"/>
                  </a:lnTo>
                  <a:lnTo>
                    <a:pt x="820517" y="36346"/>
                  </a:lnTo>
                  <a:lnTo>
                    <a:pt x="812702" y="36083"/>
                  </a:lnTo>
                  <a:lnTo>
                    <a:pt x="804888" y="35695"/>
                  </a:lnTo>
                  <a:lnTo>
                    <a:pt x="797073" y="35301"/>
                  </a:lnTo>
                  <a:lnTo>
                    <a:pt x="789259" y="34900"/>
                  </a:lnTo>
                  <a:lnTo>
                    <a:pt x="781444" y="34493"/>
                  </a:lnTo>
                  <a:lnTo>
                    <a:pt x="773630" y="34188"/>
                  </a:lnTo>
                  <a:lnTo>
                    <a:pt x="765815" y="33935"/>
                  </a:lnTo>
                  <a:lnTo>
                    <a:pt x="758001" y="33213"/>
                  </a:lnTo>
                  <a:lnTo>
                    <a:pt x="750187" y="32780"/>
                  </a:lnTo>
                  <a:lnTo>
                    <a:pt x="742372" y="32340"/>
                  </a:lnTo>
                  <a:lnTo>
                    <a:pt x="734558" y="31932"/>
                  </a:lnTo>
                  <a:lnTo>
                    <a:pt x="726743" y="31650"/>
                  </a:lnTo>
                  <a:lnTo>
                    <a:pt x="718929" y="31367"/>
                  </a:lnTo>
                  <a:lnTo>
                    <a:pt x="711114" y="31083"/>
                  </a:lnTo>
                  <a:lnTo>
                    <a:pt x="703300" y="30796"/>
                  </a:lnTo>
                  <a:lnTo>
                    <a:pt x="695485" y="30509"/>
                  </a:lnTo>
                  <a:lnTo>
                    <a:pt x="687671" y="30218"/>
                  </a:lnTo>
                  <a:lnTo>
                    <a:pt x="679857" y="29921"/>
                  </a:lnTo>
                  <a:lnTo>
                    <a:pt x="672042" y="29622"/>
                  </a:lnTo>
                  <a:lnTo>
                    <a:pt x="664228" y="29470"/>
                  </a:lnTo>
                  <a:lnTo>
                    <a:pt x="656413" y="29165"/>
                  </a:lnTo>
                  <a:lnTo>
                    <a:pt x="648599" y="28732"/>
                  </a:lnTo>
                  <a:lnTo>
                    <a:pt x="640784" y="28439"/>
                  </a:lnTo>
                  <a:lnTo>
                    <a:pt x="632970" y="28144"/>
                  </a:lnTo>
                  <a:lnTo>
                    <a:pt x="625155" y="27845"/>
                  </a:lnTo>
                  <a:lnTo>
                    <a:pt x="617341" y="27539"/>
                  </a:lnTo>
                  <a:lnTo>
                    <a:pt x="609526" y="27231"/>
                  </a:lnTo>
                  <a:lnTo>
                    <a:pt x="601712" y="26981"/>
                  </a:lnTo>
                  <a:lnTo>
                    <a:pt x="593898" y="26753"/>
                  </a:lnTo>
                  <a:lnTo>
                    <a:pt x="586083" y="26299"/>
                  </a:lnTo>
                  <a:lnTo>
                    <a:pt x="578269" y="25841"/>
                  </a:lnTo>
                  <a:lnTo>
                    <a:pt x="570454" y="25324"/>
                  </a:lnTo>
                  <a:lnTo>
                    <a:pt x="562640" y="24843"/>
                  </a:lnTo>
                  <a:lnTo>
                    <a:pt x="554825" y="24359"/>
                  </a:lnTo>
                  <a:lnTo>
                    <a:pt x="547011" y="24045"/>
                  </a:lnTo>
                  <a:lnTo>
                    <a:pt x="539196" y="23963"/>
                  </a:lnTo>
                  <a:lnTo>
                    <a:pt x="531382" y="23516"/>
                  </a:lnTo>
                  <a:lnTo>
                    <a:pt x="523568" y="23033"/>
                  </a:lnTo>
                  <a:lnTo>
                    <a:pt x="515753" y="22557"/>
                  </a:lnTo>
                  <a:lnTo>
                    <a:pt x="507939" y="22050"/>
                  </a:lnTo>
                  <a:lnTo>
                    <a:pt x="500124" y="21549"/>
                  </a:lnTo>
                  <a:lnTo>
                    <a:pt x="492310" y="21042"/>
                  </a:lnTo>
                  <a:lnTo>
                    <a:pt x="484495" y="20406"/>
                  </a:lnTo>
                  <a:lnTo>
                    <a:pt x="476681" y="19709"/>
                  </a:lnTo>
                  <a:lnTo>
                    <a:pt x="468866" y="19003"/>
                  </a:lnTo>
                  <a:lnTo>
                    <a:pt x="461052" y="18244"/>
                  </a:lnTo>
                  <a:lnTo>
                    <a:pt x="453238" y="17576"/>
                  </a:lnTo>
                  <a:lnTo>
                    <a:pt x="445423" y="16931"/>
                  </a:lnTo>
                  <a:lnTo>
                    <a:pt x="437609" y="16330"/>
                  </a:lnTo>
                  <a:lnTo>
                    <a:pt x="429794" y="15720"/>
                  </a:lnTo>
                  <a:lnTo>
                    <a:pt x="421980" y="15117"/>
                  </a:lnTo>
                  <a:lnTo>
                    <a:pt x="414165" y="14711"/>
                  </a:lnTo>
                  <a:lnTo>
                    <a:pt x="406351" y="14363"/>
                  </a:lnTo>
                  <a:lnTo>
                    <a:pt x="398536" y="13898"/>
                  </a:lnTo>
                  <a:lnTo>
                    <a:pt x="390722" y="13571"/>
                  </a:lnTo>
                  <a:lnTo>
                    <a:pt x="382907" y="13015"/>
                  </a:lnTo>
                  <a:lnTo>
                    <a:pt x="375093" y="12364"/>
                  </a:lnTo>
                  <a:lnTo>
                    <a:pt x="367279" y="11905"/>
                  </a:lnTo>
                  <a:lnTo>
                    <a:pt x="359464" y="11441"/>
                  </a:lnTo>
                  <a:lnTo>
                    <a:pt x="351650" y="10984"/>
                  </a:lnTo>
                  <a:lnTo>
                    <a:pt x="343835" y="10515"/>
                  </a:lnTo>
                  <a:lnTo>
                    <a:pt x="336021" y="10047"/>
                  </a:lnTo>
                  <a:lnTo>
                    <a:pt x="328206" y="9424"/>
                  </a:lnTo>
                  <a:lnTo>
                    <a:pt x="320392" y="9082"/>
                  </a:lnTo>
                  <a:lnTo>
                    <a:pt x="312577" y="8851"/>
                  </a:lnTo>
                  <a:lnTo>
                    <a:pt x="304763" y="8199"/>
                  </a:lnTo>
                  <a:lnTo>
                    <a:pt x="296949" y="7921"/>
                  </a:lnTo>
                  <a:lnTo>
                    <a:pt x="289134" y="7791"/>
                  </a:lnTo>
                  <a:lnTo>
                    <a:pt x="281320" y="7332"/>
                  </a:lnTo>
                  <a:lnTo>
                    <a:pt x="273505" y="6868"/>
                  </a:lnTo>
                  <a:lnTo>
                    <a:pt x="265691" y="6400"/>
                  </a:lnTo>
                  <a:lnTo>
                    <a:pt x="257876" y="6136"/>
                  </a:lnTo>
                  <a:lnTo>
                    <a:pt x="250062" y="5912"/>
                  </a:lnTo>
                  <a:lnTo>
                    <a:pt x="242247" y="5747"/>
                  </a:lnTo>
                  <a:lnTo>
                    <a:pt x="234433" y="5839"/>
                  </a:lnTo>
                  <a:lnTo>
                    <a:pt x="226619" y="5600"/>
                  </a:lnTo>
                  <a:lnTo>
                    <a:pt x="218804" y="5287"/>
                  </a:lnTo>
                  <a:lnTo>
                    <a:pt x="210990" y="4911"/>
                  </a:lnTo>
                  <a:lnTo>
                    <a:pt x="203175" y="4564"/>
                  </a:lnTo>
                  <a:lnTo>
                    <a:pt x="195361" y="4337"/>
                  </a:lnTo>
                  <a:lnTo>
                    <a:pt x="187546" y="4120"/>
                  </a:lnTo>
                  <a:lnTo>
                    <a:pt x="179732" y="3842"/>
                  </a:lnTo>
                  <a:lnTo>
                    <a:pt x="171917" y="3434"/>
                  </a:lnTo>
                  <a:lnTo>
                    <a:pt x="164103" y="3439"/>
                  </a:lnTo>
                  <a:lnTo>
                    <a:pt x="156288" y="3209"/>
                  </a:lnTo>
                  <a:lnTo>
                    <a:pt x="148474" y="2699"/>
                  </a:lnTo>
                  <a:lnTo>
                    <a:pt x="140660" y="2435"/>
                  </a:lnTo>
                  <a:lnTo>
                    <a:pt x="132845" y="2149"/>
                  </a:lnTo>
                  <a:lnTo>
                    <a:pt x="125031" y="1690"/>
                  </a:lnTo>
                  <a:lnTo>
                    <a:pt x="117216" y="1376"/>
                  </a:lnTo>
                  <a:lnTo>
                    <a:pt x="109402" y="1454"/>
                  </a:lnTo>
                  <a:lnTo>
                    <a:pt x="101587" y="622"/>
                  </a:lnTo>
                  <a:lnTo>
                    <a:pt x="93773" y="371"/>
                  </a:lnTo>
                  <a:lnTo>
                    <a:pt x="85958" y="174"/>
                  </a:lnTo>
                  <a:lnTo>
                    <a:pt x="78144" y="503"/>
                  </a:lnTo>
                  <a:lnTo>
                    <a:pt x="70330" y="150"/>
                  </a:lnTo>
                  <a:lnTo>
                    <a:pt x="62515" y="0"/>
                  </a:lnTo>
                  <a:lnTo>
                    <a:pt x="54701" y="112"/>
                  </a:lnTo>
                  <a:lnTo>
                    <a:pt x="46886" y="10"/>
                  </a:lnTo>
                  <a:lnTo>
                    <a:pt x="39072" y="336"/>
                  </a:lnTo>
                  <a:lnTo>
                    <a:pt x="31257" y="601"/>
                  </a:lnTo>
                  <a:lnTo>
                    <a:pt x="23443" y="833"/>
                  </a:lnTo>
                  <a:lnTo>
                    <a:pt x="15628" y="761"/>
                  </a:lnTo>
                  <a:lnTo>
                    <a:pt x="7814" y="709"/>
                  </a:lnTo>
                  <a:lnTo>
                    <a:pt x="0" y="101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55" name="pl154"/>
            <p:cNvSpPr/>
            <p:nvPr/>
          </p:nvSpPr>
          <p:spPr>
            <a:xfrm>
              <a:off x="3632283" y="3637577"/>
              <a:ext cx="2023942" cy="106092"/>
            </a:xfrm>
            <a:custGeom>
              <a:avLst/>
              <a:pathLst>
                <a:path w="2023942" h="106092">
                  <a:moveTo>
                    <a:pt x="0" y="106092"/>
                  </a:moveTo>
                  <a:lnTo>
                    <a:pt x="7814" y="105737"/>
                  </a:lnTo>
                  <a:lnTo>
                    <a:pt x="15628" y="105381"/>
                  </a:lnTo>
                  <a:lnTo>
                    <a:pt x="23443" y="105020"/>
                  </a:lnTo>
                  <a:lnTo>
                    <a:pt x="31257" y="104661"/>
                  </a:lnTo>
                  <a:lnTo>
                    <a:pt x="39072" y="104298"/>
                  </a:lnTo>
                  <a:lnTo>
                    <a:pt x="46886" y="103938"/>
                  </a:lnTo>
                  <a:lnTo>
                    <a:pt x="54701" y="103578"/>
                  </a:lnTo>
                  <a:lnTo>
                    <a:pt x="62515" y="103216"/>
                  </a:lnTo>
                  <a:lnTo>
                    <a:pt x="70330" y="102854"/>
                  </a:lnTo>
                  <a:lnTo>
                    <a:pt x="78144" y="102493"/>
                  </a:lnTo>
                  <a:lnTo>
                    <a:pt x="85958" y="102130"/>
                  </a:lnTo>
                  <a:lnTo>
                    <a:pt x="93773" y="101769"/>
                  </a:lnTo>
                  <a:lnTo>
                    <a:pt x="101587" y="101411"/>
                  </a:lnTo>
                  <a:lnTo>
                    <a:pt x="109402" y="101052"/>
                  </a:lnTo>
                  <a:lnTo>
                    <a:pt x="117216" y="100692"/>
                  </a:lnTo>
                  <a:lnTo>
                    <a:pt x="125031" y="100332"/>
                  </a:lnTo>
                  <a:lnTo>
                    <a:pt x="132845" y="99968"/>
                  </a:lnTo>
                  <a:lnTo>
                    <a:pt x="140660" y="99602"/>
                  </a:lnTo>
                  <a:lnTo>
                    <a:pt x="148474" y="99237"/>
                  </a:lnTo>
                  <a:lnTo>
                    <a:pt x="156288" y="98873"/>
                  </a:lnTo>
                  <a:lnTo>
                    <a:pt x="164103" y="98507"/>
                  </a:lnTo>
                  <a:lnTo>
                    <a:pt x="171917" y="98141"/>
                  </a:lnTo>
                  <a:lnTo>
                    <a:pt x="179732" y="97774"/>
                  </a:lnTo>
                  <a:lnTo>
                    <a:pt x="187546" y="97407"/>
                  </a:lnTo>
                  <a:lnTo>
                    <a:pt x="195361" y="97041"/>
                  </a:lnTo>
                  <a:lnTo>
                    <a:pt x="203175" y="96672"/>
                  </a:lnTo>
                  <a:lnTo>
                    <a:pt x="210990" y="96300"/>
                  </a:lnTo>
                  <a:lnTo>
                    <a:pt x="218804" y="95933"/>
                  </a:lnTo>
                  <a:lnTo>
                    <a:pt x="226619" y="95565"/>
                  </a:lnTo>
                  <a:lnTo>
                    <a:pt x="234433" y="95192"/>
                  </a:lnTo>
                  <a:lnTo>
                    <a:pt x="242247" y="94819"/>
                  </a:lnTo>
                  <a:lnTo>
                    <a:pt x="250062" y="94445"/>
                  </a:lnTo>
                  <a:lnTo>
                    <a:pt x="257876" y="94069"/>
                  </a:lnTo>
                  <a:lnTo>
                    <a:pt x="265691" y="93693"/>
                  </a:lnTo>
                  <a:lnTo>
                    <a:pt x="273505" y="93315"/>
                  </a:lnTo>
                  <a:lnTo>
                    <a:pt x="281320" y="92938"/>
                  </a:lnTo>
                  <a:lnTo>
                    <a:pt x="289134" y="92562"/>
                  </a:lnTo>
                  <a:lnTo>
                    <a:pt x="296949" y="92186"/>
                  </a:lnTo>
                  <a:lnTo>
                    <a:pt x="304763" y="91811"/>
                  </a:lnTo>
                  <a:lnTo>
                    <a:pt x="312577" y="91436"/>
                  </a:lnTo>
                  <a:lnTo>
                    <a:pt x="320392" y="91059"/>
                  </a:lnTo>
                  <a:lnTo>
                    <a:pt x="328206" y="90681"/>
                  </a:lnTo>
                  <a:lnTo>
                    <a:pt x="336021" y="90301"/>
                  </a:lnTo>
                  <a:lnTo>
                    <a:pt x="343835" y="89920"/>
                  </a:lnTo>
                  <a:lnTo>
                    <a:pt x="351650" y="89539"/>
                  </a:lnTo>
                  <a:lnTo>
                    <a:pt x="359464" y="89159"/>
                  </a:lnTo>
                  <a:lnTo>
                    <a:pt x="367279" y="88777"/>
                  </a:lnTo>
                  <a:lnTo>
                    <a:pt x="375093" y="88392"/>
                  </a:lnTo>
                  <a:lnTo>
                    <a:pt x="382907" y="88006"/>
                  </a:lnTo>
                  <a:lnTo>
                    <a:pt x="390722" y="87622"/>
                  </a:lnTo>
                  <a:lnTo>
                    <a:pt x="398536" y="87238"/>
                  </a:lnTo>
                  <a:lnTo>
                    <a:pt x="406351" y="86853"/>
                  </a:lnTo>
                  <a:lnTo>
                    <a:pt x="414165" y="86466"/>
                  </a:lnTo>
                  <a:lnTo>
                    <a:pt x="421980" y="86079"/>
                  </a:lnTo>
                  <a:lnTo>
                    <a:pt x="429794" y="85691"/>
                  </a:lnTo>
                  <a:lnTo>
                    <a:pt x="437609" y="85303"/>
                  </a:lnTo>
                  <a:lnTo>
                    <a:pt x="445423" y="84915"/>
                  </a:lnTo>
                  <a:lnTo>
                    <a:pt x="453238" y="84525"/>
                  </a:lnTo>
                  <a:lnTo>
                    <a:pt x="461052" y="84135"/>
                  </a:lnTo>
                  <a:lnTo>
                    <a:pt x="468866" y="83744"/>
                  </a:lnTo>
                  <a:lnTo>
                    <a:pt x="476681" y="83353"/>
                  </a:lnTo>
                  <a:lnTo>
                    <a:pt x="484495" y="82961"/>
                  </a:lnTo>
                  <a:lnTo>
                    <a:pt x="492310" y="82569"/>
                  </a:lnTo>
                  <a:lnTo>
                    <a:pt x="500124" y="82176"/>
                  </a:lnTo>
                  <a:lnTo>
                    <a:pt x="507939" y="81782"/>
                  </a:lnTo>
                  <a:lnTo>
                    <a:pt x="515753" y="81386"/>
                  </a:lnTo>
                  <a:lnTo>
                    <a:pt x="523568" y="80989"/>
                  </a:lnTo>
                  <a:lnTo>
                    <a:pt x="531382" y="80592"/>
                  </a:lnTo>
                  <a:lnTo>
                    <a:pt x="539196" y="80196"/>
                  </a:lnTo>
                  <a:lnTo>
                    <a:pt x="547011" y="79799"/>
                  </a:lnTo>
                  <a:lnTo>
                    <a:pt x="554825" y="79401"/>
                  </a:lnTo>
                  <a:lnTo>
                    <a:pt x="562640" y="79003"/>
                  </a:lnTo>
                  <a:lnTo>
                    <a:pt x="570454" y="78604"/>
                  </a:lnTo>
                  <a:lnTo>
                    <a:pt x="578269" y="78204"/>
                  </a:lnTo>
                  <a:lnTo>
                    <a:pt x="586083" y="77804"/>
                  </a:lnTo>
                  <a:lnTo>
                    <a:pt x="593898" y="77404"/>
                  </a:lnTo>
                  <a:lnTo>
                    <a:pt x="601712" y="77003"/>
                  </a:lnTo>
                  <a:lnTo>
                    <a:pt x="609526" y="76602"/>
                  </a:lnTo>
                  <a:lnTo>
                    <a:pt x="617341" y="76205"/>
                  </a:lnTo>
                  <a:lnTo>
                    <a:pt x="625155" y="75808"/>
                  </a:lnTo>
                  <a:lnTo>
                    <a:pt x="632970" y="75410"/>
                  </a:lnTo>
                  <a:lnTo>
                    <a:pt x="640784" y="75008"/>
                  </a:lnTo>
                  <a:lnTo>
                    <a:pt x="648599" y="74606"/>
                  </a:lnTo>
                  <a:lnTo>
                    <a:pt x="656413" y="74204"/>
                  </a:lnTo>
                  <a:lnTo>
                    <a:pt x="664228" y="73801"/>
                  </a:lnTo>
                  <a:lnTo>
                    <a:pt x="672042" y="73393"/>
                  </a:lnTo>
                  <a:lnTo>
                    <a:pt x="679857" y="72983"/>
                  </a:lnTo>
                  <a:lnTo>
                    <a:pt x="687671" y="72573"/>
                  </a:lnTo>
                  <a:lnTo>
                    <a:pt x="695485" y="72162"/>
                  </a:lnTo>
                  <a:lnTo>
                    <a:pt x="703300" y="71751"/>
                  </a:lnTo>
                  <a:lnTo>
                    <a:pt x="711114" y="71338"/>
                  </a:lnTo>
                  <a:lnTo>
                    <a:pt x="718929" y="70925"/>
                  </a:lnTo>
                  <a:lnTo>
                    <a:pt x="726743" y="70511"/>
                  </a:lnTo>
                  <a:lnTo>
                    <a:pt x="734558" y="70096"/>
                  </a:lnTo>
                  <a:lnTo>
                    <a:pt x="742372" y="69685"/>
                  </a:lnTo>
                  <a:lnTo>
                    <a:pt x="750187" y="69275"/>
                  </a:lnTo>
                  <a:lnTo>
                    <a:pt x="758001" y="68865"/>
                  </a:lnTo>
                  <a:lnTo>
                    <a:pt x="765815" y="68448"/>
                  </a:lnTo>
                  <a:lnTo>
                    <a:pt x="773630" y="68029"/>
                  </a:lnTo>
                  <a:lnTo>
                    <a:pt x="781444" y="67620"/>
                  </a:lnTo>
                  <a:lnTo>
                    <a:pt x="789259" y="67212"/>
                  </a:lnTo>
                  <a:lnTo>
                    <a:pt x="797073" y="66803"/>
                  </a:lnTo>
                  <a:lnTo>
                    <a:pt x="804888" y="66395"/>
                  </a:lnTo>
                  <a:lnTo>
                    <a:pt x="812702" y="65981"/>
                  </a:lnTo>
                  <a:lnTo>
                    <a:pt x="820517" y="65569"/>
                  </a:lnTo>
                  <a:lnTo>
                    <a:pt x="828331" y="65155"/>
                  </a:lnTo>
                  <a:lnTo>
                    <a:pt x="836145" y="64738"/>
                  </a:lnTo>
                  <a:lnTo>
                    <a:pt x="843960" y="64324"/>
                  </a:lnTo>
                  <a:lnTo>
                    <a:pt x="851774" y="63911"/>
                  </a:lnTo>
                  <a:lnTo>
                    <a:pt x="859589" y="63501"/>
                  </a:lnTo>
                  <a:lnTo>
                    <a:pt x="867403" y="63091"/>
                  </a:lnTo>
                  <a:lnTo>
                    <a:pt x="875218" y="62680"/>
                  </a:lnTo>
                  <a:lnTo>
                    <a:pt x="883032" y="62260"/>
                  </a:lnTo>
                  <a:lnTo>
                    <a:pt x="890847" y="61837"/>
                  </a:lnTo>
                  <a:lnTo>
                    <a:pt x="898661" y="61410"/>
                  </a:lnTo>
                  <a:lnTo>
                    <a:pt x="906476" y="60984"/>
                  </a:lnTo>
                  <a:lnTo>
                    <a:pt x="914290" y="60565"/>
                  </a:lnTo>
                  <a:lnTo>
                    <a:pt x="922104" y="60145"/>
                  </a:lnTo>
                  <a:lnTo>
                    <a:pt x="929919" y="59726"/>
                  </a:lnTo>
                  <a:lnTo>
                    <a:pt x="937733" y="59305"/>
                  </a:lnTo>
                  <a:lnTo>
                    <a:pt x="945548" y="58885"/>
                  </a:lnTo>
                  <a:lnTo>
                    <a:pt x="953362" y="58464"/>
                  </a:lnTo>
                  <a:lnTo>
                    <a:pt x="961177" y="58042"/>
                  </a:lnTo>
                  <a:lnTo>
                    <a:pt x="968991" y="57621"/>
                  </a:lnTo>
                  <a:lnTo>
                    <a:pt x="976806" y="57211"/>
                  </a:lnTo>
                  <a:lnTo>
                    <a:pt x="984620" y="56802"/>
                  </a:lnTo>
                  <a:lnTo>
                    <a:pt x="992434" y="56394"/>
                  </a:lnTo>
                  <a:lnTo>
                    <a:pt x="1000249" y="55985"/>
                  </a:lnTo>
                  <a:lnTo>
                    <a:pt x="1008063" y="55576"/>
                  </a:lnTo>
                  <a:lnTo>
                    <a:pt x="1015878" y="55167"/>
                  </a:lnTo>
                  <a:lnTo>
                    <a:pt x="1023692" y="54758"/>
                  </a:lnTo>
                  <a:lnTo>
                    <a:pt x="1031507" y="54350"/>
                  </a:lnTo>
                  <a:lnTo>
                    <a:pt x="1039321" y="53924"/>
                  </a:lnTo>
                  <a:lnTo>
                    <a:pt x="1047136" y="53490"/>
                  </a:lnTo>
                  <a:lnTo>
                    <a:pt x="1054950" y="53055"/>
                  </a:lnTo>
                  <a:lnTo>
                    <a:pt x="1062765" y="52637"/>
                  </a:lnTo>
                  <a:lnTo>
                    <a:pt x="1070579" y="52214"/>
                  </a:lnTo>
                  <a:lnTo>
                    <a:pt x="1078393" y="51783"/>
                  </a:lnTo>
                  <a:lnTo>
                    <a:pt x="1086208" y="51357"/>
                  </a:lnTo>
                  <a:lnTo>
                    <a:pt x="1094022" y="50945"/>
                  </a:lnTo>
                  <a:lnTo>
                    <a:pt x="1101837" y="50533"/>
                  </a:lnTo>
                  <a:lnTo>
                    <a:pt x="1109651" y="50119"/>
                  </a:lnTo>
                  <a:lnTo>
                    <a:pt x="1117466" y="49697"/>
                  </a:lnTo>
                  <a:lnTo>
                    <a:pt x="1125280" y="49275"/>
                  </a:lnTo>
                  <a:lnTo>
                    <a:pt x="1133095" y="48853"/>
                  </a:lnTo>
                  <a:lnTo>
                    <a:pt x="1140909" y="48431"/>
                  </a:lnTo>
                  <a:lnTo>
                    <a:pt x="1148723" y="48007"/>
                  </a:lnTo>
                  <a:lnTo>
                    <a:pt x="1156538" y="47576"/>
                  </a:lnTo>
                  <a:lnTo>
                    <a:pt x="1164352" y="47144"/>
                  </a:lnTo>
                  <a:lnTo>
                    <a:pt x="1172167" y="46712"/>
                  </a:lnTo>
                  <a:lnTo>
                    <a:pt x="1179981" y="46279"/>
                  </a:lnTo>
                  <a:lnTo>
                    <a:pt x="1187796" y="45846"/>
                  </a:lnTo>
                  <a:lnTo>
                    <a:pt x="1195610" y="45413"/>
                  </a:lnTo>
                  <a:lnTo>
                    <a:pt x="1203425" y="44981"/>
                  </a:lnTo>
                  <a:lnTo>
                    <a:pt x="1211239" y="44558"/>
                  </a:lnTo>
                  <a:lnTo>
                    <a:pt x="1219053" y="44135"/>
                  </a:lnTo>
                  <a:lnTo>
                    <a:pt x="1226868" y="43705"/>
                  </a:lnTo>
                  <a:lnTo>
                    <a:pt x="1234682" y="43266"/>
                  </a:lnTo>
                  <a:lnTo>
                    <a:pt x="1242497" y="42834"/>
                  </a:lnTo>
                  <a:lnTo>
                    <a:pt x="1250311" y="42421"/>
                  </a:lnTo>
                  <a:lnTo>
                    <a:pt x="1258126" y="42003"/>
                  </a:lnTo>
                  <a:lnTo>
                    <a:pt x="1265940" y="41583"/>
                  </a:lnTo>
                  <a:lnTo>
                    <a:pt x="1273755" y="41167"/>
                  </a:lnTo>
                  <a:lnTo>
                    <a:pt x="1281569" y="40745"/>
                  </a:lnTo>
                  <a:lnTo>
                    <a:pt x="1289384" y="40306"/>
                  </a:lnTo>
                  <a:lnTo>
                    <a:pt x="1297198" y="39854"/>
                  </a:lnTo>
                  <a:lnTo>
                    <a:pt x="1305012" y="39422"/>
                  </a:lnTo>
                  <a:lnTo>
                    <a:pt x="1312827" y="39002"/>
                  </a:lnTo>
                  <a:lnTo>
                    <a:pt x="1320641" y="38565"/>
                  </a:lnTo>
                  <a:lnTo>
                    <a:pt x="1328456" y="38127"/>
                  </a:lnTo>
                  <a:lnTo>
                    <a:pt x="1336270" y="37689"/>
                  </a:lnTo>
                  <a:lnTo>
                    <a:pt x="1344085" y="37255"/>
                  </a:lnTo>
                  <a:lnTo>
                    <a:pt x="1351899" y="36821"/>
                  </a:lnTo>
                  <a:lnTo>
                    <a:pt x="1359714" y="36387"/>
                  </a:lnTo>
                  <a:lnTo>
                    <a:pt x="1367528" y="35954"/>
                  </a:lnTo>
                  <a:lnTo>
                    <a:pt x="1375342" y="35523"/>
                  </a:lnTo>
                  <a:lnTo>
                    <a:pt x="1383157" y="35084"/>
                  </a:lnTo>
                  <a:lnTo>
                    <a:pt x="1390971" y="34642"/>
                  </a:lnTo>
                  <a:lnTo>
                    <a:pt x="1398786" y="34205"/>
                  </a:lnTo>
                  <a:lnTo>
                    <a:pt x="1406600" y="33771"/>
                  </a:lnTo>
                  <a:lnTo>
                    <a:pt x="1414415" y="33337"/>
                  </a:lnTo>
                  <a:lnTo>
                    <a:pt x="1422229" y="32909"/>
                  </a:lnTo>
                  <a:lnTo>
                    <a:pt x="1430044" y="32480"/>
                  </a:lnTo>
                  <a:lnTo>
                    <a:pt x="1437858" y="32052"/>
                  </a:lnTo>
                  <a:lnTo>
                    <a:pt x="1445672" y="31623"/>
                  </a:lnTo>
                  <a:lnTo>
                    <a:pt x="1453487" y="31194"/>
                  </a:lnTo>
                  <a:lnTo>
                    <a:pt x="1461301" y="30766"/>
                  </a:lnTo>
                  <a:lnTo>
                    <a:pt x="1469116" y="30337"/>
                  </a:lnTo>
                  <a:lnTo>
                    <a:pt x="1476930" y="29916"/>
                  </a:lnTo>
                  <a:lnTo>
                    <a:pt x="1484745" y="29487"/>
                  </a:lnTo>
                  <a:lnTo>
                    <a:pt x="1492559" y="29063"/>
                  </a:lnTo>
                  <a:lnTo>
                    <a:pt x="1500374" y="28644"/>
                  </a:lnTo>
                  <a:lnTo>
                    <a:pt x="1508188" y="28243"/>
                  </a:lnTo>
                  <a:lnTo>
                    <a:pt x="1516003" y="27847"/>
                  </a:lnTo>
                  <a:lnTo>
                    <a:pt x="1523817" y="27433"/>
                  </a:lnTo>
                  <a:lnTo>
                    <a:pt x="1531631" y="27018"/>
                  </a:lnTo>
                  <a:lnTo>
                    <a:pt x="1539446" y="26603"/>
                  </a:lnTo>
                  <a:lnTo>
                    <a:pt x="1547260" y="26188"/>
                  </a:lnTo>
                  <a:lnTo>
                    <a:pt x="1555075" y="25773"/>
                  </a:lnTo>
                  <a:lnTo>
                    <a:pt x="1562889" y="25358"/>
                  </a:lnTo>
                  <a:lnTo>
                    <a:pt x="1570704" y="24933"/>
                  </a:lnTo>
                  <a:lnTo>
                    <a:pt x="1578518" y="24515"/>
                  </a:lnTo>
                  <a:lnTo>
                    <a:pt x="1586333" y="24086"/>
                  </a:lnTo>
                  <a:lnTo>
                    <a:pt x="1594147" y="23640"/>
                  </a:lnTo>
                  <a:lnTo>
                    <a:pt x="1601961" y="23194"/>
                  </a:lnTo>
                  <a:lnTo>
                    <a:pt x="1609776" y="22762"/>
                  </a:lnTo>
                  <a:lnTo>
                    <a:pt x="1617590" y="22345"/>
                  </a:lnTo>
                  <a:lnTo>
                    <a:pt x="1625405" y="21928"/>
                  </a:lnTo>
                  <a:lnTo>
                    <a:pt x="1633219" y="21479"/>
                  </a:lnTo>
                  <a:lnTo>
                    <a:pt x="1641034" y="21022"/>
                  </a:lnTo>
                  <a:lnTo>
                    <a:pt x="1648848" y="20565"/>
                  </a:lnTo>
                  <a:lnTo>
                    <a:pt x="1656663" y="20109"/>
                  </a:lnTo>
                  <a:lnTo>
                    <a:pt x="1664477" y="19670"/>
                  </a:lnTo>
                  <a:lnTo>
                    <a:pt x="1672291" y="19224"/>
                  </a:lnTo>
                  <a:lnTo>
                    <a:pt x="1680106" y="18754"/>
                  </a:lnTo>
                  <a:lnTo>
                    <a:pt x="1687920" y="18284"/>
                  </a:lnTo>
                  <a:lnTo>
                    <a:pt x="1695735" y="17831"/>
                  </a:lnTo>
                  <a:lnTo>
                    <a:pt x="1703549" y="17387"/>
                  </a:lnTo>
                  <a:lnTo>
                    <a:pt x="1711364" y="16944"/>
                  </a:lnTo>
                  <a:lnTo>
                    <a:pt x="1719178" y="16511"/>
                  </a:lnTo>
                  <a:lnTo>
                    <a:pt x="1726993" y="16109"/>
                  </a:lnTo>
                  <a:lnTo>
                    <a:pt x="1734807" y="15707"/>
                  </a:lnTo>
                  <a:lnTo>
                    <a:pt x="1742622" y="15305"/>
                  </a:lnTo>
                  <a:lnTo>
                    <a:pt x="1750436" y="14904"/>
                  </a:lnTo>
                  <a:lnTo>
                    <a:pt x="1758250" y="14503"/>
                  </a:lnTo>
                  <a:lnTo>
                    <a:pt x="1766065" y="14103"/>
                  </a:lnTo>
                  <a:lnTo>
                    <a:pt x="1773879" y="13703"/>
                  </a:lnTo>
                  <a:lnTo>
                    <a:pt x="1781694" y="13304"/>
                  </a:lnTo>
                  <a:lnTo>
                    <a:pt x="1789508" y="12894"/>
                  </a:lnTo>
                  <a:lnTo>
                    <a:pt x="1797323" y="12477"/>
                  </a:lnTo>
                  <a:lnTo>
                    <a:pt x="1805137" y="12060"/>
                  </a:lnTo>
                  <a:lnTo>
                    <a:pt x="1812952" y="11643"/>
                  </a:lnTo>
                  <a:lnTo>
                    <a:pt x="1820766" y="11226"/>
                  </a:lnTo>
                  <a:lnTo>
                    <a:pt x="1828580" y="10810"/>
                  </a:lnTo>
                  <a:lnTo>
                    <a:pt x="1836395" y="10410"/>
                  </a:lnTo>
                  <a:lnTo>
                    <a:pt x="1844209" y="10013"/>
                  </a:lnTo>
                  <a:lnTo>
                    <a:pt x="1852024" y="9584"/>
                  </a:lnTo>
                  <a:lnTo>
                    <a:pt x="1859838" y="9128"/>
                  </a:lnTo>
                  <a:lnTo>
                    <a:pt x="1867653" y="8685"/>
                  </a:lnTo>
                  <a:lnTo>
                    <a:pt x="1875467" y="8247"/>
                  </a:lnTo>
                  <a:lnTo>
                    <a:pt x="1883282" y="7799"/>
                  </a:lnTo>
                  <a:lnTo>
                    <a:pt x="1891096" y="7352"/>
                  </a:lnTo>
                  <a:lnTo>
                    <a:pt x="1898910" y="6905"/>
                  </a:lnTo>
                  <a:lnTo>
                    <a:pt x="1906725" y="6458"/>
                  </a:lnTo>
                  <a:lnTo>
                    <a:pt x="1914539" y="6010"/>
                  </a:lnTo>
                  <a:lnTo>
                    <a:pt x="1922354" y="5560"/>
                  </a:lnTo>
                  <a:lnTo>
                    <a:pt x="1930168" y="5112"/>
                  </a:lnTo>
                  <a:lnTo>
                    <a:pt x="1937983" y="4674"/>
                  </a:lnTo>
                  <a:lnTo>
                    <a:pt x="1945797" y="4235"/>
                  </a:lnTo>
                  <a:lnTo>
                    <a:pt x="1953612" y="3797"/>
                  </a:lnTo>
                  <a:lnTo>
                    <a:pt x="1961426" y="3365"/>
                  </a:lnTo>
                  <a:lnTo>
                    <a:pt x="1969241" y="2935"/>
                  </a:lnTo>
                  <a:lnTo>
                    <a:pt x="1977055" y="2500"/>
                  </a:lnTo>
                  <a:lnTo>
                    <a:pt x="1984869" y="2065"/>
                  </a:lnTo>
                  <a:lnTo>
                    <a:pt x="1992684" y="1644"/>
                  </a:lnTo>
                  <a:lnTo>
                    <a:pt x="2000498" y="1251"/>
                  </a:lnTo>
                  <a:lnTo>
                    <a:pt x="2008313" y="858"/>
                  </a:lnTo>
                  <a:lnTo>
                    <a:pt x="2016127" y="449"/>
                  </a:lnTo>
                  <a:lnTo>
                    <a:pt x="2023942" y="0"/>
                  </a:lnTo>
                </a:path>
              </a:pathLst>
            </a:custGeom>
            <a:ln w="18970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l155"/>
            <p:cNvSpPr/>
            <p:nvPr/>
          </p:nvSpPr>
          <p:spPr>
            <a:xfrm>
              <a:off x="3632283" y="3567252"/>
              <a:ext cx="2023942" cy="178637"/>
            </a:xfrm>
            <a:custGeom>
              <a:avLst/>
              <a:pathLst>
                <a:path w="2023942" h="178637">
                  <a:moveTo>
                    <a:pt x="0" y="178637"/>
                  </a:moveTo>
                  <a:lnTo>
                    <a:pt x="7814" y="178025"/>
                  </a:lnTo>
                  <a:lnTo>
                    <a:pt x="15628" y="177389"/>
                  </a:lnTo>
                  <a:lnTo>
                    <a:pt x="23443" y="176761"/>
                  </a:lnTo>
                  <a:lnTo>
                    <a:pt x="31257" y="176064"/>
                  </a:lnTo>
                  <a:lnTo>
                    <a:pt x="39072" y="175464"/>
                  </a:lnTo>
                  <a:lnTo>
                    <a:pt x="46886" y="174867"/>
                  </a:lnTo>
                  <a:lnTo>
                    <a:pt x="54701" y="174182"/>
                  </a:lnTo>
                  <a:lnTo>
                    <a:pt x="62515" y="173479"/>
                  </a:lnTo>
                  <a:lnTo>
                    <a:pt x="70330" y="172894"/>
                  </a:lnTo>
                  <a:lnTo>
                    <a:pt x="78144" y="172299"/>
                  </a:lnTo>
                  <a:lnTo>
                    <a:pt x="85958" y="171759"/>
                  </a:lnTo>
                  <a:lnTo>
                    <a:pt x="93773" y="171239"/>
                  </a:lnTo>
                  <a:lnTo>
                    <a:pt x="101587" y="170653"/>
                  </a:lnTo>
                  <a:lnTo>
                    <a:pt x="109402" y="170072"/>
                  </a:lnTo>
                  <a:lnTo>
                    <a:pt x="117216" y="169550"/>
                  </a:lnTo>
                  <a:lnTo>
                    <a:pt x="125031" y="168956"/>
                  </a:lnTo>
                  <a:lnTo>
                    <a:pt x="132845" y="168422"/>
                  </a:lnTo>
                  <a:lnTo>
                    <a:pt x="140660" y="167759"/>
                  </a:lnTo>
                  <a:lnTo>
                    <a:pt x="148474" y="167190"/>
                  </a:lnTo>
                  <a:lnTo>
                    <a:pt x="156288" y="166623"/>
                  </a:lnTo>
                  <a:lnTo>
                    <a:pt x="164103" y="165951"/>
                  </a:lnTo>
                  <a:lnTo>
                    <a:pt x="171917" y="165318"/>
                  </a:lnTo>
                  <a:lnTo>
                    <a:pt x="179732" y="164646"/>
                  </a:lnTo>
                  <a:lnTo>
                    <a:pt x="187546" y="164025"/>
                  </a:lnTo>
                  <a:lnTo>
                    <a:pt x="195361" y="163349"/>
                  </a:lnTo>
                  <a:lnTo>
                    <a:pt x="203175" y="162653"/>
                  </a:lnTo>
                  <a:lnTo>
                    <a:pt x="210990" y="162005"/>
                  </a:lnTo>
                  <a:lnTo>
                    <a:pt x="218804" y="161320"/>
                  </a:lnTo>
                  <a:lnTo>
                    <a:pt x="226619" y="160515"/>
                  </a:lnTo>
                  <a:lnTo>
                    <a:pt x="234433" y="159882"/>
                  </a:lnTo>
                  <a:lnTo>
                    <a:pt x="242247" y="159198"/>
                  </a:lnTo>
                  <a:lnTo>
                    <a:pt x="250062" y="158548"/>
                  </a:lnTo>
                  <a:lnTo>
                    <a:pt x="257876" y="157835"/>
                  </a:lnTo>
                  <a:lnTo>
                    <a:pt x="265691" y="157074"/>
                  </a:lnTo>
                  <a:lnTo>
                    <a:pt x="273505" y="156397"/>
                  </a:lnTo>
                  <a:lnTo>
                    <a:pt x="281320" y="155573"/>
                  </a:lnTo>
                  <a:lnTo>
                    <a:pt x="289134" y="154812"/>
                  </a:lnTo>
                  <a:lnTo>
                    <a:pt x="296949" y="154174"/>
                  </a:lnTo>
                  <a:lnTo>
                    <a:pt x="304763" y="153457"/>
                  </a:lnTo>
                  <a:lnTo>
                    <a:pt x="312577" y="152842"/>
                  </a:lnTo>
                  <a:lnTo>
                    <a:pt x="320392" y="152240"/>
                  </a:lnTo>
                  <a:lnTo>
                    <a:pt x="328206" y="151600"/>
                  </a:lnTo>
                  <a:lnTo>
                    <a:pt x="336021" y="150893"/>
                  </a:lnTo>
                  <a:lnTo>
                    <a:pt x="343835" y="150225"/>
                  </a:lnTo>
                  <a:lnTo>
                    <a:pt x="351650" y="149517"/>
                  </a:lnTo>
                  <a:lnTo>
                    <a:pt x="359464" y="148834"/>
                  </a:lnTo>
                  <a:lnTo>
                    <a:pt x="367279" y="148126"/>
                  </a:lnTo>
                  <a:lnTo>
                    <a:pt x="375093" y="147391"/>
                  </a:lnTo>
                  <a:lnTo>
                    <a:pt x="382907" y="146684"/>
                  </a:lnTo>
                  <a:lnTo>
                    <a:pt x="390722" y="145880"/>
                  </a:lnTo>
                  <a:lnTo>
                    <a:pt x="398536" y="145224"/>
                  </a:lnTo>
                  <a:lnTo>
                    <a:pt x="406351" y="144528"/>
                  </a:lnTo>
                  <a:lnTo>
                    <a:pt x="414165" y="143753"/>
                  </a:lnTo>
                  <a:lnTo>
                    <a:pt x="421980" y="143256"/>
                  </a:lnTo>
                  <a:lnTo>
                    <a:pt x="429794" y="142506"/>
                  </a:lnTo>
                  <a:lnTo>
                    <a:pt x="437609" y="141682"/>
                  </a:lnTo>
                  <a:lnTo>
                    <a:pt x="445423" y="140978"/>
                  </a:lnTo>
                  <a:lnTo>
                    <a:pt x="453238" y="140358"/>
                  </a:lnTo>
                  <a:lnTo>
                    <a:pt x="461052" y="139705"/>
                  </a:lnTo>
                  <a:lnTo>
                    <a:pt x="468866" y="139011"/>
                  </a:lnTo>
                  <a:lnTo>
                    <a:pt x="476681" y="138298"/>
                  </a:lnTo>
                  <a:lnTo>
                    <a:pt x="484495" y="137488"/>
                  </a:lnTo>
                  <a:lnTo>
                    <a:pt x="492310" y="136698"/>
                  </a:lnTo>
                  <a:lnTo>
                    <a:pt x="500124" y="135958"/>
                  </a:lnTo>
                  <a:lnTo>
                    <a:pt x="507939" y="135285"/>
                  </a:lnTo>
                  <a:lnTo>
                    <a:pt x="515753" y="134526"/>
                  </a:lnTo>
                  <a:lnTo>
                    <a:pt x="523568" y="133790"/>
                  </a:lnTo>
                  <a:lnTo>
                    <a:pt x="531382" y="133000"/>
                  </a:lnTo>
                  <a:lnTo>
                    <a:pt x="539196" y="132204"/>
                  </a:lnTo>
                  <a:lnTo>
                    <a:pt x="547011" y="131461"/>
                  </a:lnTo>
                  <a:lnTo>
                    <a:pt x="554825" y="130787"/>
                  </a:lnTo>
                  <a:lnTo>
                    <a:pt x="562640" y="130047"/>
                  </a:lnTo>
                  <a:lnTo>
                    <a:pt x="570454" y="129312"/>
                  </a:lnTo>
                  <a:lnTo>
                    <a:pt x="578269" y="128604"/>
                  </a:lnTo>
                  <a:lnTo>
                    <a:pt x="586083" y="128004"/>
                  </a:lnTo>
                  <a:lnTo>
                    <a:pt x="593898" y="127249"/>
                  </a:lnTo>
                  <a:lnTo>
                    <a:pt x="601712" y="126604"/>
                  </a:lnTo>
                  <a:lnTo>
                    <a:pt x="609526" y="125867"/>
                  </a:lnTo>
                  <a:lnTo>
                    <a:pt x="617341" y="125177"/>
                  </a:lnTo>
                  <a:lnTo>
                    <a:pt x="625155" y="124344"/>
                  </a:lnTo>
                  <a:lnTo>
                    <a:pt x="632970" y="123594"/>
                  </a:lnTo>
                  <a:lnTo>
                    <a:pt x="640784" y="122783"/>
                  </a:lnTo>
                  <a:lnTo>
                    <a:pt x="648599" y="122031"/>
                  </a:lnTo>
                  <a:lnTo>
                    <a:pt x="656413" y="121289"/>
                  </a:lnTo>
                  <a:lnTo>
                    <a:pt x="664228" y="120616"/>
                  </a:lnTo>
                  <a:lnTo>
                    <a:pt x="672042" y="119962"/>
                  </a:lnTo>
                  <a:lnTo>
                    <a:pt x="679857" y="119228"/>
                  </a:lnTo>
                  <a:lnTo>
                    <a:pt x="687671" y="118516"/>
                  </a:lnTo>
                  <a:lnTo>
                    <a:pt x="695485" y="117690"/>
                  </a:lnTo>
                  <a:lnTo>
                    <a:pt x="703300" y="116891"/>
                  </a:lnTo>
                  <a:lnTo>
                    <a:pt x="711114" y="116145"/>
                  </a:lnTo>
                  <a:lnTo>
                    <a:pt x="718929" y="115400"/>
                  </a:lnTo>
                  <a:lnTo>
                    <a:pt x="726743" y="114553"/>
                  </a:lnTo>
                  <a:lnTo>
                    <a:pt x="734558" y="113764"/>
                  </a:lnTo>
                  <a:lnTo>
                    <a:pt x="742372" y="113019"/>
                  </a:lnTo>
                  <a:lnTo>
                    <a:pt x="750187" y="112291"/>
                  </a:lnTo>
                  <a:lnTo>
                    <a:pt x="758001" y="111609"/>
                  </a:lnTo>
                  <a:lnTo>
                    <a:pt x="765815" y="110905"/>
                  </a:lnTo>
                  <a:lnTo>
                    <a:pt x="773630" y="110147"/>
                  </a:lnTo>
                  <a:lnTo>
                    <a:pt x="781444" y="109444"/>
                  </a:lnTo>
                  <a:lnTo>
                    <a:pt x="789259" y="108657"/>
                  </a:lnTo>
                  <a:lnTo>
                    <a:pt x="797073" y="107909"/>
                  </a:lnTo>
                  <a:lnTo>
                    <a:pt x="804888" y="107234"/>
                  </a:lnTo>
                  <a:lnTo>
                    <a:pt x="812702" y="106408"/>
                  </a:lnTo>
                  <a:lnTo>
                    <a:pt x="820517" y="105629"/>
                  </a:lnTo>
                  <a:lnTo>
                    <a:pt x="828331" y="104885"/>
                  </a:lnTo>
                  <a:lnTo>
                    <a:pt x="836145" y="104115"/>
                  </a:lnTo>
                  <a:lnTo>
                    <a:pt x="843960" y="103299"/>
                  </a:lnTo>
                  <a:lnTo>
                    <a:pt x="851774" y="102608"/>
                  </a:lnTo>
                  <a:lnTo>
                    <a:pt x="859589" y="101850"/>
                  </a:lnTo>
                  <a:lnTo>
                    <a:pt x="867403" y="101115"/>
                  </a:lnTo>
                  <a:lnTo>
                    <a:pt x="875218" y="100367"/>
                  </a:lnTo>
                  <a:lnTo>
                    <a:pt x="883032" y="99530"/>
                  </a:lnTo>
                  <a:lnTo>
                    <a:pt x="890847" y="98853"/>
                  </a:lnTo>
                  <a:lnTo>
                    <a:pt x="898661" y="98059"/>
                  </a:lnTo>
                  <a:lnTo>
                    <a:pt x="906476" y="97414"/>
                  </a:lnTo>
                  <a:lnTo>
                    <a:pt x="914290" y="96679"/>
                  </a:lnTo>
                  <a:lnTo>
                    <a:pt x="922104" y="95960"/>
                  </a:lnTo>
                  <a:lnTo>
                    <a:pt x="929919" y="95104"/>
                  </a:lnTo>
                  <a:lnTo>
                    <a:pt x="937733" y="94342"/>
                  </a:lnTo>
                  <a:lnTo>
                    <a:pt x="945548" y="93531"/>
                  </a:lnTo>
                  <a:lnTo>
                    <a:pt x="953362" y="92840"/>
                  </a:lnTo>
                  <a:lnTo>
                    <a:pt x="961177" y="92217"/>
                  </a:lnTo>
                  <a:lnTo>
                    <a:pt x="968991" y="91554"/>
                  </a:lnTo>
                  <a:lnTo>
                    <a:pt x="976806" y="90886"/>
                  </a:lnTo>
                  <a:lnTo>
                    <a:pt x="984620" y="90111"/>
                  </a:lnTo>
                  <a:lnTo>
                    <a:pt x="992434" y="89406"/>
                  </a:lnTo>
                  <a:lnTo>
                    <a:pt x="1000249" y="88574"/>
                  </a:lnTo>
                  <a:lnTo>
                    <a:pt x="1008063" y="87686"/>
                  </a:lnTo>
                  <a:lnTo>
                    <a:pt x="1015878" y="86987"/>
                  </a:lnTo>
                  <a:lnTo>
                    <a:pt x="1023692" y="86273"/>
                  </a:lnTo>
                  <a:lnTo>
                    <a:pt x="1031507" y="85425"/>
                  </a:lnTo>
                  <a:lnTo>
                    <a:pt x="1039321" y="84750"/>
                  </a:lnTo>
                  <a:lnTo>
                    <a:pt x="1047136" y="84021"/>
                  </a:lnTo>
                  <a:lnTo>
                    <a:pt x="1054950" y="83297"/>
                  </a:lnTo>
                  <a:lnTo>
                    <a:pt x="1062765" y="82574"/>
                  </a:lnTo>
                  <a:lnTo>
                    <a:pt x="1070579" y="81854"/>
                  </a:lnTo>
                  <a:lnTo>
                    <a:pt x="1078393" y="81148"/>
                  </a:lnTo>
                  <a:lnTo>
                    <a:pt x="1086208" y="80562"/>
                  </a:lnTo>
                  <a:lnTo>
                    <a:pt x="1094022" y="79874"/>
                  </a:lnTo>
                  <a:lnTo>
                    <a:pt x="1101837" y="79086"/>
                  </a:lnTo>
                  <a:lnTo>
                    <a:pt x="1109651" y="78245"/>
                  </a:lnTo>
                  <a:lnTo>
                    <a:pt x="1117466" y="77455"/>
                  </a:lnTo>
                  <a:lnTo>
                    <a:pt x="1125280" y="76742"/>
                  </a:lnTo>
                  <a:lnTo>
                    <a:pt x="1133095" y="75967"/>
                  </a:lnTo>
                  <a:lnTo>
                    <a:pt x="1140909" y="75176"/>
                  </a:lnTo>
                  <a:lnTo>
                    <a:pt x="1148723" y="74412"/>
                  </a:lnTo>
                  <a:lnTo>
                    <a:pt x="1156538" y="73712"/>
                  </a:lnTo>
                  <a:lnTo>
                    <a:pt x="1164352" y="72968"/>
                  </a:lnTo>
                  <a:lnTo>
                    <a:pt x="1172167" y="72205"/>
                  </a:lnTo>
                  <a:lnTo>
                    <a:pt x="1179981" y="71465"/>
                  </a:lnTo>
                  <a:lnTo>
                    <a:pt x="1187796" y="70626"/>
                  </a:lnTo>
                  <a:lnTo>
                    <a:pt x="1195610" y="69859"/>
                  </a:lnTo>
                  <a:lnTo>
                    <a:pt x="1203425" y="69065"/>
                  </a:lnTo>
                  <a:lnTo>
                    <a:pt x="1211239" y="68272"/>
                  </a:lnTo>
                  <a:lnTo>
                    <a:pt x="1219053" y="67573"/>
                  </a:lnTo>
                  <a:lnTo>
                    <a:pt x="1226868" y="66780"/>
                  </a:lnTo>
                  <a:lnTo>
                    <a:pt x="1234682" y="66044"/>
                  </a:lnTo>
                  <a:lnTo>
                    <a:pt x="1242497" y="65338"/>
                  </a:lnTo>
                  <a:lnTo>
                    <a:pt x="1250311" y="64702"/>
                  </a:lnTo>
                  <a:lnTo>
                    <a:pt x="1258126" y="63886"/>
                  </a:lnTo>
                  <a:lnTo>
                    <a:pt x="1265940" y="63030"/>
                  </a:lnTo>
                  <a:lnTo>
                    <a:pt x="1273755" y="62288"/>
                  </a:lnTo>
                  <a:lnTo>
                    <a:pt x="1281569" y="61635"/>
                  </a:lnTo>
                  <a:lnTo>
                    <a:pt x="1289384" y="60964"/>
                  </a:lnTo>
                  <a:lnTo>
                    <a:pt x="1297198" y="60227"/>
                  </a:lnTo>
                  <a:lnTo>
                    <a:pt x="1305012" y="59431"/>
                  </a:lnTo>
                  <a:lnTo>
                    <a:pt x="1312827" y="58698"/>
                  </a:lnTo>
                  <a:lnTo>
                    <a:pt x="1320641" y="58002"/>
                  </a:lnTo>
                  <a:lnTo>
                    <a:pt x="1328456" y="57379"/>
                  </a:lnTo>
                  <a:lnTo>
                    <a:pt x="1336270" y="56640"/>
                  </a:lnTo>
                  <a:lnTo>
                    <a:pt x="1344085" y="55833"/>
                  </a:lnTo>
                  <a:lnTo>
                    <a:pt x="1351899" y="55128"/>
                  </a:lnTo>
                  <a:lnTo>
                    <a:pt x="1359714" y="54453"/>
                  </a:lnTo>
                  <a:lnTo>
                    <a:pt x="1367528" y="53782"/>
                  </a:lnTo>
                  <a:lnTo>
                    <a:pt x="1375342" y="53103"/>
                  </a:lnTo>
                  <a:lnTo>
                    <a:pt x="1383157" y="52376"/>
                  </a:lnTo>
                  <a:lnTo>
                    <a:pt x="1390971" y="51613"/>
                  </a:lnTo>
                  <a:lnTo>
                    <a:pt x="1398786" y="50844"/>
                  </a:lnTo>
                  <a:lnTo>
                    <a:pt x="1406600" y="50096"/>
                  </a:lnTo>
                  <a:lnTo>
                    <a:pt x="1414415" y="49368"/>
                  </a:lnTo>
                  <a:lnTo>
                    <a:pt x="1422229" y="48626"/>
                  </a:lnTo>
                  <a:lnTo>
                    <a:pt x="1430044" y="47860"/>
                  </a:lnTo>
                  <a:lnTo>
                    <a:pt x="1437858" y="47171"/>
                  </a:lnTo>
                  <a:lnTo>
                    <a:pt x="1445672" y="46501"/>
                  </a:lnTo>
                  <a:lnTo>
                    <a:pt x="1453487" y="45798"/>
                  </a:lnTo>
                  <a:lnTo>
                    <a:pt x="1461301" y="45034"/>
                  </a:lnTo>
                  <a:lnTo>
                    <a:pt x="1469116" y="44370"/>
                  </a:lnTo>
                  <a:lnTo>
                    <a:pt x="1476930" y="43630"/>
                  </a:lnTo>
                  <a:lnTo>
                    <a:pt x="1484745" y="42911"/>
                  </a:lnTo>
                  <a:lnTo>
                    <a:pt x="1492559" y="42274"/>
                  </a:lnTo>
                  <a:lnTo>
                    <a:pt x="1500374" y="41547"/>
                  </a:lnTo>
                  <a:lnTo>
                    <a:pt x="1508188" y="40883"/>
                  </a:lnTo>
                  <a:lnTo>
                    <a:pt x="1516003" y="40245"/>
                  </a:lnTo>
                  <a:lnTo>
                    <a:pt x="1523817" y="39650"/>
                  </a:lnTo>
                  <a:lnTo>
                    <a:pt x="1531631" y="39064"/>
                  </a:lnTo>
                  <a:lnTo>
                    <a:pt x="1539446" y="38414"/>
                  </a:lnTo>
                  <a:lnTo>
                    <a:pt x="1547260" y="37763"/>
                  </a:lnTo>
                  <a:lnTo>
                    <a:pt x="1555075" y="37114"/>
                  </a:lnTo>
                  <a:lnTo>
                    <a:pt x="1562889" y="36395"/>
                  </a:lnTo>
                  <a:lnTo>
                    <a:pt x="1570704" y="35773"/>
                  </a:lnTo>
                  <a:lnTo>
                    <a:pt x="1578518" y="35172"/>
                  </a:lnTo>
                  <a:lnTo>
                    <a:pt x="1586333" y="34538"/>
                  </a:lnTo>
                  <a:lnTo>
                    <a:pt x="1594147" y="33884"/>
                  </a:lnTo>
                  <a:lnTo>
                    <a:pt x="1601961" y="33217"/>
                  </a:lnTo>
                  <a:lnTo>
                    <a:pt x="1609776" y="32556"/>
                  </a:lnTo>
                  <a:lnTo>
                    <a:pt x="1617590" y="31901"/>
                  </a:lnTo>
                  <a:lnTo>
                    <a:pt x="1625405" y="31197"/>
                  </a:lnTo>
                  <a:lnTo>
                    <a:pt x="1633219" y="30500"/>
                  </a:lnTo>
                  <a:lnTo>
                    <a:pt x="1641034" y="29873"/>
                  </a:lnTo>
                  <a:lnTo>
                    <a:pt x="1648848" y="29283"/>
                  </a:lnTo>
                  <a:lnTo>
                    <a:pt x="1656663" y="28661"/>
                  </a:lnTo>
                  <a:lnTo>
                    <a:pt x="1664477" y="27996"/>
                  </a:lnTo>
                  <a:lnTo>
                    <a:pt x="1672291" y="27351"/>
                  </a:lnTo>
                  <a:lnTo>
                    <a:pt x="1680106" y="26713"/>
                  </a:lnTo>
                  <a:lnTo>
                    <a:pt x="1687920" y="26101"/>
                  </a:lnTo>
                  <a:lnTo>
                    <a:pt x="1695735" y="25461"/>
                  </a:lnTo>
                  <a:lnTo>
                    <a:pt x="1703549" y="24834"/>
                  </a:lnTo>
                  <a:lnTo>
                    <a:pt x="1711364" y="24203"/>
                  </a:lnTo>
                  <a:lnTo>
                    <a:pt x="1719178" y="23635"/>
                  </a:lnTo>
                  <a:lnTo>
                    <a:pt x="1726993" y="23016"/>
                  </a:lnTo>
                  <a:lnTo>
                    <a:pt x="1734807" y="22436"/>
                  </a:lnTo>
                  <a:lnTo>
                    <a:pt x="1742622" y="21790"/>
                  </a:lnTo>
                  <a:lnTo>
                    <a:pt x="1750436" y="21141"/>
                  </a:lnTo>
                  <a:lnTo>
                    <a:pt x="1758250" y="20455"/>
                  </a:lnTo>
                  <a:lnTo>
                    <a:pt x="1766065" y="19784"/>
                  </a:lnTo>
                  <a:lnTo>
                    <a:pt x="1773879" y="19126"/>
                  </a:lnTo>
                  <a:lnTo>
                    <a:pt x="1781694" y="18471"/>
                  </a:lnTo>
                  <a:lnTo>
                    <a:pt x="1789508" y="17833"/>
                  </a:lnTo>
                  <a:lnTo>
                    <a:pt x="1797323" y="17208"/>
                  </a:lnTo>
                  <a:lnTo>
                    <a:pt x="1805137" y="16670"/>
                  </a:lnTo>
                  <a:lnTo>
                    <a:pt x="1812952" y="16103"/>
                  </a:lnTo>
                  <a:lnTo>
                    <a:pt x="1820766" y="15471"/>
                  </a:lnTo>
                  <a:lnTo>
                    <a:pt x="1828580" y="14925"/>
                  </a:lnTo>
                  <a:lnTo>
                    <a:pt x="1836395" y="14309"/>
                  </a:lnTo>
                  <a:lnTo>
                    <a:pt x="1844209" y="13780"/>
                  </a:lnTo>
                  <a:lnTo>
                    <a:pt x="1852024" y="13204"/>
                  </a:lnTo>
                  <a:lnTo>
                    <a:pt x="1859838" y="12585"/>
                  </a:lnTo>
                  <a:lnTo>
                    <a:pt x="1867653" y="11998"/>
                  </a:lnTo>
                  <a:lnTo>
                    <a:pt x="1875467" y="11471"/>
                  </a:lnTo>
                  <a:lnTo>
                    <a:pt x="1883282" y="10899"/>
                  </a:lnTo>
                  <a:lnTo>
                    <a:pt x="1891096" y="10337"/>
                  </a:lnTo>
                  <a:lnTo>
                    <a:pt x="1898910" y="9665"/>
                  </a:lnTo>
                  <a:lnTo>
                    <a:pt x="1906725" y="9023"/>
                  </a:lnTo>
                  <a:lnTo>
                    <a:pt x="1914539" y="8405"/>
                  </a:lnTo>
                  <a:lnTo>
                    <a:pt x="1922354" y="7787"/>
                  </a:lnTo>
                  <a:lnTo>
                    <a:pt x="1930168" y="7120"/>
                  </a:lnTo>
                  <a:lnTo>
                    <a:pt x="1937983" y="6468"/>
                  </a:lnTo>
                  <a:lnTo>
                    <a:pt x="1945797" y="5892"/>
                  </a:lnTo>
                  <a:lnTo>
                    <a:pt x="1953612" y="5319"/>
                  </a:lnTo>
                  <a:lnTo>
                    <a:pt x="1961426" y="4771"/>
                  </a:lnTo>
                  <a:lnTo>
                    <a:pt x="1969241" y="4189"/>
                  </a:lnTo>
                  <a:lnTo>
                    <a:pt x="1977055" y="3541"/>
                  </a:lnTo>
                  <a:lnTo>
                    <a:pt x="1984869" y="2884"/>
                  </a:lnTo>
                  <a:lnTo>
                    <a:pt x="1992684" y="2283"/>
                  </a:lnTo>
                  <a:lnTo>
                    <a:pt x="2000498" y="1719"/>
                  </a:lnTo>
                  <a:lnTo>
                    <a:pt x="2008313" y="1146"/>
                  </a:lnTo>
                  <a:lnTo>
                    <a:pt x="2016127" y="546"/>
                  </a:lnTo>
                  <a:lnTo>
                    <a:pt x="2023942" y="0"/>
                  </a:lnTo>
                </a:path>
              </a:pathLst>
            </a:custGeom>
            <a:ln w="1897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l156"/>
            <p:cNvSpPr/>
            <p:nvPr/>
          </p:nvSpPr>
          <p:spPr>
            <a:xfrm>
              <a:off x="3632283" y="3613454"/>
              <a:ext cx="2023942" cy="132320"/>
            </a:xfrm>
            <a:custGeom>
              <a:avLst/>
              <a:pathLst>
                <a:path w="2023942" h="132320">
                  <a:moveTo>
                    <a:pt x="0" y="132320"/>
                  </a:moveTo>
                  <a:lnTo>
                    <a:pt x="7814" y="131906"/>
                  </a:lnTo>
                  <a:lnTo>
                    <a:pt x="15628" y="131531"/>
                  </a:lnTo>
                  <a:lnTo>
                    <a:pt x="23443" y="131054"/>
                  </a:lnTo>
                  <a:lnTo>
                    <a:pt x="31257" y="130605"/>
                  </a:lnTo>
                  <a:lnTo>
                    <a:pt x="39072" y="130196"/>
                  </a:lnTo>
                  <a:lnTo>
                    <a:pt x="46886" y="129764"/>
                  </a:lnTo>
                  <a:lnTo>
                    <a:pt x="54701" y="129281"/>
                  </a:lnTo>
                  <a:lnTo>
                    <a:pt x="62515" y="128852"/>
                  </a:lnTo>
                  <a:lnTo>
                    <a:pt x="70330" y="128394"/>
                  </a:lnTo>
                  <a:lnTo>
                    <a:pt x="78144" y="127949"/>
                  </a:lnTo>
                  <a:lnTo>
                    <a:pt x="85958" y="127563"/>
                  </a:lnTo>
                  <a:lnTo>
                    <a:pt x="93773" y="127241"/>
                  </a:lnTo>
                  <a:lnTo>
                    <a:pt x="101587" y="126846"/>
                  </a:lnTo>
                  <a:lnTo>
                    <a:pt x="109402" y="126377"/>
                  </a:lnTo>
                  <a:lnTo>
                    <a:pt x="117216" y="125972"/>
                  </a:lnTo>
                  <a:lnTo>
                    <a:pt x="125031" y="125528"/>
                  </a:lnTo>
                  <a:lnTo>
                    <a:pt x="132845" y="125059"/>
                  </a:lnTo>
                  <a:lnTo>
                    <a:pt x="140660" y="124615"/>
                  </a:lnTo>
                  <a:lnTo>
                    <a:pt x="148474" y="124167"/>
                  </a:lnTo>
                  <a:lnTo>
                    <a:pt x="156288" y="123674"/>
                  </a:lnTo>
                  <a:lnTo>
                    <a:pt x="164103" y="123277"/>
                  </a:lnTo>
                  <a:lnTo>
                    <a:pt x="171917" y="122845"/>
                  </a:lnTo>
                  <a:lnTo>
                    <a:pt x="179732" y="122361"/>
                  </a:lnTo>
                  <a:lnTo>
                    <a:pt x="187546" y="121882"/>
                  </a:lnTo>
                  <a:lnTo>
                    <a:pt x="195361" y="121341"/>
                  </a:lnTo>
                  <a:lnTo>
                    <a:pt x="203175" y="120880"/>
                  </a:lnTo>
                  <a:lnTo>
                    <a:pt x="210990" y="120378"/>
                  </a:lnTo>
                  <a:lnTo>
                    <a:pt x="218804" y="119937"/>
                  </a:lnTo>
                  <a:lnTo>
                    <a:pt x="226619" y="119520"/>
                  </a:lnTo>
                  <a:lnTo>
                    <a:pt x="234433" y="119066"/>
                  </a:lnTo>
                  <a:lnTo>
                    <a:pt x="242247" y="118568"/>
                  </a:lnTo>
                  <a:lnTo>
                    <a:pt x="250062" y="118128"/>
                  </a:lnTo>
                  <a:lnTo>
                    <a:pt x="257876" y="117576"/>
                  </a:lnTo>
                  <a:lnTo>
                    <a:pt x="265691" y="117122"/>
                  </a:lnTo>
                  <a:lnTo>
                    <a:pt x="273505" y="116796"/>
                  </a:lnTo>
                  <a:lnTo>
                    <a:pt x="281320" y="116394"/>
                  </a:lnTo>
                  <a:lnTo>
                    <a:pt x="289134" y="115938"/>
                  </a:lnTo>
                  <a:lnTo>
                    <a:pt x="296949" y="115423"/>
                  </a:lnTo>
                  <a:lnTo>
                    <a:pt x="304763" y="114993"/>
                  </a:lnTo>
                  <a:lnTo>
                    <a:pt x="312577" y="114555"/>
                  </a:lnTo>
                  <a:lnTo>
                    <a:pt x="320392" y="114084"/>
                  </a:lnTo>
                  <a:lnTo>
                    <a:pt x="328206" y="113566"/>
                  </a:lnTo>
                  <a:lnTo>
                    <a:pt x="336021" y="113141"/>
                  </a:lnTo>
                  <a:lnTo>
                    <a:pt x="343835" y="112708"/>
                  </a:lnTo>
                  <a:lnTo>
                    <a:pt x="351650" y="112208"/>
                  </a:lnTo>
                  <a:lnTo>
                    <a:pt x="359464" y="111720"/>
                  </a:lnTo>
                  <a:lnTo>
                    <a:pt x="367279" y="111230"/>
                  </a:lnTo>
                  <a:lnTo>
                    <a:pt x="375093" y="110755"/>
                  </a:lnTo>
                  <a:lnTo>
                    <a:pt x="382907" y="110300"/>
                  </a:lnTo>
                  <a:lnTo>
                    <a:pt x="390722" y="109790"/>
                  </a:lnTo>
                  <a:lnTo>
                    <a:pt x="398536" y="109373"/>
                  </a:lnTo>
                  <a:lnTo>
                    <a:pt x="406351" y="108786"/>
                  </a:lnTo>
                  <a:lnTo>
                    <a:pt x="414165" y="108381"/>
                  </a:lnTo>
                  <a:lnTo>
                    <a:pt x="421980" y="107961"/>
                  </a:lnTo>
                  <a:lnTo>
                    <a:pt x="429794" y="107518"/>
                  </a:lnTo>
                  <a:lnTo>
                    <a:pt x="437609" y="107039"/>
                  </a:lnTo>
                  <a:lnTo>
                    <a:pt x="445423" y="106529"/>
                  </a:lnTo>
                  <a:lnTo>
                    <a:pt x="453238" y="106037"/>
                  </a:lnTo>
                  <a:lnTo>
                    <a:pt x="461052" y="105653"/>
                  </a:lnTo>
                  <a:lnTo>
                    <a:pt x="468866" y="105112"/>
                  </a:lnTo>
                  <a:lnTo>
                    <a:pt x="476681" y="104576"/>
                  </a:lnTo>
                  <a:lnTo>
                    <a:pt x="484495" y="104026"/>
                  </a:lnTo>
                  <a:lnTo>
                    <a:pt x="492310" y="103503"/>
                  </a:lnTo>
                  <a:lnTo>
                    <a:pt x="500124" y="102994"/>
                  </a:lnTo>
                  <a:lnTo>
                    <a:pt x="507939" y="102494"/>
                  </a:lnTo>
                  <a:lnTo>
                    <a:pt x="515753" y="101932"/>
                  </a:lnTo>
                  <a:lnTo>
                    <a:pt x="523568" y="101409"/>
                  </a:lnTo>
                  <a:lnTo>
                    <a:pt x="531382" y="100903"/>
                  </a:lnTo>
                  <a:lnTo>
                    <a:pt x="539196" y="100453"/>
                  </a:lnTo>
                  <a:lnTo>
                    <a:pt x="547011" y="99942"/>
                  </a:lnTo>
                  <a:lnTo>
                    <a:pt x="554825" y="99419"/>
                  </a:lnTo>
                  <a:lnTo>
                    <a:pt x="562640" y="98922"/>
                  </a:lnTo>
                  <a:lnTo>
                    <a:pt x="570454" y="98382"/>
                  </a:lnTo>
                  <a:lnTo>
                    <a:pt x="578269" y="97934"/>
                  </a:lnTo>
                  <a:lnTo>
                    <a:pt x="586083" y="97443"/>
                  </a:lnTo>
                  <a:lnTo>
                    <a:pt x="593898" y="96991"/>
                  </a:lnTo>
                  <a:lnTo>
                    <a:pt x="601712" y="96536"/>
                  </a:lnTo>
                  <a:lnTo>
                    <a:pt x="609526" y="96002"/>
                  </a:lnTo>
                  <a:lnTo>
                    <a:pt x="617341" y="95508"/>
                  </a:lnTo>
                  <a:lnTo>
                    <a:pt x="625155" y="94990"/>
                  </a:lnTo>
                  <a:lnTo>
                    <a:pt x="632970" y="94487"/>
                  </a:lnTo>
                  <a:lnTo>
                    <a:pt x="640784" y="94020"/>
                  </a:lnTo>
                  <a:lnTo>
                    <a:pt x="648599" y="93577"/>
                  </a:lnTo>
                  <a:lnTo>
                    <a:pt x="656413" y="93219"/>
                  </a:lnTo>
                  <a:lnTo>
                    <a:pt x="664228" y="92757"/>
                  </a:lnTo>
                  <a:lnTo>
                    <a:pt x="672042" y="92240"/>
                  </a:lnTo>
                  <a:lnTo>
                    <a:pt x="679857" y="91753"/>
                  </a:lnTo>
                  <a:lnTo>
                    <a:pt x="687671" y="91151"/>
                  </a:lnTo>
                  <a:lnTo>
                    <a:pt x="695485" y="90652"/>
                  </a:lnTo>
                  <a:lnTo>
                    <a:pt x="703300" y="90186"/>
                  </a:lnTo>
                  <a:lnTo>
                    <a:pt x="711114" y="89646"/>
                  </a:lnTo>
                  <a:lnTo>
                    <a:pt x="718929" y="89176"/>
                  </a:lnTo>
                  <a:lnTo>
                    <a:pt x="726743" y="88516"/>
                  </a:lnTo>
                  <a:lnTo>
                    <a:pt x="734558" y="88022"/>
                  </a:lnTo>
                  <a:lnTo>
                    <a:pt x="742372" y="87442"/>
                  </a:lnTo>
                  <a:lnTo>
                    <a:pt x="750187" y="86951"/>
                  </a:lnTo>
                  <a:lnTo>
                    <a:pt x="758001" y="86487"/>
                  </a:lnTo>
                  <a:lnTo>
                    <a:pt x="765815" y="85899"/>
                  </a:lnTo>
                  <a:lnTo>
                    <a:pt x="773630" y="85414"/>
                  </a:lnTo>
                  <a:lnTo>
                    <a:pt x="781444" y="84895"/>
                  </a:lnTo>
                  <a:lnTo>
                    <a:pt x="789259" y="84313"/>
                  </a:lnTo>
                  <a:lnTo>
                    <a:pt x="797073" y="83757"/>
                  </a:lnTo>
                  <a:lnTo>
                    <a:pt x="804888" y="83133"/>
                  </a:lnTo>
                  <a:lnTo>
                    <a:pt x="812702" y="82592"/>
                  </a:lnTo>
                  <a:lnTo>
                    <a:pt x="820517" y="82057"/>
                  </a:lnTo>
                  <a:lnTo>
                    <a:pt x="828331" y="81537"/>
                  </a:lnTo>
                  <a:lnTo>
                    <a:pt x="836145" y="81009"/>
                  </a:lnTo>
                  <a:lnTo>
                    <a:pt x="843960" y="80500"/>
                  </a:lnTo>
                  <a:lnTo>
                    <a:pt x="851774" y="79918"/>
                  </a:lnTo>
                  <a:lnTo>
                    <a:pt x="859589" y="79451"/>
                  </a:lnTo>
                  <a:lnTo>
                    <a:pt x="867403" y="78864"/>
                  </a:lnTo>
                  <a:lnTo>
                    <a:pt x="875218" y="78343"/>
                  </a:lnTo>
                  <a:lnTo>
                    <a:pt x="883032" y="77826"/>
                  </a:lnTo>
                  <a:lnTo>
                    <a:pt x="890847" y="77393"/>
                  </a:lnTo>
                  <a:lnTo>
                    <a:pt x="898661" y="76818"/>
                  </a:lnTo>
                  <a:lnTo>
                    <a:pt x="906476" y="76242"/>
                  </a:lnTo>
                  <a:lnTo>
                    <a:pt x="914290" y="75664"/>
                  </a:lnTo>
                  <a:lnTo>
                    <a:pt x="922104" y="75099"/>
                  </a:lnTo>
                  <a:lnTo>
                    <a:pt x="929919" y="74472"/>
                  </a:lnTo>
                  <a:lnTo>
                    <a:pt x="937733" y="73964"/>
                  </a:lnTo>
                  <a:lnTo>
                    <a:pt x="945548" y="73457"/>
                  </a:lnTo>
                  <a:lnTo>
                    <a:pt x="953362" y="72924"/>
                  </a:lnTo>
                  <a:lnTo>
                    <a:pt x="961177" y="72404"/>
                  </a:lnTo>
                  <a:lnTo>
                    <a:pt x="968991" y="71881"/>
                  </a:lnTo>
                  <a:lnTo>
                    <a:pt x="976806" y="71399"/>
                  </a:lnTo>
                  <a:lnTo>
                    <a:pt x="984620" y="70853"/>
                  </a:lnTo>
                  <a:lnTo>
                    <a:pt x="992434" y="70280"/>
                  </a:lnTo>
                  <a:lnTo>
                    <a:pt x="1000249" y="69784"/>
                  </a:lnTo>
                  <a:lnTo>
                    <a:pt x="1008063" y="69290"/>
                  </a:lnTo>
                  <a:lnTo>
                    <a:pt x="1015878" y="68729"/>
                  </a:lnTo>
                  <a:lnTo>
                    <a:pt x="1023692" y="68052"/>
                  </a:lnTo>
                  <a:lnTo>
                    <a:pt x="1031507" y="67596"/>
                  </a:lnTo>
                  <a:lnTo>
                    <a:pt x="1039321" y="67045"/>
                  </a:lnTo>
                  <a:lnTo>
                    <a:pt x="1047136" y="66575"/>
                  </a:lnTo>
                  <a:lnTo>
                    <a:pt x="1054950" y="66048"/>
                  </a:lnTo>
                  <a:lnTo>
                    <a:pt x="1062765" y="65535"/>
                  </a:lnTo>
                  <a:lnTo>
                    <a:pt x="1070579" y="65003"/>
                  </a:lnTo>
                  <a:lnTo>
                    <a:pt x="1078393" y="64465"/>
                  </a:lnTo>
                  <a:lnTo>
                    <a:pt x="1086208" y="63974"/>
                  </a:lnTo>
                  <a:lnTo>
                    <a:pt x="1094022" y="63478"/>
                  </a:lnTo>
                  <a:lnTo>
                    <a:pt x="1101837" y="62982"/>
                  </a:lnTo>
                  <a:lnTo>
                    <a:pt x="1109651" y="62465"/>
                  </a:lnTo>
                  <a:lnTo>
                    <a:pt x="1117466" y="61878"/>
                  </a:lnTo>
                  <a:lnTo>
                    <a:pt x="1125280" y="61300"/>
                  </a:lnTo>
                  <a:lnTo>
                    <a:pt x="1133095" y="60647"/>
                  </a:lnTo>
                  <a:lnTo>
                    <a:pt x="1140909" y="60089"/>
                  </a:lnTo>
                  <a:lnTo>
                    <a:pt x="1148723" y="59521"/>
                  </a:lnTo>
                  <a:lnTo>
                    <a:pt x="1156538" y="58970"/>
                  </a:lnTo>
                  <a:lnTo>
                    <a:pt x="1164352" y="58343"/>
                  </a:lnTo>
                  <a:lnTo>
                    <a:pt x="1172167" y="57874"/>
                  </a:lnTo>
                  <a:lnTo>
                    <a:pt x="1179981" y="57382"/>
                  </a:lnTo>
                  <a:lnTo>
                    <a:pt x="1187796" y="56800"/>
                  </a:lnTo>
                  <a:lnTo>
                    <a:pt x="1195610" y="56249"/>
                  </a:lnTo>
                  <a:lnTo>
                    <a:pt x="1203425" y="55684"/>
                  </a:lnTo>
                  <a:lnTo>
                    <a:pt x="1211239" y="55115"/>
                  </a:lnTo>
                  <a:lnTo>
                    <a:pt x="1219053" y="54514"/>
                  </a:lnTo>
                  <a:lnTo>
                    <a:pt x="1226868" y="53929"/>
                  </a:lnTo>
                  <a:lnTo>
                    <a:pt x="1234682" y="53292"/>
                  </a:lnTo>
                  <a:lnTo>
                    <a:pt x="1242497" y="52737"/>
                  </a:lnTo>
                  <a:lnTo>
                    <a:pt x="1250311" y="52229"/>
                  </a:lnTo>
                  <a:lnTo>
                    <a:pt x="1258126" y="51652"/>
                  </a:lnTo>
                  <a:lnTo>
                    <a:pt x="1265940" y="51045"/>
                  </a:lnTo>
                  <a:lnTo>
                    <a:pt x="1273755" y="50578"/>
                  </a:lnTo>
                  <a:lnTo>
                    <a:pt x="1281569" y="50084"/>
                  </a:lnTo>
                  <a:lnTo>
                    <a:pt x="1289384" y="49514"/>
                  </a:lnTo>
                  <a:lnTo>
                    <a:pt x="1297198" y="48958"/>
                  </a:lnTo>
                  <a:lnTo>
                    <a:pt x="1305012" y="48415"/>
                  </a:lnTo>
                  <a:lnTo>
                    <a:pt x="1312827" y="47764"/>
                  </a:lnTo>
                  <a:lnTo>
                    <a:pt x="1320641" y="47255"/>
                  </a:lnTo>
                  <a:lnTo>
                    <a:pt x="1328456" y="46809"/>
                  </a:lnTo>
                  <a:lnTo>
                    <a:pt x="1336270" y="46357"/>
                  </a:lnTo>
                  <a:lnTo>
                    <a:pt x="1344085" y="45804"/>
                  </a:lnTo>
                  <a:lnTo>
                    <a:pt x="1351899" y="45315"/>
                  </a:lnTo>
                  <a:lnTo>
                    <a:pt x="1359714" y="44873"/>
                  </a:lnTo>
                  <a:lnTo>
                    <a:pt x="1367528" y="44396"/>
                  </a:lnTo>
                  <a:lnTo>
                    <a:pt x="1375342" y="43837"/>
                  </a:lnTo>
                  <a:lnTo>
                    <a:pt x="1383157" y="43184"/>
                  </a:lnTo>
                  <a:lnTo>
                    <a:pt x="1390971" y="42638"/>
                  </a:lnTo>
                  <a:lnTo>
                    <a:pt x="1398786" y="42075"/>
                  </a:lnTo>
                  <a:lnTo>
                    <a:pt x="1406600" y="41564"/>
                  </a:lnTo>
                  <a:lnTo>
                    <a:pt x="1414415" y="40996"/>
                  </a:lnTo>
                  <a:lnTo>
                    <a:pt x="1422229" y="40446"/>
                  </a:lnTo>
                  <a:lnTo>
                    <a:pt x="1430044" y="39827"/>
                  </a:lnTo>
                  <a:lnTo>
                    <a:pt x="1437858" y="39265"/>
                  </a:lnTo>
                  <a:lnTo>
                    <a:pt x="1445672" y="38811"/>
                  </a:lnTo>
                  <a:lnTo>
                    <a:pt x="1453487" y="38332"/>
                  </a:lnTo>
                  <a:lnTo>
                    <a:pt x="1461301" y="37773"/>
                  </a:lnTo>
                  <a:lnTo>
                    <a:pt x="1469116" y="37219"/>
                  </a:lnTo>
                  <a:lnTo>
                    <a:pt x="1476930" y="36715"/>
                  </a:lnTo>
                  <a:lnTo>
                    <a:pt x="1484745" y="36214"/>
                  </a:lnTo>
                  <a:lnTo>
                    <a:pt x="1492559" y="35643"/>
                  </a:lnTo>
                  <a:lnTo>
                    <a:pt x="1500374" y="35059"/>
                  </a:lnTo>
                  <a:lnTo>
                    <a:pt x="1508188" y="34411"/>
                  </a:lnTo>
                  <a:lnTo>
                    <a:pt x="1516003" y="33819"/>
                  </a:lnTo>
                  <a:lnTo>
                    <a:pt x="1523817" y="33217"/>
                  </a:lnTo>
                  <a:lnTo>
                    <a:pt x="1531631" y="32719"/>
                  </a:lnTo>
                  <a:lnTo>
                    <a:pt x="1539446" y="32273"/>
                  </a:lnTo>
                  <a:lnTo>
                    <a:pt x="1547260" y="31746"/>
                  </a:lnTo>
                  <a:lnTo>
                    <a:pt x="1555075" y="31255"/>
                  </a:lnTo>
                  <a:lnTo>
                    <a:pt x="1562889" y="30592"/>
                  </a:lnTo>
                  <a:lnTo>
                    <a:pt x="1570704" y="29971"/>
                  </a:lnTo>
                  <a:lnTo>
                    <a:pt x="1578518" y="29312"/>
                  </a:lnTo>
                  <a:lnTo>
                    <a:pt x="1586333" y="28761"/>
                  </a:lnTo>
                  <a:lnTo>
                    <a:pt x="1594147" y="28245"/>
                  </a:lnTo>
                  <a:lnTo>
                    <a:pt x="1601961" y="27757"/>
                  </a:lnTo>
                  <a:lnTo>
                    <a:pt x="1609776" y="27230"/>
                  </a:lnTo>
                  <a:lnTo>
                    <a:pt x="1617590" y="26643"/>
                  </a:lnTo>
                  <a:lnTo>
                    <a:pt x="1625405" y="26035"/>
                  </a:lnTo>
                  <a:lnTo>
                    <a:pt x="1633219" y="25472"/>
                  </a:lnTo>
                  <a:lnTo>
                    <a:pt x="1641034" y="25001"/>
                  </a:lnTo>
                  <a:lnTo>
                    <a:pt x="1648848" y="24530"/>
                  </a:lnTo>
                  <a:lnTo>
                    <a:pt x="1656663" y="24024"/>
                  </a:lnTo>
                  <a:lnTo>
                    <a:pt x="1664477" y="23490"/>
                  </a:lnTo>
                  <a:lnTo>
                    <a:pt x="1672291" y="22857"/>
                  </a:lnTo>
                  <a:lnTo>
                    <a:pt x="1680106" y="22342"/>
                  </a:lnTo>
                  <a:lnTo>
                    <a:pt x="1687920" y="21813"/>
                  </a:lnTo>
                  <a:lnTo>
                    <a:pt x="1695735" y="21338"/>
                  </a:lnTo>
                  <a:lnTo>
                    <a:pt x="1703549" y="20853"/>
                  </a:lnTo>
                  <a:lnTo>
                    <a:pt x="1711364" y="20318"/>
                  </a:lnTo>
                  <a:lnTo>
                    <a:pt x="1719178" y="19710"/>
                  </a:lnTo>
                  <a:lnTo>
                    <a:pt x="1726993" y="19168"/>
                  </a:lnTo>
                  <a:lnTo>
                    <a:pt x="1734807" y="18649"/>
                  </a:lnTo>
                  <a:lnTo>
                    <a:pt x="1742622" y="18107"/>
                  </a:lnTo>
                  <a:lnTo>
                    <a:pt x="1750436" y="17576"/>
                  </a:lnTo>
                  <a:lnTo>
                    <a:pt x="1758250" y="17113"/>
                  </a:lnTo>
                  <a:lnTo>
                    <a:pt x="1766065" y="16612"/>
                  </a:lnTo>
                  <a:lnTo>
                    <a:pt x="1773879" y="16147"/>
                  </a:lnTo>
                  <a:lnTo>
                    <a:pt x="1781694" y="15731"/>
                  </a:lnTo>
                  <a:lnTo>
                    <a:pt x="1789508" y="15174"/>
                  </a:lnTo>
                  <a:lnTo>
                    <a:pt x="1797323" y="14636"/>
                  </a:lnTo>
                  <a:lnTo>
                    <a:pt x="1805137" y="14046"/>
                  </a:lnTo>
                  <a:lnTo>
                    <a:pt x="1812952" y="13490"/>
                  </a:lnTo>
                  <a:lnTo>
                    <a:pt x="1820766" y="12897"/>
                  </a:lnTo>
                  <a:lnTo>
                    <a:pt x="1828580" y="12368"/>
                  </a:lnTo>
                  <a:lnTo>
                    <a:pt x="1836395" y="11848"/>
                  </a:lnTo>
                  <a:lnTo>
                    <a:pt x="1844209" y="11328"/>
                  </a:lnTo>
                  <a:lnTo>
                    <a:pt x="1852024" y="10868"/>
                  </a:lnTo>
                  <a:lnTo>
                    <a:pt x="1859838" y="10393"/>
                  </a:lnTo>
                  <a:lnTo>
                    <a:pt x="1867653" y="9873"/>
                  </a:lnTo>
                  <a:lnTo>
                    <a:pt x="1875467" y="9344"/>
                  </a:lnTo>
                  <a:lnTo>
                    <a:pt x="1883282" y="8816"/>
                  </a:lnTo>
                  <a:lnTo>
                    <a:pt x="1891096" y="8281"/>
                  </a:lnTo>
                  <a:lnTo>
                    <a:pt x="1898910" y="7823"/>
                  </a:lnTo>
                  <a:lnTo>
                    <a:pt x="1906725" y="7329"/>
                  </a:lnTo>
                  <a:lnTo>
                    <a:pt x="1914539" y="6870"/>
                  </a:lnTo>
                  <a:lnTo>
                    <a:pt x="1922354" y="6402"/>
                  </a:lnTo>
                  <a:lnTo>
                    <a:pt x="1930168" y="5936"/>
                  </a:lnTo>
                  <a:lnTo>
                    <a:pt x="1937983" y="5481"/>
                  </a:lnTo>
                  <a:lnTo>
                    <a:pt x="1945797" y="4985"/>
                  </a:lnTo>
                  <a:lnTo>
                    <a:pt x="1953612" y="4469"/>
                  </a:lnTo>
                  <a:lnTo>
                    <a:pt x="1961426" y="3954"/>
                  </a:lnTo>
                  <a:lnTo>
                    <a:pt x="1969241" y="3433"/>
                  </a:lnTo>
                  <a:lnTo>
                    <a:pt x="1977055" y="2873"/>
                  </a:lnTo>
                  <a:lnTo>
                    <a:pt x="1984869" y="2416"/>
                  </a:lnTo>
                  <a:lnTo>
                    <a:pt x="1992684" y="1952"/>
                  </a:lnTo>
                  <a:lnTo>
                    <a:pt x="2000498" y="1506"/>
                  </a:lnTo>
                  <a:lnTo>
                    <a:pt x="2008313" y="1060"/>
                  </a:lnTo>
                  <a:lnTo>
                    <a:pt x="2016127" y="555"/>
                  </a:lnTo>
                  <a:lnTo>
                    <a:pt x="2023942" y="0"/>
                  </a:lnTo>
                </a:path>
              </a:pathLst>
            </a:custGeom>
            <a:ln w="18970" cap="flat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l157"/>
            <p:cNvSpPr/>
            <p:nvPr/>
          </p:nvSpPr>
          <p:spPr>
            <a:xfrm>
              <a:off x="3632283" y="3628891"/>
              <a:ext cx="2023942" cy="81729"/>
            </a:xfrm>
            <a:custGeom>
              <a:avLst/>
              <a:pathLst>
                <a:path w="2023942" h="81729">
                  <a:moveTo>
                    <a:pt x="0" y="81729"/>
                  </a:moveTo>
                  <a:lnTo>
                    <a:pt x="7814" y="81377"/>
                  </a:lnTo>
                  <a:lnTo>
                    <a:pt x="15628" y="81124"/>
                  </a:lnTo>
                  <a:lnTo>
                    <a:pt x="23443" y="80870"/>
                  </a:lnTo>
                  <a:lnTo>
                    <a:pt x="31257" y="80497"/>
                  </a:lnTo>
                  <a:lnTo>
                    <a:pt x="39072" y="80142"/>
                  </a:lnTo>
                  <a:lnTo>
                    <a:pt x="46886" y="79871"/>
                  </a:lnTo>
                  <a:lnTo>
                    <a:pt x="54701" y="79652"/>
                  </a:lnTo>
                  <a:lnTo>
                    <a:pt x="62515" y="79435"/>
                  </a:lnTo>
                  <a:lnTo>
                    <a:pt x="70330" y="79193"/>
                  </a:lnTo>
                  <a:lnTo>
                    <a:pt x="78144" y="78737"/>
                  </a:lnTo>
                  <a:lnTo>
                    <a:pt x="85958" y="78384"/>
                  </a:lnTo>
                  <a:lnTo>
                    <a:pt x="93773" y="78091"/>
                  </a:lnTo>
                  <a:lnTo>
                    <a:pt x="101587" y="77808"/>
                  </a:lnTo>
                  <a:lnTo>
                    <a:pt x="109402" y="77499"/>
                  </a:lnTo>
                  <a:lnTo>
                    <a:pt x="117216" y="77253"/>
                  </a:lnTo>
                  <a:lnTo>
                    <a:pt x="125031" y="77031"/>
                  </a:lnTo>
                  <a:lnTo>
                    <a:pt x="132845" y="76704"/>
                  </a:lnTo>
                  <a:lnTo>
                    <a:pt x="140660" y="76300"/>
                  </a:lnTo>
                  <a:lnTo>
                    <a:pt x="148474" y="75978"/>
                  </a:lnTo>
                  <a:lnTo>
                    <a:pt x="156288" y="75683"/>
                  </a:lnTo>
                  <a:lnTo>
                    <a:pt x="164103" y="75492"/>
                  </a:lnTo>
                  <a:lnTo>
                    <a:pt x="171917" y="75325"/>
                  </a:lnTo>
                  <a:lnTo>
                    <a:pt x="179732" y="74934"/>
                  </a:lnTo>
                  <a:lnTo>
                    <a:pt x="187546" y="74711"/>
                  </a:lnTo>
                  <a:lnTo>
                    <a:pt x="195361" y="74514"/>
                  </a:lnTo>
                  <a:lnTo>
                    <a:pt x="203175" y="74209"/>
                  </a:lnTo>
                  <a:lnTo>
                    <a:pt x="210990" y="73993"/>
                  </a:lnTo>
                  <a:lnTo>
                    <a:pt x="218804" y="73595"/>
                  </a:lnTo>
                  <a:lnTo>
                    <a:pt x="226619" y="73305"/>
                  </a:lnTo>
                  <a:lnTo>
                    <a:pt x="234433" y="72980"/>
                  </a:lnTo>
                  <a:lnTo>
                    <a:pt x="242247" y="72598"/>
                  </a:lnTo>
                  <a:lnTo>
                    <a:pt x="250062" y="72379"/>
                  </a:lnTo>
                  <a:lnTo>
                    <a:pt x="257876" y="72122"/>
                  </a:lnTo>
                  <a:lnTo>
                    <a:pt x="265691" y="71932"/>
                  </a:lnTo>
                  <a:lnTo>
                    <a:pt x="273505" y="71684"/>
                  </a:lnTo>
                  <a:lnTo>
                    <a:pt x="281320" y="71244"/>
                  </a:lnTo>
                  <a:lnTo>
                    <a:pt x="289134" y="70832"/>
                  </a:lnTo>
                  <a:lnTo>
                    <a:pt x="296949" y="70469"/>
                  </a:lnTo>
                  <a:lnTo>
                    <a:pt x="304763" y="70238"/>
                  </a:lnTo>
                  <a:lnTo>
                    <a:pt x="312577" y="69869"/>
                  </a:lnTo>
                  <a:lnTo>
                    <a:pt x="320392" y="69538"/>
                  </a:lnTo>
                  <a:lnTo>
                    <a:pt x="328206" y="69250"/>
                  </a:lnTo>
                  <a:lnTo>
                    <a:pt x="336021" y="68981"/>
                  </a:lnTo>
                  <a:lnTo>
                    <a:pt x="343835" y="68688"/>
                  </a:lnTo>
                  <a:lnTo>
                    <a:pt x="351650" y="68355"/>
                  </a:lnTo>
                  <a:lnTo>
                    <a:pt x="359464" y="68018"/>
                  </a:lnTo>
                  <a:lnTo>
                    <a:pt x="367279" y="67701"/>
                  </a:lnTo>
                  <a:lnTo>
                    <a:pt x="375093" y="67449"/>
                  </a:lnTo>
                  <a:lnTo>
                    <a:pt x="382907" y="67136"/>
                  </a:lnTo>
                  <a:lnTo>
                    <a:pt x="390722" y="66795"/>
                  </a:lnTo>
                  <a:lnTo>
                    <a:pt x="398536" y="66497"/>
                  </a:lnTo>
                  <a:lnTo>
                    <a:pt x="406351" y="66244"/>
                  </a:lnTo>
                  <a:lnTo>
                    <a:pt x="414165" y="65939"/>
                  </a:lnTo>
                  <a:lnTo>
                    <a:pt x="421980" y="65680"/>
                  </a:lnTo>
                  <a:lnTo>
                    <a:pt x="429794" y="65363"/>
                  </a:lnTo>
                  <a:lnTo>
                    <a:pt x="437609" y="64999"/>
                  </a:lnTo>
                  <a:lnTo>
                    <a:pt x="445423" y="64710"/>
                  </a:lnTo>
                  <a:lnTo>
                    <a:pt x="453238" y="64346"/>
                  </a:lnTo>
                  <a:lnTo>
                    <a:pt x="461052" y="64100"/>
                  </a:lnTo>
                  <a:lnTo>
                    <a:pt x="468866" y="63816"/>
                  </a:lnTo>
                  <a:lnTo>
                    <a:pt x="476681" y="63538"/>
                  </a:lnTo>
                  <a:lnTo>
                    <a:pt x="484495" y="63263"/>
                  </a:lnTo>
                  <a:lnTo>
                    <a:pt x="492310" y="62890"/>
                  </a:lnTo>
                  <a:lnTo>
                    <a:pt x="500124" y="62707"/>
                  </a:lnTo>
                  <a:lnTo>
                    <a:pt x="507939" y="62314"/>
                  </a:lnTo>
                  <a:lnTo>
                    <a:pt x="515753" y="62001"/>
                  </a:lnTo>
                  <a:lnTo>
                    <a:pt x="523568" y="61708"/>
                  </a:lnTo>
                  <a:lnTo>
                    <a:pt x="531382" y="61403"/>
                  </a:lnTo>
                  <a:lnTo>
                    <a:pt x="539196" y="61083"/>
                  </a:lnTo>
                  <a:lnTo>
                    <a:pt x="547011" y="60719"/>
                  </a:lnTo>
                  <a:lnTo>
                    <a:pt x="554825" y="60509"/>
                  </a:lnTo>
                  <a:lnTo>
                    <a:pt x="562640" y="60286"/>
                  </a:lnTo>
                  <a:lnTo>
                    <a:pt x="570454" y="60019"/>
                  </a:lnTo>
                  <a:lnTo>
                    <a:pt x="578269" y="59633"/>
                  </a:lnTo>
                  <a:lnTo>
                    <a:pt x="586083" y="59279"/>
                  </a:lnTo>
                  <a:lnTo>
                    <a:pt x="593898" y="58972"/>
                  </a:lnTo>
                  <a:lnTo>
                    <a:pt x="601712" y="58629"/>
                  </a:lnTo>
                  <a:lnTo>
                    <a:pt x="609526" y="58402"/>
                  </a:lnTo>
                  <a:lnTo>
                    <a:pt x="617341" y="58139"/>
                  </a:lnTo>
                  <a:lnTo>
                    <a:pt x="625155" y="57904"/>
                  </a:lnTo>
                  <a:lnTo>
                    <a:pt x="632970" y="57571"/>
                  </a:lnTo>
                  <a:lnTo>
                    <a:pt x="640784" y="57183"/>
                  </a:lnTo>
                  <a:lnTo>
                    <a:pt x="648599" y="56931"/>
                  </a:lnTo>
                  <a:lnTo>
                    <a:pt x="656413" y="56691"/>
                  </a:lnTo>
                  <a:lnTo>
                    <a:pt x="664228" y="56343"/>
                  </a:lnTo>
                  <a:lnTo>
                    <a:pt x="672042" y="56101"/>
                  </a:lnTo>
                  <a:lnTo>
                    <a:pt x="679857" y="55798"/>
                  </a:lnTo>
                  <a:lnTo>
                    <a:pt x="687671" y="55562"/>
                  </a:lnTo>
                  <a:lnTo>
                    <a:pt x="695485" y="55177"/>
                  </a:lnTo>
                  <a:lnTo>
                    <a:pt x="703300" y="54777"/>
                  </a:lnTo>
                  <a:lnTo>
                    <a:pt x="711114" y="54354"/>
                  </a:lnTo>
                  <a:lnTo>
                    <a:pt x="718929" y="53991"/>
                  </a:lnTo>
                  <a:lnTo>
                    <a:pt x="726743" y="53710"/>
                  </a:lnTo>
                  <a:lnTo>
                    <a:pt x="734558" y="53311"/>
                  </a:lnTo>
                  <a:lnTo>
                    <a:pt x="742372" y="53090"/>
                  </a:lnTo>
                  <a:lnTo>
                    <a:pt x="750187" y="52681"/>
                  </a:lnTo>
                  <a:lnTo>
                    <a:pt x="758001" y="52338"/>
                  </a:lnTo>
                  <a:lnTo>
                    <a:pt x="765815" y="52022"/>
                  </a:lnTo>
                  <a:lnTo>
                    <a:pt x="773630" y="51713"/>
                  </a:lnTo>
                  <a:lnTo>
                    <a:pt x="781444" y="51404"/>
                  </a:lnTo>
                  <a:lnTo>
                    <a:pt x="789259" y="51173"/>
                  </a:lnTo>
                  <a:lnTo>
                    <a:pt x="797073" y="50739"/>
                  </a:lnTo>
                  <a:lnTo>
                    <a:pt x="804888" y="50417"/>
                  </a:lnTo>
                  <a:lnTo>
                    <a:pt x="812702" y="50010"/>
                  </a:lnTo>
                  <a:lnTo>
                    <a:pt x="820517" y="49705"/>
                  </a:lnTo>
                  <a:lnTo>
                    <a:pt x="828331" y="49388"/>
                  </a:lnTo>
                  <a:lnTo>
                    <a:pt x="836145" y="49063"/>
                  </a:lnTo>
                  <a:lnTo>
                    <a:pt x="843960" y="48657"/>
                  </a:lnTo>
                  <a:lnTo>
                    <a:pt x="851774" y="48444"/>
                  </a:lnTo>
                  <a:lnTo>
                    <a:pt x="859589" y="48093"/>
                  </a:lnTo>
                  <a:lnTo>
                    <a:pt x="867403" y="47618"/>
                  </a:lnTo>
                  <a:lnTo>
                    <a:pt x="875218" y="47343"/>
                  </a:lnTo>
                  <a:lnTo>
                    <a:pt x="883032" y="46929"/>
                  </a:lnTo>
                  <a:lnTo>
                    <a:pt x="890847" y="46618"/>
                  </a:lnTo>
                  <a:lnTo>
                    <a:pt x="898661" y="46267"/>
                  </a:lnTo>
                  <a:lnTo>
                    <a:pt x="906476" y="45876"/>
                  </a:lnTo>
                  <a:lnTo>
                    <a:pt x="914290" y="45501"/>
                  </a:lnTo>
                  <a:lnTo>
                    <a:pt x="922104" y="45187"/>
                  </a:lnTo>
                  <a:lnTo>
                    <a:pt x="929919" y="44734"/>
                  </a:lnTo>
                  <a:lnTo>
                    <a:pt x="937733" y="44354"/>
                  </a:lnTo>
                  <a:lnTo>
                    <a:pt x="945548" y="44027"/>
                  </a:lnTo>
                  <a:lnTo>
                    <a:pt x="953362" y="43773"/>
                  </a:lnTo>
                  <a:lnTo>
                    <a:pt x="961177" y="43530"/>
                  </a:lnTo>
                  <a:lnTo>
                    <a:pt x="968991" y="43219"/>
                  </a:lnTo>
                  <a:lnTo>
                    <a:pt x="976806" y="42950"/>
                  </a:lnTo>
                  <a:lnTo>
                    <a:pt x="984620" y="42551"/>
                  </a:lnTo>
                  <a:lnTo>
                    <a:pt x="992434" y="42168"/>
                  </a:lnTo>
                  <a:lnTo>
                    <a:pt x="1000249" y="41824"/>
                  </a:lnTo>
                  <a:lnTo>
                    <a:pt x="1008063" y="41524"/>
                  </a:lnTo>
                  <a:lnTo>
                    <a:pt x="1015878" y="41261"/>
                  </a:lnTo>
                  <a:lnTo>
                    <a:pt x="1023692" y="41020"/>
                  </a:lnTo>
                  <a:lnTo>
                    <a:pt x="1031507" y="40730"/>
                  </a:lnTo>
                  <a:lnTo>
                    <a:pt x="1039321" y="40427"/>
                  </a:lnTo>
                  <a:lnTo>
                    <a:pt x="1047136" y="40141"/>
                  </a:lnTo>
                  <a:lnTo>
                    <a:pt x="1054950" y="39751"/>
                  </a:lnTo>
                  <a:lnTo>
                    <a:pt x="1062765" y="39416"/>
                  </a:lnTo>
                  <a:lnTo>
                    <a:pt x="1070579" y="39058"/>
                  </a:lnTo>
                  <a:lnTo>
                    <a:pt x="1078393" y="38563"/>
                  </a:lnTo>
                  <a:lnTo>
                    <a:pt x="1086208" y="38131"/>
                  </a:lnTo>
                  <a:lnTo>
                    <a:pt x="1094022" y="37884"/>
                  </a:lnTo>
                  <a:lnTo>
                    <a:pt x="1101837" y="37511"/>
                  </a:lnTo>
                  <a:lnTo>
                    <a:pt x="1109651" y="37203"/>
                  </a:lnTo>
                  <a:lnTo>
                    <a:pt x="1117466" y="36822"/>
                  </a:lnTo>
                  <a:lnTo>
                    <a:pt x="1125280" y="36393"/>
                  </a:lnTo>
                  <a:lnTo>
                    <a:pt x="1133095" y="36093"/>
                  </a:lnTo>
                  <a:lnTo>
                    <a:pt x="1140909" y="35700"/>
                  </a:lnTo>
                  <a:lnTo>
                    <a:pt x="1148723" y="35474"/>
                  </a:lnTo>
                  <a:lnTo>
                    <a:pt x="1156538" y="35193"/>
                  </a:lnTo>
                  <a:lnTo>
                    <a:pt x="1164352" y="34746"/>
                  </a:lnTo>
                  <a:lnTo>
                    <a:pt x="1172167" y="34456"/>
                  </a:lnTo>
                  <a:lnTo>
                    <a:pt x="1179981" y="34155"/>
                  </a:lnTo>
                  <a:lnTo>
                    <a:pt x="1187796" y="33805"/>
                  </a:lnTo>
                  <a:lnTo>
                    <a:pt x="1195610" y="33450"/>
                  </a:lnTo>
                  <a:lnTo>
                    <a:pt x="1203425" y="33106"/>
                  </a:lnTo>
                  <a:lnTo>
                    <a:pt x="1211239" y="32797"/>
                  </a:lnTo>
                  <a:lnTo>
                    <a:pt x="1219053" y="32417"/>
                  </a:lnTo>
                  <a:lnTo>
                    <a:pt x="1226868" y="32029"/>
                  </a:lnTo>
                  <a:lnTo>
                    <a:pt x="1234682" y="31813"/>
                  </a:lnTo>
                  <a:lnTo>
                    <a:pt x="1242497" y="31472"/>
                  </a:lnTo>
                  <a:lnTo>
                    <a:pt x="1250311" y="31111"/>
                  </a:lnTo>
                  <a:lnTo>
                    <a:pt x="1258126" y="30732"/>
                  </a:lnTo>
                  <a:lnTo>
                    <a:pt x="1265940" y="30365"/>
                  </a:lnTo>
                  <a:lnTo>
                    <a:pt x="1273755" y="30142"/>
                  </a:lnTo>
                  <a:lnTo>
                    <a:pt x="1281569" y="29819"/>
                  </a:lnTo>
                  <a:lnTo>
                    <a:pt x="1289384" y="29535"/>
                  </a:lnTo>
                  <a:lnTo>
                    <a:pt x="1297198" y="29251"/>
                  </a:lnTo>
                  <a:lnTo>
                    <a:pt x="1305012" y="28830"/>
                  </a:lnTo>
                  <a:lnTo>
                    <a:pt x="1312827" y="28581"/>
                  </a:lnTo>
                  <a:lnTo>
                    <a:pt x="1320641" y="28307"/>
                  </a:lnTo>
                  <a:lnTo>
                    <a:pt x="1328456" y="28004"/>
                  </a:lnTo>
                  <a:lnTo>
                    <a:pt x="1336270" y="27671"/>
                  </a:lnTo>
                  <a:lnTo>
                    <a:pt x="1344085" y="27401"/>
                  </a:lnTo>
                  <a:lnTo>
                    <a:pt x="1351899" y="27104"/>
                  </a:lnTo>
                  <a:lnTo>
                    <a:pt x="1359714" y="26706"/>
                  </a:lnTo>
                  <a:lnTo>
                    <a:pt x="1367528" y="26391"/>
                  </a:lnTo>
                  <a:lnTo>
                    <a:pt x="1375342" y="26127"/>
                  </a:lnTo>
                  <a:lnTo>
                    <a:pt x="1383157" y="25758"/>
                  </a:lnTo>
                  <a:lnTo>
                    <a:pt x="1390971" y="25424"/>
                  </a:lnTo>
                  <a:lnTo>
                    <a:pt x="1398786" y="25095"/>
                  </a:lnTo>
                  <a:lnTo>
                    <a:pt x="1406600" y="24740"/>
                  </a:lnTo>
                  <a:lnTo>
                    <a:pt x="1414415" y="24393"/>
                  </a:lnTo>
                  <a:lnTo>
                    <a:pt x="1422229" y="24093"/>
                  </a:lnTo>
                  <a:lnTo>
                    <a:pt x="1430044" y="23723"/>
                  </a:lnTo>
                  <a:lnTo>
                    <a:pt x="1437858" y="23394"/>
                  </a:lnTo>
                  <a:lnTo>
                    <a:pt x="1445672" y="22934"/>
                  </a:lnTo>
                  <a:lnTo>
                    <a:pt x="1453487" y="22620"/>
                  </a:lnTo>
                  <a:lnTo>
                    <a:pt x="1461301" y="22320"/>
                  </a:lnTo>
                  <a:lnTo>
                    <a:pt x="1469116" y="22038"/>
                  </a:lnTo>
                  <a:lnTo>
                    <a:pt x="1476930" y="21779"/>
                  </a:lnTo>
                  <a:lnTo>
                    <a:pt x="1484745" y="21480"/>
                  </a:lnTo>
                  <a:lnTo>
                    <a:pt x="1492559" y="21172"/>
                  </a:lnTo>
                  <a:lnTo>
                    <a:pt x="1500374" y="20877"/>
                  </a:lnTo>
                  <a:lnTo>
                    <a:pt x="1508188" y="20571"/>
                  </a:lnTo>
                  <a:lnTo>
                    <a:pt x="1516003" y="20248"/>
                  </a:lnTo>
                  <a:lnTo>
                    <a:pt x="1523817" y="19981"/>
                  </a:lnTo>
                  <a:lnTo>
                    <a:pt x="1531631" y="19665"/>
                  </a:lnTo>
                  <a:lnTo>
                    <a:pt x="1539446" y="19325"/>
                  </a:lnTo>
                  <a:lnTo>
                    <a:pt x="1547260" y="18989"/>
                  </a:lnTo>
                  <a:lnTo>
                    <a:pt x="1555075" y="18675"/>
                  </a:lnTo>
                  <a:lnTo>
                    <a:pt x="1562889" y="18425"/>
                  </a:lnTo>
                  <a:lnTo>
                    <a:pt x="1570704" y="18198"/>
                  </a:lnTo>
                  <a:lnTo>
                    <a:pt x="1578518" y="17879"/>
                  </a:lnTo>
                  <a:lnTo>
                    <a:pt x="1586333" y="17623"/>
                  </a:lnTo>
                  <a:lnTo>
                    <a:pt x="1594147" y="17367"/>
                  </a:lnTo>
                  <a:lnTo>
                    <a:pt x="1601961" y="17007"/>
                  </a:lnTo>
                  <a:lnTo>
                    <a:pt x="1609776" y="16735"/>
                  </a:lnTo>
                  <a:lnTo>
                    <a:pt x="1617590" y="16448"/>
                  </a:lnTo>
                  <a:lnTo>
                    <a:pt x="1625405" y="16150"/>
                  </a:lnTo>
                  <a:lnTo>
                    <a:pt x="1633219" y="15708"/>
                  </a:lnTo>
                  <a:lnTo>
                    <a:pt x="1641034" y="15321"/>
                  </a:lnTo>
                  <a:lnTo>
                    <a:pt x="1648848" y="15093"/>
                  </a:lnTo>
                  <a:lnTo>
                    <a:pt x="1656663" y="14818"/>
                  </a:lnTo>
                  <a:lnTo>
                    <a:pt x="1664477" y="14506"/>
                  </a:lnTo>
                  <a:lnTo>
                    <a:pt x="1672291" y="14182"/>
                  </a:lnTo>
                  <a:lnTo>
                    <a:pt x="1680106" y="13831"/>
                  </a:lnTo>
                  <a:lnTo>
                    <a:pt x="1687920" y="13472"/>
                  </a:lnTo>
                  <a:lnTo>
                    <a:pt x="1695735" y="13098"/>
                  </a:lnTo>
                  <a:lnTo>
                    <a:pt x="1703549" y="12780"/>
                  </a:lnTo>
                  <a:lnTo>
                    <a:pt x="1711364" y="12418"/>
                  </a:lnTo>
                  <a:lnTo>
                    <a:pt x="1719178" y="12114"/>
                  </a:lnTo>
                  <a:lnTo>
                    <a:pt x="1726993" y="11803"/>
                  </a:lnTo>
                  <a:lnTo>
                    <a:pt x="1734807" y="11436"/>
                  </a:lnTo>
                  <a:lnTo>
                    <a:pt x="1742622" y="11051"/>
                  </a:lnTo>
                  <a:lnTo>
                    <a:pt x="1750436" y="10785"/>
                  </a:lnTo>
                  <a:lnTo>
                    <a:pt x="1758250" y="10523"/>
                  </a:lnTo>
                  <a:lnTo>
                    <a:pt x="1766065" y="10206"/>
                  </a:lnTo>
                  <a:lnTo>
                    <a:pt x="1773879" y="9892"/>
                  </a:lnTo>
                  <a:lnTo>
                    <a:pt x="1781694" y="9567"/>
                  </a:lnTo>
                  <a:lnTo>
                    <a:pt x="1789508" y="9225"/>
                  </a:lnTo>
                  <a:lnTo>
                    <a:pt x="1797323" y="8920"/>
                  </a:lnTo>
                  <a:lnTo>
                    <a:pt x="1805137" y="8667"/>
                  </a:lnTo>
                  <a:lnTo>
                    <a:pt x="1812952" y="8485"/>
                  </a:lnTo>
                  <a:lnTo>
                    <a:pt x="1820766" y="8239"/>
                  </a:lnTo>
                  <a:lnTo>
                    <a:pt x="1828580" y="7922"/>
                  </a:lnTo>
                  <a:lnTo>
                    <a:pt x="1836395" y="7655"/>
                  </a:lnTo>
                  <a:lnTo>
                    <a:pt x="1844209" y="7312"/>
                  </a:lnTo>
                  <a:lnTo>
                    <a:pt x="1852024" y="7039"/>
                  </a:lnTo>
                  <a:lnTo>
                    <a:pt x="1859838" y="6698"/>
                  </a:lnTo>
                  <a:lnTo>
                    <a:pt x="1867653" y="6397"/>
                  </a:lnTo>
                  <a:lnTo>
                    <a:pt x="1875467" y="6117"/>
                  </a:lnTo>
                  <a:lnTo>
                    <a:pt x="1883282" y="5827"/>
                  </a:lnTo>
                  <a:lnTo>
                    <a:pt x="1891096" y="5552"/>
                  </a:lnTo>
                  <a:lnTo>
                    <a:pt x="1898910" y="5260"/>
                  </a:lnTo>
                  <a:lnTo>
                    <a:pt x="1906725" y="4936"/>
                  </a:lnTo>
                  <a:lnTo>
                    <a:pt x="1914539" y="4568"/>
                  </a:lnTo>
                  <a:lnTo>
                    <a:pt x="1922354" y="4170"/>
                  </a:lnTo>
                  <a:lnTo>
                    <a:pt x="1930168" y="3829"/>
                  </a:lnTo>
                  <a:lnTo>
                    <a:pt x="1937983" y="3519"/>
                  </a:lnTo>
                  <a:lnTo>
                    <a:pt x="1945797" y="3197"/>
                  </a:lnTo>
                  <a:lnTo>
                    <a:pt x="1953612" y="2836"/>
                  </a:lnTo>
                  <a:lnTo>
                    <a:pt x="1961426" y="2533"/>
                  </a:lnTo>
                  <a:lnTo>
                    <a:pt x="1969241" y="2179"/>
                  </a:lnTo>
                  <a:lnTo>
                    <a:pt x="1977055" y="1826"/>
                  </a:lnTo>
                  <a:lnTo>
                    <a:pt x="1984869" y="1519"/>
                  </a:lnTo>
                  <a:lnTo>
                    <a:pt x="1992684" y="1214"/>
                  </a:lnTo>
                  <a:lnTo>
                    <a:pt x="2000498" y="908"/>
                  </a:lnTo>
                  <a:lnTo>
                    <a:pt x="2008313" y="603"/>
                  </a:lnTo>
                  <a:lnTo>
                    <a:pt x="2016127" y="298"/>
                  </a:lnTo>
                  <a:lnTo>
                    <a:pt x="2023942" y="0"/>
                  </a:lnTo>
                </a:path>
              </a:pathLst>
            </a:custGeom>
            <a:ln w="18970" cap="flat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l158"/>
            <p:cNvSpPr/>
            <p:nvPr/>
          </p:nvSpPr>
          <p:spPr>
            <a:xfrm>
              <a:off x="3632283" y="3798078"/>
              <a:ext cx="2023942" cy="22429"/>
            </a:xfrm>
            <a:custGeom>
              <a:avLst/>
              <a:pathLst>
                <a:path w="2023942" h="22429">
                  <a:moveTo>
                    <a:pt x="0" y="0"/>
                  </a:moveTo>
                  <a:lnTo>
                    <a:pt x="7814" y="41"/>
                  </a:lnTo>
                  <a:lnTo>
                    <a:pt x="15628" y="6"/>
                  </a:lnTo>
                  <a:lnTo>
                    <a:pt x="23443" y="225"/>
                  </a:lnTo>
                  <a:lnTo>
                    <a:pt x="31257" y="462"/>
                  </a:lnTo>
                  <a:lnTo>
                    <a:pt x="39072" y="641"/>
                  </a:lnTo>
                  <a:lnTo>
                    <a:pt x="46886" y="749"/>
                  </a:lnTo>
                  <a:lnTo>
                    <a:pt x="54701" y="858"/>
                  </a:lnTo>
                  <a:lnTo>
                    <a:pt x="62515" y="998"/>
                  </a:lnTo>
                  <a:lnTo>
                    <a:pt x="70330" y="1227"/>
                  </a:lnTo>
                  <a:lnTo>
                    <a:pt x="78144" y="1470"/>
                  </a:lnTo>
                  <a:lnTo>
                    <a:pt x="85958" y="1652"/>
                  </a:lnTo>
                  <a:lnTo>
                    <a:pt x="93773" y="1787"/>
                  </a:lnTo>
                  <a:lnTo>
                    <a:pt x="101587" y="1860"/>
                  </a:lnTo>
                  <a:lnTo>
                    <a:pt x="109402" y="1928"/>
                  </a:lnTo>
                  <a:lnTo>
                    <a:pt x="117216" y="2060"/>
                  </a:lnTo>
                  <a:lnTo>
                    <a:pt x="125031" y="2191"/>
                  </a:lnTo>
                  <a:lnTo>
                    <a:pt x="132845" y="2380"/>
                  </a:lnTo>
                  <a:lnTo>
                    <a:pt x="140660" y="2585"/>
                  </a:lnTo>
                  <a:lnTo>
                    <a:pt x="148474" y="2789"/>
                  </a:lnTo>
                  <a:lnTo>
                    <a:pt x="156288" y="2860"/>
                  </a:lnTo>
                  <a:lnTo>
                    <a:pt x="164103" y="3063"/>
                  </a:lnTo>
                  <a:lnTo>
                    <a:pt x="171917" y="3204"/>
                  </a:lnTo>
                  <a:lnTo>
                    <a:pt x="179732" y="3346"/>
                  </a:lnTo>
                  <a:lnTo>
                    <a:pt x="187546" y="3476"/>
                  </a:lnTo>
                  <a:lnTo>
                    <a:pt x="195361" y="3566"/>
                  </a:lnTo>
                  <a:lnTo>
                    <a:pt x="203175" y="3623"/>
                  </a:lnTo>
                  <a:lnTo>
                    <a:pt x="210990" y="3634"/>
                  </a:lnTo>
                  <a:lnTo>
                    <a:pt x="218804" y="3797"/>
                  </a:lnTo>
                  <a:lnTo>
                    <a:pt x="226619" y="3958"/>
                  </a:lnTo>
                  <a:lnTo>
                    <a:pt x="234433" y="3887"/>
                  </a:lnTo>
                  <a:lnTo>
                    <a:pt x="242247" y="3963"/>
                  </a:lnTo>
                  <a:lnTo>
                    <a:pt x="250062" y="4144"/>
                  </a:lnTo>
                  <a:lnTo>
                    <a:pt x="257876" y="4302"/>
                  </a:lnTo>
                  <a:lnTo>
                    <a:pt x="265691" y="4399"/>
                  </a:lnTo>
                  <a:lnTo>
                    <a:pt x="273505" y="4571"/>
                  </a:lnTo>
                  <a:lnTo>
                    <a:pt x="281320" y="4651"/>
                  </a:lnTo>
                  <a:lnTo>
                    <a:pt x="289134" y="4664"/>
                  </a:lnTo>
                  <a:lnTo>
                    <a:pt x="296949" y="4718"/>
                  </a:lnTo>
                  <a:lnTo>
                    <a:pt x="304763" y="4853"/>
                  </a:lnTo>
                  <a:lnTo>
                    <a:pt x="312577" y="4953"/>
                  </a:lnTo>
                  <a:lnTo>
                    <a:pt x="320392" y="5055"/>
                  </a:lnTo>
                  <a:lnTo>
                    <a:pt x="328206" y="5195"/>
                  </a:lnTo>
                  <a:lnTo>
                    <a:pt x="336021" y="5456"/>
                  </a:lnTo>
                  <a:lnTo>
                    <a:pt x="343835" y="5456"/>
                  </a:lnTo>
                  <a:lnTo>
                    <a:pt x="351650" y="5454"/>
                  </a:lnTo>
                  <a:lnTo>
                    <a:pt x="359464" y="5600"/>
                  </a:lnTo>
                  <a:lnTo>
                    <a:pt x="367279" y="5649"/>
                  </a:lnTo>
                  <a:lnTo>
                    <a:pt x="375093" y="5808"/>
                  </a:lnTo>
                  <a:lnTo>
                    <a:pt x="382907" y="5890"/>
                  </a:lnTo>
                  <a:lnTo>
                    <a:pt x="390722" y="6079"/>
                  </a:lnTo>
                  <a:lnTo>
                    <a:pt x="398536" y="6174"/>
                  </a:lnTo>
                  <a:lnTo>
                    <a:pt x="406351" y="6303"/>
                  </a:lnTo>
                  <a:lnTo>
                    <a:pt x="414165" y="6508"/>
                  </a:lnTo>
                  <a:lnTo>
                    <a:pt x="421980" y="6406"/>
                  </a:lnTo>
                  <a:lnTo>
                    <a:pt x="429794" y="6424"/>
                  </a:lnTo>
                  <a:lnTo>
                    <a:pt x="437609" y="6407"/>
                  </a:lnTo>
                  <a:lnTo>
                    <a:pt x="445423" y="6474"/>
                  </a:lnTo>
                  <a:lnTo>
                    <a:pt x="453238" y="6620"/>
                  </a:lnTo>
                  <a:lnTo>
                    <a:pt x="461052" y="6687"/>
                  </a:lnTo>
                  <a:lnTo>
                    <a:pt x="468866" y="6727"/>
                  </a:lnTo>
                  <a:lnTo>
                    <a:pt x="476681" y="6941"/>
                  </a:lnTo>
                  <a:lnTo>
                    <a:pt x="484495" y="7051"/>
                  </a:lnTo>
                  <a:lnTo>
                    <a:pt x="492310" y="7179"/>
                  </a:lnTo>
                  <a:lnTo>
                    <a:pt x="500124" y="7287"/>
                  </a:lnTo>
                  <a:lnTo>
                    <a:pt x="507939" y="7377"/>
                  </a:lnTo>
                  <a:lnTo>
                    <a:pt x="515753" y="7532"/>
                  </a:lnTo>
                  <a:lnTo>
                    <a:pt x="523568" y="7629"/>
                  </a:lnTo>
                  <a:lnTo>
                    <a:pt x="531382" y="7627"/>
                  </a:lnTo>
                  <a:lnTo>
                    <a:pt x="539196" y="7643"/>
                  </a:lnTo>
                  <a:lnTo>
                    <a:pt x="547011" y="7623"/>
                  </a:lnTo>
                  <a:lnTo>
                    <a:pt x="554825" y="7655"/>
                  </a:lnTo>
                  <a:lnTo>
                    <a:pt x="562640" y="7834"/>
                  </a:lnTo>
                  <a:lnTo>
                    <a:pt x="570454" y="7914"/>
                  </a:lnTo>
                  <a:lnTo>
                    <a:pt x="578269" y="8076"/>
                  </a:lnTo>
                  <a:lnTo>
                    <a:pt x="586083" y="8001"/>
                  </a:lnTo>
                  <a:lnTo>
                    <a:pt x="593898" y="8188"/>
                  </a:lnTo>
                  <a:lnTo>
                    <a:pt x="601712" y="8332"/>
                  </a:lnTo>
                  <a:lnTo>
                    <a:pt x="609526" y="8426"/>
                  </a:lnTo>
                  <a:lnTo>
                    <a:pt x="617341" y="8555"/>
                  </a:lnTo>
                  <a:lnTo>
                    <a:pt x="625155" y="8660"/>
                  </a:lnTo>
                  <a:lnTo>
                    <a:pt x="632970" y="8892"/>
                  </a:lnTo>
                  <a:lnTo>
                    <a:pt x="640784" y="8977"/>
                  </a:lnTo>
                  <a:lnTo>
                    <a:pt x="648599" y="9121"/>
                  </a:lnTo>
                  <a:lnTo>
                    <a:pt x="656413" y="9259"/>
                  </a:lnTo>
                  <a:lnTo>
                    <a:pt x="664228" y="9344"/>
                  </a:lnTo>
                  <a:lnTo>
                    <a:pt x="672042" y="9492"/>
                  </a:lnTo>
                  <a:lnTo>
                    <a:pt x="679857" y="9609"/>
                  </a:lnTo>
                  <a:lnTo>
                    <a:pt x="687671" y="9814"/>
                  </a:lnTo>
                  <a:lnTo>
                    <a:pt x="695485" y="9898"/>
                  </a:lnTo>
                  <a:lnTo>
                    <a:pt x="703300" y="9899"/>
                  </a:lnTo>
                  <a:lnTo>
                    <a:pt x="711114" y="9899"/>
                  </a:lnTo>
                  <a:lnTo>
                    <a:pt x="718929" y="10031"/>
                  </a:lnTo>
                  <a:lnTo>
                    <a:pt x="726743" y="10114"/>
                  </a:lnTo>
                  <a:lnTo>
                    <a:pt x="734558" y="10197"/>
                  </a:lnTo>
                  <a:lnTo>
                    <a:pt x="742372" y="10252"/>
                  </a:lnTo>
                  <a:lnTo>
                    <a:pt x="750187" y="10345"/>
                  </a:lnTo>
                  <a:lnTo>
                    <a:pt x="758001" y="10344"/>
                  </a:lnTo>
                  <a:lnTo>
                    <a:pt x="765815" y="10420"/>
                  </a:lnTo>
                  <a:lnTo>
                    <a:pt x="773630" y="10476"/>
                  </a:lnTo>
                  <a:lnTo>
                    <a:pt x="781444" y="10500"/>
                  </a:lnTo>
                  <a:lnTo>
                    <a:pt x="789259" y="10516"/>
                  </a:lnTo>
                  <a:lnTo>
                    <a:pt x="797073" y="10625"/>
                  </a:lnTo>
                  <a:lnTo>
                    <a:pt x="804888" y="10738"/>
                  </a:lnTo>
                  <a:lnTo>
                    <a:pt x="812702" y="10807"/>
                  </a:lnTo>
                  <a:lnTo>
                    <a:pt x="820517" y="10834"/>
                  </a:lnTo>
                  <a:lnTo>
                    <a:pt x="828331" y="10928"/>
                  </a:lnTo>
                  <a:lnTo>
                    <a:pt x="836145" y="11096"/>
                  </a:lnTo>
                  <a:lnTo>
                    <a:pt x="843960" y="11214"/>
                  </a:lnTo>
                  <a:lnTo>
                    <a:pt x="851774" y="11407"/>
                  </a:lnTo>
                  <a:lnTo>
                    <a:pt x="859589" y="11578"/>
                  </a:lnTo>
                  <a:lnTo>
                    <a:pt x="867403" y="11642"/>
                  </a:lnTo>
                  <a:lnTo>
                    <a:pt x="875218" y="11754"/>
                  </a:lnTo>
                  <a:lnTo>
                    <a:pt x="883032" y="11697"/>
                  </a:lnTo>
                  <a:lnTo>
                    <a:pt x="890847" y="11750"/>
                  </a:lnTo>
                  <a:lnTo>
                    <a:pt x="898661" y="11903"/>
                  </a:lnTo>
                  <a:lnTo>
                    <a:pt x="906476" y="12001"/>
                  </a:lnTo>
                  <a:lnTo>
                    <a:pt x="914290" y="12029"/>
                  </a:lnTo>
                  <a:lnTo>
                    <a:pt x="922104" y="12078"/>
                  </a:lnTo>
                  <a:lnTo>
                    <a:pt x="929919" y="12201"/>
                  </a:lnTo>
                  <a:lnTo>
                    <a:pt x="937733" y="12359"/>
                  </a:lnTo>
                  <a:lnTo>
                    <a:pt x="945548" y="12406"/>
                  </a:lnTo>
                  <a:lnTo>
                    <a:pt x="953362" y="12481"/>
                  </a:lnTo>
                  <a:lnTo>
                    <a:pt x="961177" y="12537"/>
                  </a:lnTo>
                  <a:lnTo>
                    <a:pt x="968991" y="12652"/>
                  </a:lnTo>
                  <a:lnTo>
                    <a:pt x="976806" y="12711"/>
                  </a:lnTo>
                  <a:lnTo>
                    <a:pt x="984620" y="12736"/>
                  </a:lnTo>
                  <a:lnTo>
                    <a:pt x="992434" y="12803"/>
                  </a:lnTo>
                  <a:lnTo>
                    <a:pt x="1000249" y="12933"/>
                  </a:lnTo>
                  <a:lnTo>
                    <a:pt x="1008063" y="13053"/>
                  </a:lnTo>
                  <a:lnTo>
                    <a:pt x="1015878" y="13170"/>
                  </a:lnTo>
                  <a:lnTo>
                    <a:pt x="1023692" y="13302"/>
                  </a:lnTo>
                  <a:lnTo>
                    <a:pt x="1031507" y="13395"/>
                  </a:lnTo>
                  <a:lnTo>
                    <a:pt x="1039321" y="13423"/>
                  </a:lnTo>
                  <a:lnTo>
                    <a:pt x="1047136" y="13523"/>
                  </a:lnTo>
                  <a:lnTo>
                    <a:pt x="1054950" y="13669"/>
                  </a:lnTo>
                  <a:lnTo>
                    <a:pt x="1062765" y="13757"/>
                  </a:lnTo>
                  <a:lnTo>
                    <a:pt x="1070579" y="13753"/>
                  </a:lnTo>
                  <a:lnTo>
                    <a:pt x="1078393" y="13880"/>
                  </a:lnTo>
                  <a:lnTo>
                    <a:pt x="1086208" y="13985"/>
                  </a:lnTo>
                  <a:lnTo>
                    <a:pt x="1094022" y="14011"/>
                  </a:lnTo>
                  <a:lnTo>
                    <a:pt x="1101837" y="14134"/>
                  </a:lnTo>
                  <a:lnTo>
                    <a:pt x="1109651" y="14298"/>
                  </a:lnTo>
                  <a:lnTo>
                    <a:pt x="1117466" y="14356"/>
                  </a:lnTo>
                  <a:lnTo>
                    <a:pt x="1125280" y="14390"/>
                  </a:lnTo>
                  <a:lnTo>
                    <a:pt x="1133095" y="14483"/>
                  </a:lnTo>
                  <a:lnTo>
                    <a:pt x="1140909" y="14576"/>
                  </a:lnTo>
                  <a:lnTo>
                    <a:pt x="1148723" y="14684"/>
                  </a:lnTo>
                  <a:lnTo>
                    <a:pt x="1156538" y="14800"/>
                  </a:lnTo>
                  <a:lnTo>
                    <a:pt x="1164352" y="14882"/>
                  </a:lnTo>
                  <a:lnTo>
                    <a:pt x="1172167" y="14960"/>
                  </a:lnTo>
                  <a:lnTo>
                    <a:pt x="1179981" y="15047"/>
                  </a:lnTo>
                  <a:lnTo>
                    <a:pt x="1187796" y="15123"/>
                  </a:lnTo>
                  <a:lnTo>
                    <a:pt x="1195610" y="15206"/>
                  </a:lnTo>
                  <a:lnTo>
                    <a:pt x="1203425" y="15301"/>
                  </a:lnTo>
                  <a:lnTo>
                    <a:pt x="1211239" y="15396"/>
                  </a:lnTo>
                  <a:lnTo>
                    <a:pt x="1219053" y="15489"/>
                  </a:lnTo>
                  <a:lnTo>
                    <a:pt x="1226868" y="15599"/>
                  </a:lnTo>
                  <a:lnTo>
                    <a:pt x="1234682" y="15700"/>
                  </a:lnTo>
                  <a:lnTo>
                    <a:pt x="1242497" y="15763"/>
                  </a:lnTo>
                  <a:lnTo>
                    <a:pt x="1250311" y="15859"/>
                  </a:lnTo>
                  <a:lnTo>
                    <a:pt x="1258126" y="15945"/>
                  </a:lnTo>
                  <a:lnTo>
                    <a:pt x="1265940" y="16011"/>
                  </a:lnTo>
                  <a:lnTo>
                    <a:pt x="1273755" y="16101"/>
                  </a:lnTo>
                  <a:lnTo>
                    <a:pt x="1281569" y="16193"/>
                  </a:lnTo>
                  <a:lnTo>
                    <a:pt x="1289384" y="16286"/>
                  </a:lnTo>
                  <a:lnTo>
                    <a:pt x="1297198" y="16357"/>
                  </a:lnTo>
                  <a:lnTo>
                    <a:pt x="1305012" y="16446"/>
                  </a:lnTo>
                  <a:lnTo>
                    <a:pt x="1312827" y="16557"/>
                  </a:lnTo>
                  <a:lnTo>
                    <a:pt x="1320641" y="16653"/>
                  </a:lnTo>
                  <a:lnTo>
                    <a:pt x="1328456" y="16745"/>
                  </a:lnTo>
                  <a:lnTo>
                    <a:pt x="1336270" y="16842"/>
                  </a:lnTo>
                  <a:lnTo>
                    <a:pt x="1344085" y="16925"/>
                  </a:lnTo>
                  <a:lnTo>
                    <a:pt x="1351899" y="17007"/>
                  </a:lnTo>
                  <a:lnTo>
                    <a:pt x="1359714" y="17091"/>
                  </a:lnTo>
                  <a:lnTo>
                    <a:pt x="1367528" y="17177"/>
                  </a:lnTo>
                  <a:lnTo>
                    <a:pt x="1375342" y="17266"/>
                  </a:lnTo>
                  <a:lnTo>
                    <a:pt x="1383157" y="17353"/>
                  </a:lnTo>
                  <a:lnTo>
                    <a:pt x="1390971" y="17439"/>
                  </a:lnTo>
                  <a:lnTo>
                    <a:pt x="1398786" y="17526"/>
                  </a:lnTo>
                  <a:lnTo>
                    <a:pt x="1406600" y="17597"/>
                  </a:lnTo>
                  <a:lnTo>
                    <a:pt x="1414415" y="17661"/>
                  </a:lnTo>
                  <a:lnTo>
                    <a:pt x="1422229" y="17727"/>
                  </a:lnTo>
                  <a:lnTo>
                    <a:pt x="1430044" y="17724"/>
                  </a:lnTo>
                  <a:lnTo>
                    <a:pt x="1437858" y="17801"/>
                  </a:lnTo>
                  <a:lnTo>
                    <a:pt x="1445672" y="17906"/>
                  </a:lnTo>
                  <a:lnTo>
                    <a:pt x="1453487" y="17996"/>
                  </a:lnTo>
                  <a:lnTo>
                    <a:pt x="1461301" y="18107"/>
                  </a:lnTo>
                  <a:lnTo>
                    <a:pt x="1469116" y="18183"/>
                  </a:lnTo>
                  <a:lnTo>
                    <a:pt x="1476930" y="18258"/>
                  </a:lnTo>
                  <a:lnTo>
                    <a:pt x="1484745" y="18333"/>
                  </a:lnTo>
                  <a:lnTo>
                    <a:pt x="1492559" y="18407"/>
                  </a:lnTo>
                  <a:lnTo>
                    <a:pt x="1500374" y="18536"/>
                  </a:lnTo>
                  <a:lnTo>
                    <a:pt x="1508188" y="18636"/>
                  </a:lnTo>
                  <a:lnTo>
                    <a:pt x="1516003" y="18709"/>
                  </a:lnTo>
                  <a:lnTo>
                    <a:pt x="1523817" y="18782"/>
                  </a:lnTo>
                  <a:lnTo>
                    <a:pt x="1531631" y="18849"/>
                  </a:lnTo>
                  <a:lnTo>
                    <a:pt x="1539446" y="18915"/>
                  </a:lnTo>
                  <a:lnTo>
                    <a:pt x="1547260" y="19007"/>
                  </a:lnTo>
                  <a:lnTo>
                    <a:pt x="1555075" y="19097"/>
                  </a:lnTo>
                  <a:lnTo>
                    <a:pt x="1562889" y="19174"/>
                  </a:lnTo>
                  <a:lnTo>
                    <a:pt x="1570704" y="19234"/>
                  </a:lnTo>
                  <a:lnTo>
                    <a:pt x="1578518" y="19296"/>
                  </a:lnTo>
                  <a:lnTo>
                    <a:pt x="1586333" y="19367"/>
                  </a:lnTo>
                  <a:lnTo>
                    <a:pt x="1594147" y="19439"/>
                  </a:lnTo>
                  <a:lnTo>
                    <a:pt x="1601961" y="19534"/>
                  </a:lnTo>
                  <a:lnTo>
                    <a:pt x="1609776" y="19592"/>
                  </a:lnTo>
                  <a:lnTo>
                    <a:pt x="1617590" y="19649"/>
                  </a:lnTo>
                  <a:lnTo>
                    <a:pt x="1625405" y="19723"/>
                  </a:lnTo>
                  <a:lnTo>
                    <a:pt x="1633219" y="19793"/>
                  </a:lnTo>
                  <a:lnTo>
                    <a:pt x="1641034" y="19837"/>
                  </a:lnTo>
                  <a:lnTo>
                    <a:pt x="1648848" y="19908"/>
                  </a:lnTo>
                  <a:lnTo>
                    <a:pt x="1656663" y="19982"/>
                  </a:lnTo>
                  <a:lnTo>
                    <a:pt x="1664477" y="20055"/>
                  </a:lnTo>
                  <a:lnTo>
                    <a:pt x="1672291" y="20128"/>
                  </a:lnTo>
                  <a:lnTo>
                    <a:pt x="1680106" y="20204"/>
                  </a:lnTo>
                  <a:lnTo>
                    <a:pt x="1687920" y="20309"/>
                  </a:lnTo>
                  <a:lnTo>
                    <a:pt x="1695735" y="20385"/>
                  </a:lnTo>
                  <a:lnTo>
                    <a:pt x="1703549" y="20481"/>
                  </a:lnTo>
                  <a:lnTo>
                    <a:pt x="1711364" y="20535"/>
                  </a:lnTo>
                  <a:lnTo>
                    <a:pt x="1719178" y="20610"/>
                  </a:lnTo>
                  <a:lnTo>
                    <a:pt x="1726993" y="20684"/>
                  </a:lnTo>
                  <a:lnTo>
                    <a:pt x="1734807" y="20755"/>
                  </a:lnTo>
                  <a:lnTo>
                    <a:pt x="1742622" y="20800"/>
                  </a:lnTo>
                  <a:lnTo>
                    <a:pt x="1750436" y="20827"/>
                  </a:lnTo>
                  <a:lnTo>
                    <a:pt x="1758250" y="20854"/>
                  </a:lnTo>
                  <a:lnTo>
                    <a:pt x="1766065" y="20880"/>
                  </a:lnTo>
                  <a:lnTo>
                    <a:pt x="1773879" y="20925"/>
                  </a:lnTo>
                  <a:lnTo>
                    <a:pt x="1781694" y="20999"/>
                  </a:lnTo>
                  <a:lnTo>
                    <a:pt x="1789508" y="21044"/>
                  </a:lnTo>
                  <a:lnTo>
                    <a:pt x="1797323" y="21087"/>
                  </a:lnTo>
                  <a:lnTo>
                    <a:pt x="1805137" y="21128"/>
                  </a:lnTo>
                  <a:lnTo>
                    <a:pt x="1812952" y="21152"/>
                  </a:lnTo>
                  <a:lnTo>
                    <a:pt x="1820766" y="21176"/>
                  </a:lnTo>
                  <a:lnTo>
                    <a:pt x="1828580" y="21238"/>
                  </a:lnTo>
                  <a:lnTo>
                    <a:pt x="1836395" y="21300"/>
                  </a:lnTo>
                  <a:lnTo>
                    <a:pt x="1844209" y="21362"/>
                  </a:lnTo>
                  <a:lnTo>
                    <a:pt x="1852024" y="21423"/>
                  </a:lnTo>
                  <a:lnTo>
                    <a:pt x="1859838" y="21484"/>
                  </a:lnTo>
                  <a:lnTo>
                    <a:pt x="1867653" y="21545"/>
                  </a:lnTo>
                  <a:lnTo>
                    <a:pt x="1875467" y="21594"/>
                  </a:lnTo>
                  <a:lnTo>
                    <a:pt x="1883282" y="21652"/>
                  </a:lnTo>
                  <a:lnTo>
                    <a:pt x="1891096" y="21661"/>
                  </a:lnTo>
                  <a:lnTo>
                    <a:pt x="1898910" y="21708"/>
                  </a:lnTo>
                  <a:lnTo>
                    <a:pt x="1906725" y="21708"/>
                  </a:lnTo>
                  <a:lnTo>
                    <a:pt x="1914539" y="21752"/>
                  </a:lnTo>
                  <a:lnTo>
                    <a:pt x="1922354" y="21807"/>
                  </a:lnTo>
                  <a:lnTo>
                    <a:pt x="1930168" y="21861"/>
                  </a:lnTo>
                  <a:lnTo>
                    <a:pt x="1937983" y="21915"/>
                  </a:lnTo>
                  <a:lnTo>
                    <a:pt x="1945797" y="21959"/>
                  </a:lnTo>
                  <a:lnTo>
                    <a:pt x="1953612" y="21994"/>
                  </a:lnTo>
                  <a:lnTo>
                    <a:pt x="1961426" y="22028"/>
                  </a:lnTo>
                  <a:lnTo>
                    <a:pt x="1969241" y="22098"/>
                  </a:lnTo>
                  <a:lnTo>
                    <a:pt x="1977055" y="22163"/>
                  </a:lnTo>
                  <a:lnTo>
                    <a:pt x="1984869" y="22217"/>
                  </a:lnTo>
                  <a:lnTo>
                    <a:pt x="1992684" y="22247"/>
                  </a:lnTo>
                  <a:lnTo>
                    <a:pt x="2000498" y="22301"/>
                  </a:lnTo>
                  <a:lnTo>
                    <a:pt x="2008313" y="22353"/>
                  </a:lnTo>
                  <a:lnTo>
                    <a:pt x="2016127" y="22399"/>
                  </a:lnTo>
                  <a:lnTo>
                    <a:pt x="2023942" y="22429"/>
                  </a:lnTo>
                </a:path>
              </a:pathLst>
            </a:custGeom>
            <a:ln w="18970" cap="flat">
              <a:solidFill>
                <a:srgbClr val="FFC0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rc159"/>
            <p:cNvSpPr/>
            <p:nvPr/>
          </p:nvSpPr>
          <p:spPr>
            <a:xfrm>
              <a:off x="3531086" y="3322206"/>
              <a:ext cx="2226336" cy="742778"/>
            </a:xfrm>
            <a:prstGeom prst="rect">
              <a:avLst/>
            </a:prstGeom>
            <a:ln w="1084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rc160"/>
            <p:cNvSpPr/>
            <p:nvPr/>
          </p:nvSpPr>
          <p:spPr>
            <a:xfrm>
              <a:off x="3531086" y="4247864"/>
              <a:ext cx="2226336" cy="74277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2" name="pl161"/>
            <p:cNvSpPr/>
            <p:nvPr/>
          </p:nvSpPr>
          <p:spPr>
            <a:xfrm>
              <a:off x="3531086" y="4850326"/>
              <a:ext cx="2226336" cy="0"/>
            </a:xfrm>
            <a:custGeom>
              <a:avLst/>
              <a:pathLst>
                <a:path w="2226336" h="0">
                  <a:moveTo>
                    <a:pt x="0" y="0"/>
                  </a:moveTo>
                  <a:lnTo>
                    <a:pt x="2226336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l162"/>
            <p:cNvSpPr/>
            <p:nvPr/>
          </p:nvSpPr>
          <p:spPr>
            <a:xfrm>
              <a:off x="3531086" y="4648718"/>
              <a:ext cx="2226336" cy="0"/>
            </a:xfrm>
            <a:custGeom>
              <a:avLst/>
              <a:pathLst>
                <a:path w="2226336" h="0">
                  <a:moveTo>
                    <a:pt x="0" y="0"/>
                  </a:moveTo>
                  <a:lnTo>
                    <a:pt x="2226336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l163"/>
            <p:cNvSpPr/>
            <p:nvPr/>
          </p:nvSpPr>
          <p:spPr>
            <a:xfrm>
              <a:off x="3531086" y="4447110"/>
              <a:ext cx="2226336" cy="0"/>
            </a:xfrm>
            <a:custGeom>
              <a:avLst/>
              <a:pathLst>
                <a:path w="2226336" h="0">
                  <a:moveTo>
                    <a:pt x="0" y="0"/>
                  </a:moveTo>
                  <a:lnTo>
                    <a:pt x="2226336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l164"/>
            <p:cNvSpPr/>
            <p:nvPr/>
          </p:nvSpPr>
          <p:spPr>
            <a:xfrm>
              <a:off x="3549315" y="4247864"/>
              <a:ext cx="0" cy="742778"/>
            </a:xfrm>
            <a:custGeom>
              <a:avLst/>
              <a:pathLst>
                <a:path w="0" h="742778">
                  <a:moveTo>
                    <a:pt x="0" y="742778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l165"/>
            <p:cNvSpPr/>
            <p:nvPr/>
          </p:nvSpPr>
          <p:spPr>
            <a:xfrm>
              <a:off x="4066278" y="4247864"/>
              <a:ext cx="0" cy="742778"/>
            </a:xfrm>
            <a:custGeom>
              <a:avLst/>
              <a:pathLst>
                <a:path w="0" h="742778">
                  <a:moveTo>
                    <a:pt x="0" y="742778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l166"/>
            <p:cNvSpPr/>
            <p:nvPr/>
          </p:nvSpPr>
          <p:spPr>
            <a:xfrm>
              <a:off x="4583242" y="4247864"/>
              <a:ext cx="0" cy="742778"/>
            </a:xfrm>
            <a:custGeom>
              <a:avLst/>
              <a:pathLst>
                <a:path w="0" h="742778">
                  <a:moveTo>
                    <a:pt x="0" y="742778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l167"/>
            <p:cNvSpPr/>
            <p:nvPr/>
          </p:nvSpPr>
          <p:spPr>
            <a:xfrm>
              <a:off x="5100205" y="4247864"/>
              <a:ext cx="0" cy="742778"/>
            </a:xfrm>
            <a:custGeom>
              <a:avLst/>
              <a:pathLst>
                <a:path w="0" h="742778">
                  <a:moveTo>
                    <a:pt x="0" y="742778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l168"/>
            <p:cNvSpPr/>
            <p:nvPr/>
          </p:nvSpPr>
          <p:spPr>
            <a:xfrm>
              <a:off x="5617168" y="4247864"/>
              <a:ext cx="0" cy="742778"/>
            </a:xfrm>
            <a:custGeom>
              <a:avLst/>
              <a:pathLst>
                <a:path w="0" h="742778">
                  <a:moveTo>
                    <a:pt x="0" y="742778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l169"/>
            <p:cNvSpPr/>
            <p:nvPr/>
          </p:nvSpPr>
          <p:spPr>
            <a:xfrm>
              <a:off x="3531086" y="4648718"/>
              <a:ext cx="2226336" cy="0"/>
            </a:xfrm>
            <a:custGeom>
              <a:avLst/>
              <a:pathLst>
                <a:path w="2226336" h="0">
                  <a:moveTo>
                    <a:pt x="0" y="0"/>
                  </a:moveTo>
                  <a:lnTo>
                    <a:pt x="2226336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71" name="pg170"/>
            <p:cNvSpPr/>
            <p:nvPr/>
          </p:nvSpPr>
          <p:spPr>
            <a:xfrm>
              <a:off x="3632283" y="4609503"/>
              <a:ext cx="2023942" cy="79335"/>
            </a:xfrm>
            <a:custGeom>
              <a:avLst/>
              <a:pathLst>
                <a:path w="2023942" h="79335">
                  <a:moveTo>
                    <a:pt x="0" y="0"/>
                  </a:moveTo>
                  <a:lnTo>
                    <a:pt x="7814" y="908"/>
                  </a:lnTo>
                  <a:lnTo>
                    <a:pt x="15628" y="1783"/>
                  </a:lnTo>
                  <a:lnTo>
                    <a:pt x="23443" y="2651"/>
                  </a:lnTo>
                  <a:lnTo>
                    <a:pt x="31257" y="3519"/>
                  </a:lnTo>
                  <a:lnTo>
                    <a:pt x="39072" y="4364"/>
                  </a:lnTo>
                  <a:lnTo>
                    <a:pt x="46886" y="5304"/>
                  </a:lnTo>
                  <a:lnTo>
                    <a:pt x="54701" y="6193"/>
                  </a:lnTo>
                  <a:lnTo>
                    <a:pt x="62515" y="7078"/>
                  </a:lnTo>
                  <a:lnTo>
                    <a:pt x="70330" y="7974"/>
                  </a:lnTo>
                  <a:lnTo>
                    <a:pt x="78144" y="8834"/>
                  </a:lnTo>
                  <a:lnTo>
                    <a:pt x="85958" y="9661"/>
                  </a:lnTo>
                  <a:lnTo>
                    <a:pt x="93773" y="10521"/>
                  </a:lnTo>
                  <a:lnTo>
                    <a:pt x="101587" y="11364"/>
                  </a:lnTo>
                  <a:lnTo>
                    <a:pt x="109402" y="12210"/>
                  </a:lnTo>
                  <a:lnTo>
                    <a:pt x="117216" y="13045"/>
                  </a:lnTo>
                  <a:lnTo>
                    <a:pt x="125031" y="13804"/>
                  </a:lnTo>
                  <a:lnTo>
                    <a:pt x="132845" y="14549"/>
                  </a:lnTo>
                  <a:lnTo>
                    <a:pt x="140660" y="15302"/>
                  </a:lnTo>
                  <a:lnTo>
                    <a:pt x="148474" y="16071"/>
                  </a:lnTo>
                  <a:lnTo>
                    <a:pt x="156288" y="16833"/>
                  </a:lnTo>
                  <a:lnTo>
                    <a:pt x="164103" y="17587"/>
                  </a:lnTo>
                  <a:lnTo>
                    <a:pt x="171917" y="18333"/>
                  </a:lnTo>
                  <a:lnTo>
                    <a:pt x="179732" y="19073"/>
                  </a:lnTo>
                  <a:lnTo>
                    <a:pt x="187546" y="19805"/>
                  </a:lnTo>
                  <a:lnTo>
                    <a:pt x="195361" y="20529"/>
                  </a:lnTo>
                  <a:lnTo>
                    <a:pt x="203175" y="21246"/>
                  </a:lnTo>
                  <a:lnTo>
                    <a:pt x="210990" y="21956"/>
                  </a:lnTo>
                  <a:lnTo>
                    <a:pt x="218804" y="22670"/>
                  </a:lnTo>
                  <a:lnTo>
                    <a:pt x="226619" y="23379"/>
                  </a:lnTo>
                  <a:lnTo>
                    <a:pt x="234433" y="24076"/>
                  </a:lnTo>
                  <a:lnTo>
                    <a:pt x="242247" y="24731"/>
                  </a:lnTo>
                  <a:lnTo>
                    <a:pt x="250062" y="25388"/>
                  </a:lnTo>
                  <a:lnTo>
                    <a:pt x="257876" y="26033"/>
                  </a:lnTo>
                  <a:lnTo>
                    <a:pt x="265691" y="26672"/>
                  </a:lnTo>
                  <a:lnTo>
                    <a:pt x="273505" y="27331"/>
                  </a:lnTo>
                  <a:lnTo>
                    <a:pt x="281320" y="27982"/>
                  </a:lnTo>
                  <a:lnTo>
                    <a:pt x="289134" y="28625"/>
                  </a:lnTo>
                  <a:lnTo>
                    <a:pt x="296949" y="29260"/>
                  </a:lnTo>
                  <a:lnTo>
                    <a:pt x="304763" y="29888"/>
                  </a:lnTo>
                  <a:lnTo>
                    <a:pt x="312577" y="30504"/>
                  </a:lnTo>
                  <a:lnTo>
                    <a:pt x="320392" y="31113"/>
                  </a:lnTo>
                  <a:lnTo>
                    <a:pt x="328206" y="31714"/>
                  </a:lnTo>
                  <a:lnTo>
                    <a:pt x="336021" y="32309"/>
                  </a:lnTo>
                  <a:lnTo>
                    <a:pt x="343835" y="32898"/>
                  </a:lnTo>
                  <a:lnTo>
                    <a:pt x="351650" y="33479"/>
                  </a:lnTo>
                  <a:lnTo>
                    <a:pt x="359464" y="34054"/>
                  </a:lnTo>
                  <a:lnTo>
                    <a:pt x="367279" y="34622"/>
                  </a:lnTo>
                  <a:lnTo>
                    <a:pt x="375093" y="35179"/>
                  </a:lnTo>
                  <a:lnTo>
                    <a:pt x="382907" y="35731"/>
                  </a:lnTo>
                  <a:lnTo>
                    <a:pt x="390722" y="36277"/>
                  </a:lnTo>
                  <a:lnTo>
                    <a:pt x="398536" y="36819"/>
                  </a:lnTo>
                  <a:lnTo>
                    <a:pt x="406351" y="37356"/>
                  </a:lnTo>
                  <a:lnTo>
                    <a:pt x="414165" y="37888"/>
                  </a:lnTo>
                  <a:lnTo>
                    <a:pt x="421980" y="38418"/>
                  </a:lnTo>
                  <a:lnTo>
                    <a:pt x="429794" y="38938"/>
                  </a:lnTo>
                  <a:lnTo>
                    <a:pt x="437609" y="39242"/>
                  </a:lnTo>
                  <a:lnTo>
                    <a:pt x="445423" y="39303"/>
                  </a:lnTo>
                  <a:lnTo>
                    <a:pt x="453238" y="39363"/>
                  </a:lnTo>
                  <a:lnTo>
                    <a:pt x="461052" y="39422"/>
                  </a:lnTo>
                  <a:lnTo>
                    <a:pt x="468866" y="39482"/>
                  </a:lnTo>
                  <a:lnTo>
                    <a:pt x="476681" y="39542"/>
                  </a:lnTo>
                  <a:lnTo>
                    <a:pt x="484495" y="39601"/>
                  </a:lnTo>
                  <a:lnTo>
                    <a:pt x="492310" y="39660"/>
                  </a:lnTo>
                  <a:lnTo>
                    <a:pt x="500124" y="39719"/>
                  </a:lnTo>
                  <a:lnTo>
                    <a:pt x="507939" y="39777"/>
                  </a:lnTo>
                  <a:lnTo>
                    <a:pt x="515753" y="39836"/>
                  </a:lnTo>
                  <a:lnTo>
                    <a:pt x="523568" y="39894"/>
                  </a:lnTo>
                  <a:lnTo>
                    <a:pt x="531382" y="39952"/>
                  </a:lnTo>
                  <a:lnTo>
                    <a:pt x="539196" y="40010"/>
                  </a:lnTo>
                  <a:lnTo>
                    <a:pt x="547011" y="40068"/>
                  </a:lnTo>
                  <a:lnTo>
                    <a:pt x="554825" y="40126"/>
                  </a:lnTo>
                  <a:lnTo>
                    <a:pt x="562640" y="40183"/>
                  </a:lnTo>
                  <a:lnTo>
                    <a:pt x="570454" y="40240"/>
                  </a:lnTo>
                  <a:lnTo>
                    <a:pt x="578269" y="40297"/>
                  </a:lnTo>
                  <a:lnTo>
                    <a:pt x="586083" y="40354"/>
                  </a:lnTo>
                  <a:lnTo>
                    <a:pt x="593898" y="40411"/>
                  </a:lnTo>
                  <a:lnTo>
                    <a:pt x="601712" y="40468"/>
                  </a:lnTo>
                  <a:lnTo>
                    <a:pt x="609526" y="40524"/>
                  </a:lnTo>
                  <a:lnTo>
                    <a:pt x="617341" y="40580"/>
                  </a:lnTo>
                  <a:lnTo>
                    <a:pt x="625155" y="40636"/>
                  </a:lnTo>
                  <a:lnTo>
                    <a:pt x="632970" y="40692"/>
                  </a:lnTo>
                  <a:lnTo>
                    <a:pt x="640784" y="40747"/>
                  </a:lnTo>
                  <a:lnTo>
                    <a:pt x="648599" y="40803"/>
                  </a:lnTo>
                  <a:lnTo>
                    <a:pt x="656413" y="40858"/>
                  </a:lnTo>
                  <a:lnTo>
                    <a:pt x="664228" y="40913"/>
                  </a:lnTo>
                  <a:lnTo>
                    <a:pt x="672042" y="40968"/>
                  </a:lnTo>
                  <a:lnTo>
                    <a:pt x="679857" y="41023"/>
                  </a:lnTo>
                  <a:lnTo>
                    <a:pt x="687671" y="41078"/>
                  </a:lnTo>
                  <a:lnTo>
                    <a:pt x="695485" y="41132"/>
                  </a:lnTo>
                  <a:lnTo>
                    <a:pt x="703300" y="41186"/>
                  </a:lnTo>
                  <a:lnTo>
                    <a:pt x="711114" y="41240"/>
                  </a:lnTo>
                  <a:lnTo>
                    <a:pt x="718929" y="41294"/>
                  </a:lnTo>
                  <a:lnTo>
                    <a:pt x="726743" y="41348"/>
                  </a:lnTo>
                  <a:lnTo>
                    <a:pt x="734558" y="41401"/>
                  </a:lnTo>
                  <a:lnTo>
                    <a:pt x="742372" y="41455"/>
                  </a:lnTo>
                  <a:lnTo>
                    <a:pt x="750187" y="41508"/>
                  </a:lnTo>
                  <a:lnTo>
                    <a:pt x="758001" y="41561"/>
                  </a:lnTo>
                  <a:lnTo>
                    <a:pt x="765815" y="41614"/>
                  </a:lnTo>
                  <a:lnTo>
                    <a:pt x="773630" y="41667"/>
                  </a:lnTo>
                  <a:lnTo>
                    <a:pt x="781444" y="41719"/>
                  </a:lnTo>
                  <a:lnTo>
                    <a:pt x="789259" y="41771"/>
                  </a:lnTo>
                  <a:lnTo>
                    <a:pt x="797073" y="41824"/>
                  </a:lnTo>
                  <a:lnTo>
                    <a:pt x="804888" y="41876"/>
                  </a:lnTo>
                  <a:lnTo>
                    <a:pt x="812702" y="41928"/>
                  </a:lnTo>
                  <a:lnTo>
                    <a:pt x="820517" y="41979"/>
                  </a:lnTo>
                  <a:lnTo>
                    <a:pt x="828331" y="42031"/>
                  </a:lnTo>
                  <a:lnTo>
                    <a:pt x="836145" y="42082"/>
                  </a:lnTo>
                  <a:lnTo>
                    <a:pt x="843960" y="42133"/>
                  </a:lnTo>
                  <a:lnTo>
                    <a:pt x="851774" y="42184"/>
                  </a:lnTo>
                  <a:lnTo>
                    <a:pt x="859589" y="42235"/>
                  </a:lnTo>
                  <a:lnTo>
                    <a:pt x="867403" y="42286"/>
                  </a:lnTo>
                  <a:lnTo>
                    <a:pt x="875218" y="42337"/>
                  </a:lnTo>
                  <a:lnTo>
                    <a:pt x="883032" y="42383"/>
                  </a:lnTo>
                  <a:lnTo>
                    <a:pt x="890847" y="42430"/>
                  </a:lnTo>
                  <a:lnTo>
                    <a:pt x="898661" y="42479"/>
                  </a:lnTo>
                  <a:lnTo>
                    <a:pt x="906476" y="42529"/>
                  </a:lnTo>
                  <a:lnTo>
                    <a:pt x="914290" y="42579"/>
                  </a:lnTo>
                  <a:lnTo>
                    <a:pt x="922104" y="42629"/>
                  </a:lnTo>
                  <a:lnTo>
                    <a:pt x="929919" y="42679"/>
                  </a:lnTo>
                  <a:lnTo>
                    <a:pt x="937733" y="42729"/>
                  </a:lnTo>
                  <a:lnTo>
                    <a:pt x="945548" y="42778"/>
                  </a:lnTo>
                  <a:lnTo>
                    <a:pt x="953362" y="42828"/>
                  </a:lnTo>
                  <a:lnTo>
                    <a:pt x="961177" y="42877"/>
                  </a:lnTo>
                  <a:lnTo>
                    <a:pt x="968991" y="42926"/>
                  </a:lnTo>
                  <a:lnTo>
                    <a:pt x="976806" y="42975"/>
                  </a:lnTo>
                  <a:lnTo>
                    <a:pt x="984620" y="43024"/>
                  </a:lnTo>
                  <a:lnTo>
                    <a:pt x="992434" y="43073"/>
                  </a:lnTo>
                  <a:lnTo>
                    <a:pt x="1000249" y="43122"/>
                  </a:lnTo>
                  <a:lnTo>
                    <a:pt x="1008063" y="43170"/>
                  </a:lnTo>
                  <a:lnTo>
                    <a:pt x="1015878" y="43218"/>
                  </a:lnTo>
                  <a:lnTo>
                    <a:pt x="1023692" y="43266"/>
                  </a:lnTo>
                  <a:lnTo>
                    <a:pt x="1031507" y="43313"/>
                  </a:lnTo>
                  <a:lnTo>
                    <a:pt x="1039321" y="43361"/>
                  </a:lnTo>
                  <a:lnTo>
                    <a:pt x="1047136" y="43408"/>
                  </a:lnTo>
                  <a:lnTo>
                    <a:pt x="1054950" y="43455"/>
                  </a:lnTo>
                  <a:lnTo>
                    <a:pt x="1062765" y="43502"/>
                  </a:lnTo>
                  <a:lnTo>
                    <a:pt x="1070579" y="43548"/>
                  </a:lnTo>
                  <a:lnTo>
                    <a:pt x="1078393" y="43595"/>
                  </a:lnTo>
                  <a:lnTo>
                    <a:pt x="1086208" y="43641"/>
                  </a:lnTo>
                  <a:lnTo>
                    <a:pt x="1094022" y="43687"/>
                  </a:lnTo>
                  <a:lnTo>
                    <a:pt x="1101837" y="43733"/>
                  </a:lnTo>
                  <a:lnTo>
                    <a:pt x="1109651" y="43779"/>
                  </a:lnTo>
                  <a:lnTo>
                    <a:pt x="1117466" y="43825"/>
                  </a:lnTo>
                  <a:lnTo>
                    <a:pt x="1125280" y="43871"/>
                  </a:lnTo>
                  <a:lnTo>
                    <a:pt x="1133095" y="43916"/>
                  </a:lnTo>
                  <a:lnTo>
                    <a:pt x="1140909" y="43961"/>
                  </a:lnTo>
                  <a:lnTo>
                    <a:pt x="1148723" y="43997"/>
                  </a:lnTo>
                  <a:lnTo>
                    <a:pt x="1156538" y="44032"/>
                  </a:lnTo>
                  <a:lnTo>
                    <a:pt x="1164352" y="44067"/>
                  </a:lnTo>
                  <a:lnTo>
                    <a:pt x="1172167" y="44107"/>
                  </a:lnTo>
                  <a:lnTo>
                    <a:pt x="1179981" y="44152"/>
                  </a:lnTo>
                  <a:lnTo>
                    <a:pt x="1187796" y="44196"/>
                  </a:lnTo>
                  <a:lnTo>
                    <a:pt x="1195610" y="44241"/>
                  </a:lnTo>
                  <a:lnTo>
                    <a:pt x="1203425" y="44285"/>
                  </a:lnTo>
                  <a:lnTo>
                    <a:pt x="1211239" y="44330"/>
                  </a:lnTo>
                  <a:lnTo>
                    <a:pt x="1219053" y="44374"/>
                  </a:lnTo>
                  <a:lnTo>
                    <a:pt x="1226868" y="44418"/>
                  </a:lnTo>
                  <a:lnTo>
                    <a:pt x="1234682" y="44462"/>
                  </a:lnTo>
                  <a:lnTo>
                    <a:pt x="1242497" y="44506"/>
                  </a:lnTo>
                  <a:lnTo>
                    <a:pt x="1250311" y="44548"/>
                  </a:lnTo>
                  <a:lnTo>
                    <a:pt x="1258126" y="44582"/>
                  </a:lnTo>
                  <a:lnTo>
                    <a:pt x="1265940" y="44617"/>
                  </a:lnTo>
                  <a:lnTo>
                    <a:pt x="1273755" y="44651"/>
                  </a:lnTo>
                  <a:lnTo>
                    <a:pt x="1281569" y="44685"/>
                  </a:lnTo>
                  <a:lnTo>
                    <a:pt x="1289384" y="44722"/>
                  </a:lnTo>
                  <a:lnTo>
                    <a:pt x="1297198" y="44760"/>
                  </a:lnTo>
                  <a:lnTo>
                    <a:pt x="1305012" y="44791"/>
                  </a:lnTo>
                  <a:lnTo>
                    <a:pt x="1312827" y="44821"/>
                  </a:lnTo>
                  <a:lnTo>
                    <a:pt x="1320641" y="44852"/>
                  </a:lnTo>
                  <a:lnTo>
                    <a:pt x="1328456" y="44884"/>
                  </a:lnTo>
                  <a:lnTo>
                    <a:pt x="1336270" y="44916"/>
                  </a:lnTo>
                  <a:lnTo>
                    <a:pt x="1344085" y="44948"/>
                  </a:lnTo>
                  <a:lnTo>
                    <a:pt x="1351899" y="44979"/>
                  </a:lnTo>
                  <a:lnTo>
                    <a:pt x="1359714" y="45011"/>
                  </a:lnTo>
                  <a:lnTo>
                    <a:pt x="1367528" y="45042"/>
                  </a:lnTo>
                  <a:lnTo>
                    <a:pt x="1375342" y="45073"/>
                  </a:lnTo>
                  <a:lnTo>
                    <a:pt x="1383157" y="45104"/>
                  </a:lnTo>
                  <a:lnTo>
                    <a:pt x="1390971" y="45135"/>
                  </a:lnTo>
                  <a:lnTo>
                    <a:pt x="1398786" y="45165"/>
                  </a:lnTo>
                  <a:lnTo>
                    <a:pt x="1406600" y="45195"/>
                  </a:lnTo>
                  <a:lnTo>
                    <a:pt x="1414415" y="45225"/>
                  </a:lnTo>
                  <a:lnTo>
                    <a:pt x="1422229" y="45255"/>
                  </a:lnTo>
                  <a:lnTo>
                    <a:pt x="1430044" y="45285"/>
                  </a:lnTo>
                  <a:lnTo>
                    <a:pt x="1437858" y="45315"/>
                  </a:lnTo>
                  <a:lnTo>
                    <a:pt x="1445672" y="45350"/>
                  </a:lnTo>
                  <a:lnTo>
                    <a:pt x="1453487" y="45391"/>
                  </a:lnTo>
                  <a:lnTo>
                    <a:pt x="1461301" y="45431"/>
                  </a:lnTo>
                  <a:lnTo>
                    <a:pt x="1469116" y="45472"/>
                  </a:lnTo>
                  <a:lnTo>
                    <a:pt x="1476930" y="45513"/>
                  </a:lnTo>
                  <a:lnTo>
                    <a:pt x="1484745" y="45553"/>
                  </a:lnTo>
                  <a:lnTo>
                    <a:pt x="1492559" y="45584"/>
                  </a:lnTo>
                  <a:lnTo>
                    <a:pt x="1500374" y="45607"/>
                  </a:lnTo>
                  <a:lnTo>
                    <a:pt x="1508188" y="45630"/>
                  </a:lnTo>
                  <a:lnTo>
                    <a:pt x="1516003" y="45653"/>
                  </a:lnTo>
                  <a:lnTo>
                    <a:pt x="1523817" y="45676"/>
                  </a:lnTo>
                  <a:lnTo>
                    <a:pt x="1531631" y="45699"/>
                  </a:lnTo>
                  <a:lnTo>
                    <a:pt x="1539446" y="45721"/>
                  </a:lnTo>
                  <a:lnTo>
                    <a:pt x="1547260" y="45743"/>
                  </a:lnTo>
                  <a:lnTo>
                    <a:pt x="1555075" y="45766"/>
                  </a:lnTo>
                  <a:lnTo>
                    <a:pt x="1562889" y="45788"/>
                  </a:lnTo>
                  <a:lnTo>
                    <a:pt x="1570704" y="45809"/>
                  </a:lnTo>
                  <a:lnTo>
                    <a:pt x="1578518" y="45842"/>
                  </a:lnTo>
                  <a:lnTo>
                    <a:pt x="1586333" y="45876"/>
                  </a:lnTo>
                  <a:lnTo>
                    <a:pt x="1594147" y="45911"/>
                  </a:lnTo>
                  <a:lnTo>
                    <a:pt x="1601961" y="45945"/>
                  </a:lnTo>
                  <a:lnTo>
                    <a:pt x="1609776" y="45980"/>
                  </a:lnTo>
                  <a:lnTo>
                    <a:pt x="1617590" y="46014"/>
                  </a:lnTo>
                  <a:lnTo>
                    <a:pt x="1625405" y="46044"/>
                  </a:lnTo>
                  <a:lnTo>
                    <a:pt x="1633219" y="46071"/>
                  </a:lnTo>
                  <a:lnTo>
                    <a:pt x="1641034" y="46106"/>
                  </a:lnTo>
                  <a:lnTo>
                    <a:pt x="1648848" y="46142"/>
                  </a:lnTo>
                  <a:lnTo>
                    <a:pt x="1656663" y="46177"/>
                  </a:lnTo>
                  <a:lnTo>
                    <a:pt x="1664477" y="46212"/>
                  </a:lnTo>
                  <a:lnTo>
                    <a:pt x="1672291" y="46248"/>
                  </a:lnTo>
                  <a:lnTo>
                    <a:pt x="1680106" y="46282"/>
                  </a:lnTo>
                  <a:lnTo>
                    <a:pt x="1687920" y="46314"/>
                  </a:lnTo>
                  <a:lnTo>
                    <a:pt x="1695735" y="46347"/>
                  </a:lnTo>
                  <a:lnTo>
                    <a:pt x="1703549" y="46380"/>
                  </a:lnTo>
                  <a:lnTo>
                    <a:pt x="1711364" y="46412"/>
                  </a:lnTo>
                  <a:lnTo>
                    <a:pt x="1719178" y="46445"/>
                  </a:lnTo>
                  <a:lnTo>
                    <a:pt x="1726993" y="46477"/>
                  </a:lnTo>
                  <a:lnTo>
                    <a:pt x="1734807" y="46509"/>
                  </a:lnTo>
                  <a:lnTo>
                    <a:pt x="1742622" y="46541"/>
                  </a:lnTo>
                  <a:lnTo>
                    <a:pt x="1750436" y="46574"/>
                  </a:lnTo>
                  <a:lnTo>
                    <a:pt x="1758250" y="46606"/>
                  </a:lnTo>
                  <a:lnTo>
                    <a:pt x="1766065" y="46638"/>
                  </a:lnTo>
                  <a:lnTo>
                    <a:pt x="1773879" y="46669"/>
                  </a:lnTo>
                  <a:lnTo>
                    <a:pt x="1781694" y="46701"/>
                  </a:lnTo>
                  <a:lnTo>
                    <a:pt x="1789508" y="46733"/>
                  </a:lnTo>
                  <a:lnTo>
                    <a:pt x="1797323" y="46756"/>
                  </a:lnTo>
                  <a:lnTo>
                    <a:pt x="1805137" y="46779"/>
                  </a:lnTo>
                  <a:lnTo>
                    <a:pt x="1812952" y="46801"/>
                  </a:lnTo>
                  <a:lnTo>
                    <a:pt x="1820766" y="46823"/>
                  </a:lnTo>
                  <a:lnTo>
                    <a:pt x="1828580" y="46846"/>
                  </a:lnTo>
                  <a:lnTo>
                    <a:pt x="1836395" y="46868"/>
                  </a:lnTo>
                  <a:lnTo>
                    <a:pt x="1844209" y="46890"/>
                  </a:lnTo>
                  <a:lnTo>
                    <a:pt x="1852024" y="46912"/>
                  </a:lnTo>
                  <a:lnTo>
                    <a:pt x="1859838" y="46934"/>
                  </a:lnTo>
                  <a:lnTo>
                    <a:pt x="1867653" y="46955"/>
                  </a:lnTo>
                  <a:lnTo>
                    <a:pt x="1875467" y="46977"/>
                  </a:lnTo>
                  <a:lnTo>
                    <a:pt x="1883282" y="46998"/>
                  </a:lnTo>
                  <a:lnTo>
                    <a:pt x="1891096" y="47019"/>
                  </a:lnTo>
                  <a:lnTo>
                    <a:pt x="1898910" y="47041"/>
                  </a:lnTo>
                  <a:lnTo>
                    <a:pt x="1906725" y="47067"/>
                  </a:lnTo>
                  <a:lnTo>
                    <a:pt x="1914539" y="47104"/>
                  </a:lnTo>
                  <a:lnTo>
                    <a:pt x="1922354" y="47140"/>
                  </a:lnTo>
                  <a:lnTo>
                    <a:pt x="1930168" y="47177"/>
                  </a:lnTo>
                  <a:lnTo>
                    <a:pt x="1937983" y="47214"/>
                  </a:lnTo>
                  <a:lnTo>
                    <a:pt x="1945797" y="47250"/>
                  </a:lnTo>
                  <a:lnTo>
                    <a:pt x="1953612" y="47287"/>
                  </a:lnTo>
                  <a:lnTo>
                    <a:pt x="1961426" y="47323"/>
                  </a:lnTo>
                  <a:lnTo>
                    <a:pt x="1969241" y="47359"/>
                  </a:lnTo>
                  <a:lnTo>
                    <a:pt x="1977055" y="47389"/>
                  </a:lnTo>
                  <a:lnTo>
                    <a:pt x="1984869" y="47406"/>
                  </a:lnTo>
                  <a:lnTo>
                    <a:pt x="1992684" y="47423"/>
                  </a:lnTo>
                  <a:lnTo>
                    <a:pt x="2000498" y="47440"/>
                  </a:lnTo>
                  <a:lnTo>
                    <a:pt x="2008313" y="47457"/>
                  </a:lnTo>
                  <a:lnTo>
                    <a:pt x="2016127" y="47474"/>
                  </a:lnTo>
                  <a:lnTo>
                    <a:pt x="2023942" y="47491"/>
                  </a:lnTo>
                  <a:lnTo>
                    <a:pt x="2023942" y="79335"/>
                  </a:lnTo>
                  <a:lnTo>
                    <a:pt x="2016127" y="79297"/>
                  </a:lnTo>
                  <a:lnTo>
                    <a:pt x="2008313" y="79222"/>
                  </a:lnTo>
                  <a:lnTo>
                    <a:pt x="2000498" y="79190"/>
                  </a:lnTo>
                  <a:lnTo>
                    <a:pt x="1992684" y="79135"/>
                  </a:lnTo>
                  <a:lnTo>
                    <a:pt x="1984869" y="79069"/>
                  </a:lnTo>
                  <a:lnTo>
                    <a:pt x="1977055" y="79001"/>
                  </a:lnTo>
                  <a:lnTo>
                    <a:pt x="1969241" y="78933"/>
                  </a:lnTo>
                  <a:lnTo>
                    <a:pt x="1961426" y="78863"/>
                  </a:lnTo>
                  <a:lnTo>
                    <a:pt x="1953612" y="78816"/>
                  </a:lnTo>
                  <a:lnTo>
                    <a:pt x="1945797" y="78785"/>
                  </a:lnTo>
                  <a:lnTo>
                    <a:pt x="1937983" y="78736"/>
                  </a:lnTo>
                  <a:lnTo>
                    <a:pt x="1930168" y="78671"/>
                  </a:lnTo>
                  <a:lnTo>
                    <a:pt x="1922354" y="78605"/>
                  </a:lnTo>
                  <a:lnTo>
                    <a:pt x="1914539" y="78538"/>
                  </a:lnTo>
                  <a:lnTo>
                    <a:pt x="1906725" y="78485"/>
                  </a:lnTo>
                  <a:lnTo>
                    <a:pt x="1898910" y="78452"/>
                  </a:lnTo>
                  <a:lnTo>
                    <a:pt x="1891096" y="78417"/>
                  </a:lnTo>
                  <a:lnTo>
                    <a:pt x="1883282" y="78356"/>
                  </a:lnTo>
                  <a:lnTo>
                    <a:pt x="1875467" y="78256"/>
                  </a:lnTo>
                  <a:lnTo>
                    <a:pt x="1867653" y="78156"/>
                  </a:lnTo>
                  <a:lnTo>
                    <a:pt x="1859838" y="78056"/>
                  </a:lnTo>
                  <a:lnTo>
                    <a:pt x="1852024" y="77975"/>
                  </a:lnTo>
                  <a:lnTo>
                    <a:pt x="1844209" y="77902"/>
                  </a:lnTo>
                  <a:lnTo>
                    <a:pt x="1836395" y="77828"/>
                  </a:lnTo>
                  <a:lnTo>
                    <a:pt x="1828580" y="77753"/>
                  </a:lnTo>
                  <a:lnTo>
                    <a:pt x="1820766" y="77677"/>
                  </a:lnTo>
                  <a:lnTo>
                    <a:pt x="1812952" y="77599"/>
                  </a:lnTo>
                  <a:lnTo>
                    <a:pt x="1805137" y="77521"/>
                  </a:lnTo>
                  <a:lnTo>
                    <a:pt x="1797323" y="77442"/>
                  </a:lnTo>
                  <a:lnTo>
                    <a:pt x="1789508" y="77361"/>
                  </a:lnTo>
                  <a:lnTo>
                    <a:pt x="1781694" y="77280"/>
                  </a:lnTo>
                  <a:lnTo>
                    <a:pt x="1773879" y="77199"/>
                  </a:lnTo>
                  <a:lnTo>
                    <a:pt x="1766065" y="77116"/>
                  </a:lnTo>
                  <a:lnTo>
                    <a:pt x="1758250" y="77032"/>
                  </a:lnTo>
                  <a:lnTo>
                    <a:pt x="1750436" y="76948"/>
                  </a:lnTo>
                  <a:lnTo>
                    <a:pt x="1742622" y="76862"/>
                  </a:lnTo>
                  <a:lnTo>
                    <a:pt x="1734807" y="76776"/>
                  </a:lnTo>
                  <a:lnTo>
                    <a:pt x="1726993" y="76688"/>
                  </a:lnTo>
                  <a:lnTo>
                    <a:pt x="1719178" y="76600"/>
                  </a:lnTo>
                  <a:lnTo>
                    <a:pt x="1711364" y="76559"/>
                  </a:lnTo>
                  <a:lnTo>
                    <a:pt x="1703549" y="76521"/>
                  </a:lnTo>
                  <a:lnTo>
                    <a:pt x="1695735" y="76482"/>
                  </a:lnTo>
                  <a:lnTo>
                    <a:pt x="1687920" y="76442"/>
                  </a:lnTo>
                  <a:lnTo>
                    <a:pt x="1680106" y="76401"/>
                  </a:lnTo>
                  <a:lnTo>
                    <a:pt x="1672291" y="76360"/>
                  </a:lnTo>
                  <a:lnTo>
                    <a:pt x="1664477" y="76288"/>
                  </a:lnTo>
                  <a:lnTo>
                    <a:pt x="1656663" y="76189"/>
                  </a:lnTo>
                  <a:lnTo>
                    <a:pt x="1648848" y="76089"/>
                  </a:lnTo>
                  <a:lnTo>
                    <a:pt x="1641034" y="75986"/>
                  </a:lnTo>
                  <a:lnTo>
                    <a:pt x="1633219" y="75882"/>
                  </a:lnTo>
                  <a:lnTo>
                    <a:pt x="1625405" y="75777"/>
                  </a:lnTo>
                  <a:lnTo>
                    <a:pt x="1617590" y="75671"/>
                  </a:lnTo>
                  <a:lnTo>
                    <a:pt x="1609776" y="75564"/>
                  </a:lnTo>
                  <a:lnTo>
                    <a:pt x="1601961" y="75456"/>
                  </a:lnTo>
                  <a:lnTo>
                    <a:pt x="1594147" y="75347"/>
                  </a:lnTo>
                  <a:lnTo>
                    <a:pt x="1586333" y="75236"/>
                  </a:lnTo>
                  <a:lnTo>
                    <a:pt x="1578518" y="75125"/>
                  </a:lnTo>
                  <a:lnTo>
                    <a:pt x="1570704" y="75012"/>
                  </a:lnTo>
                  <a:lnTo>
                    <a:pt x="1562889" y="74898"/>
                  </a:lnTo>
                  <a:lnTo>
                    <a:pt x="1555075" y="74775"/>
                  </a:lnTo>
                  <a:lnTo>
                    <a:pt x="1547260" y="74668"/>
                  </a:lnTo>
                  <a:lnTo>
                    <a:pt x="1539446" y="74551"/>
                  </a:lnTo>
                  <a:lnTo>
                    <a:pt x="1531631" y="74433"/>
                  </a:lnTo>
                  <a:lnTo>
                    <a:pt x="1523817" y="74314"/>
                  </a:lnTo>
                  <a:lnTo>
                    <a:pt x="1516003" y="74194"/>
                  </a:lnTo>
                  <a:lnTo>
                    <a:pt x="1508188" y="74073"/>
                  </a:lnTo>
                  <a:lnTo>
                    <a:pt x="1500374" y="73950"/>
                  </a:lnTo>
                  <a:lnTo>
                    <a:pt x="1492559" y="73826"/>
                  </a:lnTo>
                  <a:lnTo>
                    <a:pt x="1484745" y="73726"/>
                  </a:lnTo>
                  <a:lnTo>
                    <a:pt x="1476930" y="73631"/>
                  </a:lnTo>
                  <a:lnTo>
                    <a:pt x="1469116" y="73533"/>
                  </a:lnTo>
                  <a:lnTo>
                    <a:pt x="1461301" y="73435"/>
                  </a:lnTo>
                  <a:lnTo>
                    <a:pt x="1453487" y="73335"/>
                  </a:lnTo>
                  <a:lnTo>
                    <a:pt x="1445672" y="73234"/>
                  </a:lnTo>
                  <a:lnTo>
                    <a:pt x="1437858" y="73131"/>
                  </a:lnTo>
                  <a:lnTo>
                    <a:pt x="1430044" y="73027"/>
                  </a:lnTo>
                  <a:lnTo>
                    <a:pt x="1422229" y="72922"/>
                  </a:lnTo>
                  <a:lnTo>
                    <a:pt x="1414415" y="72815"/>
                  </a:lnTo>
                  <a:lnTo>
                    <a:pt x="1406600" y="72676"/>
                  </a:lnTo>
                  <a:lnTo>
                    <a:pt x="1398786" y="72532"/>
                  </a:lnTo>
                  <a:lnTo>
                    <a:pt x="1390971" y="72387"/>
                  </a:lnTo>
                  <a:lnTo>
                    <a:pt x="1383157" y="72240"/>
                  </a:lnTo>
                  <a:lnTo>
                    <a:pt x="1375342" y="72092"/>
                  </a:lnTo>
                  <a:lnTo>
                    <a:pt x="1367528" y="71942"/>
                  </a:lnTo>
                  <a:lnTo>
                    <a:pt x="1359714" y="71791"/>
                  </a:lnTo>
                  <a:lnTo>
                    <a:pt x="1351899" y="71640"/>
                  </a:lnTo>
                  <a:lnTo>
                    <a:pt x="1344085" y="71574"/>
                  </a:lnTo>
                  <a:lnTo>
                    <a:pt x="1336270" y="71446"/>
                  </a:lnTo>
                  <a:lnTo>
                    <a:pt x="1328456" y="71287"/>
                  </a:lnTo>
                  <a:lnTo>
                    <a:pt x="1320641" y="71125"/>
                  </a:lnTo>
                  <a:lnTo>
                    <a:pt x="1312827" y="70961"/>
                  </a:lnTo>
                  <a:lnTo>
                    <a:pt x="1305012" y="70797"/>
                  </a:lnTo>
                  <a:lnTo>
                    <a:pt x="1297198" y="70630"/>
                  </a:lnTo>
                  <a:lnTo>
                    <a:pt x="1289384" y="70463"/>
                  </a:lnTo>
                  <a:lnTo>
                    <a:pt x="1281569" y="70332"/>
                  </a:lnTo>
                  <a:lnTo>
                    <a:pt x="1273755" y="70200"/>
                  </a:lnTo>
                  <a:lnTo>
                    <a:pt x="1265940" y="70053"/>
                  </a:lnTo>
                  <a:lnTo>
                    <a:pt x="1258126" y="69848"/>
                  </a:lnTo>
                  <a:lnTo>
                    <a:pt x="1250311" y="69641"/>
                  </a:lnTo>
                  <a:lnTo>
                    <a:pt x="1242497" y="69433"/>
                  </a:lnTo>
                  <a:lnTo>
                    <a:pt x="1234682" y="69241"/>
                  </a:lnTo>
                  <a:lnTo>
                    <a:pt x="1226868" y="69067"/>
                  </a:lnTo>
                  <a:lnTo>
                    <a:pt x="1219053" y="68914"/>
                  </a:lnTo>
                  <a:lnTo>
                    <a:pt x="1211239" y="68760"/>
                  </a:lnTo>
                  <a:lnTo>
                    <a:pt x="1203425" y="68604"/>
                  </a:lnTo>
                  <a:lnTo>
                    <a:pt x="1195610" y="68446"/>
                  </a:lnTo>
                  <a:lnTo>
                    <a:pt x="1187796" y="68284"/>
                  </a:lnTo>
                  <a:lnTo>
                    <a:pt x="1179981" y="68102"/>
                  </a:lnTo>
                  <a:lnTo>
                    <a:pt x="1172167" y="67954"/>
                  </a:lnTo>
                  <a:lnTo>
                    <a:pt x="1164352" y="67796"/>
                  </a:lnTo>
                  <a:lnTo>
                    <a:pt x="1156538" y="67628"/>
                  </a:lnTo>
                  <a:lnTo>
                    <a:pt x="1148723" y="67441"/>
                  </a:lnTo>
                  <a:lnTo>
                    <a:pt x="1140909" y="67242"/>
                  </a:lnTo>
                  <a:lnTo>
                    <a:pt x="1133095" y="67081"/>
                  </a:lnTo>
                  <a:lnTo>
                    <a:pt x="1125280" y="66929"/>
                  </a:lnTo>
                  <a:lnTo>
                    <a:pt x="1117466" y="66758"/>
                  </a:lnTo>
                  <a:lnTo>
                    <a:pt x="1109651" y="66618"/>
                  </a:lnTo>
                  <a:lnTo>
                    <a:pt x="1101837" y="66460"/>
                  </a:lnTo>
                  <a:lnTo>
                    <a:pt x="1094022" y="66298"/>
                  </a:lnTo>
                  <a:lnTo>
                    <a:pt x="1086208" y="66134"/>
                  </a:lnTo>
                  <a:lnTo>
                    <a:pt x="1078393" y="65932"/>
                  </a:lnTo>
                  <a:lnTo>
                    <a:pt x="1070579" y="65694"/>
                  </a:lnTo>
                  <a:lnTo>
                    <a:pt x="1062765" y="65486"/>
                  </a:lnTo>
                  <a:lnTo>
                    <a:pt x="1054950" y="65330"/>
                  </a:lnTo>
                  <a:lnTo>
                    <a:pt x="1047136" y="65148"/>
                  </a:lnTo>
                  <a:lnTo>
                    <a:pt x="1039321" y="64921"/>
                  </a:lnTo>
                  <a:lnTo>
                    <a:pt x="1031507" y="64690"/>
                  </a:lnTo>
                  <a:lnTo>
                    <a:pt x="1023692" y="64488"/>
                  </a:lnTo>
                  <a:lnTo>
                    <a:pt x="1015878" y="64288"/>
                  </a:lnTo>
                  <a:lnTo>
                    <a:pt x="1008063" y="64129"/>
                  </a:lnTo>
                  <a:lnTo>
                    <a:pt x="1000249" y="63952"/>
                  </a:lnTo>
                  <a:lnTo>
                    <a:pt x="992434" y="63727"/>
                  </a:lnTo>
                  <a:lnTo>
                    <a:pt x="984620" y="63470"/>
                  </a:lnTo>
                  <a:lnTo>
                    <a:pt x="976806" y="63225"/>
                  </a:lnTo>
                  <a:lnTo>
                    <a:pt x="968991" y="63004"/>
                  </a:lnTo>
                  <a:lnTo>
                    <a:pt x="961177" y="62781"/>
                  </a:lnTo>
                  <a:lnTo>
                    <a:pt x="953362" y="62556"/>
                  </a:lnTo>
                  <a:lnTo>
                    <a:pt x="945548" y="62321"/>
                  </a:lnTo>
                  <a:lnTo>
                    <a:pt x="937733" y="62077"/>
                  </a:lnTo>
                  <a:lnTo>
                    <a:pt x="929919" y="61829"/>
                  </a:lnTo>
                  <a:lnTo>
                    <a:pt x="922104" y="61568"/>
                  </a:lnTo>
                  <a:lnTo>
                    <a:pt x="914290" y="61304"/>
                  </a:lnTo>
                  <a:lnTo>
                    <a:pt x="906476" y="61038"/>
                  </a:lnTo>
                  <a:lnTo>
                    <a:pt x="898661" y="60769"/>
                  </a:lnTo>
                  <a:lnTo>
                    <a:pt x="890847" y="60515"/>
                  </a:lnTo>
                  <a:lnTo>
                    <a:pt x="883032" y="60258"/>
                  </a:lnTo>
                  <a:lnTo>
                    <a:pt x="875218" y="59998"/>
                  </a:lnTo>
                  <a:lnTo>
                    <a:pt x="867403" y="59735"/>
                  </a:lnTo>
                  <a:lnTo>
                    <a:pt x="859589" y="59469"/>
                  </a:lnTo>
                  <a:lnTo>
                    <a:pt x="851774" y="59200"/>
                  </a:lnTo>
                  <a:lnTo>
                    <a:pt x="843960" y="58929"/>
                  </a:lnTo>
                  <a:lnTo>
                    <a:pt x="836145" y="58651"/>
                  </a:lnTo>
                  <a:lnTo>
                    <a:pt x="828331" y="58366"/>
                  </a:lnTo>
                  <a:lnTo>
                    <a:pt x="820517" y="58090"/>
                  </a:lnTo>
                  <a:lnTo>
                    <a:pt x="812702" y="57805"/>
                  </a:lnTo>
                  <a:lnTo>
                    <a:pt x="804888" y="57517"/>
                  </a:lnTo>
                  <a:lnTo>
                    <a:pt x="797073" y="57227"/>
                  </a:lnTo>
                  <a:lnTo>
                    <a:pt x="789259" y="56953"/>
                  </a:lnTo>
                  <a:lnTo>
                    <a:pt x="781444" y="56681"/>
                  </a:lnTo>
                  <a:lnTo>
                    <a:pt x="773630" y="56405"/>
                  </a:lnTo>
                  <a:lnTo>
                    <a:pt x="765815" y="56124"/>
                  </a:lnTo>
                  <a:lnTo>
                    <a:pt x="758001" y="55822"/>
                  </a:lnTo>
                  <a:lnTo>
                    <a:pt x="750187" y="55517"/>
                  </a:lnTo>
                  <a:lnTo>
                    <a:pt x="742372" y="55207"/>
                  </a:lnTo>
                  <a:lnTo>
                    <a:pt x="734558" y="54892"/>
                  </a:lnTo>
                  <a:lnTo>
                    <a:pt x="726743" y="54576"/>
                  </a:lnTo>
                  <a:lnTo>
                    <a:pt x="718929" y="54265"/>
                  </a:lnTo>
                  <a:lnTo>
                    <a:pt x="711114" y="53949"/>
                  </a:lnTo>
                  <a:lnTo>
                    <a:pt x="703300" y="53614"/>
                  </a:lnTo>
                  <a:lnTo>
                    <a:pt x="695485" y="53267"/>
                  </a:lnTo>
                  <a:lnTo>
                    <a:pt x="687671" y="52917"/>
                  </a:lnTo>
                  <a:lnTo>
                    <a:pt x="679857" y="52573"/>
                  </a:lnTo>
                  <a:lnTo>
                    <a:pt x="672042" y="52227"/>
                  </a:lnTo>
                  <a:lnTo>
                    <a:pt x="664228" y="51871"/>
                  </a:lnTo>
                  <a:lnTo>
                    <a:pt x="656413" y="51522"/>
                  </a:lnTo>
                  <a:lnTo>
                    <a:pt x="648599" y="51186"/>
                  </a:lnTo>
                  <a:lnTo>
                    <a:pt x="640784" y="50818"/>
                  </a:lnTo>
                  <a:lnTo>
                    <a:pt x="632970" y="50424"/>
                  </a:lnTo>
                  <a:lnTo>
                    <a:pt x="625155" y="50045"/>
                  </a:lnTo>
                  <a:lnTo>
                    <a:pt x="617341" y="49666"/>
                  </a:lnTo>
                  <a:lnTo>
                    <a:pt x="609526" y="49282"/>
                  </a:lnTo>
                  <a:lnTo>
                    <a:pt x="601712" y="48893"/>
                  </a:lnTo>
                  <a:lnTo>
                    <a:pt x="593898" y="48499"/>
                  </a:lnTo>
                  <a:lnTo>
                    <a:pt x="586083" y="48099"/>
                  </a:lnTo>
                  <a:lnTo>
                    <a:pt x="578269" y="47694"/>
                  </a:lnTo>
                  <a:lnTo>
                    <a:pt x="570454" y="47284"/>
                  </a:lnTo>
                  <a:lnTo>
                    <a:pt x="562640" y="46869"/>
                  </a:lnTo>
                  <a:lnTo>
                    <a:pt x="554825" y="46448"/>
                  </a:lnTo>
                  <a:lnTo>
                    <a:pt x="547011" y="46021"/>
                  </a:lnTo>
                  <a:lnTo>
                    <a:pt x="539196" y="45590"/>
                  </a:lnTo>
                  <a:lnTo>
                    <a:pt x="531382" y="45153"/>
                  </a:lnTo>
                  <a:lnTo>
                    <a:pt x="523568" y="44710"/>
                  </a:lnTo>
                  <a:lnTo>
                    <a:pt x="515753" y="44262"/>
                  </a:lnTo>
                  <a:lnTo>
                    <a:pt x="507939" y="43808"/>
                  </a:lnTo>
                  <a:lnTo>
                    <a:pt x="500124" y="43348"/>
                  </a:lnTo>
                  <a:lnTo>
                    <a:pt x="492310" y="42882"/>
                  </a:lnTo>
                  <a:lnTo>
                    <a:pt x="484495" y="42410"/>
                  </a:lnTo>
                  <a:lnTo>
                    <a:pt x="476681" y="41932"/>
                  </a:lnTo>
                  <a:lnTo>
                    <a:pt x="468866" y="41448"/>
                  </a:lnTo>
                  <a:lnTo>
                    <a:pt x="461052" y="40958"/>
                  </a:lnTo>
                  <a:lnTo>
                    <a:pt x="453238" y="40462"/>
                  </a:lnTo>
                  <a:lnTo>
                    <a:pt x="445423" y="39960"/>
                  </a:lnTo>
                  <a:lnTo>
                    <a:pt x="437609" y="39451"/>
                  </a:lnTo>
                  <a:lnTo>
                    <a:pt x="429794" y="39182"/>
                  </a:lnTo>
                  <a:lnTo>
                    <a:pt x="421980" y="39121"/>
                  </a:lnTo>
                  <a:lnTo>
                    <a:pt x="414165" y="39061"/>
                  </a:lnTo>
                  <a:lnTo>
                    <a:pt x="406351" y="39000"/>
                  </a:lnTo>
                  <a:lnTo>
                    <a:pt x="398536" y="38939"/>
                  </a:lnTo>
                  <a:lnTo>
                    <a:pt x="390722" y="38878"/>
                  </a:lnTo>
                  <a:lnTo>
                    <a:pt x="382907" y="38816"/>
                  </a:lnTo>
                  <a:lnTo>
                    <a:pt x="375093" y="38755"/>
                  </a:lnTo>
                  <a:lnTo>
                    <a:pt x="367279" y="38693"/>
                  </a:lnTo>
                  <a:lnTo>
                    <a:pt x="359464" y="38630"/>
                  </a:lnTo>
                  <a:lnTo>
                    <a:pt x="351650" y="38568"/>
                  </a:lnTo>
                  <a:lnTo>
                    <a:pt x="343835" y="38505"/>
                  </a:lnTo>
                  <a:lnTo>
                    <a:pt x="336021" y="38442"/>
                  </a:lnTo>
                  <a:lnTo>
                    <a:pt x="328206" y="38379"/>
                  </a:lnTo>
                  <a:lnTo>
                    <a:pt x="320392" y="38316"/>
                  </a:lnTo>
                  <a:lnTo>
                    <a:pt x="312577" y="38253"/>
                  </a:lnTo>
                  <a:lnTo>
                    <a:pt x="304763" y="38189"/>
                  </a:lnTo>
                  <a:lnTo>
                    <a:pt x="296949" y="38126"/>
                  </a:lnTo>
                  <a:lnTo>
                    <a:pt x="289134" y="38062"/>
                  </a:lnTo>
                  <a:lnTo>
                    <a:pt x="281320" y="37998"/>
                  </a:lnTo>
                  <a:lnTo>
                    <a:pt x="273505" y="37933"/>
                  </a:lnTo>
                  <a:lnTo>
                    <a:pt x="265691" y="37869"/>
                  </a:lnTo>
                  <a:lnTo>
                    <a:pt x="257876" y="37804"/>
                  </a:lnTo>
                  <a:lnTo>
                    <a:pt x="250062" y="37739"/>
                  </a:lnTo>
                  <a:lnTo>
                    <a:pt x="242247" y="37674"/>
                  </a:lnTo>
                  <a:lnTo>
                    <a:pt x="234433" y="37609"/>
                  </a:lnTo>
                  <a:lnTo>
                    <a:pt x="226619" y="37544"/>
                  </a:lnTo>
                  <a:lnTo>
                    <a:pt x="218804" y="37477"/>
                  </a:lnTo>
                  <a:lnTo>
                    <a:pt x="210990" y="37411"/>
                  </a:lnTo>
                  <a:lnTo>
                    <a:pt x="203175" y="37345"/>
                  </a:lnTo>
                  <a:lnTo>
                    <a:pt x="195361" y="37279"/>
                  </a:lnTo>
                  <a:lnTo>
                    <a:pt x="187546" y="37212"/>
                  </a:lnTo>
                  <a:lnTo>
                    <a:pt x="179732" y="37146"/>
                  </a:lnTo>
                  <a:lnTo>
                    <a:pt x="171917" y="37079"/>
                  </a:lnTo>
                  <a:lnTo>
                    <a:pt x="164103" y="37012"/>
                  </a:lnTo>
                  <a:lnTo>
                    <a:pt x="156288" y="36944"/>
                  </a:lnTo>
                  <a:lnTo>
                    <a:pt x="148474" y="36877"/>
                  </a:lnTo>
                  <a:lnTo>
                    <a:pt x="140660" y="36809"/>
                  </a:lnTo>
                  <a:lnTo>
                    <a:pt x="132845" y="36741"/>
                  </a:lnTo>
                  <a:lnTo>
                    <a:pt x="125031" y="36672"/>
                  </a:lnTo>
                  <a:lnTo>
                    <a:pt x="117216" y="36604"/>
                  </a:lnTo>
                  <a:lnTo>
                    <a:pt x="109402" y="36535"/>
                  </a:lnTo>
                  <a:lnTo>
                    <a:pt x="101587" y="36466"/>
                  </a:lnTo>
                  <a:lnTo>
                    <a:pt x="93773" y="36397"/>
                  </a:lnTo>
                  <a:lnTo>
                    <a:pt x="85958" y="36328"/>
                  </a:lnTo>
                  <a:lnTo>
                    <a:pt x="78144" y="36258"/>
                  </a:lnTo>
                  <a:lnTo>
                    <a:pt x="70330" y="36188"/>
                  </a:lnTo>
                  <a:lnTo>
                    <a:pt x="62515" y="36118"/>
                  </a:lnTo>
                  <a:lnTo>
                    <a:pt x="54701" y="36048"/>
                  </a:lnTo>
                  <a:lnTo>
                    <a:pt x="46886" y="35977"/>
                  </a:lnTo>
                  <a:lnTo>
                    <a:pt x="39072" y="35905"/>
                  </a:lnTo>
                  <a:lnTo>
                    <a:pt x="31257" y="35833"/>
                  </a:lnTo>
                  <a:lnTo>
                    <a:pt x="23443" y="35760"/>
                  </a:lnTo>
                  <a:lnTo>
                    <a:pt x="15628" y="35687"/>
                  </a:lnTo>
                  <a:lnTo>
                    <a:pt x="7814" y="35614"/>
                  </a:lnTo>
                  <a:lnTo>
                    <a:pt x="0" y="35540"/>
                  </a:lnTo>
                  <a:close/>
                </a:path>
              </a:pathLst>
            </a:custGeom>
            <a:solidFill>
              <a:srgbClr val="009E73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172" name="pl171"/>
            <p:cNvSpPr/>
            <p:nvPr/>
          </p:nvSpPr>
          <p:spPr>
            <a:xfrm>
              <a:off x="3632283" y="4609503"/>
              <a:ext cx="2023942" cy="47491"/>
            </a:xfrm>
            <a:custGeom>
              <a:avLst/>
              <a:pathLst>
                <a:path w="2023942" h="47491">
                  <a:moveTo>
                    <a:pt x="0" y="0"/>
                  </a:moveTo>
                  <a:lnTo>
                    <a:pt x="7814" y="908"/>
                  </a:lnTo>
                  <a:lnTo>
                    <a:pt x="15628" y="1783"/>
                  </a:lnTo>
                  <a:lnTo>
                    <a:pt x="23443" y="2651"/>
                  </a:lnTo>
                  <a:lnTo>
                    <a:pt x="31257" y="3519"/>
                  </a:lnTo>
                  <a:lnTo>
                    <a:pt x="39072" y="4364"/>
                  </a:lnTo>
                  <a:lnTo>
                    <a:pt x="46886" y="5304"/>
                  </a:lnTo>
                  <a:lnTo>
                    <a:pt x="54701" y="6193"/>
                  </a:lnTo>
                  <a:lnTo>
                    <a:pt x="62515" y="7078"/>
                  </a:lnTo>
                  <a:lnTo>
                    <a:pt x="70330" y="7974"/>
                  </a:lnTo>
                  <a:lnTo>
                    <a:pt x="78144" y="8834"/>
                  </a:lnTo>
                  <a:lnTo>
                    <a:pt x="85958" y="9661"/>
                  </a:lnTo>
                  <a:lnTo>
                    <a:pt x="93773" y="10521"/>
                  </a:lnTo>
                  <a:lnTo>
                    <a:pt x="101587" y="11364"/>
                  </a:lnTo>
                  <a:lnTo>
                    <a:pt x="109402" y="12210"/>
                  </a:lnTo>
                  <a:lnTo>
                    <a:pt x="117216" y="13045"/>
                  </a:lnTo>
                  <a:lnTo>
                    <a:pt x="125031" y="13804"/>
                  </a:lnTo>
                  <a:lnTo>
                    <a:pt x="132845" y="14549"/>
                  </a:lnTo>
                  <a:lnTo>
                    <a:pt x="140660" y="15302"/>
                  </a:lnTo>
                  <a:lnTo>
                    <a:pt x="148474" y="16071"/>
                  </a:lnTo>
                  <a:lnTo>
                    <a:pt x="156288" y="16833"/>
                  </a:lnTo>
                  <a:lnTo>
                    <a:pt x="164103" y="17587"/>
                  </a:lnTo>
                  <a:lnTo>
                    <a:pt x="171917" y="18333"/>
                  </a:lnTo>
                  <a:lnTo>
                    <a:pt x="179732" y="19073"/>
                  </a:lnTo>
                  <a:lnTo>
                    <a:pt x="187546" y="19805"/>
                  </a:lnTo>
                  <a:lnTo>
                    <a:pt x="195361" y="20529"/>
                  </a:lnTo>
                  <a:lnTo>
                    <a:pt x="203175" y="21246"/>
                  </a:lnTo>
                  <a:lnTo>
                    <a:pt x="210990" y="21956"/>
                  </a:lnTo>
                  <a:lnTo>
                    <a:pt x="218804" y="22670"/>
                  </a:lnTo>
                  <a:lnTo>
                    <a:pt x="226619" y="23379"/>
                  </a:lnTo>
                  <a:lnTo>
                    <a:pt x="234433" y="24076"/>
                  </a:lnTo>
                  <a:lnTo>
                    <a:pt x="242247" y="24731"/>
                  </a:lnTo>
                  <a:lnTo>
                    <a:pt x="250062" y="25388"/>
                  </a:lnTo>
                  <a:lnTo>
                    <a:pt x="257876" y="26033"/>
                  </a:lnTo>
                  <a:lnTo>
                    <a:pt x="265691" y="26672"/>
                  </a:lnTo>
                  <a:lnTo>
                    <a:pt x="273505" y="27331"/>
                  </a:lnTo>
                  <a:lnTo>
                    <a:pt x="281320" y="27982"/>
                  </a:lnTo>
                  <a:lnTo>
                    <a:pt x="289134" y="28625"/>
                  </a:lnTo>
                  <a:lnTo>
                    <a:pt x="296949" y="29260"/>
                  </a:lnTo>
                  <a:lnTo>
                    <a:pt x="304763" y="29888"/>
                  </a:lnTo>
                  <a:lnTo>
                    <a:pt x="312577" y="30504"/>
                  </a:lnTo>
                  <a:lnTo>
                    <a:pt x="320392" y="31113"/>
                  </a:lnTo>
                  <a:lnTo>
                    <a:pt x="328206" y="31714"/>
                  </a:lnTo>
                  <a:lnTo>
                    <a:pt x="336021" y="32309"/>
                  </a:lnTo>
                  <a:lnTo>
                    <a:pt x="343835" y="32898"/>
                  </a:lnTo>
                  <a:lnTo>
                    <a:pt x="351650" y="33479"/>
                  </a:lnTo>
                  <a:lnTo>
                    <a:pt x="359464" y="34054"/>
                  </a:lnTo>
                  <a:lnTo>
                    <a:pt x="367279" y="34622"/>
                  </a:lnTo>
                  <a:lnTo>
                    <a:pt x="375093" y="35179"/>
                  </a:lnTo>
                  <a:lnTo>
                    <a:pt x="382907" y="35731"/>
                  </a:lnTo>
                  <a:lnTo>
                    <a:pt x="390722" y="36277"/>
                  </a:lnTo>
                  <a:lnTo>
                    <a:pt x="398536" y="36819"/>
                  </a:lnTo>
                  <a:lnTo>
                    <a:pt x="406351" y="37356"/>
                  </a:lnTo>
                  <a:lnTo>
                    <a:pt x="414165" y="37888"/>
                  </a:lnTo>
                  <a:lnTo>
                    <a:pt x="421980" y="38418"/>
                  </a:lnTo>
                  <a:lnTo>
                    <a:pt x="429794" y="38938"/>
                  </a:lnTo>
                  <a:lnTo>
                    <a:pt x="437609" y="39242"/>
                  </a:lnTo>
                  <a:lnTo>
                    <a:pt x="445423" y="39303"/>
                  </a:lnTo>
                  <a:lnTo>
                    <a:pt x="453238" y="39363"/>
                  </a:lnTo>
                  <a:lnTo>
                    <a:pt x="461052" y="39422"/>
                  </a:lnTo>
                  <a:lnTo>
                    <a:pt x="468866" y="39482"/>
                  </a:lnTo>
                  <a:lnTo>
                    <a:pt x="476681" y="39542"/>
                  </a:lnTo>
                  <a:lnTo>
                    <a:pt x="484495" y="39601"/>
                  </a:lnTo>
                  <a:lnTo>
                    <a:pt x="492310" y="39660"/>
                  </a:lnTo>
                  <a:lnTo>
                    <a:pt x="500124" y="39719"/>
                  </a:lnTo>
                  <a:lnTo>
                    <a:pt x="507939" y="39777"/>
                  </a:lnTo>
                  <a:lnTo>
                    <a:pt x="515753" y="39836"/>
                  </a:lnTo>
                  <a:lnTo>
                    <a:pt x="523568" y="39894"/>
                  </a:lnTo>
                  <a:lnTo>
                    <a:pt x="531382" y="39952"/>
                  </a:lnTo>
                  <a:lnTo>
                    <a:pt x="539196" y="40010"/>
                  </a:lnTo>
                  <a:lnTo>
                    <a:pt x="547011" y="40068"/>
                  </a:lnTo>
                  <a:lnTo>
                    <a:pt x="554825" y="40126"/>
                  </a:lnTo>
                  <a:lnTo>
                    <a:pt x="562640" y="40183"/>
                  </a:lnTo>
                  <a:lnTo>
                    <a:pt x="570454" y="40240"/>
                  </a:lnTo>
                  <a:lnTo>
                    <a:pt x="578269" y="40297"/>
                  </a:lnTo>
                  <a:lnTo>
                    <a:pt x="586083" y="40354"/>
                  </a:lnTo>
                  <a:lnTo>
                    <a:pt x="593898" y="40411"/>
                  </a:lnTo>
                  <a:lnTo>
                    <a:pt x="601712" y="40468"/>
                  </a:lnTo>
                  <a:lnTo>
                    <a:pt x="609526" y="40524"/>
                  </a:lnTo>
                  <a:lnTo>
                    <a:pt x="617341" y="40580"/>
                  </a:lnTo>
                  <a:lnTo>
                    <a:pt x="625155" y="40636"/>
                  </a:lnTo>
                  <a:lnTo>
                    <a:pt x="632970" y="40692"/>
                  </a:lnTo>
                  <a:lnTo>
                    <a:pt x="640784" y="40747"/>
                  </a:lnTo>
                  <a:lnTo>
                    <a:pt x="648599" y="40803"/>
                  </a:lnTo>
                  <a:lnTo>
                    <a:pt x="656413" y="40858"/>
                  </a:lnTo>
                  <a:lnTo>
                    <a:pt x="664228" y="40913"/>
                  </a:lnTo>
                  <a:lnTo>
                    <a:pt x="672042" y="40968"/>
                  </a:lnTo>
                  <a:lnTo>
                    <a:pt x="679857" y="41023"/>
                  </a:lnTo>
                  <a:lnTo>
                    <a:pt x="687671" y="41078"/>
                  </a:lnTo>
                  <a:lnTo>
                    <a:pt x="695485" y="41132"/>
                  </a:lnTo>
                  <a:lnTo>
                    <a:pt x="703300" y="41186"/>
                  </a:lnTo>
                  <a:lnTo>
                    <a:pt x="711114" y="41240"/>
                  </a:lnTo>
                  <a:lnTo>
                    <a:pt x="718929" y="41294"/>
                  </a:lnTo>
                  <a:lnTo>
                    <a:pt x="726743" y="41348"/>
                  </a:lnTo>
                  <a:lnTo>
                    <a:pt x="734558" y="41401"/>
                  </a:lnTo>
                  <a:lnTo>
                    <a:pt x="742372" y="41455"/>
                  </a:lnTo>
                  <a:lnTo>
                    <a:pt x="750187" y="41508"/>
                  </a:lnTo>
                  <a:lnTo>
                    <a:pt x="758001" y="41561"/>
                  </a:lnTo>
                  <a:lnTo>
                    <a:pt x="765815" y="41614"/>
                  </a:lnTo>
                  <a:lnTo>
                    <a:pt x="773630" y="41667"/>
                  </a:lnTo>
                  <a:lnTo>
                    <a:pt x="781444" y="41719"/>
                  </a:lnTo>
                  <a:lnTo>
                    <a:pt x="789259" y="41771"/>
                  </a:lnTo>
                  <a:lnTo>
                    <a:pt x="797073" y="41824"/>
                  </a:lnTo>
                  <a:lnTo>
                    <a:pt x="804888" y="41876"/>
                  </a:lnTo>
                  <a:lnTo>
                    <a:pt x="812702" y="41928"/>
                  </a:lnTo>
                  <a:lnTo>
                    <a:pt x="820517" y="41979"/>
                  </a:lnTo>
                  <a:lnTo>
                    <a:pt x="828331" y="42031"/>
                  </a:lnTo>
                  <a:lnTo>
                    <a:pt x="836145" y="42082"/>
                  </a:lnTo>
                  <a:lnTo>
                    <a:pt x="843960" y="42133"/>
                  </a:lnTo>
                  <a:lnTo>
                    <a:pt x="851774" y="42184"/>
                  </a:lnTo>
                  <a:lnTo>
                    <a:pt x="859589" y="42235"/>
                  </a:lnTo>
                  <a:lnTo>
                    <a:pt x="867403" y="42286"/>
                  </a:lnTo>
                  <a:lnTo>
                    <a:pt x="875218" y="42337"/>
                  </a:lnTo>
                  <a:lnTo>
                    <a:pt x="883032" y="42383"/>
                  </a:lnTo>
                  <a:lnTo>
                    <a:pt x="890847" y="42430"/>
                  </a:lnTo>
                  <a:lnTo>
                    <a:pt x="898661" y="42479"/>
                  </a:lnTo>
                  <a:lnTo>
                    <a:pt x="906476" y="42529"/>
                  </a:lnTo>
                  <a:lnTo>
                    <a:pt x="914290" y="42579"/>
                  </a:lnTo>
                  <a:lnTo>
                    <a:pt x="922104" y="42629"/>
                  </a:lnTo>
                  <a:lnTo>
                    <a:pt x="929919" y="42679"/>
                  </a:lnTo>
                  <a:lnTo>
                    <a:pt x="937733" y="42729"/>
                  </a:lnTo>
                  <a:lnTo>
                    <a:pt x="945548" y="42778"/>
                  </a:lnTo>
                  <a:lnTo>
                    <a:pt x="953362" y="42828"/>
                  </a:lnTo>
                  <a:lnTo>
                    <a:pt x="961177" y="42877"/>
                  </a:lnTo>
                  <a:lnTo>
                    <a:pt x="968991" y="42926"/>
                  </a:lnTo>
                  <a:lnTo>
                    <a:pt x="976806" y="42975"/>
                  </a:lnTo>
                  <a:lnTo>
                    <a:pt x="984620" y="43024"/>
                  </a:lnTo>
                  <a:lnTo>
                    <a:pt x="992434" y="43073"/>
                  </a:lnTo>
                  <a:lnTo>
                    <a:pt x="1000249" y="43122"/>
                  </a:lnTo>
                  <a:lnTo>
                    <a:pt x="1008063" y="43170"/>
                  </a:lnTo>
                  <a:lnTo>
                    <a:pt x="1015878" y="43218"/>
                  </a:lnTo>
                  <a:lnTo>
                    <a:pt x="1023692" y="43266"/>
                  </a:lnTo>
                  <a:lnTo>
                    <a:pt x="1031507" y="43313"/>
                  </a:lnTo>
                  <a:lnTo>
                    <a:pt x="1039321" y="43361"/>
                  </a:lnTo>
                  <a:lnTo>
                    <a:pt x="1047136" y="43408"/>
                  </a:lnTo>
                  <a:lnTo>
                    <a:pt x="1054950" y="43455"/>
                  </a:lnTo>
                  <a:lnTo>
                    <a:pt x="1062765" y="43502"/>
                  </a:lnTo>
                  <a:lnTo>
                    <a:pt x="1070579" y="43548"/>
                  </a:lnTo>
                  <a:lnTo>
                    <a:pt x="1078393" y="43595"/>
                  </a:lnTo>
                  <a:lnTo>
                    <a:pt x="1086208" y="43641"/>
                  </a:lnTo>
                  <a:lnTo>
                    <a:pt x="1094022" y="43687"/>
                  </a:lnTo>
                  <a:lnTo>
                    <a:pt x="1101837" y="43733"/>
                  </a:lnTo>
                  <a:lnTo>
                    <a:pt x="1109651" y="43779"/>
                  </a:lnTo>
                  <a:lnTo>
                    <a:pt x="1117466" y="43825"/>
                  </a:lnTo>
                  <a:lnTo>
                    <a:pt x="1125280" y="43871"/>
                  </a:lnTo>
                  <a:lnTo>
                    <a:pt x="1133095" y="43916"/>
                  </a:lnTo>
                  <a:lnTo>
                    <a:pt x="1140909" y="43961"/>
                  </a:lnTo>
                  <a:lnTo>
                    <a:pt x="1148723" y="43997"/>
                  </a:lnTo>
                  <a:lnTo>
                    <a:pt x="1156538" y="44032"/>
                  </a:lnTo>
                  <a:lnTo>
                    <a:pt x="1164352" y="44067"/>
                  </a:lnTo>
                  <a:lnTo>
                    <a:pt x="1172167" y="44107"/>
                  </a:lnTo>
                  <a:lnTo>
                    <a:pt x="1179981" y="44152"/>
                  </a:lnTo>
                  <a:lnTo>
                    <a:pt x="1187796" y="44196"/>
                  </a:lnTo>
                  <a:lnTo>
                    <a:pt x="1195610" y="44241"/>
                  </a:lnTo>
                  <a:lnTo>
                    <a:pt x="1203425" y="44285"/>
                  </a:lnTo>
                  <a:lnTo>
                    <a:pt x="1211239" y="44330"/>
                  </a:lnTo>
                  <a:lnTo>
                    <a:pt x="1219053" y="44374"/>
                  </a:lnTo>
                  <a:lnTo>
                    <a:pt x="1226868" y="44418"/>
                  </a:lnTo>
                  <a:lnTo>
                    <a:pt x="1234682" y="44462"/>
                  </a:lnTo>
                  <a:lnTo>
                    <a:pt x="1242497" y="44506"/>
                  </a:lnTo>
                  <a:lnTo>
                    <a:pt x="1250311" y="44548"/>
                  </a:lnTo>
                  <a:lnTo>
                    <a:pt x="1258126" y="44582"/>
                  </a:lnTo>
                  <a:lnTo>
                    <a:pt x="1265940" y="44617"/>
                  </a:lnTo>
                  <a:lnTo>
                    <a:pt x="1273755" y="44651"/>
                  </a:lnTo>
                  <a:lnTo>
                    <a:pt x="1281569" y="44685"/>
                  </a:lnTo>
                  <a:lnTo>
                    <a:pt x="1289384" y="44722"/>
                  </a:lnTo>
                  <a:lnTo>
                    <a:pt x="1297198" y="44760"/>
                  </a:lnTo>
                  <a:lnTo>
                    <a:pt x="1305012" y="44791"/>
                  </a:lnTo>
                  <a:lnTo>
                    <a:pt x="1312827" y="44821"/>
                  </a:lnTo>
                  <a:lnTo>
                    <a:pt x="1320641" y="44852"/>
                  </a:lnTo>
                  <a:lnTo>
                    <a:pt x="1328456" y="44884"/>
                  </a:lnTo>
                  <a:lnTo>
                    <a:pt x="1336270" y="44916"/>
                  </a:lnTo>
                  <a:lnTo>
                    <a:pt x="1344085" y="44948"/>
                  </a:lnTo>
                  <a:lnTo>
                    <a:pt x="1351899" y="44979"/>
                  </a:lnTo>
                  <a:lnTo>
                    <a:pt x="1359714" y="45011"/>
                  </a:lnTo>
                  <a:lnTo>
                    <a:pt x="1367528" y="45042"/>
                  </a:lnTo>
                  <a:lnTo>
                    <a:pt x="1375342" y="45073"/>
                  </a:lnTo>
                  <a:lnTo>
                    <a:pt x="1383157" y="45104"/>
                  </a:lnTo>
                  <a:lnTo>
                    <a:pt x="1390971" y="45135"/>
                  </a:lnTo>
                  <a:lnTo>
                    <a:pt x="1398786" y="45165"/>
                  </a:lnTo>
                  <a:lnTo>
                    <a:pt x="1406600" y="45195"/>
                  </a:lnTo>
                  <a:lnTo>
                    <a:pt x="1414415" y="45225"/>
                  </a:lnTo>
                  <a:lnTo>
                    <a:pt x="1422229" y="45255"/>
                  </a:lnTo>
                  <a:lnTo>
                    <a:pt x="1430044" y="45285"/>
                  </a:lnTo>
                  <a:lnTo>
                    <a:pt x="1437858" y="45315"/>
                  </a:lnTo>
                  <a:lnTo>
                    <a:pt x="1445672" y="45350"/>
                  </a:lnTo>
                  <a:lnTo>
                    <a:pt x="1453487" y="45391"/>
                  </a:lnTo>
                  <a:lnTo>
                    <a:pt x="1461301" y="45431"/>
                  </a:lnTo>
                  <a:lnTo>
                    <a:pt x="1469116" y="45472"/>
                  </a:lnTo>
                  <a:lnTo>
                    <a:pt x="1476930" y="45513"/>
                  </a:lnTo>
                  <a:lnTo>
                    <a:pt x="1484745" y="45553"/>
                  </a:lnTo>
                  <a:lnTo>
                    <a:pt x="1492559" y="45584"/>
                  </a:lnTo>
                  <a:lnTo>
                    <a:pt x="1500374" y="45607"/>
                  </a:lnTo>
                  <a:lnTo>
                    <a:pt x="1508188" y="45630"/>
                  </a:lnTo>
                  <a:lnTo>
                    <a:pt x="1516003" y="45653"/>
                  </a:lnTo>
                  <a:lnTo>
                    <a:pt x="1523817" y="45676"/>
                  </a:lnTo>
                  <a:lnTo>
                    <a:pt x="1531631" y="45699"/>
                  </a:lnTo>
                  <a:lnTo>
                    <a:pt x="1539446" y="45721"/>
                  </a:lnTo>
                  <a:lnTo>
                    <a:pt x="1547260" y="45743"/>
                  </a:lnTo>
                  <a:lnTo>
                    <a:pt x="1555075" y="45766"/>
                  </a:lnTo>
                  <a:lnTo>
                    <a:pt x="1562889" y="45788"/>
                  </a:lnTo>
                  <a:lnTo>
                    <a:pt x="1570704" y="45809"/>
                  </a:lnTo>
                  <a:lnTo>
                    <a:pt x="1578518" y="45842"/>
                  </a:lnTo>
                  <a:lnTo>
                    <a:pt x="1586333" y="45876"/>
                  </a:lnTo>
                  <a:lnTo>
                    <a:pt x="1594147" y="45911"/>
                  </a:lnTo>
                  <a:lnTo>
                    <a:pt x="1601961" y="45945"/>
                  </a:lnTo>
                  <a:lnTo>
                    <a:pt x="1609776" y="45980"/>
                  </a:lnTo>
                  <a:lnTo>
                    <a:pt x="1617590" y="46014"/>
                  </a:lnTo>
                  <a:lnTo>
                    <a:pt x="1625405" y="46044"/>
                  </a:lnTo>
                  <a:lnTo>
                    <a:pt x="1633219" y="46071"/>
                  </a:lnTo>
                  <a:lnTo>
                    <a:pt x="1641034" y="46106"/>
                  </a:lnTo>
                  <a:lnTo>
                    <a:pt x="1648848" y="46142"/>
                  </a:lnTo>
                  <a:lnTo>
                    <a:pt x="1656663" y="46177"/>
                  </a:lnTo>
                  <a:lnTo>
                    <a:pt x="1664477" y="46212"/>
                  </a:lnTo>
                  <a:lnTo>
                    <a:pt x="1672291" y="46248"/>
                  </a:lnTo>
                  <a:lnTo>
                    <a:pt x="1680106" y="46282"/>
                  </a:lnTo>
                  <a:lnTo>
                    <a:pt x="1687920" y="46314"/>
                  </a:lnTo>
                  <a:lnTo>
                    <a:pt x="1695735" y="46347"/>
                  </a:lnTo>
                  <a:lnTo>
                    <a:pt x="1703549" y="46380"/>
                  </a:lnTo>
                  <a:lnTo>
                    <a:pt x="1711364" y="46412"/>
                  </a:lnTo>
                  <a:lnTo>
                    <a:pt x="1719178" y="46445"/>
                  </a:lnTo>
                  <a:lnTo>
                    <a:pt x="1726993" y="46477"/>
                  </a:lnTo>
                  <a:lnTo>
                    <a:pt x="1734807" y="46509"/>
                  </a:lnTo>
                  <a:lnTo>
                    <a:pt x="1742622" y="46541"/>
                  </a:lnTo>
                  <a:lnTo>
                    <a:pt x="1750436" y="46574"/>
                  </a:lnTo>
                  <a:lnTo>
                    <a:pt x="1758250" y="46606"/>
                  </a:lnTo>
                  <a:lnTo>
                    <a:pt x="1766065" y="46638"/>
                  </a:lnTo>
                  <a:lnTo>
                    <a:pt x="1773879" y="46669"/>
                  </a:lnTo>
                  <a:lnTo>
                    <a:pt x="1781694" y="46701"/>
                  </a:lnTo>
                  <a:lnTo>
                    <a:pt x="1789508" y="46733"/>
                  </a:lnTo>
                  <a:lnTo>
                    <a:pt x="1797323" y="46756"/>
                  </a:lnTo>
                  <a:lnTo>
                    <a:pt x="1805137" y="46779"/>
                  </a:lnTo>
                  <a:lnTo>
                    <a:pt x="1812952" y="46801"/>
                  </a:lnTo>
                  <a:lnTo>
                    <a:pt x="1820766" y="46823"/>
                  </a:lnTo>
                  <a:lnTo>
                    <a:pt x="1828580" y="46846"/>
                  </a:lnTo>
                  <a:lnTo>
                    <a:pt x="1836395" y="46868"/>
                  </a:lnTo>
                  <a:lnTo>
                    <a:pt x="1844209" y="46890"/>
                  </a:lnTo>
                  <a:lnTo>
                    <a:pt x="1852024" y="46912"/>
                  </a:lnTo>
                  <a:lnTo>
                    <a:pt x="1859838" y="46934"/>
                  </a:lnTo>
                  <a:lnTo>
                    <a:pt x="1867653" y="46955"/>
                  </a:lnTo>
                  <a:lnTo>
                    <a:pt x="1875467" y="46977"/>
                  </a:lnTo>
                  <a:lnTo>
                    <a:pt x="1883282" y="46998"/>
                  </a:lnTo>
                  <a:lnTo>
                    <a:pt x="1891096" y="47019"/>
                  </a:lnTo>
                  <a:lnTo>
                    <a:pt x="1898910" y="47041"/>
                  </a:lnTo>
                  <a:lnTo>
                    <a:pt x="1906725" y="47067"/>
                  </a:lnTo>
                  <a:lnTo>
                    <a:pt x="1914539" y="47104"/>
                  </a:lnTo>
                  <a:lnTo>
                    <a:pt x="1922354" y="47140"/>
                  </a:lnTo>
                  <a:lnTo>
                    <a:pt x="1930168" y="47177"/>
                  </a:lnTo>
                  <a:lnTo>
                    <a:pt x="1937983" y="47214"/>
                  </a:lnTo>
                  <a:lnTo>
                    <a:pt x="1945797" y="47250"/>
                  </a:lnTo>
                  <a:lnTo>
                    <a:pt x="1953612" y="47287"/>
                  </a:lnTo>
                  <a:lnTo>
                    <a:pt x="1961426" y="47323"/>
                  </a:lnTo>
                  <a:lnTo>
                    <a:pt x="1969241" y="47359"/>
                  </a:lnTo>
                  <a:lnTo>
                    <a:pt x="1977055" y="47389"/>
                  </a:lnTo>
                  <a:lnTo>
                    <a:pt x="1984869" y="47406"/>
                  </a:lnTo>
                  <a:lnTo>
                    <a:pt x="1992684" y="47423"/>
                  </a:lnTo>
                  <a:lnTo>
                    <a:pt x="2000498" y="47440"/>
                  </a:lnTo>
                  <a:lnTo>
                    <a:pt x="2008313" y="47457"/>
                  </a:lnTo>
                  <a:lnTo>
                    <a:pt x="2016127" y="47474"/>
                  </a:lnTo>
                  <a:lnTo>
                    <a:pt x="2023942" y="474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73" name="pl172"/>
            <p:cNvSpPr/>
            <p:nvPr/>
          </p:nvSpPr>
          <p:spPr>
            <a:xfrm>
              <a:off x="3632283" y="4645044"/>
              <a:ext cx="2023942" cy="43794"/>
            </a:xfrm>
            <a:custGeom>
              <a:avLst/>
              <a:pathLst>
                <a:path w="2023942" h="43794">
                  <a:moveTo>
                    <a:pt x="2023942" y="43794"/>
                  </a:moveTo>
                  <a:lnTo>
                    <a:pt x="2016127" y="43756"/>
                  </a:lnTo>
                  <a:lnTo>
                    <a:pt x="2008313" y="43681"/>
                  </a:lnTo>
                  <a:lnTo>
                    <a:pt x="2000498" y="43649"/>
                  </a:lnTo>
                  <a:lnTo>
                    <a:pt x="1992684" y="43595"/>
                  </a:lnTo>
                  <a:lnTo>
                    <a:pt x="1984869" y="43528"/>
                  </a:lnTo>
                  <a:lnTo>
                    <a:pt x="1977055" y="43460"/>
                  </a:lnTo>
                  <a:lnTo>
                    <a:pt x="1969241" y="43392"/>
                  </a:lnTo>
                  <a:lnTo>
                    <a:pt x="1961426" y="43323"/>
                  </a:lnTo>
                  <a:lnTo>
                    <a:pt x="1953612" y="43275"/>
                  </a:lnTo>
                  <a:lnTo>
                    <a:pt x="1945797" y="43244"/>
                  </a:lnTo>
                  <a:lnTo>
                    <a:pt x="1937983" y="43195"/>
                  </a:lnTo>
                  <a:lnTo>
                    <a:pt x="1930168" y="43130"/>
                  </a:lnTo>
                  <a:lnTo>
                    <a:pt x="1922354" y="43064"/>
                  </a:lnTo>
                  <a:lnTo>
                    <a:pt x="1914539" y="42997"/>
                  </a:lnTo>
                  <a:lnTo>
                    <a:pt x="1906725" y="42945"/>
                  </a:lnTo>
                  <a:lnTo>
                    <a:pt x="1898910" y="42911"/>
                  </a:lnTo>
                  <a:lnTo>
                    <a:pt x="1891096" y="42877"/>
                  </a:lnTo>
                  <a:lnTo>
                    <a:pt x="1883282" y="42815"/>
                  </a:lnTo>
                  <a:lnTo>
                    <a:pt x="1875467" y="42716"/>
                  </a:lnTo>
                  <a:lnTo>
                    <a:pt x="1867653" y="42616"/>
                  </a:lnTo>
                  <a:lnTo>
                    <a:pt x="1859838" y="42515"/>
                  </a:lnTo>
                  <a:lnTo>
                    <a:pt x="1852024" y="42435"/>
                  </a:lnTo>
                  <a:lnTo>
                    <a:pt x="1844209" y="42361"/>
                  </a:lnTo>
                  <a:lnTo>
                    <a:pt x="1836395" y="42287"/>
                  </a:lnTo>
                  <a:lnTo>
                    <a:pt x="1828580" y="42212"/>
                  </a:lnTo>
                  <a:lnTo>
                    <a:pt x="1820766" y="42136"/>
                  </a:lnTo>
                  <a:lnTo>
                    <a:pt x="1812952" y="42059"/>
                  </a:lnTo>
                  <a:lnTo>
                    <a:pt x="1805137" y="41980"/>
                  </a:lnTo>
                  <a:lnTo>
                    <a:pt x="1797323" y="41901"/>
                  </a:lnTo>
                  <a:lnTo>
                    <a:pt x="1789508" y="41821"/>
                  </a:lnTo>
                  <a:lnTo>
                    <a:pt x="1781694" y="41740"/>
                  </a:lnTo>
                  <a:lnTo>
                    <a:pt x="1773879" y="41658"/>
                  </a:lnTo>
                  <a:lnTo>
                    <a:pt x="1766065" y="41575"/>
                  </a:lnTo>
                  <a:lnTo>
                    <a:pt x="1758250" y="41491"/>
                  </a:lnTo>
                  <a:lnTo>
                    <a:pt x="1750436" y="41407"/>
                  </a:lnTo>
                  <a:lnTo>
                    <a:pt x="1742622" y="41321"/>
                  </a:lnTo>
                  <a:lnTo>
                    <a:pt x="1734807" y="41235"/>
                  </a:lnTo>
                  <a:lnTo>
                    <a:pt x="1726993" y="41148"/>
                  </a:lnTo>
                  <a:lnTo>
                    <a:pt x="1719178" y="41059"/>
                  </a:lnTo>
                  <a:lnTo>
                    <a:pt x="1711364" y="41018"/>
                  </a:lnTo>
                  <a:lnTo>
                    <a:pt x="1703549" y="40980"/>
                  </a:lnTo>
                  <a:lnTo>
                    <a:pt x="1695735" y="40941"/>
                  </a:lnTo>
                  <a:lnTo>
                    <a:pt x="1687920" y="40901"/>
                  </a:lnTo>
                  <a:lnTo>
                    <a:pt x="1680106" y="40860"/>
                  </a:lnTo>
                  <a:lnTo>
                    <a:pt x="1672291" y="40819"/>
                  </a:lnTo>
                  <a:lnTo>
                    <a:pt x="1664477" y="40748"/>
                  </a:lnTo>
                  <a:lnTo>
                    <a:pt x="1656663" y="40649"/>
                  </a:lnTo>
                  <a:lnTo>
                    <a:pt x="1648848" y="40548"/>
                  </a:lnTo>
                  <a:lnTo>
                    <a:pt x="1641034" y="40445"/>
                  </a:lnTo>
                  <a:lnTo>
                    <a:pt x="1633219" y="40342"/>
                  </a:lnTo>
                  <a:lnTo>
                    <a:pt x="1625405" y="40237"/>
                  </a:lnTo>
                  <a:lnTo>
                    <a:pt x="1617590" y="40131"/>
                  </a:lnTo>
                  <a:lnTo>
                    <a:pt x="1609776" y="40023"/>
                  </a:lnTo>
                  <a:lnTo>
                    <a:pt x="1601961" y="39915"/>
                  </a:lnTo>
                  <a:lnTo>
                    <a:pt x="1594147" y="39806"/>
                  </a:lnTo>
                  <a:lnTo>
                    <a:pt x="1586333" y="39696"/>
                  </a:lnTo>
                  <a:lnTo>
                    <a:pt x="1578518" y="39584"/>
                  </a:lnTo>
                  <a:lnTo>
                    <a:pt x="1570704" y="39471"/>
                  </a:lnTo>
                  <a:lnTo>
                    <a:pt x="1562889" y="39358"/>
                  </a:lnTo>
                  <a:lnTo>
                    <a:pt x="1555075" y="39234"/>
                  </a:lnTo>
                  <a:lnTo>
                    <a:pt x="1547260" y="39127"/>
                  </a:lnTo>
                  <a:lnTo>
                    <a:pt x="1539446" y="39010"/>
                  </a:lnTo>
                  <a:lnTo>
                    <a:pt x="1531631" y="38893"/>
                  </a:lnTo>
                  <a:lnTo>
                    <a:pt x="1523817" y="38774"/>
                  </a:lnTo>
                  <a:lnTo>
                    <a:pt x="1516003" y="38653"/>
                  </a:lnTo>
                  <a:lnTo>
                    <a:pt x="1508188" y="38532"/>
                  </a:lnTo>
                  <a:lnTo>
                    <a:pt x="1500374" y="38410"/>
                  </a:lnTo>
                  <a:lnTo>
                    <a:pt x="1492559" y="38286"/>
                  </a:lnTo>
                  <a:lnTo>
                    <a:pt x="1484745" y="38186"/>
                  </a:lnTo>
                  <a:lnTo>
                    <a:pt x="1476930" y="38090"/>
                  </a:lnTo>
                  <a:lnTo>
                    <a:pt x="1469116" y="37993"/>
                  </a:lnTo>
                  <a:lnTo>
                    <a:pt x="1461301" y="37894"/>
                  </a:lnTo>
                  <a:lnTo>
                    <a:pt x="1453487" y="37794"/>
                  </a:lnTo>
                  <a:lnTo>
                    <a:pt x="1445672" y="37693"/>
                  </a:lnTo>
                  <a:lnTo>
                    <a:pt x="1437858" y="37590"/>
                  </a:lnTo>
                  <a:lnTo>
                    <a:pt x="1430044" y="37486"/>
                  </a:lnTo>
                  <a:lnTo>
                    <a:pt x="1422229" y="37381"/>
                  </a:lnTo>
                  <a:lnTo>
                    <a:pt x="1414415" y="37274"/>
                  </a:lnTo>
                  <a:lnTo>
                    <a:pt x="1406600" y="37135"/>
                  </a:lnTo>
                  <a:lnTo>
                    <a:pt x="1398786" y="36991"/>
                  </a:lnTo>
                  <a:lnTo>
                    <a:pt x="1390971" y="36846"/>
                  </a:lnTo>
                  <a:lnTo>
                    <a:pt x="1383157" y="36699"/>
                  </a:lnTo>
                  <a:lnTo>
                    <a:pt x="1375342" y="36551"/>
                  </a:lnTo>
                  <a:lnTo>
                    <a:pt x="1367528" y="36401"/>
                  </a:lnTo>
                  <a:lnTo>
                    <a:pt x="1359714" y="36250"/>
                  </a:lnTo>
                  <a:lnTo>
                    <a:pt x="1351899" y="36099"/>
                  </a:lnTo>
                  <a:lnTo>
                    <a:pt x="1344085" y="36034"/>
                  </a:lnTo>
                  <a:lnTo>
                    <a:pt x="1336270" y="35905"/>
                  </a:lnTo>
                  <a:lnTo>
                    <a:pt x="1328456" y="35746"/>
                  </a:lnTo>
                  <a:lnTo>
                    <a:pt x="1320641" y="35584"/>
                  </a:lnTo>
                  <a:lnTo>
                    <a:pt x="1312827" y="35421"/>
                  </a:lnTo>
                  <a:lnTo>
                    <a:pt x="1305012" y="35256"/>
                  </a:lnTo>
                  <a:lnTo>
                    <a:pt x="1297198" y="35089"/>
                  </a:lnTo>
                  <a:lnTo>
                    <a:pt x="1289384" y="34922"/>
                  </a:lnTo>
                  <a:lnTo>
                    <a:pt x="1281569" y="34791"/>
                  </a:lnTo>
                  <a:lnTo>
                    <a:pt x="1273755" y="34659"/>
                  </a:lnTo>
                  <a:lnTo>
                    <a:pt x="1265940" y="34512"/>
                  </a:lnTo>
                  <a:lnTo>
                    <a:pt x="1258126" y="34307"/>
                  </a:lnTo>
                  <a:lnTo>
                    <a:pt x="1250311" y="34100"/>
                  </a:lnTo>
                  <a:lnTo>
                    <a:pt x="1242497" y="33892"/>
                  </a:lnTo>
                  <a:lnTo>
                    <a:pt x="1234682" y="33701"/>
                  </a:lnTo>
                  <a:lnTo>
                    <a:pt x="1226868" y="33526"/>
                  </a:lnTo>
                  <a:lnTo>
                    <a:pt x="1219053" y="33374"/>
                  </a:lnTo>
                  <a:lnTo>
                    <a:pt x="1211239" y="33219"/>
                  </a:lnTo>
                  <a:lnTo>
                    <a:pt x="1203425" y="33063"/>
                  </a:lnTo>
                  <a:lnTo>
                    <a:pt x="1195610" y="32905"/>
                  </a:lnTo>
                  <a:lnTo>
                    <a:pt x="1187796" y="32743"/>
                  </a:lnTo>
                  <a:lnTo>
                    <a:pt x="1179981" y="32561"/>
                  </a:lnTo>
                  <a:lnTo>
                    <a:pt x="1172167" y="32414"/>
                  </a:lnTo>
                  <a:lnTo>
                    <a:pt x="1164352" y="32255"/>
                  </a:lnTo>
                  <a:lnTo>
                    <a:pt x="1156538" y="32088"/>
                  </a:lnTo>
                  <a:lnTo>
                    <a:pt x="1148723" y="31900"/>
                  </a:lnTo>
                  <a:lnTo>
                    <a:pt x="1140909" y="31701"/>
                  </a:lnTo>
                  <a:lnTo>
                    <a:pt x="1133095" y="31541"/>
                  </a:lnTo>
                  <a:lnTo>
                    <a:pt x="1125280" y="31388"/>
                  </a:lnTo>
                  <a:lnTo>
                    <a:pt x="1117466" y="31218"/>
                  </a:lnTo>
                  <a:lnTo>
                    <a:pt x="1109651" y="31077"/>
                  </a:lnTo>
                  <a:lnTo>
                    <a:pt x="1101837" y="30919"/>
                  </a:lnTo>
                  <a:lnTo>
                    <a:pt x="1094022" y="30758"/>
                  </a:lnTo>
                  <a:lnTo>
                    <a:pt x="1086208" y="30593"/>
                  </a:lnTo>
                  <a:lnTo>
                    <a:pt x="1078393" y="30391"/>
                  </a:lnTo>
                  <a:lnTo>
                    <a:pt x="1070579" y="30153"/>
                  </a:lnTo>
                  <a:lnTo>
                    <a:pt x="1062765" y="29945"/>
                  </a:lnTo>
                  <a:lnTo>
                    <a:pt x="1054950" y="29789"/>
                  </a:lnTo>
                  <a:lnTo>
                    <a:pt x="1047136" y="29607"/>
                  </a:lnTo>
                  <a:lnTo>
                    <a:pt x="1039321" y="29380"/>
                  </a:lnTo>
                  <a:lnTo>
                    <a:pt x="1031507" y="29150"/>
                  </a:lnTo>
                  <a:lnTo>
                    <a:pt x="1023692" y="28947"/>
                  </a:lnTo>
                  <a:lnTo>
                    <a:pt x="1015878" y="28747"/>
                  </a:lnTo>
                  <a:lnTo>
                    <a:pt x="1008063" y="28588"/>
                  </a:lnTo>
                  <a:lnTo>
                    <a:pt x="1000249" y="28411"/>
                  </a:lnTo>
                  <a:lnTo>
                    <a:pt x="992434" y="28186"/>
                  </a:lnTo>
                  <a:lnTo>
                    <a:pt x="984620" y="27929"/>
                  </a:lnTo>
                  <a:lnTo>
                    <a:pt x="976806" y="27684"/>
                  </a:lnTo>
                  <a:lnTo>
                    <a:pt x="968991" y="27464"/>
                  </a:lnTo>
                  <a:lnTo>
                    <a:pt x="961177" y="27241"/>
                  </a:lnTo>
                  <a:lnTo>
                    <a:pt x="953362" y="27015"/>
                  </a:lnTo>
                  <a:lnTo>
                    <a:pt x="945548" y="26780"/>
                  </a:lnTo>
                  <a:lnTo>
                    <a:pt x="937733" y="26536"/>
                  </a:lnTo>
                  <a:lnTo>
                    <a:pt x="929919" y="26288"/>
                  </a:lnTo>
                  <a:lnTo>
                    <a:pt x="922104" y="26027"/>
                  </a:lnTo>
                  <a:lnTo>
                    <a:pt x="914290" y="25764"/>
                  </a:lnTo>
                  <a:lnTo>
                    <a:pt x="906476" y="25497"/>
                  </a:lnTo>
                  <a:lnTo>
                    <a:pt x="898661" y="25229"/>
                  </a:lnTo>
                  <a:lnTo>
                    <a:pt x="890847" y="24975"/>
                  </a:lnTo>
                  <a:lnTo>
                    <a:pt x="883032" y="24718"/>
                  </a:lnTo>
                  <a:lnTo>
                    <a:pt x="875218" y="24458"/>
                  </a:lnTo>
                  <a:lnTo>
                    <a:pt x="867403" y="24195"/>
                  </a:lnTo>
                  <a:lnTo>
                    <a:pt x="859589" y="23928"/>
                  </a:lnTo>
                  <a:lnTo>
                    <a:pt x="851774" y="23660"/>
                  </a:lnTo>
                  <a:lnTo>
                    <a:pt x="843960" y="23388"/>
                  </a:lnTo>
                  <a:lnTo>
                    <a:pt x="836145" y="23111"/>
                  </a:lnTo>
                  <a:lnTo>
                    <a:pt x="828331" y="22825"/>
                  </a:lnTo>
                  <a:lnTo>
                    <a:pt x="820517" y="22549"/>
                  </a:lnTo>
                  <a:lnTo>
                    <a:pt x="812702" y="22264"/>
                  </a:lnTo>
                  <a:lnTo>
                    <a:pt x="804888" y="21976"/>
                  </a:lnTo>
                  <a:lnTo>
                    <a:pt x="797073" y="21686"/>
                  </a:lnTo>
                  <a:lnTo>
                    <a:pt x="789259" y="21412"/>
                  </a:lnTo>
                  <a:lnTo>
                    <a:pt x="781444" y="21140"/>
                  </a:lnTo>
                  <a:lnTo>
                    <a:pt x="773630" y="20864"/>
                  </a:lnTo>
                  <a:lnTo>
                    <a:pt x="765815" y="20584"/>
                  </a:lnTo>
                  <a:lnTo>
                    <a:pt x="758001" y="20282"/>
                  </a:lnTo>
                  <a:lnTo>
                    <a:pt x="750187" y="19976"/>
                  </a:lnTo>
                  <a:lnTo>
                    <a:pt x="742372" y="19666"/>
                  </a:lnTo>
                  <a:lnTo>
                    <a:pt x="734558" y="19351"/>
                  </a:lnTo>
                  <a:lnTo>
                    <a:pt x="726743" y="19035"/>
                  </a:lnTo>
                  <a:lnTo>
                    <a:pt x="718929" y="18724"/>
                  </a:lnTo>
                  <a:lnTo>
                    <a:pt x="711114" y="18408"/>
                  </a:lnTo>
                  <a:lnTo>
                    <a:pt x="703300" y="18073"/>
                  </a:lnTo>
                  <a:lnTo>
                    <a:pt x="695485" y="17726"/>
                  </a:lnTo>
                  <a:lnTo>
                    <a:pt x="687671" y="17376"/>
                  </a:lnTo>
                  <a:lnTo>
                    <a:pt x="679857" y="17032"/>
                  </a:lnTo>
                  <a:lnTo>
                    <a:pt x="672042" y="16686"/>
                  </a:lnTo>
                  <a:lnTo>
                    <a:pt x="664228" y="16330"/>
                  </a:lnTo>
                  <a:lnTo>
                    <a:pt x="656413" y="15981"/>
                  </a:lnTo>
                  <a:lnTo>
                    <a:pt x="648599" y="15645"/>
                  </a:lnTo>
                  <a:lnTo>
                    <a:pt x="640784" y="15277"/>
                  </a:lnTo>
                  <a:lnTo>
                    <a:pt x="632970" y="14883"/>
                  </a:lnTo>
                  <a:lnTo>
                    <a:pt x="625155" y="14504"/>
                  </a:lnTo>
                  <a:lnTo>
                    <a:pt x="617341" y="14125"/>
                  </a:lnTo>
                  <a:lnTo>
                    <a:pt x="609526" y="13741"/>
                  </a:lnTo>
                  <a:lnTo>
                    <a:pt x="601712" y="13352"/>
                  </a:lnTo>
                  <a:lnTo>
                    <a:pt x="593898" y="12958"/>
                  </a:lnTo>
                  <a:lnTo>
                    <a:pt x="586083" y="12559"/>
                  </a:lnTo>
                  <a:lnTo>
                    <a:pt x="578269" y="12154"/>
                  </a:lnTo>
                  <a:lnTo>
                    <a:pt x="570454" y="11743"/>
                  </a:lnTo>
                  <a:lnTo>
                    <a:pt x="562640" y="11328"/>
                  </a:lnTo>
                  <a:lnTo>
                    <a:pt x="554825" y="10907"/>
                  </a:lnTo>
                  <a:lnTo>
                    <a:pt x="547011" y="10481"/>
                  </a:lnTo>
                  <a:lnTo>
                    <a:pt x="539196" y="10049"/>
                  </a:lnTo>
                  <a:lnTo>
                    <a:pt x="531382" y="9612"/>
                  </a:lnTo>
                  <a:lnTo>
                    <a:pt x="523568" y="9170"/>
                  </a:lnTo>
                  <a:lnTo>
                    <a:pt x="515753" y="8721"/>
                  </a:lnTo>
                  <a:lnTo>
                    <a:pt x="507939" y="8267"/>
                  </a:lnTo>
                  <a:lnTo>
                    <a:pt x="500124" y="7807"/>
                  </a:lnTo>
                  <a:lnTo>
                    <a:pt x="492310" y="7341"/>
                  </a:lnTo>
                  <a:lnTo>
                    <a:pt x="484495" y="6869"/>
                  </a:lnTo>
                  <a:lnTo>
                    <a:pt x="476681" y="6392"/>
                  </a:lnTo>
                  <a:lnTo>
                    <a:pt x="468866" y="5908"/>
                  </a:lnTo>
                  <a:lnTo>
                    <a:pt x="461052" y="5418"/>
                  </a:lnTo>
                  <a:lnTo>
                    <a:pt x="453238" y="4922"/>
                  </a:lnTo>
                  <a:lnTo>
                    <a:pt x="445423" y="4419"/>
                  </a:lnTo>
                  <a:lnTo>
                    <a:pt x="437609" y="3911"/>
                  </a:lnTo>
                  <a:lnTo>
                    <a:pt x="429794" y="3641"/>
                  </a:lnTo>
                  <a:lnTo>
                    <a:pt x="421980" y="3581"/>
                  </a:lnTo>
                  <a:lnTo>
                    <a:pt x="414165" y="3520"/>
                  </a:lnTo>
                  <a:lnTo>
                    <a:pt x="406351" y="3459"/>
                  </a:lnTo>
                  <a:lnTo>
                    <a:pt x="398536" y="3398"/>
                  </a:lnTo>
                  <a:lnTo>
                    <a:pt x="390722" y="3337"/>
                  </a:lnTo>
                  <a:lnTo>
                    <a:pt x="382907" y="3275"/>
                  </a:lnTo>
                  <a:lnTo>
                    <a:pt x="375093" y="3214"/>
                  </a:lnTo>
                  <a:lnTo>
                    <a:pt x="367279" y="3152"/>
                  </a:lnTo>
                  <a:lnTo>
                    <a:pt x="359464" y="3089"/>
                  </a:lnTo>
                  <a:lnTo>
                    <a:pt x="351650" y="3027"/>
                  </a:lnTo>
                  <a:lnTo>
                    <a:pt x="343835" y="2964"/>
                  </a:lnTo>
                  <a:lnTo>
                    <a:pt x="336021" y="2901"/>
                  </a:lnTo>
                  <a:lnTo>
                    <a:pt x="328206" y="2839"/>
                  </a:lnTo>
                  <a:lnTo>
                    <a:pt x="320392" y="2775"/>
                  </a:lnTo>
                  <a:lnTo>
                    <a:pt x="312577" y="2712"/>
                  </a:lnTo>
                  <a:lnTo>
                    <a:pt x="304763" y="2649"/>
                  </a:lnTo>
                  <a:lnTo>
                    <a:pt x="296949" y="2585"/>
                  </a:lnTo>
                  <a:lnTo>
                    <a:pt x="289134" y="2521"/>
                  </a:lnTo>
                  <a:lnTo>
                    <a:pt x="281320" y="2457"/>
                  </a:lnTo>
                  <a:lnTo>
                    <a:pt x="273505" y="2393"/>
                  </a:lnTo>
                  <a:lnTo>
                    <a:pt x="265691" y="2328"/>
                  </a:lnTo>
                  <a:lnTo>
                    <a:pt x="257876" y="2263"/>
                  </a:lnTo>
                  <a:lnTo>
                    <a:pt x="250062" y="2198"/>
                  </a:lnTo>
                  <a:lnTo>
                    <a:pt x="242247" y="2133"/>
                  </a:lnTo>
                  <a:lnTo>
                    <a:pt x="234433" y="2068"/>
                  </a:lnTo>
                  <a:lnTo>
                    <a:pt x="226619" y="2003"/>
                  </a:lnTo>
                  <a:lnTo>
                    <a:pt x="218804" y="1937"/>
                  </a:lnTo>
                  <a:lnTo>
                    <a:pt x="210990" y="1871"/>
                  </a:lnTo>
                  <a:lnTo>
                    <a:pt x="203175" y="1804"/>
                  </a:lnTo>
                  <a:lnTo>
                    <a:pt x="195361" y="1738"/>
                  </a:lnTo>
                  <a:lnTo>
                    <a:pt x="187546" y="1672"/>
                  </a:lnTo>
                  <a:lnTo>
                    <a:pt x="179732" y="1605"/>
                  </a:lnTo>
                  <a:lnTo>
                    <a:pt x="171917" y="1538"/>
                  </a:lnTo>
                  <a:lnTo>
                    <a:pt x="164103" y="1471"/>
                  </a:lnTo>
                  <a:lnTo>
                    <a:pt x="156288" y="1403"/>
                  </a:lnTo>
                  <a:lnTo>
                    <a:pt x="148474" y="1336"/>
                  </a:lnTo>
                  <a:lnTo>
                    <a:pt x="140660" y="1268"/>
                  </a:lnTo>
                  <a:lnTo>
                    <a:pt x="132845" y="1200"/>
                  </a:lnTo>
                  <a:lnTo>
                    <a:pt x="125031" y="1132"/>
                  </a:lnTo>
                  <a:lnTo>
                    <a:pt x="117216" y="1063"/>
                  </a:lnTo>
                  <a:lnTo>
                    <a:pt x="109402" y="994"/>
                  </a:lnTo>
                  <a:lnTo>
                    <a:pt x="101587" y="925"/>
                  </a:lnTo>
                  <a:lnTo>
                    <a:pt x="93773" y="856"/>
                  </a:lnTo>
                  <a:lnTo>
                    <a:pt x="85958" y="787"/>
                  </a:lnTo>
                  <a:lnTo>
                    <a:pt x="78144" y="717"/>
                  </a:lnTo>
                  <a:lnTo>
                    <a:pt x="70330" y="648"/>
                  </a:lnTo>
                  <a:lnTo>
                    <a:pt x="62515" y="578"/>
                  </a:lnTo>
                  <a:lnTo>
                    <a:pt x="54701" y="507"/>
                  </a:lnTo>
                  <a:lnTo>
                    <a:pt x="46886" y="436"/>
                  </a:lnTo>
                  <a:lnTo>
                    <a:pt x="39072" y="364"/>
                  </a:lnTo>
                  <a:lnTo>
                    <a:pt x="31257" y="292"/>
                  </a:lnTo>
                  <a:lnTo>
                    <a:pt x="23443" y="219"/>
                  </a:lnTo>
                  <a:lnTo>
                    <a:pt x="15628" y="146"/>
                  </a:lnTo>
                  <a:lnTo>
                    <a:pt x="7814" y="7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74" name="pg173"/>
            <p:cNvSpPr/>
            <p:nvPr/>
          </p:nvSpPr>
          <p:spPr>
            <a:xfrm>
              <a:off x="3632283" y="4600220"/>
              <a:ext cx="2023942" cy="87555"/>
            </a:xfrm>
            <a:custGeom>
              <a:avLst/>
              <a:pathLst>
                <a:path w="2023942" h="87555">
                  <a:moveTo>
                    <a:pt x="0" y="0"/>
                  </a:moveTo>
                  <a:lnTo>
                    <a:pt x="7814" y="1085"/>
                  </a:lnTo>
                  <a:lnTo>
                    <a:pt x="15628" y="2059"/>
                  </a:lnTo>
                  <a:lnTo>
                    <a:pt x="23443" y="2849"/>
                  </a:lnTo>
                  <a:lnTo>
                    <a:pt x="31257" y="3803"/>
                  </a:lnTo>
                  <a:lnTo>
                    <a:pt x="39072" y="4820"/>
                  </a:lnTo>
                  <a:lnTo>
                    <a:pt x="46886" y="5826"/>
                  </a:lnTo>
                  <a:lnTo>
                    <a:pt x="54701" y="6708"/>
                  </a:lnTo>
                  <a:lnTo>
                    <a:pt x="62515" y="7373"/>
                  </a:lnTo>
                  <a:lnTo>
                    <a:pt x="70330" y="8178"/>
                  </a:lnTo>
                  <a:lnTo>
                    <a:pt x="78144" y="9057"/>
                  </a:lnTo>
                  <a:lnTo>
                    <a:pt x="85958" y="10024"/>
                  </a:lnTo>
                  <a:lnTo>
                    <a:pt x="93773" y="10776"/>
                  </a:lnTo>
                  <a:lnTo>
                    <a:pt x="101587" y="11667"/>
                  </a:lnTo>
                  <a:lnTo>
                    <a:pt x="109402" y="12368"/>
                  </a:lnTo>
                  <a:lnTo>
                    <a:pt x="117216" y="13244"/>
                  </a:lnTo>
                  <a:lnTo>
                    <a:pt x="125031" y="14129"/>
                  </a:lnTo>
                  <a:lnTo>
                    <a:pt x="132845" y="15026"/>
                  </a:lnTo>
                  <a:lnTo>
                    <a:pt x="140660" y="15539"/>
                  </a:lnTo>
                  <a:lnTo>
                    <a:pt x="148474" y="16294"/>
                  </a:lnTo>
                  <a:lnTo>
                    <a:pt x="156288" y="16996"/>
                  </a:lnTo>
                  <a:lnTo>
                    <a:pt x="164103" y="17620"/>
                  </a:lnTo>
                  <a:lnTo>
                    <a:pt x="171917" y="18455"/>
                  </a:lnTo>
                  <a:lnTo>
                    <a:pt x="179732" y="19299"/>
                  </a:lnTo>
                  <a:lnTo>
                    <a:pt x="187546" y="19752"/>
                  </a:lnTo>
                  <a:lnTo>
                    <a:pt x="195361" y="20587"/>
                  </a:lnTo>
                  <a:lnTo>
                    <a:pt x="203175" y="21183"/>
                  </a:lnTo>
                  <a:lnTo>
                    <a:pt x="210990" y="21812"/>
                  </a:lnTo>
                  <a:lnTo>
                    <a:pt x="218804" y="22484"/>
                  </a:lnTo>
                  <a:lnTo>
                    <a:pt x="226619" y="23127"/>
                  </a:lnTo>
                  <a:lnTo>
                    <a:pt x="234433" y="23665"/>
                  </a:lnTo>
                  <a:lnTo>
                    <a:pt x="242247" y="24253"/>
                  </a:lnTo>
                  <a:lnTo>
                    <a:pt x="250062" y="24761"/>
                  </a:lnTo>
                  <a:lnTo>
                    <a:pt x="257876" y="25376"/>
                  </a:lnTo>
                  <a:lnTo>
                    <a:pt x="265691" y="25890"/>
                  </a:lnTo>
                  <a:lnTo>
                    <a:pt x="273505" y="26561"/>
                  </a:lnTo>
                  <a:lnTo>
                    <a:pt x="281320" y="26930"/>
                  </a:lnTo>
                  <a:lnTo>
                    <a:pt x="289134" y="27399"/>
                  </a:lnTo>
                  <a:lnTo>
                    <a:pt x="296949" y="27975"/>
                  </a:lnTo>
                  <a:lnTo>
                    <a:pt x="304763" y="28711"/>
                  </a:lnTo>
                  <a:lnTo>
                    <a:pt x="312577" y="29117"/>
                  </a:lnTo>
                  <a:lnTo>
                    <a:pt x="320392" y="29680"/>
                  </a:lnTo>
                  <a:lnTo>
                    <a:pt x="328206" y="29988"/>
                  </a:lnTo>
                  <a:lnTo>
                    <a:pt x="336021" y="30391"/>
                  </a:lnTo>
                  <a:lnTo>
                    <a:pt x="343835" y="30722"/>
                  </a:lnTo>
                  <a:lnTo>
                    <a:pt x="351650" y="31215"/>
                  </a:lnTo>
                  <a:lnTo>
                    <a:pt x="359464" y="31626"/>
                  </a:lnTo>
                  <a:lnTo>
                    <a:pt x="367279" y="32127"/>
                  </a:lnTo>
                  <a:lnTo>
                    <a:pt x="375093" y="32462"/>
                  </a:lnTo>
                  <a:lnTo>
                    <a:pt x="382907" y="32752"/>
                  </a:lnTo>
                  <a:lnTo>
                    <a:pt x="390722" y="33006"/>
                  </a:lnTo>
                  <a:lnTo>
                    <a:pt x="398536" y="33347"/>
                  </a:lnTo>
                  <a:lnTo>
                    <a:pt x="406351" y="33650"/>
                  </a:lnTo>
                  <a:lnTo>
                    <a:pt x="414165" y="33872"/>
                  </a:lnTo>
                  <a:lnTo>
                    <a:pt x="421980" y="34262"/>
                  </a:lnTo>
                  <a:lnTo>
                    <a:pt x="429794" y="34592"/>
                  </a:lnTo>
                  <a:lnTo>
                    <a:pt x="437609" y="34789"/>
                  </a:lnTo>
                  <a:lnTo>
                    <a:pt x="445423" y="35038"/>
                  </a:lnTo>
                  <a:lnTo>
                    <a:pt x="453238" y="35307"/>
                  </a:lnTo>
                  <a:lnTo>
                    <a:pt x="461052" y="35512"/>
                  </a:lnTo>
                  <a:lnTo>
                    <a:pt x="468866" y="35842"/>
                  </a:lnTo>
                  <a:lnTo>
                    <a:pt x="476681" y="35991"/>
                  </a:lnTo>
                  <a:lnTo>
                    <a:pt x="484495" y="36077"/>
                  </a:lnTo>
                  <a:lnTo>
                    <a:pt x="492310" y="36343"/>
                  </a:lnTo>
                  <a:lnTo>
                    <a:pt x="500124" y="36476"/>
                  </a:lnTo>
                  <a:lnTo>
                    <a:pt x="507939" y="36600"/>
                  </a:lnTo>
                  <a:lnTo>
                    <a:pt x="515753" y="36744"/>
                  </a:lnTo>
                  <a:lnTo>
                    <a:pt x="523568" y="36965"/>
                  </a:lnTo>
                  <a:lnTo>
                    <a:pt x="531382" y="37114"/>
                  </a:lnTo>
                  <a:lnTo>
                    <a:pt x="539196" y="37217"/>
                  </a:lnTo>
                  <a:lnTo>
                    <a:pt x="547011" y="37385"/>
                  </a:lnTo>
                  <a:lnTo>
                    <a:pt x="554825" y="37547"/>
                  </a:lnTo>
                  <a:lnTo>
                    <a:pt x="562640" y="37612"/>
                  </a:lnTo>
                  <a:lnTo>
                    <a:pt x="570454" y="37783"/>
                  </a:lnTo>
                  <a:lnTo>
                    <a:pt x="578269" y="37955"/>
                  </a:lnTo>
                  <a:lnTo>
                    <a:pt x="586083" y="38125"/>
                  </a:lnTo>
                  <a:lnTo>
                    <a:pt x="593898" y="38168"/>
                  </a:lnTo>
                  <a:lnTo>
                    <a:pt x="601712" y="38336"/>
                  </a:lnTo>
                  <a:lnTo>
                    <a:pt x="609526" y="38305"/>
                  </a:lnTo>
                  <a:lnTo>
                    <a:pt x="617341" y="38468"/>
                  </a:lnTo>
                  <a:lnTo>
                    <a:pt x="625155" y="38608"/>
                  </a:lnTo>
                  <a:lnTo>
                    <a:pt x="632970" y="38757"/>
                  </a:lnTo>
                  <a:lnTo>
                    <a:pt x="640784" y="38906"/>
                  </a:lnTo>
                  <a:lnTo>
                    <a:pt x="648599" y="39039"/>
                  </a:lnTo>
                  <a:lnTo>
                    <a:pt x="656413" y="39207"/>
                  </a:lnTo>
                  <a:lnTo>
                    <a:pt x="664228" y="39297"/>
                  </a:lnTo>
                  <a:lnTo>
                    <a:pt x="672042" y="39345"/>
                  </a:lnTo>
                  <a:lnTo>
                    <a:pt x="679857" y="39402"/>
                  </a:lnTo>
                  <a:lnTo>
                    <a:pt x="687671" y="39458"/>
                  </a:lnTo>
                  <a:lnTo>
                    <a:pt x="695485" y="39572"/>
                  </a:lnTo>
                  <a:lnTo>
                    <a:pt x="703300" y="39604"/>
                  </a:lnTo>
                  <a:lnTo>
                    <a:pt x="711114" y="39626"/>
                  </a:lnTo>
                  <a:lnTo>
                    <a:pt x="718929" y="39681"/>
                  </a:lnTo>
                  <a:lnTo>
                    <a:pt x="726743" y="39657"/>
                  </a:lnTo>
                  <a:lnTo>
                    <a:pt x="734558" y="39629"/>
                  </a:lnTo>
                  <a:lnTo>
                    <a:pt x="742372" y="39582"/>
                  </a:lnTo>
                  <a:lnTo>
                    <a:pt x="750187" y="39587"/>
                  </a:lnTo>
                  <a:lnTo>
                    <a:pt x="758001" y="39580"/>
                  </a:lnTo>
                  <a:lnTo>
                    <a:pt x="765815" y="39738"/>
                  </a:lnTo>
                  <a:lnTo>
                    <a:pt x="773630" y="39775"/>
                  </a:lnTo>
                  <a:lnTo>
                    <a:pt x="781444" y="39900"/>
                  </a:lnTo>
                  <a:lnTo>
                    <a:pt x="789259" y="40024"/>
                  </a:lnTo>
                  <a:lnTo>
                    <a:pt x="797073" y="40137"/>
                  </a:lnTo>
                  <a:lnTo>
                    <a:pt x="804888" y="40270"/>
                  </a:lnTo>
                  <a:lnTo>
                    <a:pt x="812702" y="40341"/>
                  </a:lnTo>
                  <a:lnTo>
                    <a:pt x="820517" y="40396"/>
                  </a:lnTo>
                  <a:lnTo>
                    <a:pt x="828331" y="40448"/>
                  </a:lnTo>
                  <a:lnTo>
                    <a:pt x="836145" y="40468"/>
                  </a:lnTo>
                  <a:lnTo>
                    <a:pt x="843960" y="40370"/>
                  </a:lnTo>
                  <a:lnTo>
                    <a:pt x="851774" y="40335"/>
                  </a:lnTo>
                  <a:lnTo>
                    <a:pt x="859589" y="40331"/>
                  </a:lnTo>
                  <a:lnTo>
                    <a:pt x="867403" y="40372"/>
                  </a:lnTo>
                  <a:lnTo>
                    <a:pt x="875218" y="40327"/>
                  </a:lnTo>
                  <a:lnTo>
                    <a:pt x="883032" y="40328"/>
                  </a:lnTo>
                  <a:lnTo>
                    <a:pt x="890847" y="40234"/>
                  </a:lnTo>
                  <a:lnTo>
                    <a:pt x="898661" y="40185"/>
                  </a:lnTo>
                  <a:lnTo>
                    <a:pt x="906476" y="40137"/>
                  </a:lnTo>
                  <a:lnTo>
                    <a:pt x="914290" y="40080"/>
                  </a:lnTo>
                  <a:lnTo>
                    <a:pt x="922104" y="40087"/>
                  </a:lnTo>
                  <a:lnTo>
                    <a:pt x="929919" y="40103"/>
                  </a:lnTo>
                  <a:lnTo>
                    <a:pt x="937733" y="40121"/>
                  </a:lnTo>
                  <a:lnTo>
                    <a:pt x="945548" y="40137"/>
                  </a:lnTo>
                  <a:lnTo>
                    <a:pt x="953362" y="40153"/>
                  </a:lnTo>
                  <a:lnTo>
                    <a:pt x="961177" y="40170"/>
                  </a:lnTo>
                  <a:lnTo>
                    <a:pt x="968991" y="40188"/>
                  </a:lnTo>
                  <a:lnTo>
                    <a:pt x="976806" y="40160"/>
                  </a:lnTo>
                  <a:lnTo>
                    <a:pt x="984620" y="40171"/>
                  </a:lnTo>
                  <a:lnTo>
                    <a:pt x="992434" y="40142"/>
                  </a:lnTo>
                  <a:lnTo>
                    <a:pt x="1000249" y="40145"/>
                  </a:lnTo>
                  <a:lnTo>
                    <a:pt x="1008063" y="40170"/>
                  </a:lnTo>
                  <a:lnTo>
                    <a:pt x="1015878" y="40059"/>
                  </a:lnTo>
                  <a:lnTo>
                    <a:pt x="1023692" y="40028"/>
                  </a:lnTo>
                  <a:lnTo>
                    <a:pt x="1031507" y="39999"/>
                  </a:lnTo>
                  <a:lnTo>
                    <a:pt x="1039321" y="40004"/>
                  </a:lnTo>
                  <a:lnTo>
                    <a:pt x="1047136" y="40015"/>
                  </a:lnTo>
                  <a:lnTo>
                    <a:pt x="1054950" y="40057"/>
                  </a:lnTo>
                  <a:lnTo>
                    <a:pt x="1062765" y="40102"/>
                  </a:lnTo>
                  <a:lnTo>
                    <a:pt x="1070579" y="40147"/>
                  </a:lnTo>
                  <a:lnTo>
                    <a:pt x="1078393" y="40192"/>
                  </a:lnTo>
                  <a:lnTo>
                    <a:pt x="1086208" y="40236"/>
                  </a:lnTo>
                  <a:lnTo>
                    <a:pt x="1094022" y="40204"/>
                  </a:lnTo>
                  <a:lnTo>
                    <a:pt x="1101837" y="40162"/>
                  </a:lnTo>
                  <a:lnTo>
                    <a:pt x="1109651" y="40120"/>
                  </a:lnTo>
                  <a:lnTo>
                    <a:pt x="1117466" y="40100"/>
                  </a:lnTo>
                  <a:lnTo>
                    <a:pt x="1125280" y="40108"/>
                  </a:lnTo>
                  <a:lnTo>
                    <a:pt x="1133095" y="40045"/>
                  </a:lnTo>
                  <a:lnTo>
                    <a:pt x="1140909" y="39982"/>
                  </a:lnTo>
                  <a:lnTo>
                    <a:pt x="1148723" y="39919"/>
                  </a:lnTo>
                  <a:lnTo>
                    <a:pt x="1156538" y="39870"/>
                  </a:lnTo>
                  <a:lnTo>
                    <a:pt x="1164352" y="39878"/>
                  </a:lnTo>
                  <a:lnTo>
                    <a:pt x="1172167" y="39816"/>
                  </a:lnTo>
                  <a:lnTo>
                    <a:pt x="1179981" y="39727"/>
                  </a:lnTo>
                  <a:lnTo>
                    <a:pt x="1187796" y="39682"/>
                  </a:lnTo>
                  <a:lnTo>
                    <a:pt x="1195610" y="39638"/>
                  </a:lnTo>
                  <a:lnTo>
                    <a:pt x="1203425" y="39593"/>
                  </a:lnTo>
                  <a:lnTo>
                    <a:pt x="1211239" y="39549"/>
                  </a:lnTo>
                  <a:lnTo>
                    <a:pt x="1219053" y="39507"/>
                  </a:lnTo>
                  <a:lnTo>
                    <a:pt x="1226868" y="39517"/>
                  </a:lnTo>
                  <a:lnTo>
                    <a:pt x="1234682" y="39567"/>
                  </a:lnTo>
                  <a:lnTo>
                    <a:pt x="1242497" y="39619"/>
                  </a:lnTo>
                  <a:lnTo>
                    <a:pt x="1250311" y="39671"/>
                  </a:lnTo>
                  <a:lnTo>
                    <a:pt x="1258126" y="39722"/>
                  </a:lnTo>
                  <a:lnTo>
                    <a:pt x="1265940" y="39694"/>
                  </a:lnTo>
                  <a:lnTo>
                    <a:pt x="1273755" y="39601"/>
                  </a:lnTo>
                  <a:lnTo>
                    <a:pt x="1281569" y="39508"/>
                  </a:lnTo>
                  <a:lnTo>
                    <a:pt x="1289384" y="39415"/>
                  </a:lnTo>
                  <a:lnTo>
                    <a:pt x="1297198" y="39398"/>
                  </a:lnTo>
                  <a:lnTo>
                    <a:pt x="1305012" y="39395"/>
                  </a:lnTo>
                  <a:lnTo>
                    <a:pt x="1312827" y="39395"/>
                  </a:lnTo>
                  <a:lnTo>
                    <a:pt x="1320641" y="39403"/>
                  </a:lnTo>
                  <a:lnTo>
                    <a:pt x="1328456" y="39463"/>
                  </a:lnTo>
                  <a:lnTo>
                    <a:pt x="1336270" y="39523"/>
                  </a:lnTo>
                  <a:lnTo>
                    <a:pt x="1344085" y="39583"/>
                  </a:lnTo>
                  <a:lnTo>
                    <a:pt x="1351899" y="39642"/>
                  </a:lnTo>
                  <a:lnTo>
                    <a:pt x="1359714" y="39702"/>
                  </a:lnTo>
                  <a:lnTo>
                    <a:pt x="1367528" y="39761"/>
                  </a:lnTo>
                  <a:lnTo>
                    <a:pt x="1375342" y="39820"/>
                  </a:lnTo>
                  <a:lnTo>
                    <a:pt x="1383157" y="39879"/>
                  </a:lnTo>
                  <a:lnTo>
                    <a:pt x="1390971" y="39938"/>
                  </a:lnTo>
                  <a:lnTo>
                    <a:pt x="1398786" y="39997"/>
                  </a:lnTo>
                  <a:lnTo>
                    <a:pt x="1406600" y="40056"/>
                  </a:lnTo>
                  <a:lnTo>
                    <a:pt x="1414415" y="40114"/>
                  </a:lnTo>
                  <a:lnTo>
                    <a:pt x="1422229" y="40156"/>
                  </a:lnTo>
                  <a:lnTo>
                    <a:pt x="1430044" y="40123"/>
                  </a:lnTo>
                  <a:lnTo>
                    <a:pt x="1437858" y="40090"/>
                  </a:lnTo>
                  <a:lnTo>
                    <a:pt x="1445672" y="40057"/>
                  </a:lnTo>
                  <a:lnTo>
                    <a:pt x="1453487" y="40024"/>
                  </a:lnTo>
                  <a:lnTo>
                    <a:pt x="1461301" y="39991"/>
                  </a:lnTo>
                  <a:lnTo>
                    <a:pt x="1469116" y="39957"/>
                  </a:lnTo>
                  <a:lnTo>
                    <a:pt x="1476930" y="39924"/>
                  </a:lnTo>
                  <a:lnTo>
                    <a:pt x="1484745" y="39891"/>
                  </a:lnTo>
                  <a:lnTo>
                    <a:pt x="1492559" y="39857"/>
                  </a:lnTo>
                  <a:lnTo>
                    <a:pt x="1500374" y="39824"/>
                  </a:lnTo>
                  <a:lnTo>
                    <a:pt x="1508188" y="39790"/>
                  </a:lnTo>
                  <a:lnTo>
                    <a:pt x="1516003" y="39757"/>
                  </a:lnTo>
                  <a:lnTo>
                    <a:pt x="1523817" y="39723"/>
                  </a:lnTo>
                  <a:lnTo>
                    <a:pt x="1531631" y="39689"/>
                  </a:lnTo>
                  <a:lnTo>
                    <a:pt x="1539446" y="39656"/>
                  </a:lnTo>
                  <a:lnTo>
                    <a:pt x="1547260" y="39622"/>
                  </a:lnTo>
                  <a:lnTo>
                    <a:pt x="1555075" y="39588"/>
                  </a:lnTo>
                  <a:lnTo>
                    <a:pt x="1562889" y="39554"/>
                  </a:lnTo>
                  <a:lnTo>
                    <a:pt x="1570704" y="39520"/>
                  </a:lnTo>
                  <a:lnTo>
                    <a:pt x="1578518" y="39487"/>
                  </a:lnTo>
                  <a:lnTo>
                    <a:pt x="1586333" y="39453"/>
                  </a:lnTo>
                  <a:lnTo>
                    <a:pt x="1594147" y="39418"/>
                  </a:lnTo>
                  <a:lnTo>
                    <a:pt x="1601961" y="39384"/>
                  </a:lnTo>
                  <a:lnTo>
                    <a:pt x="1609776" y="39350"/>
                  </a:lnTo>
                  <a:lnTo>
                    <a:pt x="1617590" y="39367"/>
                  </a:lnTo>
                  <a:lnTo>
                    <a:pt x="1625405" y="39338"/>
                  </a:lnTo>
                  <a:lnTo>
                    <a:pt x="1633219" y="39318"/>
                  </a:lnTo>
                  <a:lnTo>
                    <a:pt x="1641034" y="39315"/>
                  </a:lnTo>
                  <a:lnTo>
                    <a:pt x="1648848" y="39303"/>
                  </a:lnTo>
                  <a:lnTo>
                    <a:pt x="1656663" y="39245"/>
                  </a:lnTo>
                  <a:lnTo>
                    <a:pt x="1664477" y="39187"/>
                  </a:lnTo>
                  <a:lnTo>
                    <a:pt x="1672291" y="39128"/>
                  </a:lnTo>
                  <a:lnTo>
                    <a:pt x="1680106" y="39070"/>
                  </a:lnTo>
                  <a:lnTo>
                    <a:pt x="1687920" y="39011"/>
                  </a:lnTo>
                  <a:lnTo>
                    <a:pt x="1695735" y="38963"/>
                  </a:lnTo>
                  <a:lnTo>
                    <a:pt x="1703549" y="38926"/>
                  </a:lnTo>
                  <a:lnTo>
                    <a:pt x="1711364" y="38890"/>
                  </a:lnTo>
                  <a:lnTo>
                    <a:pt x="1719178" y="38854"/>
                  </a:lnTo>
                  <a:lnTo>
                    <a:pt x="1726993" y="38819"/>
                  </a:lnTo>
                  <a:lnTo>
                    <a:pt x="1734807" y="38784"/>
                  </a:lnTo>
                  <a:lnTo>
                    <a:pt x="1742622" y="38790"/>
                  </a:lnTo>
                  <a:lnTo>
                    <a:pt x="1750436" y="38805"/>
                  </a:lnTo>
                  <a:lnTo>
                    <a:pt x="1758250" y="38819"/>
                  </a:lnTo>
                  <a:lnTo>
                    <a:pt x="1766065" y="38834"/>
                  </a:lnTo>
                  <a:lnTo>
                    <a:pt x="1773879" y="38849"/>
                  </a:lnTo>
                  <a:lnTo>
                    <a:pt x="1781694" y="38807"/>
                  </a:lnTo>
                  <a:lnTo>
                    <a:pt x="1789508" y="38726"/>
                  </a:lnTo>
                  <a:lnTo>
                    <a:pt x="1797323" y="38644"/>
                  </a:lnTo>
                  <a:lnTo>
                    <a:pt x="1805137" y="38562"/>
                  </a:lnTo>
                  <a:lnTo>
                    <a:pt x="1812952" y="38481"/>
                  </a:lnTo>
                  <a:lnTo>
                    <a:pt x="1820766" y="38398"/>
                  </a:lnTo>
                  <a:lnTo>
                    <a:pt x="1828580" y="38350"/>
                  </a:lnTo>
                  <a:lnTo>
                    <a:pt x="1836395" y="38313"/>
                  </a:lnTo>
                  <a:lnTo>
                    <a:pt x="1844209" y="38275"/>
                  </a:lnTo>
                  <a:lnTo>
                    <a:pt x="1852024" y="38239"/>
                  </a:lnTo>
                  <a:lnTo>
                    <a:pt x="1859838" y="38204"/>
                  </a:lnTo>
                  <a:lnTo>
                    <a:pt x="1867653" y="38168"/>
                  </a:lnTo>
                  <a:lnTo>
                    <a:pt x="1875467" y="38180"/>
                  </a:lnTo>
                  <a:lnTo>
                    <a:pt x="1883282" y="38197"/>
                  </a:lnTo>
                  <a:lnTo>
                    <a:pt x="1891096" y="38215"/>
                  </a:lnTo>
                  <a:lnTo>
                    <a:pt x="1898910" y="38233"/>
                  </a:lnTo>
                  <a:lnTo>
                    <a:pt x="1906725" y="38250"/>
                  </a:lnTo>
                  <a:lnTo>
                    <a:pt x="1914539" y="38221"/>
                  </a:lnTo>
                  <a:lnTo>
                    <a:pt x="1922354" y="38214"/>
                  </a:lnTo>
                  <a:lnTo>
                    <a:pt x="1930168" y="38234"/>
                  </a:lnTo>
                  <a:lnTo>
                    <a:pt x="1937983" y="38253"/>
                  </a:lnTo>
                  <a:lnTo>
                    <a:pt x="1945797" y="38273"/>
                  </a:lnTo>
                  <a:lnTo>
                    <a:pt x="1953612" y="38294"/>
                  </a:lnTo>
                  <a:lnTo>
                    <a:pt x="1961426" y="38315"/>
                  </a:lnTo>
                  <a:lnTo>
                    <a:pt x="1969241" y="38337"/>
                  </a:lnTo>
                  <a:lnTo>
                    <a:pt x="1977055" y="38359"/>
                  </a:lnTo>
                  <a:lnTo>
                    <a:pt x="1984869" y="38381"/>
                  </a:lnTo>
                  <a:lnTo>
                    <a:pt x="1992684" y="38403"/>
                  </a:lnTo>
                  <a:lnTo>
                    <a:pt x="2000498" y="38425"/>
                  </a:lnTo>
                  <a:lnTo>
                    <a:pt x="2008313" y="38446"/>
                  </a:lnTo>
                  <a:lnTo>
                    <a:pt x="2016127" y="38468"/>
                  </a:lnTo>
                  <a:lnTo>
                    <a:pt x="2023942" y="38490"/>
                  </a:lnTo>
                  <a:lnTo>
                    <a:pt x="2023942" y="87555"/>
                  </a:lnTo>
                  <a:lnTo>
                    <a:pt x="2016127" y="87511"/>
                  </a:lnTo>
                  <a:lnTo>
                    <a:pt x="2008313" y="87466"/>
                  </a:lnTo>
                  <a:lnTo>
                    <a:pt x="2000498" y="87406"/>
                  </a:lnTo>
                  <a:lnTo>
                    <a:pt x="1992684" y="87283"/>
                  </a:lnTo>
                  <a:lnTo>
                    <a:pt x="1984869" y="87135"/>
                  </a:lnTo>
                  <a:lnTo>
                    <a:pt x="1977055" y="87074"/>
                  </a:lnTo>
                  <a:lnTo>
                    <a:pt x="1969241" y="87025"/>
                  </a:lnTo>
                  <a:lnTo>
                    <a:pt x="1961426" y="86951"/>
                  </a:lnTo>
                  <a:lnTo>
                    <a:pt x="1953612" y="86928"/>
                  </a:lnTo>
                  <a:lnTo>
                    <a:pt x="1945797" y="86891"/>
                  </a:lnTo>
                  <a:lnTo>
                    <a:pt x="1937983" y="86860"/>
                  </a:lnTo>
                  <a:lnTo>
                    <a:pt x="1930168" y="86830"/>
                  </a:lnTo>
                  <a:lnTo>
                    <a:pt x="1922354" y="86798"/>
                  </a:lnTo>
                  <a:lnTo>
                    <a:pt x="1914539" y="86766"/>
                  </a:lnTo>
                  <a:lnTo>
                    <a:pt x="1906725" y="86734"/>
                  </a:lnTo>
                  <a:lnTo>
                    <a:pt x="1898910" y="86701"/>
                  </a:lnTo>
                  <a:lnTo>
                    <a:pt x="1891096" y="86667"/>
                  </a:lnTo>
                  <a:lnTo>
                    <a:pt x="1883282" y="86632"/>
                  </a:lnTo>
                  <a:lnTo>
                    <a:pt x="1875467" y="86597"/>
                  </a:lnTo>
                  <a:lnTo>
                    <a:pt x="1867653" y="86562"/>
                  </a:lnTo>
                  <a:lnTo>
                    <a:pt x="1859838" y="86521"/>
                  </a:lnTo>
                  <a:lnTo>
                    <a:pt x="1852024" y="86466"/>
                  </a:lnTo>
                  <a:lnTo>
                    <a:pt x="1844209" y="86383"/>
                  </a:lnTo>
                  <a:lnTo>
                    <a:pt x="1836395" y="86299"/>
                  </a:lnTo>
                  <a:lnTo>
                    <a:pt x="1828580" y="86213"/>
                  </a:lnTo>
                  <a:lnTo>
                    <a:pt x="1820766" y="86127"/>
                  </a:lnTo>
                  <a:lnTo>
                    <a:pt x="1812952" y="86076"/>
                  </a:lnTo>
                  <a:lnTo>
                    <a:pt x="1805137" y="86029"/>
                  </a:lnTo>
                  <a:lnTo>
                    <a:pt x="1797323" y="85980"/>
                  </a:lnTo>
                  <a:lnTo>
                    <a:pt x="1789508" y="85931"/>
                  </a:lnTo>
                  <a:lnTo>
                    <a:pt x="1781694" y="85881"/>
                  </a:lnTo>
                  <a:lnTo>
                    <a:pt x="1773879" y="85830"/>
                  </a:lnTo>
                  <a:lnTo>
                    <a:pt x="1766065" y="85779"/>
                  </a:lnTo>
                  <a:lnTo>
                    <a:pt x="1758250" y="85727"/>
                  </a:lnTo>
                  <a:lnTo>
                    <a:pt x="1750436" y="85674"/>
                  </a:lnTo>
                  <a:lnTo>
                    <a:pt x="1742622" y="85620"/>
                  </a:lnTo>
                  <a:lnTo>
                    <a:pt x="1734807" y="85566"/>
                  </a:lnTo>
                  <a:lnTo>
                    <a:pt x="1726993" y="85502"/>
                  </a:lnTo>
                  <a:lnTo>
                    <a:pt x="1719178" y="85433"/>
                  </a:lnTo>
                  <a:lnTo>
                    <a:pt x="1711364" y="85350"/>
                  </a:lnTo>
                  <a:lnTo>
                    <a:pt x="1703549" y="85266"/>
                  </a:lnTo>
                  <a:lnTo>
                    <a:pt x="1695735" y="85180"/>
                  </a:lnTo>
                  <a:lnTo>
                    <a:pt x="1687920" y="85093"/>
                  </a:lnTo>
                  <a:lnTo>
                    <a:pt x="1680106" y="84989"/>
                  </a:lnTo>
                  <a:lnTo>
                    <a:pt x="1672291" y="84880"/>
                  </a:lnTo>
                  <a:lnTo>
                    <a:pt x="1664477" y="84769"/>
                  </a:lnTo>
                  <a:lnTo>
                    <a:pt x="1656663" y="84658"/>
                  </a:lnTo>
                  <a:lnTo>
                    <a:pt x="1648848" y="84546"/>
                  </a:lnTo>
                  <a:lnTo>
                    <a:pt x="1641034" y="84432"/>
                  </a:lnTo>
                  <a:lnTo>
                    <a:pt x="1633219" y="84327"/>
                  </a:lnTo>
                  <a:lnTo>
                    <a:pt x="1625405" y="84246"/>
                  </a:lnTo>
                  <a:lnTo>
                    <a:pt x="1617590" y="84164"/>
                  </a:lnTo>
                  <a:lnTo>
                    <a:pt x="1609776" y="84081"/>
                  </a:lnTo>
                  <a:lnTo>
                    <a:pt x="1601961" y="83997"/>
                  </a:lnTo>
                  <a:lnTo>
                    <a:pt x="1594147" y="83937"/>
                  </a:lnTo>
                  <a:lnTo>
                    <a:pt x="1586333" y="83866"/>
                  </a:lnTo>
                  <a:lnTo>
                    <a:pt x="1578518" y="83763"/>
                  </a:lnTo>
                  <a:lnTo>
                    <a:pt x="1570704" y="83660"/>
                  </a:lnTo>
                  <a:lnTo>
                    <a:pt x="1562889" y="83563"/>
                  </a:lnTo>
                  <a:lnTo>
                    <a:pt x="1555075" y="83474"/>
                  </a:lnTo>
                  <a:lnTo>
                    <a:pt x="1547260" y="83384"/>
                  </a:lnTo>
                  <a:lnTo>
                    <a:pt x="1539446" y="83292"/>
                  </a:lnTo>
                  <a:lnTo>
                    <a:pt x="1531631" y="83199"/>
                  </a:lnTo>
                  <a:lnTo>
                    <a:pt x="1523817" y="83104"/>
                  </a:lnTo>
                  <a:lnTo>
                    <a:pt x="1516003" y="83008"/>
                  </a:lnTo>
                  <a:lnTo>
                    <a:pt x="1508188" y="82911"/>
                  </a:lnTo>
                  <a:lnTo>
                    <a:pt x="1500374" y="82830"/>
                  </a:lnTo>
                  <a:lnTo>
                    <a:pt x="1492559" y="82761"/>
                  </a:lnTo>
                  <a:lnTo>
                    <a:pt x="1484745" y="82647"/>
                  </a:lnTo>
                  <a:lnTo>
                    <a:pt x="1476930" y="82528"/>
                  </a:lnTo>
                  <a:lnTo>
                    <a:pt x="1469116" y="82413"/>
                  </a:lnTo>
                  <a:lnTo>
                    <a:pt x="1461301" y="82310"/>
                  </a:lnTo>
                  <a:lnTo>
                    <a:pt x="1453487" y="82206"/>
                  </a:lnTo>
                  <a:lnTo>
                    <a:pt x="1445672" y="82101"/>
                  </a:lnTo>
                  <a:lnTo>
                    <a:pt x="1437858" y="81994"/>
                  </a:lnTo>
                  <a:lnTo>
                    <a:pt x="1430044" y="81887"/>
                  </a:lnTo>
                  <a:lnTo>
                    <a:pt x="1422229" y="81777"/>
                  </a:lnTo>
                  <a:lnTo>
                    <a:pt x="1414415" y="81666"/>
                  </a:lnTo>
                  <a:lnTo>
                    <a:pt x="1406600" y="81552"/>
                  </a:lnTo>
                  <a:lnTo>
                    <a:pt x="1398786" y="81438"/>
                  </a:lnTo>
                  <a:lnTo>
                    <a:pt x="1390971" y="81322"/>
                  </a:lnTo>
                  <a:lnTo>
                    <a:pt x="1383157" y="81205"/>
                  </a:lnTo>
                  <a:lnTo>
                    <a:pt x="1375342" y="81086"/>
                  </a:lnTo>
                  <a:lnTo>
                    <a:pt x="1367528" y="80974"/>
                  </a:lnTo>
                  <a:lnTo>
                    <a:pt x="1359714" y="80844"/>
                  </a:lnTo>
                  <a:lnTo>
                    <a:pt x="1351899" y="80723"/>
                  </a:lnTo>
                  <a:lnTo>
                    <a:pt x="1344085" y="80598"/>
                  </a:lnTo>
                  <a:lnTo>
                    <a:pt x="1336270" y="80459"/>
                  </a:lnTo>
                  <a:lnTo>
                    <a:pt x="1328456" y="80347"/>
                  </a:lnTo>
                  <a:lnTo>
                    <a:pt x="1320641" y="80220"/>
                  </a:lnTo>
                  <a:lnTo>
                    <a:pt x="1312827" y="80141"/>
                  </a:lnTo>
                  <a:lnTo>
                    <a:pt x="1305012" y="80069"/>
                  </a:lnTo>
                  <a:lnTo>
                    <a:pt x="1297198" y="79941"/>
                  </a:lnTo>
                  <a:lnTo>
                    <a:pt x="1289384" y="79803"/>
                  </a:lnTo>
                  <a:lnTo>
                    <a:pt x="1281569" y="79702"/>
                  </a:lnTo>
                  <a:lnTo>
                    <a:pt x="1273755" y="79599"/>
                  </a:lnTo>
                  <a:lnTo>
                    <a:pt x="1265940" y="79494"/>
                  </a:lnTo>
                  <a:lnTo>
                    <a:pt x="1258126" y="79346"/>
                  </a:lnTo>
                  <a:lnTo>
                    <a:pt x="1250311" y="79203"/>
                  </a:lnTo>
                  <a:lnTo>
                    <a:pt x="1242497" y="79099"/>
                  </a:lnTo>
                  <a:lnTo>
                    <a:pt x="1234682" y="78993"/>
                  </a:lnTo>
                  <a:lnTo>
                    <a:pt x="1226868" y="78886"/>
                  </a:lnTo>
                  <a:lnTo>
                    <a:pt x="1219053" y="78776"/>
                  </a:lnTo>
                  <a:lnTo>
                    <a:pt x="1211239" y="78569"/>
                  </a:lnTo>
                  <a:lnTo>
                    <a:pt x="1203425" y="78448"/>
                  </a:lnTo>
                  <a:lnTo>
                    <a:pt x="1195610" y="78342"/>
                  </a:lnTo>
                  <a:lnTo>
                    <a:pt x="1187796" y="78238"/>
                  </a:lnTo>
                  <a:lnTo>
                    <a:pt x="1179981" y="78091"/>
                  </a:lnTo>
                  <a:lnTo>
                    <a:pt x="1172167" y="77970"/>
                  </a:lnTo>
                  <a:lnTo>
                    <a:pt x="1164352" y="77848"/>
                  </a:lnTo>
                  <a:lnTo>
                    <a:pt x="1156538" y="77725"/>
                  </a:lnTo>
                  <a:lnTo>
                    <a:pt x="1148723" y="77601"/>
                  </a:lnTo>
                  <a:lnTo>
                    <a:pt x="1140909" y="77474"/>
                  </a:lnTo>
                  <a:lnTo>
                    <a:pt x="1133095" y="77347"/>
                  </a:lnTo>
                  <a:lnTo>
                    <a:pt x="1125280" y="77218"/>
                  </a:lnTo>
                  <a:lnTo>
                    <a:pt x="1117466" y="77087"/>
                  </a:lnTo>
                  <a:lnTo>
                    <a:pt x="1109651" y="76955"/>
                  </a:lnTo>
                  <a:lnTo>
                    <a:pt x="1101837" y="76821"/>
                  </a:lnTo>
                  <a:lnTo>
                    <a:pt x="1094022" y="76687"/>
                  </a:lnTo>
                  <a:lnTo>
                    <a:pt x="1086208" y="76552"/>
                  </a:lnTo>
                  <a:lnTo>
                    <a:pt x="1078393" y="76414"/>
                  </a:lnTo>
                  <a:lnTo>
                    <a:pt x="1070579" y="76261"/>
                  </a:lnTo>
                  <a:lnTo>
                    <a:pt x="1062765" y="76028"/>
                  </a:lnTo>
                  <a:lnTo>
                    <a:pt x="1054950" y="75853"/>
                  </a:lnTo>
                  <a:lnTo>
                    <a:pt x="1047136" y="75723"/>
                  </a:lnTo>
                  <a:lnTo>
                    <a:pt x="1039321" y="75590"/>
                  </a:lnTo>
                  <a:lnTo>
                    <a:pt x="1031507" y="75453"/>
                  </a:lnTo>
                  <a:lnTo>
                    <a:pt x="1023692" y="75202"/>
                  </a:lnTo>
                  <a:lnTo>
                    <a:pt x="1015878" y="74936"/>
                  </a:lnTo>
                  <a:lnTo>
                    <a:pt x="1008063" y="74594"/>
                  </a:lnTo>
                  <a:lnTo>
                    <a:pt x="1000249" y="74382"/>
                  </a:lnTo>
                  <a:lnTo>
                    <a:pt x="992434" y="74238"/>
                  </a:lnTo>
                  <a:lnTo>
                    <a:pt x="984620" y="74081"/>
                  </a:lnTo>
                  <a:lnTo>
                    <a:pt x="976806" y="73847"/>
                  </a:lnTo>
                  <a:lnTo>
                    <a:pt x="968991" y="73609"/>
                  </a:lnTo>
                  <a:lnTo>
                    <a:pt x="961177" y="73370"/>
                  </a:lnTo>
                  <a:lnTo>
                    <a:pt x="953362" y="73173"/>
                  </a:lnTo>
                  <a:lnTo>
                    <a:pt x="945548" y="73041"/>
                  </a:lnTo>
                  <a:lnTo>
                    <a:pt x="937733" y="72907"/>
                  </a:lnTo>
                  <a:lnTo>
                    <a:pt x="929919" y="72767"/>
                  </a:lnTo>
                  <a:lnTo>
                    <a:pt x="922104" y="72596"/>
                  </a:lnTo>
                  <a:lnTo>
                    <a:pt x="914290" y="72309"/>
                  </a:lnTo>
                  <a:lnTo>
                    <a:pt x="906476" y="72046"/>
                  </a:lnTo>
                  <a:lnTo>
                    <a:pt x="898661" y="71873"/>
                  </a:lnTo>
                  <a:lnTo>
                    <a:pt x="890847" y="71700"/>
                  </a:lnTo>
                  <a:lnTo>
                    <a:pt x="883032" y="71523"/>
                  </a:lnTo>
                  <a:lnTo>
                    <a:pt x="875218" y="71268"/>
                  </a:lnTo>
                  <a:lnTo>
                    <a:pt x="867403" y="71005"/>
                  </a:lnTo>
                  <a:lnTo>
                    <a:pt x="859589" y="70777"/>
                  </a:lnTo>
                  <a:lnTo>
                    <a:pt x="851774" y="70598"/>
                  </a:lnTo>
                  <a:lnTo>
                    <a:pt x="843960" y="70416"/>
                  </a:lnTo>
                  <a:lnTo>
                    <a:pt x="836145" y="70230"/>
                  </a:lnTo>
                  <a:lnTo>
                    <a:pt x="828331" y="70041"/>
                  </a:lnTo>
                  <a:lnTo>
                    <a:pt x="820517" y="69858"/>
                  </a:lnTo>
                  <a:lnTo>
                    <a:pt x="812702" y="69629"/>
                  </a:lnTo>
                  <a:lnTo>
                    <a:pt x="804888" y="69361"/>
                  </a:lnTo>
                  <a:lnTo>
                    <a:pt x="797073" y="69089"/>
                  </a:lnTo>
                  <a:lnTo>
                    <a:pt x="789259" y="68780"/>
                  </a:lnTo>
                  <a:lnTo>
                    <a:pt x="781444" y="68487"/>
                  </a:lnTo>
                  <a:lnTo>
                    <a:pt x="773630" y="68190"/>
                  </a:lnTo>
                  <a:lnTo>
                    <a:pt x="765815" y="67889"/>
                  </a:lnTo>
                  <a:lnTo>
                    <a:pt x="758001" y="67614"/>
                  </a:lnTo>
                  <a:lnTo>
                    <a:pt x="750187" y="67274"/>
                  </a:lnTo>
                  <a:lnTo>
                    <a:pt x="742372" y="66992"/>
                  </a:lnTo>
                  <a:lnTo>
                    <a:pt x="734558" y="66783"/>
                  </a:lnTo>
                  <a:lnTo>
                    <a:pt x="726743" y="66480"/>
                  </a:lnTo>
                  <a:lnTo>
                    <a:pt x="718929" y="66170"/>
                  </a:lnTo>
                  <a:lnTo>
                    <a:pt x="711114" y="65856"/>
                  </a:lnTo>
                  <a:lnTo>
                    <a:pt x="703300" y="65577"/>
                  </a:lnTo>
                  <a:lnTo>
                    <a:pt x="695485" y="65221"/>
                  </a:lnTo>
                  <a:lnTo>
                    <a:pt x="687671" y="64965"/>
                  </a:lnTo>
                  <a:lnTo>
                    <a:pt x="679857" y="64692"/>
                  </a:lnTo>
                  <a:lnTo>
                    <a:pt x="672042" y="64418"/>
                  </a:lnTo>
                  <a:lnTo>
                    <a:pt x="664228" y="64128"/>
                  </a:lnTo>
                  <a:lnTo>
                    <a:pt x="656413" y="63902"/>
                  </a:lnTo>
                  <a:lnTo>
                    <a:pt x="648599" y="63601"/>
                  </a:lnTo>
                  <a:lnTo>
                    <a:pt x="640784" y="63230"/>
                  </a:lnTo>
                  <a:lnTo>
                    <a:pt x="632970" y="62972"/>
                  </a:lnTo>
                  <a:lnTo>
                    <a:pt x="625155" y="62712"/>
                  </a:lnTo>
                  <a:lnTo>
                    <a:pt x="617341" y="62500"/>
                  </a:lnTo>
                  <a:lnTo>
                    <a:pt x="609526" y="62312"/>
                  </a:lnTo>
                  <a:lnTo>
                    <a:pt x="601712" y="62033"/>
                  </a:lnTo>
                  <a:lnTo>
                    <a:pt x="593898" y="61655"/>
                  </a:lnTo>
                  <a:lnTo>
                    <a:pt x="586083" y="61379"/>
                  </a:lnTo>
                  <a:lnTo>
                    <a:pt x="578269" y="61081"/>
                  </a:lnTo>
                  <a:lnTo>
                    <a:pt x="570454" y="60680"/>
                  </a:lnTo>
                  <a:lnTo>
                    <a:pt x="562640" y="60274"/>
                  </a:lnTo>
                  <a:lnTo>
                    <a:pt x="554825" y="59895"/>
                  </a:lnTo>
                  <a:lnTo>
                    <a:pt x="547011" y="59616"/>
                  </a:lnTo>
                  <a:lnTo>
                    <a:pt x="539196" y="59208"/>
                  </a:lnTo>
                  <a:lnTo>
                    <a:pt x="531382" y="58923"/>
                  </a:lnTo>
                  <a:lnTo>
                    <a:pt x="523568" y="58639"/>
                  </a:lnTo>
                  <a:lnTo>
                    <a:pt x="515753" y="58284"/>
                  </a:lnTo>
                  <a:lnTo>
                    <a:pt x="507939" y="58028"/>
                  </a:lnTo>
                  <a:lnTo>
                    <a:pt x="500124" y="57784"/>
                  </a:lnTo>
                  <a:lnTo>
                    <a:pt x="492310" y="57544"/>
                  </a:lnTo>
                  <a:lnTo>
                    <a:pt x="484495" y="57358"/>
                  </a:lnTo>
                  <a:lnTo>
                    <a:pt x="476681" y="57042"/>
                  </a:lnTo>
                  <a:lnTo>
                    <a:pt x="468866" y="56805"/>
                  </a:lnTo>
                  <a:lnTo>
                    <a:pt x="461052" y="56605"/>
                  </a:lnTo>
                  <a:lnTo>
                    <a:pt x="453238" y="56299"/>
                  </a:lnTo>
                  <a:lnTo>
                    <a:pt x="445423" y="56030"/>
                  </a:lnTo>
                  <a:lnTo>
                    <a:pt x="437609" y="55800"/>
                  </a:lnTo>
                  <a:lnTo>
                    <a:pt x="429794" y="55486"/>
                  </a:lnTo>
                  <a:lnTo>
                    <a:pt x="421980" y="55187"/>
                  </a:lnTo>
                  <a:lnTo>
                    <a:pt x="414165" y="54947"/>
                  </a:lnTo>
                  <a:lnTo>
                    <a:pt x="406351" y="54582"/>
                  </a:lnTo>
                  <a:lnTo>
                    <a:pt x="398536" y="54390"/>
                  </a:lnTo>
                  <a:lnTo>
                    <a:pt x="390722" y="54086"/>
                  </a:lnTo>
                  <a:lnTo>
                    <a:pt x="382907" y="53842"/>
                  </a:lnTo>
                  <a:lnTo>
                    <a:pt x="375093" y="53520"/>
                  </a:lnTo>
                  <a:lnTo>
                    <a:pt x="367279" y="53272"/>
                  </a:lnTo>
                  <a:lnTo>
                    <a:pt x="359464" y="53014"/>
                  </a:lnTo>
                  <a:lnTo>
                    <a:pt x="351650" y="52767"/>
                  </a:lnTo>
                  <a:lnTo>
                    <a:pt x="343835" y="52471"/>
                  </a:lnTo>
                  <a:lnTo>
                    <a:pt x="336021" y="52229"/>
                  </a:lnTo>
                  <a:lnTo>
                    <a:pt x="328206" y="51970"/>
                  </a:lnTo>
                  <a:lnTo>
                    <a:pt x="320392" y="51712"/>
                  </a:lnTo>
                  <a:lnTo>
                    <a:pt x="312577" y="51416"/>
                  </a:lnTo>
                  <a:lnTo>
                    <a:pt x="304763" y="51197"/>
                  </a:lnTo>
                  <a:lnTo>
                    <a:pt x="296949" y="50985"/>
                  </a:lnTo>
                  <a:lnTo>
                    <a:pt x="289134" y="50691"/>
                  </a:lnTo>
                  <a:lnTo>
                    <a:pt x="281320" y="50572"/>
                  </a:lnTo>
                  <a:lnTo>
                    <a:pt x="273505" y="50401"/>
                  </a:lnTo>
                  <a:lnTo>
                    <a:pt x="265691" y="50212"/>
                  </a:lnTo>
                  <a:lnTo>
                    <a:pt x="257876" y="50010"/>
                  </a:lnTo>
                  <a:lnTo>
                    <a:pt x="250062" y="49897"/>
                  </a:lnTo>
                  <a:lnTo>
                    <a:pt x="242247" y="49742"/>
                  </a:lnTo>
                  <a:lnTo>
                    <a:pt x="234433" y="49608"/>
                  </a:lnTo>
                  <a:lnTo>
                    <a:pt x="226619" y="49419"/>
                  </a:lnTo>
                  <a:lnTo>
                    <a:pt x="218804" y="49315"/>
                  </a:lnTo>
                  <a:lnTo>
                    <a:pt x="210990" y="49211"/>
                  </a:lnTo>
                  <a:lnTo>
                    <a:pt x="203175" y="49040"/>
                  </a:lnTo>
                  <a:lnTo>
                    <a:pt x="195361" y="48949"/>
                  </a:lnTo>
                  <a:lnTo>
                    <a:pt x="187546" y="48843"/>
                  </a:lnTo>
                  <a:lnTo>
                    <a:pt x="179732" y="48710"/>
                  </a:lnTo>
                  <a:lnTo>
                    <a:pt x="171917" y="48597"/>
                  </a:lnTo>
                  <a:lnTo>
                    <a:pt x="164103" y="48455"/>
                  </a:lnTo>
                  <a:lnTo>
                    <a:pt x="156288" y="48367"/>
                  </a:lnTo>
                  <a:lnTo>
                    <a:pt x="148474" y="48333"/>
                  </a:lnTo>
                  <a:lnTo>
                    <a:pt x="140660" y="48279"/>
                  </a:lnTo>
                  <a:lnTo>
                    <a:pt x="132845" y="48202"/>
                  </a:lnTo>
                  <a:lnTo>
                    <a:pt x="125031" y="48149"/>
                  </a:lnTo>
                  <a:lnTo>
                    <a:pt x="117216" y="48061"/>
                  </a:lnTo>
                  <a:lnTo>
                    <a:pt x="109402" y="47967"/>
                  </a:lnTo>
                  <a:lnTo>
                    <a:pt x="101587" y="47918"/>
                  </a:lnTo>
                  <a:lnTo>
                    <a:pt x="93773" y="47818"/>
                  </a:lnTo>
                  <a:lnTo>
                    <a:pt x="85958" y="47812"/>
                  </a:lnTo>
                  <a:lnTo>
                    <a:pt x="78144" y="47802"/>
                  </a:lnTo>
                  <a:lnTo>
                    <a:pt x="70330" y="47801"/>
                  </a:lnTo>
                  <a:lnTo>
                    <a:pt x="62515" y="47739"/>
                  </a:lnTo>
                  <a:lnTo>
                    <a:pt x="54701" y="47660"/>
                  </a:lnTo>
                  <a:lnTo>
                    <a:pt x="46886" y="47598"/>
                  </a:lnTo>
                  <a:lnTo>
                    <a:pt x="39072" y="47563"/>
                  </a:lnTo>
                  <a:lnTo>
                    <a:pt x="31257" y="47446"/>
                  </a:lnTo>
                  <a:lnTo>
                    <a:pt x="23443" y="47365"/>
                  </a:lnTo>
                  <a:lnTo>
                    <a:pt x="15628" y="47285"/>
                  </a:lnTo>
                  <a:lnTo>
                    <a:pt x="7814" y="47286"/>
                  </a:lnTo>
                  <a:lnTo>
                    <a:pt x="0" y="47235"/>
                  </a:lnTo>
                  <a:close/>
                </a:path>
              </a:pathLst>
            </a:custGeom>
            <a:solidFill>
              <a:srgbClr val="0072B2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175" name="pl174"/>
            <p:cNvSpPr/>
            <p:nvPr/>
          </p:nvSpPr>
          <p:spPr>
            <a:xfrm>
              <a:off x="3632283" y="4600220"/>
              <a:ext cx="2023942" cy="40468"/>
            </a:xfrm>
            <a:custGeom>
              <a:avLst/>
              <a:pathLst>
                <a:path w="2023942" h="40468">
                  <a:moveTo>
                    <a:pt x="0" y="0"/>
                  </a:moveTo>
                  <a:lnTo>
                    <a:pt x="7814" y="1085"/>
                  </a:lnTo>
                  <a:lnTo>
                    <a:pt x="15628" y="2059"/>
                  </a:lnTo>
                  <a:lnTo>
                    <a:pt x="23443" y="2849"/>
                  </a:lnTo>
                  <a:lnTo>
                    <a:pt x="31257" y="3803"/>
                  </a:lnTo>
                  <a:lnTo>
                    <a:pt x="39072" y="4820"/>
                  </a:lnTo>
                  <a:lnTo>
                    <a:pt x="46886" y="5826"/>
                  </a:lnTo>
                  <a:lnTo>
                    <a:pt x="54701" y="6708"/>
                  </a:lnTo>
                  <a:lnTo>
                    <a:pt x="62515" y="7373"/>
                  </a:lnTo>
                  <a:lnTo>
                    <a:pt x="70330" y="8178"/>
                  </a:lnTo>
                  <a:lnTo>
                    <a:pt x="78144" y="9057"/>
                  </a:lnTo>
                  <a:lnTo>
                    <a:pt x="85958" y="10024"/>
                  </a:lnTo>
                  <a:lnTo>
                    <a:pt x="93773" y="10776"/>
                  </a:lnTo>
                  <a:lnTo>
                    <a:pt x="101587" y="11667"/>
                  </a:lnTo>
                  <a:lnTo>
                    <a:pt x="109402" y="12368"/>
                  </a:lnTo>
                  <a:lnTo>
                    <a:pt x="117216" y="13244"/>
                  </a:lnTo>
                  <a:lnTo>
                    <a:pt x="125031" y="14129"/>
                  </a:lnTo>
                  <a:lnTo>
                    <a:pt x="132845" y="15026"/>
                  </a:lnTo>
                  <a:lnTo>
                    <a:pt x="140660" y="15539"/>
                  </a:lnTo>
                  <a:lnTo>
                    <a:pt x="148474" y="16294"/>
                  </a:lnTo>
                  <a:lnTo>
                    <a:pt x="156288" y="16996"/>
                  </a:lnTo>
                  <a:lnTo>
                    <a:pt x="164103" y="17620"/>
                  </a:lnTo>
                  <a:lnTo>
                    <a:pt x="171917" y="18455"/>
                  </a:lnTo>
                  <a:lnTo>
                    <a:pt x="179732" y="19299"/>
                  </a:lnTo>
                  <a:lnTo>
                    <a:pt x="187546" y="19752"/>
                  </a:lnTo>
                  <a:lnTo>
                    <a:pt x="195361" y="20587"/>
                  </a:lnTo>
                  <a:lnTo>
                    <a:pt x="203175" y="21183"/>
                  </a:lnTo>
                  <a:lnTo>
                    <a:pt x="210990" y="21812"/>
                  </a:lnTo>
                  <a:lnTo>
                    <a:pt x="218804" y="22484"/>
                  </a:lnTo>
                  <a:lnTo>
                    <a:pt x="226619" y="23127"/>
                  </a:lnTo>
                  <a:lnTo>
                    <a:pt x="234433" y="23665"/>
                  </a:lnTo>
                  <a:lnTo>
                    <a:pt x="242247" y="24253"/>
                  </a:lnTo>
                  <a:lnTo>
                    <a:pt x="250062" y="24761"/>
                  </a:lnTo>
                  <a:lnTo>
                    <a:pt x="257876" y="25376"/>
                  </a:lnTo>
                  <a:lnTo>
                    <a:pt x="265691" y="25890"/>
                  </a:lnTo>
                  <a:lnTo>
                    <a:pt x="273505" y="26561"/>
                  </a:lnTo>
                  <a:lnTo>
                    <a:pt x="281320" y="26930"/>
                  </a:lnTo>
                  <a:lnTo>
                    <a:pt x="289134" y="27399"/>
                  </a:lnTo>
                  <a:lnTo>
                    <a:pt x="296949" y="27975"/>
                  </a:lnTo>
                  <a:lnTo>
                    <a:pt x="304763" y="28711"/>
                  </a:lnTo>
                  <a:lnTo>
                    <a:pt x="312577" y="29117"/>
                  </a:lnTo>
                  <a:lnTo>
                    <a:pt x="320392" y="29680"/>
                  </a:lnTo>
                  <a:lnTo>
                    <a:pt x="328206" y="29988"/>
                  </a:lnTo>
                  <a:lnTo>
                    <a:pt x="336021" y="30391"/>
                  </a:lnTo>
                  <a:lnTo>
                    <a:pt x="343835" y="30722"/>
                  </a:lnTo>
                  <a:lnTo>
                    <a:pt x="351650" y="31215"/>
                  </a:lnTo>
                  <a:lnTo>
                    <a:pt x="359464" y="31626"/>
                  </a:lnTo>
                  <a:lnTo>
                    <a:pt x="367279" y="32127"/>
                  </a:lnTo>
                  <a:lnTo>
                    <a:pt x="375093" y="32462"/>
                  </a:lnTo>
                  <a:lnTo>
                    <a:pt x="382907" y="32752"/>
                  </a:lnTo>
                  <a:lnTo>
                    <a:pt x="390722" y="33006"/>
                  </a:lnTo>
                  <a:lnTo>
                    <a:pt x="398536" y="33347"/>
                  </a:lnTo>
                  <a:lnTo>
                    <a:pt x="406351" y="33650"/>
                  </a:lnTo>
                  <a:lnTo>
                    <a:pt x="414165" y="33872"/>
                  </a:lnTo>
                  <a:lnTo>
                    <a:pt x="421980" y="34262"/>
                  </a:lnTo>
                  <a:lnTo>
                    <a:pt x="429794" y="34592"/>
                  </a:lnTo>
                  <a:lnTo>
                    <a:pt x="437609" y="34789"/>
                  </a:lnTo>
                  <a:lnTo>
                    <a:pt x="445423" y="35038"/>
                  </a:lnTo>
                  <a:lnTo>
                    <a:pt x="453238" y="35307"/>
                  </a:lnTo>
                  <a:lnTo>
                    <a:pt x="461052" y="35512"/>
                  </a:lnTo>
                  <a:lnTo>
                    <a:pt x="468866" y="35842"/>
                  </a:lnTo>
                  <a:lnTo>
                    <a:pt x="476681" y="35991"/>
                  </a:lnTo>
                  <a:lnTo>
                    <a:pt x="484495" y="36077"/>
                  </a:lnTo>
                  <a:lnTo>
                    <a:pt x="492310" y="36343"/>
                  </a:lnTo>
                  <a:lnTo>
                    <a:pt x="500124" y="36476"/>
                  </a:lnTo>
                  <a:lnTo>
                    <a:pt x="507939" y="36600"/>
                  </a:lnTo>
                  <a:lnTo>
                    <a:pt x="515753" y="36744"/>
                  </a:lnTo>
                  <a:lnTo>
                    <a:pt x="523568" y="36965"/>
                  </a:lnTo>
                  <a:lnTo>
                    <a:pt x="531382" y="37114"/>
                  </a:lnTo>
                  <a:lnTo>
                    <a:pt x="539196" y="37217"/>
                  </a:lnTo>
                  <a:lnTo>
                    <a:pt x="547011" y="37385"/>
                  </a:lnTo>
                  <a:lnTo>
                    <a:pt x="554825" y="37547"/>
                  </a:lnTo>
                  <a:lnTo>
                    <a:pt x="562640" y="37612"/>
                  </a:lnTo>
                  <a:lnTo>
                    <a:pt x="570454" y="37783"/>
                  </a:lnTo>
                  <a:lnTo>
                    <a:pt x="578269" y="37955"/>
                  </a:lnTo>
                  <a:lnTo>
                    <a:pt x="586083" y="38125"/>
                  </a:lnTo>
                  <a:lnTo>
                    <a:pt x="593898" y="38168"/>
                  </a:lnTo>
                  <a:lnTo>
                    <a:pt x="601712" y="38336"/>
                  </a:lnTo>
                  <a:lnTo>
                    <a:pt x="609526" y="38305"/>
                  </a:lnTo>
                  <a:lnTo>
                    <a:pt x="617341" y="38468"/>
                  </a:lnTo>
                  <a:lnTo>
                    <a:pt x="625155" y="38608"/>
                  </a:lnTo>
                  <a:lnTo>
                    <a:pt x="632970" y="38757"/>
                  </a:lnTo>
                  <a:lnTo>
                    <a:pt x="640784" y="38906"/>
                  </a:lnTo>
                  <a:lnTo>
                    <a:pt x="648599" y="39039"/>
                  </a:lnTo>
                  <a:lnTo>
                    <a:pt x="656413" y="39207"/>
                  </a:lnTo>
                  <a:lnTo>
                    <a:pt x="664228" y="39297"/>
                  </a:lnTo>
                  <a:lnTo>
                    <a:pt x="672042" y="39345"/>
                  </a:lnTo>
                  <a:lnTo>
                    <a:pt x="679857" y="39402"/>
                  </a:lnTo>
                  <a:lnTo>
                    <a:pt x="687671" y="39458"/>
                  </a:lnTo>
                  <a:lnTo>
                    <a:pt x="695485" y="39572"/>
                  </a:lnTo>
                  <a:lnTo>
                    <a:pt x="703300" y="39604"/>
                  </a:lnTo>
                  <a:lnTo>
                    <a:pt x="711114" y="39626"/>
                  </a:lnTo>
                  <a:lnTo>
                    <a:pt x="718929" y="39681"/>
                  </a:lnTo>
                  <a:lnTo>
                    <a:pt x="726743" y="39657"/>
                  </a:lnTo>
                  <a:lnTo>
                    <a:pt x="734558" y="39629"/>
                  </a:lnTo>
                  <a:lnTo>
                    <a:pt x="742372" y="39582"/>
                  </a:lnTo>
                  <a:lnTo>
                    <a:pt x="750187" y="39587"/>
                  </a:lnTo>
                  <a:lnTo>
                    <a:pt x="758001" y="39580"/>
                  </a:lnTo>
                  <a:lnTo>
                    <a:pt x="765815" y="39738"/>
                  </a:lnTo>
                  <a:lnTo>
                    <a:pt x="773630" y="39775"/>
                  </a:lnTo>
                  <a:lnTo>
                    <a:pt x="781444" y="39900"/>
                  </a:lnTo>
                  <a:lnTo>
                    <a:pt x="789259" y="40024"/>
                  </a:lnTo>
                  <a:lnTo>
                    <a:pt x="797073" y="40137"/>
                  </a:lnTo>
                  <a:lnTo>
                    <a:pt x="804888" y="40270"/>
                  </a:lnTo>
                  <a:lnTo>
                    <a:pt x="812702" y="40341"/>
                  </a:lnTo>
                  <a:lnTo>
                    <a:pt x="820517" y="40396"/>
                  </a:lnTo>
                  <a:lnTo>
                    <a:pt x="828331" y="40448"/>
                  </a:lnTo>
                  <a:lnTo>
                    <a:pt x="836145" y="40468"/>
                  </a:lnTo>
                  <a:lnTo>
                    <a:pt x="843960" y="40370"/>
                  </a:lnTo>
                  <a:lnTo>
                    <a:pt x="851774" y="40335"/>
                  </a:lnTo>
                  <a:lnTo>
                    <a:pt x="859589" y="40331"/>
                  </a:lnTo>
                  <a:lnTo>
                    <a:pt x="867403" y="40372"/>
                  </a:lnTo>
                  <a:lnTo>
                    <a:pt x="875218" y="40327"/>
                  </a:lnTo>
                  <a:lnTo>
                    <a:pt x="883032" y="40328"/>
                  </a:lnTo>
                  <a:lnTo>
                    <a:pt x="890847" y="40234"/>
                  </a:lnTo>
                  <a:lnTo>
                    <a:pt x="898661" y="40185"/>
                  </a:lnTo>
                  <a:lnTo>
                    <a:pt x="906476" y="40137"/>
                  </a:lnTo>
                  <a:lnTo>
                    <a:pt x="914290" y="40080"/>
                  </a:lnTo>
                  <a:lnTo>
                    <a:pt x="922104" y="40087"/>
                  </a:lnTo>
                  <a:lnTo>
                    <a:pt x="929919" y="40103"/>
                  </a:lnTo>
                  <a:lnTo>
                    <a:pt x="937733" y="40121"/>
                  </a:lnTo>
                  <a:lnTo>
                    <a:pt x="945548" y="40137"/>
                  </a:lnTo>
                  <a:lnTo>
                    <a:pt x="953362" y="40153"/>
                  </a:lnTo>
                  <a:lnTo>
                    <a:pt x="961177" y="40170"/>
                  </a:lnTo>
                  <a:lnTo>
                    <a:pt x="968991" y="40188"/>
                  </a:lnTo>
                  <a:lnTo>
                    <a:pt x="976806" y="40160"/>
                  </a:lnTo>
                  <a:lnTo>
                    <a:pt x="984620" y="40171"/>
                  </a:lnTo>
                  <a:lnTo>
                    <a:pt x="992434" y="40142"/>
                  </a:lnTo>
                  <a:lnTo>
                    <a:pt x="1000249" y="40145"/>
                  </a:lnTo>
                  <a:lnTo>
                    <a:pt x="1008063" y="40170"/>
                  </a:lnTo>
                  <a:lnTo>
                    <a:pt x="1015878" y="40059"/>
                  </a:lnTo>
                  <a:lnTo>
                    <a:pt x="1023692" y="40028"/>
                  </a:lnTo>
                  <a:lnTo>
                    <a:pt x="1031507" y="39999"/>
                  </a:lnTo>
                  <a:lnTo>
                    <a:pt x="1039321" y="40004"/>
                  </a:lnTo>
                  <a:lnTo>
                    <a:pt x="1047136" y="40015"/>
                  </a:lnTo>
                  <a:lnTo>
                    <a:pt x="1054950" y="40057"/>
                  </a:lnTo>
                  <a:lnTo>
                    <a:pt x="1062765" y="40102"/>
                  </a:lnTo>
                  <a:lnTo>
                    <a:pt x="1070579" y="40147"/>
                  </a:lnTo>
                  <a:lnTo>
                    <a:pt x="1078393" y="40192"/>
                  </a:lnTo>
                  <a:lnTo>
                    <a:pt x="1086208" y="40236"/>
                  </a:lnTo>
                  <a:lnTo>
                    <a:pt x="1094022" y="40204"/>
                  </a:lnTo>
                  <a:lnTo>
                    <a:pt x="1101837" y="40162"/>
                  </a:lnTo>
                  <a:lnTo>
                    <a:pt x="1109651" y="40120"/>
                  </a:lnTo>
                  <a:lnTo>
                    <a:pt x="1117466" y="40100"/>
                  </a:lnTo>
                  <a:lnTo>
                    <a:pt x="1125280" y="40108"/>
                  </a:lnTo>
                  <a:lnTo>
                    <a:pt x="1133095" y="40045"/>
                  </a:lnTo>
                  <a:lnTo>
                    <a:pt x="1140909" y="39982"/>
                  </a:lnTo>
                  <a:lnTo>
                    <a:pt x="1148723" y="39919"/>
                  </a:lnTo>
                  <a:lnTo>
                    <a:pt x="1156538" y="39870"/>
                  </a:lnTo>
                  <a:lnTo>
                    <a:pt x="1164352" y="39878"/>
                  </a:lnTo>
                  <a:lnTo>
                    <a:pt x="1172167" y="39816"/>
                  </a:lnTo>
                  <a:lnTo>
                    <a:pt x="1179981" y="39727"/>
                  </a:lnTo>
                  <a:lnTo>
                    <a:pt x="1187796" y="39682"/>
                  </a:lnTo>
                  <a:lnTo>
                    <a:pt x="1195610" y="39638"/>
                  </a:lnTo>
                  <a:lnTo>
                    <a:pt x="1203425" y="39593"/>
                  </a:lnTo>
                  <a:lnTo>
                    <a:pt x="1211239" y="39549"/>
                  </a:lnTo>
                  <a:lnTo>
                    <a:pt x="1219053" y="39507"/>
                  </a:lnTo>
                  <a:lnTo>
                    <a:pt x="1226868" y="39517"/>
                  </a:lnTo>
                  <a:lnTo>
                    <a:pt x="1234682" y="39567"/>
                  </a:lnTo>
                  <a:lnTo>
                    <a:pt x="1242497" y="39619"/>
                  </a:lnTo>
                  <a:lnTo>
                    <a:pt x="1250311" y="39671"/>
                  </a:lnTo>
                  <a:lnTo>
                    <a:pt x="1258126" y="39722"/>
                  </a:lnTo>
                  <a:lnTo>
                    <a:pt x="1265940" y="39694"/>
                  </a:lnTo>
                  <a:lnTo>
                    <a:pt x="1273755" y="39601"/>
                  </a:lnTo>
                  <a:lnTo>
                    <a:pt x="1281569" y="39508"/>
                  </a:lnTo>
                  <a:lnTo>
                    <a:pt x="1289384" y="39415"/>
                  </a:lnTo>
                  <a:lnTo>
                    <a:pt x="1297198" y="39398"/>
                  </a:lnTo>
                  <a:lnTo>
                    <a:pt x="1305012" y="39395"/>
                  </a:lnTo>
                  <a:lnTo>
                    <a:pt x="1312827" y="39395"/>
                  </a:lnTo>
                  <a:lnTo>
                    <a:pt x="1320641" y="39403"/>
                  </a:lnTo>
                  <a:lnTo>
                    <a:pt x="1328456" y="39463"/>
                  </a:lnTo>
                  <a:lnTo>
                    <a:pt x="1336270" y="39523"/>
                  </a:lnTo>
                  <a:lnTo>
                    <a:pt x="1344085" y="39583"/>
                  </a:lnTo>
                  <a:lnTo>
                    <a:pt x="1351899" y="39642"/>
                  </a:lnTo>
                  <a:lnTo>
                    <a:pt x="1359714" y="39702"/>
                  </a:lnTo>
                  <a:lnTo>
                    <a:pt x="1367528" y="39761"/>
                  </a:lnTo>
                  <a:lnTo>
                    <a:pt x="1375342" y="39820"/>
                  </a:lnTo>
                  <a:lnTo>
                    <a:pt x="1383157" y="39879"/>
                  </a:lnTo>
                  <a:lnTo>
                    <a:pt x="1390971" y="39938"/>
                  </a:lnTo>
                  <a:lnTo>
                    <a:pt x="1398786" y="39997"/>
                  </a:lnTo>
                  <a:lnTo>
                    <a:pt x="1406600" y="40056"/>
                  </a:lnTo>
                  <a:lnTo>
                    <a:pt x="1414415" y="40114"/>
                  </a:lnTo>
                  <a:lnTo>
                    <a:pt x="1422229" y="40156"/>
                  </a:lnTo>
                  <a:lnTo>
                    <a:pt x="1430044" y="40123"/>
                  </a:lnTo>
                  <a:lnTo>
                    <a:pt x="1437858" y="40090"/>
                  </a:lnTo>
                  <a:lnTo>
                    <a:pt x="1445672" y="40057"/>
                  </a:lnTo>
                  <a:lnTo>
                    <a:pt x="1453487" y="40024"/>
                  </a:lnTo>
                  <a:lnTo>
                    <a:pt x="1461301" y="39991"/>
                  </a:lnTo>
                  <a:lnTo>
                    <a:pt x="1469116" y="39957"/>
                  </a:lnTo>
                  <a:lnTo>
                    <a:pt x="1476930" y="39924"/>
                  </a:lnTo>
                  <a:lnTo>
                    <a:pt x="1484745" y="39891"/>
                  </a:lnTo>
                  <a:lnTo>
                    <a:pt x="1492559" y="39857"/>
                  </a:lnTo>
                  <a:lnTo>
                    <a:pt x="1500374" y="39824"/>
                  </a:lnTo>
                  <a:lnTo>
                    <a:pt x="1508188" y="39790"/>
                  </a:lnTo>
                  <a:lnTo>
                    <a:pt x="1516003" y="39757"/>
                  </a:lnTo>
                  <a:lnTo>
                    <a:pt x="1523817" y="39723"/>
                  </a:lnTo>
                  <a:lnTo>
                    <a:pt x="1531631" y="39689"/>
                  </a:lnTo>
                  <a:lnTo>
                    <a:pt x="1539446" y="39656"/>
                  </a:lnTo>
                  <a:lnTo>
                    <a:pt x="1547260" y="39622"/>
                  </a:lnTo>
                  <a:lnTo>
                    <a:pt x="1555075" y="39588"/>
                  </a:lnTo>
                  <a:lnTo>
                    <a:pt x="1562889" y="39554"/>
                  </a:lnTo>
                  <a:lnTo>
                    <a:pt x="1570704" y="39520"/>
                  </a:lnTo>
                  <a:lnTo>
                    <a:pt x="1578518" y="39487"/>
                  </a:lnTo>
                  <a:lnTo>
                    <a:pt x="1586333" y="39453"/>
                  </a:lnTo>
                  <a:lnTo>
                    <a:pt x="1594147" y="39418"/>
                  </a:lnTo>
                  <a:lnTo>
                    <a:pt x="1601961" y="39384"/>
                  </a:lnTo>
                  <a:lnTo>
                    <a:pt x="1609776" y="39350"/>
                  </a:lnTo>
                  <a:lnTo>
                    <a:pt x="1617590" y="39367"/>
                  </a:lnTo>
                  <a:lnTo>
                    <a:pt x="1625405" y="39338"/>
                  </a:lnTo>
                  <a:lnTo>
                    <a:pt x="1633219" y="39318"/>
                  </a:lnTo>
                  <a:lnTo>
                    <a:pt x="1641034" y="39315"/>
                  </a:lnTo>
                  <a:lnTo>
                    <a:pt x="1648848" y="39303"/>
                  </a:lnTo>
                  <a:lnTo>
                    <a:pt x="1656663" y="39245"/>
                  </a:lnTo>
                  <a:lnTo>
                    <a:pt x="1664477" y="39187"/>
                  </a:lnTo>
                  <a:lnTo>
                    <a:pt x="1672291" y="39128"/>
                  </a:lnTo>
                  <a:lnTo>
                    <a:pt x="1680106" y="39070"/>
                  </a:lnTo>
                  <a:lnTo>
                    <a:pt x="1687920" y="39011"/>
                  </a:lnTo>
                  <a:lnTo>
                    <a:pt x="1695735" y="38963"/>
                  </a:lnTo>
                  <a:lnTo>
                    <a:pt x="1703549" y="38926"/>
                  </a:lnTo>
                  <a:lnTo>
                    <a:pt x="1711364" y="38890"/>
                  </a:lnTo>
                  <a:lnTo>
                    <a:pt x="1719178" y="38854"/>
                  </a:lnTo>
                  <a:lnTo>
                    <a:pt x="1726993" y="38819"/>
                  </a:lnTo>
                  <a:lnTo>
                    <a:pt x="1734807" y="38784"/>
                  </a:lnTo>
                  <a:lnTo>
                    <a:pt x="1742622" y="38790"/>
                  </a:lnTo>
                  <a:lnTo>
                    <a:pt x="1750436" y="38805"/>
                  </a:lnTo>
                  <a:lnTo>
                    <a:pt x="1758250" y="38819"/>
                  </a:lnTo>
                  <a:lnTo>
                    <a:pt x="1766065" y="38834"/>
                  </a:lnTo>
                  <a:lnTo>
                    <a:pt x="1773879" y="38849"/>
                  </a:lnTo>
                  <a:lnTo>
                    <a:pt x="1781694" y="38807"/>
                  </a:lnTo>
                  <a:lnTo>
                    <a:pt x="1789508" y="38726"/>
                  </a:lnTo>
                  <a:lnTo>
                    <a:pt x="1797323" y="38644"/>
                  </a:lnTo>
                  <a:lnTo>
                    <a:pt x="1805137" y="38562"/>
                  </a:lnTo>
                  <a:lnTo>
                    <a:pt x="1812952" y="38481"/>
                  </a:lnTo>
                  <a:lnTo>
                    <a:pt x="1820766" y="38398"/>
                  </a:lnTo>
                  <a:lnTo>
                    <a:pt x="1828580" y="38350"/>
                  </a:lnTo>
                  <a:lnTo>
                    <a:pt x="1836395" y="38313"/>
                  </a:lnTo>
                  <a:lnTo>
                    <a:pt x="1844209" y="38275"/>
                  </a:lnTo>
                  <a:lnTo>
                    <a:pt x="1852024" y="38239"/>
                  </a:lnTo>
                  <a:lnTo>
                    <a:pt x="1859838" y="38204"/>
                  </a:lnTo>
                  <a:lnTo>
                    <a:pt x="1867653" y="38168"/>
                  </a:lnTo>
                  <a:lnTo>
                    <a:pt x="1875467" y="38180"/>
                  </a:lnTo>
                  <a:lnTo>
                    <a:pt x="1883282" y="38197"/>
                  </a:lnTo>
                  <a:lnTo>
                    <a:pt x="1891096" y="38215"/>
                  </a:lnTo>
                  <a:lnTo>
                    <a:pt x="1898910" y="38233"/>
                  </a:lnTo>
                  <a:lnTo>
                    <a:pt x="1906725" y="38250"/>
                  </a:lnTo>
                  <a:lnTo>
                    <a:pt x="1914539" y="38221"/>
                  </a:lnTo>
                  <a:lnTo>
                    <a:pt x="1922354" y="38214"/>
                  </a:lnTo>
                  <a:lnTo>
                    <a:pt x="1930168" y="38234"/>
                  </a:lnTo>
                  <a:lnTo>
                    <a:pt x="1937983" y="38253"/>
                  </a:lnTo>
                  <a:lnTo>
                    <a:pt x="1945797" y="38273"/>
                  </a:lnTo>
                  <a:lnTo>
                    <a:pt x="1953612" y="38294"/>
                  </a:lnTo>
                  <a:lnTo>
                    <a:pt x="1961426" y="38315"/>
                  </a:lnTo>
                  <a:lnTo>
                    <a:pt x="1969241" y="38337"/>
                  </a:lnTo>
                  <a:lnTo>
                    <a:pt x="1977055" y="38359"/>
                  </a:lnTo>
                  <a:lnTo>
                    <a:pt x="1984869" y="38381"/>
                  </a:lnTo>
                  <a:lnTo>
                    <a:pt x="1992684" y="38403"/>
                  </a:lnTo>
                  <a:lnTo>
                    <a:pt x="2000498" y="38425"/>
                  </a:lnTo>
                  <a:lnTo>
                    <a:pt x="2008313" y="38446"/>
                  </a:lnTo>
                  <a:lnTo>
                    <a:pt x="2016127" y="38468"/>
                  </a:lnTo>
                  <a:lnTo>
                    <a:pt x="2023942" y="384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76" name="pl175"/>
            <p:cNvSpPr/>
            <p:nvPr/>
          </p:nvSpPr>
          <p:spPr>
            <a:xfrm>
              <a:off x="3632283" y="4647455"/>
              <a:ext cx="2023942" cy="40320"/>
            </a:xfrm>
            <a:custGeom>
              <a:avLst/>
              <a:pathLst>
                <a:path w="2023942" h="40320">
                  <a:moveTo>
                    <a:pt x="2023942" y="40320"/>
                  </a:moveTo>
                  <a:lnTo>
                    <a:pt x="2016127" y="40276"/>
                  </a:lnTo>
                  <a:lnTo>
                    <a:pt x="2008313" y="40230"/>
                  </a:lnTo>
                  <a:lnTo>
                    <a:pt x="2000498" y="40170"/>
                  </a:lnTo>
                  <a:lnTo>
                    <a:pt x="1992684" y="40047"/>
                  </a:lnTo>
                  <a:lnTo>
                    <a:pt x="1984869" y="39899"/>
                  </a:lnTo>
                  <a:lnTo>
                    <a:pt x="1977055" y="39838"/>
                  </a:lnTo>
                  <a:lnTo>
                    <a:pt x="1969241" y="39789"/>
                  </a:lnTo>
                  <a:lnTo>
                    <a:pt x="1961426" y="39716"/>
                  </a:lnTo>
                  <a:lnTo>
                    <a:pt x="1953612" y="39692"/>
                  </a:lnTo>
                  <a:lnTo>
                    <a:pt x="1945797" y="39655"/>
                  </a:lnTo>
                  <a:lnTo>
                    <a:pt x="1937983" y="39625"/>
                  </a:lnTo>
                  <a:lnTo>
                    <a:pt x="1930168" y="39594"/>
                  </a:lnTo>
                  <a:lnTo>
                    <a:pt x="1922354" y="39562"/>
                  </a:lnTo>
                  <a:lnTo>
                    <a:pt x="1914539" y="39531"/>
                  </a:lnTo>
                  <a:lnTo>
                    <a:pt x="1906725" y="39498"/>
                  </a:lnTo>
                  <a:lnTo>
                    <a:pt x="1898910" y="39465"/>
                  </a:lnTo>
                  <a:lnTo>
                    <a:pt x="1891096" y="39431"/>
                  </a:lnTo>
                  <a:lnTo>
                    <a:pt x="1883282" y="39397"/>
                  </a:lnTo>
                  <a:lnTo>
                    <a:pt x="1875467" y="39362"/>
                  </a:lnTo>
                  <a:lnTo>
                    <a:pt x="1867653" y="39326"/>
                  </a:lnTo>
                  <a:lnTo>
                    <a:pt x="1859838" y="39285"/>
                  </a:lnTo>
                  <a:lnTo>
                    <a:pt x="1852024" y="39230"/>
                  </a:lnTo>
                  <a:lnTo>
                    <a:pt x="1844209" y="39148"/>
                  </a:lnTo>
                  <a:lnTo>
                    <a:pt x="1836395" y="39063"/>
                  </a:lnTo>
                  <a:lnTo>
                    <a:pt x="1828580" y="38977"/>
                  </a:lnTo>
                  <a:lnTo>
                    <a:pt x="1820766" y="38891"/>
                  </a:lnTo>
                  <a:lnTo>
                    <a:pt x="1812952" y="38841"/>
                  </a:lnTo>
                  <a:lnTo>
                    <a:pt x="1805137" y="38793"/>
                  </a:lnTo>
                  <a:lnTo>
                    <a:pt x="1797323" y="38744"/>
                  </a:lnTo>
                  <a:lnTo>
                    <a:pt x="1789508" y="38695"/>
                  </a:lnTo>
                  <a:lnTo>
                    <a:pt x="1781694" y="38645"/>
                  </a:lnTo>
                  <a:lnTo>
                    <a:pt x="1773879" y="38594"/>
                  </a:lnTo>
                  <a:lnTo>
                    <a:pt x="1766065" y="38543"/>
                  </a:lnTo>
                  <a:lnTo>
                    <a:pt x="1758250" y="38491"/>
                  </a:lnTo>
                  <a:lnTo>
                    <a:pt x="1750436" y="38438"/>
                  </a:lnTo>
                  <a:lnTo>
                    <a:pt x="1742622" y="38385"/>
                  </a:lnTo>
                  <a:lnTo>
                    <a:pt x="1734807" y="38330"/>
                  </a:lnTo>
                  <a:lnTo>
                    <a:pt x="1726993" y="38266"/>
                  </a:lnTo>
                  <a:lnTo>
                    <a:pt x="1719178" y="38198"/>
                  </a:lnTo>
                  <a:lnTo>
                    <a:pt x="1711364" y="38115"/>
                  </a:lnTo>
                  <a:lnTo>
                    <a:pt x="1703549" y="38030"/>
                  </a:lnTo>
                  <a:lnTo>
                    <a:pt x="1695735" y="37944"/>
                  </a:lnTo>
                  <a:lnTo>
                    <a:pt x="1687920" y="37857"/>
                  </a:lnTo>
                  <a:lnTo>
                    <a:pt x="1680106" y="37753"/>
                  </a:lnTo>
                  <a:lnTo>
                    <a:pt x="1672291" y="37644"/>
                  </a:lnTo>
                  <a:lnTo>
                    <a:pt x="1664477" y="37534"/>
                  </a:lnTo>
                  <a:lnTo>
                    <a:pt x="1656663" y="37422"/>
                  </a:lnTo>
                  <a:lnTo>
                    <a:pt x="1648848" y="37310"/>
                  </a:lnTo>
                  <a:lnTo>
                    <a:pt x="1641034" y="37197"/>
                  </a:lnTo>
                  <a:lnTo>
                    <a:pt x="1633219" y="37091"/>
                  </a:lnTo>
                  <a:lnTo>
                    <a:pt x="1625405" y="37010"/>
                  </a:lnTo>
                  <a:lnTo>
                    <a:pt x="1617590" y="36928"/>
                  </a:lnTo>
                  <a:lnTo>
                    <a:pt x="1609776" y="36845"/>
                  </a:lnTo>
                  <a:lnTo>
                    <a:pt x="1601961" y="36761"/>
                  </a:lnTo>
                  <a:lnTo>
                    <a:pt x="1594147" y="36701"/>
                  </a:lnTo>
                  <a:lnTo>
                    <a:pt x="1586333" y="36630"/>
                  </a:lnTo>
                  <a:lnTo>
                    <a:pt x="1578518" y="36527"/>
                  </a:lnTo>
                  <a:lnTo>
                    <a:pt x="1570704" y="36424"/>
                  </a:lnTo>
                  <a:lnTo>
                    <a:pt x="1562889" y="36328"/>
                  </a:lnTo>
                  <a:lnTo>
                    <a:pt x="1555075" y="36239"/>
                  </a:lnTo>
                  <a:lnTo>
                    <a:pt x="1547260" y="36149"/>
                  </a:lnTo>
                  <a:lnTo>
                    <a:pt x="1539446" y="36056"/>
                  </a:lnTo>
                  <a:lnTo>
                    <a:pt x="1531631" y="35963"/>
                  </a:lnTo>
                  <a:lnTo>
                    <a:pt x="1523817" y="35868"/>
                  </a:lnTo>
                  <a:lnTo>
                    <a:pt x="1516003" y="35772"/>
                  </a:lnTo>
                  <a:lnTo>
                    <a:pt x="1508188" y="35676"/>
                  </a:lnTo>
                  <a:lnTo>
                    <a:pt x="1500374" y="35595"/>
                  </a:lnTo>
                  <a:lnTo>
                    <a:pt x="1492559" y="35525"/>
                  </a:lnTo>
                  <a:lnTo>
                    <a:pt x="1484745" y="35411"/>
                  </a:lnTo>
                  <a:lnTo>
                    <a:pt x="1476930" y="35293"/>
                  </a:lnTo>
                  <a:lnTo>
                    <a:pt x="1469116" y="35177"/>
                  </a:lnTo>
                  <a:lnTo>
                    <a:pt x="1461301" y="35074"/>
                  </a:lnTo>
                  <a:lnTo>
                    <a:pt x="1453487" y="34970"/>
                  </a:lnTo>
                  <a:lnTo>
                    <a:pt x="1445672" y="34865"/>
                  </a:lnTo>
                  <a:lnTo>
                    <a:pt x="1437858" y="34759"/>
                  </a:lnTo>
                  <a:lnTo>
                    <a:pt x="1430044" y="34651"/>
                  </a:lnTo>
                  <a:lnTo>
                    <a:pt x="1422229" y="34542"/>
                  </a:lnTo>
                  <a:lnTo>
                    <a:pt x="1414415" y="34430"/>
                  </a:lnTo>
                  <a:lnTo>
                    <a:pt x="1406600" y="34317"/>
                  </a:lnTo>
                  <a:lnTo>
                    <a:pt x="1398786" y="34202"/>
                  </a:lnTo>
                  <a:lnTo>
                    <a:pt x="1390971" y="34086"/>
                  </a:lnTo>
                  <a:lnTo>
                    <a:pt x="1383157" y="33969"/>
                  </a:lnTo>
                  <a:lnTo>
                    <a:pt x="1375342" y="33850"/>
                  </a:lnTo>
                  <a:lnTo>
                    <a:pt x="1367528" y="33738"/>
                  </a:lnTo>
                  <a:lnTo>
                    <a:pt x="1359714" y="33609"/>
                  </a:lnTo>
                  <a:lnTo>
                    <a:pt x="1351899" y="33487"/>
                  </a:lnTo>
                  <a:lnTo>
                    <a:pt x="1344085" y="33363"/>
                  </a:lnTo>
                  <a:lnTo>
                    <a:pt x="1336270" y="33224"/>
                  </a:lnTo>
                  <a:lnTo>
                    <a:pt x="1328456" y="33111"/>
                  </a:lnTo>
                  <a:lnTo>
                    <a:pt x="1320641" y="32984"/>
                  </a:lnTo>
                  <a:lnTo>
                    <a:pt x="1312827" y="32905"/>
                  </a:lnTo>
                  <a:lnTo>
                    <a:pt x="1305012" y="32833"/>
                  </a:lnTo>
                  <a:lnTo>
                    <a:pt x="1297198" y="32706"/>
                  </a:lnTo>
                  <a:lnTo>
                    <a:pt x="1289384" y="32567"/>
                  </a:lnTo>
                  <a:lnTo>
                    <a:pt x="1281569" y="32466"/>
                  </a:lnTo>
                  <a:lnTo>
                    <a:pt x="1273755" y="32363"/>
                  </a:lnTo>
                  <a:lnTo>
                    <a:pt x="1265940" y="32259"/>
                  </a:lnTo>
                  <a:lnTo>
                    <a:pt x="1258126" y="32111"/>
                  </a:lnTo>
                  <a:lnTo>
                    <a:pt x="1250311" y="31968"/>
                  </a:lnTo>
                  <a:lnTo>
                    <a:pt x="1242497" y="31863"/>
                  </a:lnTo>
                  <a:lnTo>
                    <a:pt x="1234682" y="31757"/>
                  </a:lnTo>
                  <a:lnTo>
                    <a:pt x="1226868" y="31650"/>
                  </a:lnTo>
                  <a:lnTo>
                    <a:pt x="1219053" y="31541"/>
                  </a:lnTo>
                  <a:lnTo>
                    <a:pt x="1211239" y="31334"/>
                  </a:lnTo>
                  <a:lnTo>
                    <a:pt x="1203425" y="31213"/>
                  </a:lnTo>
                  <a:lnTo>
                    <a:pt x="1195610" y="31107"/>
                  </a:lnTo>
                  <a:lnTo>
                    <a:pt x="1187796" y="31002"/>
                  </a:lnTo>
                  <a:lnTo>
                    <a:pt x="1179981" y="30855"/>
                  </a:lnTo>
                  <a:lnTo>
                    <a:pt x="1172167" y="30734"/>
                  </a:lnTo>
                  <a:lnTo>
                    <a:pt x="1164352" y="30613"/>
                  </a:lnTo>
                  <a:lnTo>
                    <a:pt x="1156538" y="30489"/>
                  </a:lnTo>
                  <a:lnTo>
                    <a:pt x="1148723" y="30365"/>
                  </a:lnTo>
                  <a:lnTo>
                    <a:pt x="1140909" y="30239"/>
                  </a:lnTo>
                  <a:lnTo>
                    <a:pt x="1133095" y="30111"/>
                  </a:lnTo>
                  <a:lnTo>
                    <a:pt x="1125280" y="29982"/>
                  </a:lnTo>
                  <a:lnTo>
                    <a:pt x="1117466" y="29852"/>
                  </a:lnTo>
                  <a:lnTo>
                    <a:pt x="1109651" y="29720"/>
                  </a:lnTo>
                  <a:lnTo>
                    <a:pt x="1101837" y="29585"/>
                  </a:lnTo>
                  <a:lnTo>
                    <a:pt x="1094022" y="29451"/>
                  </a:lnTo>
                  <a:lnTo>
                    <a:pt x="1086208" y="29316"/>
                  </a:lnTo>
                  <a:lnTo>
                    <a:pt x="1078393" y="29179"/>
                  </a:lnTo>
                  <a:lnTo>
                    <a:pt x="1070579" y="29025"/>
                  </a:lnTo>
                  <a:lnTo>
                    <a:pt x="1062765" y="28792"/>
                  </a:lnTo>
                  <a:lnTo>
                    <a:pt x="1054950" y="28617"/>
                  </a:lnTo>
                  <a:lnTo>
                    <a:pt x="1047136" y="28487"/>
                  </a:lnTo>
                  <a:lnTo>
                    <a:pt x="1039321" y="28354"/>
                  </a:lnTo>
                  <a:lnTo>
                    <a:pt x="1031507" y="28217"/>
                  </a:lnTo>
                  <a:lnTo>
                    <a:pt x="1023692" y="27966"/>
                  </a:lnTo>
                  <a:lnTo>
                    <a:pt x="1015878" y="27700"/>
                  </a:lnTo>
                  <a:lnTo>
                    <a:pt x="1008063" y="27358"/>
                  </a:lnTo>
                  <a:lnTo>
                    <a:pt x="1000249" y="27146"/>
                  </a:lnTo>
                  <a:lnTo>
                    <a:pt x="992434" y="27002"/>
                  </a:lnTo>
                  <a:lnTo>
                    <a:pt x="984620" y="26846"/>
                  </a:lnTo>
                  <a:lnTo>
                    <a:pt x="976806" y="26611"/>
                  </a:lnTo>
                  <a:lnTo>
                    <a:pt x="968991" y="26374"/>
                  </a:lnTo>
                  <a:lnTo>
                    <a:pt x="961177" y="26134"/>
                  </a:lnTo>
                  <a:lnTo>
                    <a:pt x="953362" y="25938"/>
                  </a:lnTo>
                  <a:lnTo>
                    <a:pt x="945548" y="25806"/>
                  </a:lnTo>
                  <a:lnTo>
                    <a:pt x="937733" y="25671"/>
                  </a:lnTo>
                  <a:lnTo>
                    <a:pt x="929919" y="25531"/>
                  </a:lnTo>
                  <a:lnTo>
                    <a:pt x="922104" y="25360"/>
                  </a:lnTo>
                  <a:lnTo>
                    <a:pt x="914290" y="25073"/>
                  </a:lnTo>
                  <a:lnTo>
                    <a:pt x="906476" y="24811"/>
                  </a:lnTo>
                  <a:lnTo>
                    <a:pt x="898661" y="24637"/>
                  </a:lnTo>
                  <a:lnTo>
                    <a:pt x="890847" y="24465"/>
                  </a:lnTo>
                  <a:lnTo>
                    <a:pt x="883032" y="24287"/>
                  </a:lnTo>
                  <a:lnTo>
                    <a:pt x="875218" y="24032"/>
                  </a:lnTo>
                  <a:lnTo>
                    <a:pt x="867403" y="23769"/>
                  </a:lnTo>
                  <a:lnTo>
                    <a:pt x="859589" y="23541"/>
                  </a:lnTo>
                  <a:lnTo>
                    <a:pt x="851774" y="23362"/>
                  </a:lnTo>
                  <a:lnTo>
                    <a:pt x="843960" y="23180"/>
                  </a:lnTo>
                  <a:lnTo>
                    <a:pt x="836145" y="22994"/>
                  </a:lnTo>
                  <a:lnTo>
                    <a:pt x="828331" y="22805"/>
                  </a:lnTo>
                  <a:lnTo>
                    <a:pt x="820517" y="22622"/>
                  </a:lnTo>
                  <a:lnTo>
                    <a:pt x="812702" y="22393"/>
                  </a:lnTo>
                  <a:lnTo>
                    <a:pt x="804888" y="22125"/>
                  </a:lnTo>
                  <a:lnTo>
                    <a:pt x="797073" y="21853"/>
                  </a:lnTo>
                  <a:lnTo>
                    <a:pt x="789259" y="21544"/>
                  </a:lnTo>
                  <a:lnTo>
                    <a:pt x="781444" y="21252"/>
                  </a:lnTo>
                  <a:lnTo>
                    <a:pt x="773630" y="20955"/>
                  </a:lnTo>
                  <a:lnTo>
                    <a:pt x="765815" y="20653"/>
                  </a:lnTo>
                  <a:lnTo>
                    <a:pt x="758001" y="20378"/>
                  </a:lnTo>
                  <a:lnTo>
                    <a:pt x="750187" y="20038"/>
                  </a:lnTo>
                  <a:lnTo>
                    <a:pt x="742372" y="19756"/>
                  </a:lnTo>
                  <a:lnTo>
                    <a:pt x="734558" y="19547"/>
                  </a:lnTo>
                  <a:lnTo>
                    <a:pt x="726743" y="19244"/>
                  </a:lnTo>
                  <a:lnTo>
                    <a:pt x="718929" y="18935"/>
                  </a:lnTo>
                  <a:lnTo>
                    <a:pt x="711114" y="18621"/>
                  </a:lnTo>
                  <a:lnTo>
                    <a:pt x="703300" y="18341"/>
                  </a:lnTo>
                  <a:lnTo>
                    <a:pt x="695485" y="17986"/>
                  </a:lnTo>
                  <a:lnTo>
                    <a:pt x="687671" y="17729"/>
                  </a:lnTo>
                  <a:lnTo>
                    <a:pt x="679857" y="17456"/>
                  </a:lnTo>
                  <a:lnTo>
                    <a:pt x="672042" y="17182"/>
                  </a:lnTo>
                  <a:lnTo>
                    <a:pt x="664228" y="16892"/>
                  </a:lnTo>
                  <a:lnTo>
                    <a:pt x="656413" y="16666"/>
                  </a:lnTo>
                  <a:lnTo>
                    <a:pt x="648599" y="16365"/>
                  </a:lnTo>
                  <a:lnTo>
                    <a:pt x="640784" y="15994"/>
                  </a:lnTo>
                  <a:lnTo>
                    <a:pt x="632970" y="15737"/>
                  </a:lnTo>
                  <a:lnTo>
                    <a:pt x="625155" y="15477"/>
                  </a:lnTo>
                  <a:lnTo>
                    <a:pt x="617341" y="15265"/>
                  </a:lnTo>
                  <a:lnTo>
                    <a:pt x="609526" y="15076"/>
                  </a:lnTo>
                  <a:lnTo>
                    <a:pt x="601712" y="14798"/>
                  </a:lnTo>
                  <a:lnTo>
                    <a:pt x="593898" y="14420"/>
                  </a:lnTo>
                  <a:lnTo>
                    <a:pt x="586083" y="14143"/>
                  </a:lnTo>
                  <a:lnTo>
                    <a:pt x="578269" y="13846"/>
                  </a:lnTo>
                  <a:lnTo>
                    <a:pt x="570454" y="13444"/>
                  </a:lnTo>
                  <a:lnTo>
                    <a:pt x="562640" y="13039"/>
                  </a:lnTo>
                  <a:lnTo>
                    <a:pt x="554825" y="12660"/>
                  </a:lnTo>
                  <a:lnTo>
                    <a:pt x="547011" y="12380"/>
                  </a:lnTo>
                  <a:lnTo>
                    <a:pt x="539196" y="11972"/>
                  </a:lnTo>
                  <a:lnTo>
                    <a:pt x="531382" y="11687"/>
                  </a:lnTo>
                  <a:lnTo>
                    <a:pt x="523568" y="11403"/>
                  </a:lnTo>
                  <a:lnTo>
                    <a:pt x="515753" y="11049"/>
                  </a:lnTo>
                  <a:lnTo>
                    <a:pt x="507939" y="10792"/>
                  </a:lnTo>
                  <a:lnTo>
                    <a:pt x="500124" y="10548"/>
                  </a:lnTo>
                  <a:lnTo>
                    <a:pt x="492310" y="10308"/>
                  </a:lnTo>
                  <a:lnTo>
                    <a:pt x="484495" y="10122"/>
                  </a:lnTo>
                  <a:lnTo>
                    <a:pt x="476681" y="9806"/>
                  </a:lnTo>
                  <a:lnTo>
                    <a:pt x="468866" y="9569"/>
                  </a:lnTo>
                  <a:lnTo>
                    <a:pt x="461052" y="9369"/>
                  </a:lnTo>
                  <a:lnTo>
                    <a:pt x="453238" y="9063"/>
                  </a:lnTo>
                  <a:lnTo>
                    <a:pt x="445423" y="8794"/>
                  </a:lnTo>
                  <a:lnTo>
                    <a:pt x="437609" y="8565"/>
                  </a:lnTo>
                  <a:lnTo>
                    <a:pt x="429794" y="8251"/>
                  </a:lnTo>
                  <a:lnTo>
                    <a:pt x="421980" y="7951"/>
                  </a:lnTo>
                  <a:lnTo>
                    <a:pt x="414165" y="7712"/>
                  </a:lnTo>
                  <a:lnTo>
                    <a:pt x="406351" y="7346"/>
                  </a:lnTo>
                  <a:lnTo>
                    <a:pt x="398536" y="7154"/>
                  </a:lnTo>
                  <a:lnTo>
                    <a:pt x="390722" y="6850"/>
                  </a:lnTo>
                  <a:lnTo>
                    <a:pt x="382907" y="6606"/>
                  </a:lnTo>
                  <a:lnTo>
                    <a:pt x="375093" y="6285"/>
                  </a:lnTo>
                  <a:lnTo>
                    <a:pt x="367279" y="6036"/>
                  </a:lnTo>
                  <a:lnTo>
                    <a:pt x="359464" y="5778"/>
                  </a:lnTo>
                  <a:lnTo>
                    <a:pt x="351650" y="5531"/>
                  </a:lnTo>
                  <a:lnTo>
                    <a:pt x="343835" y="5235"/>
                  </a:lnTo>
                  <a:lnTo>
                    <a:pt x="336021" y="4994"/>
                  </a:lnTo>
                  <a:lnTo>
                    <a:pt x="328206" y="4734"/>
                  </a:lnTo>
                  <a:lnTo>
                    <a:pt x="320392" y="4476"/>
                  </a:lnTo>
                  <a:lnTo>
                    <a:pt x="312577" y="4181"/>
                  </a:lnTo>
                  <a:lnTo>
                    <a:pt x="304763" y="3961"/>
                  </a:lnTo>
                  <a:lnTo>
                    <a:pt x="296949" y="3749"/>
                  </a:lnTo>
                  <a:lnTo>
                    <a:pt x="289134" y="3455"/>
                  </a:lnTo>
                  <a:lnTo>
                    <a:pt x="281320" y="3337"/>
                  </a:lnTo>
                  <a:lnTo>
                    <a:pt x="273505" y="3166"/>
                  </a:lnTo>
                  <a:lnTo>
                    <a:pt x="265691" y="2976"/>
                  </a:lnTo>
                  <a:lnTo>
                    <a:pt x="257876" y="2774"/>
                  </a:lnTo>
                  <a:lnTo>
                    <a:pt x="250062" y="2661"/>
                  </a:lnTo>
                  <a:lnTo>
                    <a:pt x="242247" y="2506"/>
                  </a:lnTo>
                  <a:lnTo>
                    <a:pt x="234433" y="2372"/>
                  </a:lnTo>
                  <a:lnTo>
                    <a:pt x="226619" y="2183"/>
                  </a:lnTo>
                  <a:lnTo>
                    <a:pt x="218804" y="2079"/>
                  </a:lnTo>
                  <a:lnTo>
                    <a:pt x="210990" y="1975"/>
                  </a:lnTo>
                  <a:lnTo>
                    <a:pt x="203175" y="1804"/>
                  </a:lnTo>
                  <a:lnTo>
                    <a:pt x="195361" y="1713"/>
                  </a:lnTo>
                  <a:lnTo>
                    <a:pt x="187546" y="1607"/>
                  </a:lnTo>
                  <a:lnTo>
                    <a:pt x="179732" y="1474"/>
                  </a:lnTo>
                  <a:lnTo>
                    <a:pt x="171917" y="1361"/>
                  </a:lnTo>
                  <a:lnTo>
                    <a:pt x="164103" y="1219"/>
                  </a:lnTo>
                  <a:lnTo>
                    <a:pt x="156288" y="1131"/>
                  </a:lnTo>
                  <a:lnTo>
                    <a:pt x="148474" y="1098"/>
                  </a:lnTo>
                  <a:lnTo>
                    <a:pt x="140660" y="1043"/>
                  </a:lnTo>
                  <a:lnTo>
                    <a:pt x="132845" y="966"/>
                  </a:lnTo>
                  <a:lnTo>
                    <a:pt x="125031" y="913"/>
                  </a:lnTo>
                  <a:lnTo>
                    <a:pt x="117216" y="826"/>
                  </a:lnTo>
                  <a:lnTo>
                    <a:pt x="109402" y="732"/>
                  </a:lnTo>
                  <a:lnTo>
                    <a:pt x="101587" y="682"/>
                  </a:lnTo>
                  <a:lnTo>
                    <a:pt x="93773" y="582"/>
                  </a:lnTo>
                  <a:lnTo>
                    <a:pt x="85958" y="576"/>
                  </a:lnTo>
                  <a:lnTo>
                    <a:pt x="78144" y="566"/>
                  </a:lnTo>
                  <a:lnTo>
                    <a:pt x="70330" y="566"/>
                  </a:lnTo>
                  <a:lnTo>
                    <a:pt x="62515" y="504"/>
                  </a:lnTo>
                  <a:lnTo>
                    <a:pt x="54701" y="425"/>
                  </a:lnTo>
                  <a:lnTo>
                    <a:pt x="46886" y="362"/>
                  </a:lnTo>
                  <a:lnTo>
                    <a:pt x="39072" y="327"/>
                  </a:lnTo>
                  <a:lnTo>
                    <a:pt x="31257" y="211"/>
                  </a:lnTo>
                  <a:lnTo>
                    <a:pt x="23443" y="129"/>
                  </a:lnTo>
                  <a:lnTo>
                    <a:pt x="15628" y="49"/>
                  </a:lnTo>
                  <a:lnTo>
                    <a:pt x="7814" y="5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77" name="pg176"/>
            <p:cNvSpPr/>
            <p:nvPr/>
          </p:nvSpPr>
          <p:spPr>
            <a:xfrm>
              <a:off x="3632283" y="4609284"/>
              <a:ext cx="2023942" cy="77352"/>
            </a:xfrm>
            <a:custGeom>
              <a:avLst/>
              <a:pathLst>
                <a:path w="2023942" h="77352">
                  <a:moveTo>
                    <a:pt x="0" y="0"/>
                  </a:moveTo>
                  <a:lnTo>
                    <a:pt x="7814" y="487"/>
                  </a:lnTo>
                  <a:lnTo>
                    <a:pt x="15628" y="1153"/>
                  </a:lnTo>
                  <a:lnTo>
                    <a:pt x="23443" y="1819"/>
                  </a:lnTo>
                  <a:lnTo>
                    <a:pt x="31257" y="2610"/>
                  </a:lnTo>
                  <a:lnTo>
                    <a:pt x="39072" y="3336"/>
                  </a:lnTo>
                  <a:lnTo>
                    <a:pt x="46886" y="4046"/>
                  </a:lnTo>
                  <a:lnTo>
                    <a:pt x="54701" y="4730"/>
                  </a:lnTo>
                  <a:lnTo>
                    <a:pt x="62515" y="5421"/>
                  </a:lnTo>
                  <a:lnTo>
                    <a:pt x="70330" y="6232"/>
                  </a:lnTo>
                  <a:lnTo>
                    <a:pt x="78144" y="6953"/>
                  </a:lnTo>
                  <a:lnTo>
                    <a:pt x="85958" y="7620"/>
                  </a:lnTo>
                  <a:lnTo>
                    <a:pt x="93773" y="8260"/>
                  </a:lnTo>
                  <a:lnTo>
                    <a:pt x="101587" y="8993"/>
                  </a:lnTo>
                  <a:lnTo>
                    <a:pt x="109402" y="9526"/>
                  </a:lnTo>
                  <a:lnTo>
                    <a:pt x="117216" y="10110"/>
                  </a:lnTo>
                  <a:lnTo>
                    <a:pt x="125031" y="10762"/>
                  </a:lnTo>
                  <a:lnTo>
                    <a:pt x="132845" y="11503"/>
                  </a:lnTo>
                  <a:lnTo>
                    <a:pt x="140660" y="12099"/>
                  </a:lnTo>
                  <a:lnTo>
                    <a:pt x="148474" y="12640"/>
                  </a:lnTo>
                  <a:lnTo>
                    <a:pt x="156288" y="13173"/>
                  </a:lnTo>
                  <a:lnTo>
                    <a:pt x="164103" y="13701"/>
                  </a:lnTo>
                  <a:lnTo>
                    <a:pt x="171917" y="14401"/>
                  </a:lnTo>
                  <a:lnTo>
                    <a:pt x="179732" y="15085"/>
                  </a:lnTo>
                  <a:lnTo>
                    <a:pt x="187546" y="15775"/>
                  </a:lnTo>
                  <a:lnTo>
                    <a:pt x="195361" y="16383"/>
                  </a:lnTo>
                  <a:lnTo>
                    <a:pt x="203175" y="16986"/>
                  </a:lnTo>
                  <a:lnTo>
                    <a:pt x="210990" y="17584"/>
                  </a:lnTo>
                  <a:lnTo>
                    <a:pt x="218804" y="17997"/>
                  </a:lnTo>
                  <a:lnTo>
                    <a:pt x="226619" y="18637"/>
                  </a:lnTo>
                  <a:lnTo>
                    <a:pt x="234433" y="19272"/>
                  </a:lnTo>
                  <a:lnTo>
                    <a:pt x="242247" y="19628"/>
                  </a:lnTo>
                  <a:lnTo>
                    <a:pt x="250062" y="20048"/>
                  </a:lnTo>
                  <a:lnTo>
                    <a:pt x="257876" y="20547"/>
                  </a:lnTo>
                  <a:lnTo>
                    <a:pt x="265691" y="20859"/>
                  </a:lnTo>
                  <a:lnTo>
                    <a:pt x="273505" y="21444"/>
                  </a:lnTo>
                  <a:lnTo>
                    <a:pt x="281320" y="22018"/>
                  </a:lnTo>
                  <a:lnTo>
                    <a:pt x="289134" y="22434"/>
                  </a:lnTo>
                  <a:lnTo>
                    <a:pt x="296949" y="22837"/>
                  </a:lnTo>
                  <a:lnTo>
                    <a:pt x="304763" y="23161"/>
                  </a:lnTo>
                  <a:lnTo>
                    <a:pt x="312577" y="23436"/>
                  </a:lnTo>
                  <a:lnTo>
                    <a:pt x="320392" y="23709"/>
                  </a:lnTo>
                  <a:lnTo>
                    <a:pt x="328206" y="23982"/>
                  </a:lnTo>
                  <a:lnTo>
                    <a:pt x="336021" y="24260"/>
                  </a:lnTo>
                  <a:lnTo>
                    <a:pt x="343835" y="24811"/>
                  </a:lnTo>
                  <a:lnTo>
                    <a:pt x="351650" y="25401"/>
                  </a:lnTo>
                  <a:lnTo>
                    <a:pt x="359464" y="25759"/>
                  </a:lnTo>
                  <a:lnTo>
                    <a:pt x="367279" y="26105"/>
                  </a:lnTo>
                  <a:lnTo>
                    <a:pt x="375093" y="26403"/>
                  </a:lnTo>
                  <a:lnTo>
                    <a:pt x="382907" y="26647"/>
                  </a:lnTo>
                  <a:lnTo>
                    <a:pt x="390722" y="27023"/>
                  </a:lnTo>
                  <a:lnTo>
                    <a:pt x="398536" y="27419"/>
                  </a:lnTo>
                  <a:lnTo>
                    <a:pt x="406351" y="27812"/>
                  </a:lnTo>
                  <a:lnTo>
                    <a:pt x="414165" y="28178"/>
                  </a:lnTo>
                  <a:lnTo>
                    <a:pt x="421980" y="28575"/>
                  </a:lnTo>
                  <a:lnTo>
                    <a:pt x="429794" y="28969"/>
                  </a:lnTo>
                  <a:lnTo>
                    <a:pt x="437609" y="29367"/>
                  </a:lnTo>
                  <a:lnTo>
                    <a:pt x="445423" y="29766"/>
                  </a:lnTo>
                  <a:lnTo>
                    <a:pt x="453238" y="30099"/>
                  </a:lnTo>
                  <a:lnTo>
                    <a:pt x="461052" y="30429"/>
                  </a:lnTo>
                  <a:lnTo>
                    <a:pt x="468866" y="30608"/>
                  </a:lnTo>
                  <a:lnTo>
                    <a:pt x="476681" y="30776"/>
                  </a:lnTo>
                  <a:lnTo>
                    <a:pt x="484495" y="31076"/>
                  </a:lnTo>
                  <a:lnTo>
                    <a:pt x="492310" y="31332"/>
                  </a:lnTo>
                  <a:lnTo>
                    <a:pt x="500124" y="31554"/>
                  </a:lnTo>
                  <a:lnTo>
                    <a:pt x="507939" y="31795"/>
                  </a:lnTo>
                  <a:lnTo>
                    <a:pt x="515753" y="32014"/>
                  </a:lnTo>
                  <a:lnTo>
                    <a:pt x="523568" y="32233"/>
                  </a:lnTo>
                  <a:lnTo>
                    <a:pt x="531382" y="32448"/>
                  </a:lnTo>
                  <a:lnTo>
                    <a:pt x="539196" y="32667"/>
                  </a:lnTo>
                  <a:lnTo>
                    <a:pt x="547011" y="32866"/>
                  </a:lnTo>
                  <a:lnTo>
                    <a:pt x="554825" y="33090"/>
                  </a:lnTo>
                  <a:lnTo>
                    <a:pt x="562640" y="33297"/>
                  </a:lnTo>
                  <a:lnTo>
                    <a:pt x="570454" y="33413"/>
                  </a:lnTo>
                  <a:lnTo>
                    <a:pt x="578269" y="33591"/>
                  </a:lnTo>
                  <a:lnTo>
                    <a:pt x="586083" y="33740"/>
                  </a:lnTo>
                  <a:lnTo>
                    <a:pt x="593898" y="33886"/>
                  </a:lnTo>
                  <a:lnTo>
                    <a:pt x="601712" y="34039"/>
                  </a:lnTo>
                  <a:lnTo>
                    <a:pt x="609526" y="34238"/>
                  </a:lnTo>
                  <a:lnTo>
                    <a:pt x="617341" y="34413"/>
                  </a:lnTo>
                  <a:lnTo>
                    <a:pt x="625155" y="34559"/>
                  </a:lnTo>
                  <a:lnTo>
                    <a:pt x="632970" y="34799"/>
                  </a:lnTo>
                  <a:lnTo>
                    <a:pt x="640784" y="34974"/>
                  </a:lnTo>
                  <a:lnTo>
                    <a:pt x="648599" y="35129"/>
                  </a:lnTo>
                  <a:lnTo>
                    <a:pt x="656413" y="35276"/>
                  </a:lnTo>
                  <a:lnTo>
                    <a:pt x="664228" y="35385"/>
                  </a:lnTo>
                  <a:lnTo>
                    <a:pt x="672042" y="35509"/>
                  </a:lnTo>
                  <a:lnTo>
                    <a:pt x="679857" y="35627"/>
                  </a:lnTo>
                  <a:lnTo>
                    <a:pt x="687671" y="35844"/>
                  </a:lnTo>
                  <a:lnTo>
                    <a:pt x="695485" y="35940"/>
                  </a:lnTo>
                  <a:lnTo>
                    <a:pt x="703300" y="36034"/>
                  </a:lnTo>
                  <a:lnTo>
                    <a:pt x="711114" y="36106"/>
                  </a:lnTo>
                  <a:lnTo>
                    <a:pt x="718929" y="36201"/>
                  </a:lnTo>
                  <a:lnTo>
                    <a:pt x="726743" y="36302"/>
                  </a:lnTo>
                  <a:lnTo>
                    <a:pt x="734558" y="36405"/>
                  </a:lnTo>
                  <a:lnTo>
                    <a:pt x="742372" y="36531"/>
                  </a:lnTo>
                  <a:lnTo>
                    <a:pt x="750187" y="36644"/>
                  </a:lnTo>
                  <a:lnTo>
                    <a:pt x="758001" y="36729"/>
                  </a:lnTo>
                  <a:lnTo>
                    <a:pt x="765815" y="36779"/>
                  </a:lnTo>
                  <a:lnTo>
                    <a:pt x="773630" y="36830"/>
                  </a:lnTo>
                  <a:lnTo>
                    <a:pt x="781444" y="36878"/>
                  </a:lnTo>
                  <a:lnTo>
                    <a:pt x="789259" y="36915"/>
                  </a:lnTo>
                  <a:lnTo>
                    <a:pt x="797073" y="37011"/>
                  </a:lnTo>
                  <a:lnTo>
                    <a:pt x="804888" y="37056"/>
                  </a:lnTo>
                  <a:lnTo>
                    <a:pt x="812702" y="37102"/>
                  </a:lnTo>
                  <a:lnTo>
                    <a:pt x="820517" y="37147"/>
                  </a:lnTo>
                  <a:lnTo>
                    <a:pt x="828331" y="37195"/>
                  </a:lnTo>
                  <a:lnTo>
                    <a:pt x="836145" y="37291"/>
                  </a:lnTo>
                  <a:lnTo>
                    <a:pt x="843960" y="37377"/>
                  </a:lnTo>
                  <a:lnTo>
                    <a:pt x="851774" y="37576"/>
                  </a:lnTo>
                  <a:lnTo>
                    <a:pt x="859589" y="37680"/>
                  </a:lnTo>
                  <a:lnTo>
                    <a:pt x="867403" y="37764"/>
                  </a:lnTo>
                  <a:lnTo>
                    <a:pt x="875218" y="37856"/>
                  </a:lnTo>
                  <a:lnTo>
                    <a:pt x="883032" y="37948"/>
                  </a:lnTo>
                  <a:lnTo>
                    <a:pt x="890847" y="38036"/>
                  </a:lnTo>
                  <a:lnTo>
                    <a:pt x="898661" y="38130"/>
                  </a:lnTo>
                  <a:lnTo>
                    <a:pt x="906476" y="38221"/>
                  </a:lnTo>
                  <a:lnTo>
                    <a:pt x="914290" y="38318"/>
                  </a:lnTo>
                  <a:lnTo>
                    <a:pt x="922104" y="38405"/>
                  </a:lnTo>
                  <a:lnTo>
                    <a:pt x="929919" y="38564"/>
                  </a:lnTo>
                  <a:lnTo>
                    <a:pt x="937733" y="38680"/>
                  </a:lnTo>
                  <a:lnTo>
                    <a:pt x="945548" y="38764"/>
                  </a:lnTo>
                  <a:lnTo>
                    <a:pt x="953362" y="38847"/>
                  </a:lnTo>
                  <a:lnTo>
                    <a:pt x="961177" y="38853"/>
                  </a:lnTo>
                  <a:lnTo>
                    <a:pt x="968991" y="38939"/>
                  </a:lnTo>
                  <a:lnTo>
                    <a:pt x="976806" y="38962"/>
                  </a:lnTo>
                  <a:lnTo>
                    <a:pt x="984620" y="38956"/>
                  </a:lnTo>
                  <a:lnTo>
                    <a:pt x="992434" y="38950"/>
                  </a:lnTo>
                  <a:lnTo>
                    <a:pt x="1000249" y="38945"/>
                  </a:lnTo>
                  <a:lnTo>
                    <a:pt x="1008063" y="38999"/>
                  </a:lnTo>
                  <a:lnTo>
                    <a:pt x="1015878" y="39065"/>
                  </a:lnTo>
                  <a:lnTo>
                    <a:pt x="1023692" y="39133"/>
                  </a:lnTo>
                  <a:lnTo>
                    <a:pt x="1031507" y="39201"/>
                  </a:lnTo>
                  <a:lnTo>
                    <a:pt x="1039321" y="39282"/>
                  </a:lnTo>
                  <a:lnTo>
                    <a:pt x="1047136" y="39366"/>
                  </a:lnTo>
                  <a:lnTo>
                    <a:pt x="1054950" y="39398"/>
                  </a:lnTo>
                  <a:lnTo>
                    <a:pt x="1062765" y="39462"/>
                  </a:lnTo>
                  <a:lnTo>
                    <a:pt x="1070579" y="39522"/>
                  </a:lnTo>
                  <a:lnTo>
                    <a:pt x="1078393" y="39540"/>
                  </a:lnTo>
                  <a:lnTo>
                    <a:pt x="1086208" y="39559"/>
                  </a:lnTo>
                  <a:lnTo>
                    <a:pt x="1094022" y="39574"/>
                  </a:lnTo>
                  <a:lnTo>
                    <a:pt x="1101837" y="39588"/>
                  </a:lnTo>
                  <a:lnTo>
                    <a:pt x="1109651" y="39621"/>
                  </a:lnTo>
                  <a:lnTo>
                    <a:pt x="1117466" y="39627"/>
                  </a:lnTo>
                  <a:lnTo>
                    <a:pt x="1125280" y="39636"/>
                  </a:lnTo>
                  <a:lnTo>
                    <a:pt x="1133095" y="39650"/>
                  </a:lnTo>
                  <a:lnTo>
                    <a:pt x="1140909" y="39666"/>
                  </a:lnTo>
                  <a:lnTo>
                    <a:pt x="1148723" y="39692"/>
                  </a:lnTo>
                  <a:lnTo>
                    <a:pt x="1156538" y="39722"/>
                  </a:lnTo>
                  <a:lnTo>
                    <a:pt x="1164352" y="39791"/>
                  </a:lnTo>
                  <a:lnTo>
                    <a:pt x="1172167" y="39904"/>
                  </a:lnTo>
                  <a:lnTo>
                    <a:pt x="1179981" y="39999"/>
                  </a:lnTo>
                  <a:lnTo>
                    <a:pt x="1187796" y="40075"/>
                  </a:lnTo>
                  <a:lnTo>
                    <a:pt x="1195610" y="40073"/>
                  </a:lnTo>
                  <a:lnTo>
                    <a:pt x="1203425" y="40054"/>
                  </a:lnTo>
                  <a:lnTo>
                    <a:pt x="1211239" y="40036"/>
                  </a:lnTo>
                  <a:lnTo>
                    <a:pt x="1219053" y="40017"/>
                  </a:lnTo>
                  <a:lnTo>
                    <a:pt x="1226868" y="39998"/>
                  </a:lnTo>
                  <a:lnTo>
                    <a:pt x="1234682" y="39981"/>
                  </a:lnTo>
                  <a:lnTo>
                    <a:pt x="1242497" y="39969"/>
                  </a:lnTo>
                  <a:lnTo>
                    <a:pt x="1250311" y="40039"/>
                  </a:lnTo>
                  <a:lnTo>
                    <a:pt x="1258126" y="40109"/>
                  </a:lnTo>
                  <a:lnTo>
                    <a:pt x="1265940" y="40107"/>
                  </a:lnTo>
                  <a:lnTo>
                    <a:pt x="1273755" y="40147"/>
                  </a:lnTo>
                  <a:lnTo>
                    <a:pt x="1281569" y="40148"/>
                  </a:lnTo>
                  <a:lnTo>
                    <a:pt x="1289384" y="40148"/>
                  </a:lnTo>
                  <a:lnTo>
                    <a:pt x="1297198" y="40156"/>
                  </a:lnTo>
                  <a:lnTo>
                    <a:pt x="1305012" y="40266"/>
                  </a:lnTo>
                  <a:lnTo>
                    <a:pt x="1312827" y="40336"/>
                  </a:lnTo>
                  <a:lnTo>
                    <a:pt x="1320641" y="40313"/>
                  </a:lnTo>
                  <a:lnTo>
                    <a:pt x="1328456" y="40292"/>
                  </a:lnTo>
                  <a:lnTo>
                    <a:pt x="1336270" y="40295"/>
                  </a:lnTo>
                  <a:lnTo>
                    <a:pt x="1344085" y="40357"/>
                  </a:lnTo>
                  <a:lnTo>
                    <a:pt x="1351899" y="40420"/>
                  </a:lnTo>
                  <a:lnTo>
                    <a:pt x="1359714" y="40455"/>
                  </a:lnTo>
                  <a:lnTo>
                    <a:pt x="1367528" y="40441"/>
                  </a:lnTo>
                  <a:lnTo>
                    <a:pt x="1375342" y="40483"/>
                  </a:lnTo>
                  <a:lnTo>
                    <a:pt x="1383157" y="40527"/>
                  </a:lnTo>
                  <a:lnTo>
                    <a:pt x="1390971" y="40572"/>
                  </a:lnTo>
                  <a:lnTo>
                    <a:pt x="1398786" y="40617"/>
                  </a:lnTo>
                  <a:lnTo>
                    <a:pt x="1406600" y="40660"/>
                  </a:lnTo>
                  <a:lnTo>
                    <a:pt x="1414415" y="40704"/>
                  </a:lnTo>
                  <a:lnTo>
                    <a:pt x="1422229" y="40749"/>
                  </a:lnTo>
                  <a:lnTo>
                    <a:pt x="1430044" y="40802"/>
                  </a:lnTo>
                  <a:lnTo>
                    <a:pt x="1437858" y="40874"/>
                  </a:lnTo>
                  <a:lnTo>
                    <a:pt x="1445672" y="40946"/>
                  </a:lnTo>
                  <a:lnTo>
                    <a:pt x="1453487" y="40960"/>
                  </a:lnTo>
                  <a:lnTo>
                    <a:pt x="1461301" y="40966"/>
                  </a:lnTo>
                  <a:lnTo>
                    <a:pt x="1469116" y="41008"/>
                  </a:lnTo>
                  <a:lnTo>
                    <a:pt x="1476930" y="41050"/>
                  </a:lnTo>
                  <a:lnTo>
                    <a:pt x="1484745" y="41088"/>
                  </a:lnTo>
                  <a:lnTo>
                    <a:pt x="1492559" y="41080"/>
                  </a:lnTo>
                  <a:lnTo>
                    <a:pt x="1500374" y="41072"/>
                  </a:lnTo>
                  <a:lnTo>
                    <a:pt x="1508188" y="41065"/>
                  </a:lnTo>
                  <a:lnTo>
                    <a:pt x="1516003" y="41057"/>
                  </a:lnTo>
                  <a:lnTo>
                    <a:pt x="1523817" y="41050"/>
                  </a:lnTo>
                  <a:lnTo>
                    <a:pt x="1531631" y="41044"/>
                  </a:lnTo>
                  <a:lnTo>
                    <a:pt x="1539446" y="41079"/>
                  </a:lnTo>
                  <a:lnTo>
                    <a:pt x="1547260" y="41117"/>
                  </a:lnTo>
                  <a:lnTo>
                    <a:pt x="1555075" y="41155"/>
                  </a:lnTo>
                  <a:lnTo>
                    <a:pt x="1562889" y="41193"/>
                  </a:lnTo>
                  <a:lnTo>
                    <a:pt x="1570704" y="41231"/>
                  </a:lnTo>
                  <a:lnTo>
                    <a:pt x="1578518" y="41280"/>
                  </a:lnTo>
                  <a:lnTo>
                    <a:pt x="1586333" y="41331"/>
                  </a:lnTo>
                  <a:lnTo>
                    <a:pt x="1594147" y="41383"/>
                  </a:lnTo>
                  <a:lnTo>
                    <a:pt x="1601961" y="41434"/>
                  </a:lnTo>
                  <a:lnTo>
                    <a:pt x="1609776" y="41485"/>
                  </a:lnTo>
                  <a:lnTo>
                    <a:pt x="1617590" y="41536"/>
                  </a:lnTo>
                  <a:lnTo>
                    <a:pt x="1625405" y="41587"/>
                  </a:lnTo>
                  <a:lnTo>
                    <a:pt x="1633219" y="41637"/>
                  </a:lnTo>
                  <a:lnTo>
                    <a:pt x="1641034" y="41688"/>
                  </a:lnTo>
                  <a:lnTo>
                    <a:pt x="1648848" y="41694"/>
                  </a:lnTo>
                  <a:lnTo>
                    <a:pt x="1656663" y="41656"/>
                  </a:lnTo>
                  <a:lnTo>
                    <a:pt x="1664477" y="41671"/>
                  </a:lnTo>
                  <a:lnTo>
                    <a:pt x="1672291" y="41705"/>
                  </a:lnTo>
                  <a:lnTo>
                    <a:pt x="1680106" y="41740"/>
                  </a:lnTo>
                  <a:lnTo>
                    <a:pt x="1687920" y="41774"/>
                  </a:lnTo>
                  <a:lnTo>
                    <a:pt x="1695735" y="41781"/>
                  </a:lnTo>
                  <a:lnTo>
                    <a:pt x="1703549" y="41748"/>
                  </a:lnTo>
                  <a:lnTo>
                    <a:pt x="1711364" y="41716"/>
                  </a:lnTo>
                  <a:lnTo>
                    <a:pt x="1719178" y="41683"/>
                  </a:lnTo>
                  <a:lnTo>
                    <a:pt x="1726993" y="41679"/>
                  </a:lnTo>
                  <a:lnTo>
                    <a:pt x="1734807" y="41735"/>
                  </a:lnTo>
                  <a:lnTo>
                    <a:pt x="1742622" y="41792"/>
                  </a:lnTo>
                  <a:lnTo>
                    <a:pt x="1750436" y="41799"/>
                  </a:lnTo>
                  <a:lnTo>
                    <a:pt x="1758250" y="41814"/>
                  </a:lnTo>
                  <a:lnTo>
                    <a:pt x="1766065" y="41854"/>
                  </a:lnTo>
                  <a:lnTo>
                    <a:pt x="1773879" y="41860"/>
                  </a:lnTo>
                  <a:lnTo>
                    <a:pt x="1781694" y="41866"/>
                  </a:lnTo>
                  <a:lnTo>
                    <a:pt x="1789508" y="41873"/>
                  </a:lnTo>
                  <a:lnTo>
                    <a:pt x="1797323" y="41884"/>
                  </a:lnTo>
                  <a:lnTo>
                    <a:pt x="1805137" y="41915"/>
                  </a:lnTo>
                  <a:lnTo>
                    <a:pt x="1812952" y="41946"/>
                  </a:lnTo>
                  <a:lnTo>
                    <a:pt x="1820766" y="41976"/>
                  </a:lnTo>
                  <a:lnTo>
                    <a:pt x="1828580" y="42007"/>
                  </a:lnTo>
                  <a:lnTo>
                    <a:pt x="1836395" y="42038"/>
                  </a:lnTo>
                  <a:lnTo>
                    <a:pt x="1844209" y="42069"/>
                  </a:lnTo>
                  <a:lnTo>
                    <a:pt x="1852024" y="42100"/>
                  </a:lnTo>
                  <a:lnTo>
                    <a:pt x="1859838" y="42110"/>
                  </a:lnTo>
                  <a:lnTo>
                    <a:pt x="1867653" y="42113"/>
                  </a:lnTo>
                  <a:lnTo>
                    <a:pt x="1875467" y="42116"/>
                  </a:lnTo>
                  <a:lnTo>
                    <a:pt x="1883282" y="42141"/>
                  </a:lnTo>
                  <a:lnTo>
                    <a:pt x="1891096" y="42176"/>
                  </a:lnTo>
                  <a:lnTo>
                    <a:pt x="1898910" y="42211"/>
                  </a:lnTo>
                  <a:lnTo>
                    <a:pt x="1906725" y="42245"/>
                  </a:lnTo>
                  <a:lnTo>
                    <a:pt x="1914539" y="42280"/>
                  </a:lnTo>
                  <a:lnTo>
                    <a:pt x="1922354" y="42314"/>
                  </a:lnTo>
                  <a:lnTo>
                    <a:pt x="1930168" y="42349"/>
                  </a:lnTo>
                  <a:lnTo>
                    <a:pt x="1937983" y="42383"/>
                  </a:lnTo>
                  <a:lnTo>
                    <a:pt x="1945797" y="42417"/>
                  </a:lnTo>
                  <a:lnTo>
                    <a:pt x="1953612" y="42440"/>
                  </a:lnTo>
                  <a:lnTo>
                    <a:pt x="1961426" y="42429"/>
                  </a:lnTo>
                  <a:lnTo>
                    <a:pt x="1969241" y="42419"/>
                  </a:lnTo>
                  <a:lnTo>
                    <a:pt x="1977055" y="42408"/>
                  </a:lnTo>
                  <a:lnTo>
                    <a:pt x="1984869" y="42398"/>
                  </a:lnTo>
                  <a:lnTo>
                    <a:pt x="1992684" y="42387"/>
                  </a:lnTo>
                  <a:lnTo>
                    <a:pt x="2000498" y="42376"/>
                  </a:lnTo>
                  <a:lnTo>
                    <a:pt x="2008313" y="42380"/>
                  </a:lnTo>
                  <a:lnTo>
                    <a:pt x="2016127" y="42407"/>
                  </a:lnTo>
                  <a:lnTo>
                    <a:pt x="2023942" y="42435"/>
                  </a:lnTo>
                  <a:lnTo>
                    <a:pt x="2023942" y="77352"/>
                  </a:lnTo>
                  <a:lnTo>
                    <a:pt x="2016127" y="77322"/>
                  </a:lnTo>
                  <a:lnTo>
                    <a:pt x="2008313" y="77292"/>
                  </a:lnTo>
                  <a:lnTo>
                    <a:pt x="2000498" y="77261"/>
                  </a:lnTo>
                  <a:lnTo>
                    <a:pt x="1992684" y="77229"/>
                  </a:lnTo>
                  <a:lnTo>
                    <a:pt x="1984869" y="77153"/>
                  </a:lnTo>
                  <a:lnTo>
                    <a:pt x="1977055" y="77075"/>
                  </a:lnTo>
                  <a:lnTo>
                    <a:pt x="1969241" y="76996"/>
                  </a:lnTo>
                  <a:lnTo>
                    <a:pt x="1961426" y="76916"/>
                  </a:lnTo>
                  <a:lnTo>
                    <a:pt x="1953612" y="76836"/>
                  </a:lnTo>
                  <a:lnTo>
                    <a:pt x="1945797" y="76755"/>
                  </a:lnTo>
                  <a:lnTo>
                    <a:pt x="1937983" y="76674"/>
                  </a:lnTo>
                  <a:lnTo>
                    <a:pt x="1930168" y="76591"/>
                  </a:lnTo>
                  <a:lnTo>
                    <a:pt x="1922354" y="76508"/>
                  </a:lnTo>
                  <a:lnTo>
                    <a:pt x="1914539" y="76438"/>
                  </a:lnTo>
                  <a:lnTo>
                    <a:pt x="1906725" y="76376"/>
                  </a:lnTo>
                  <a:lnTo>
                    <a:pt x="1898910" y="76313"/>
                  </a:lnTo>
                  <a:lnTo>
                    <a:pt x="1891096" y="76249"/>
                  </a:lnTo>
                  <a:lnTo>
                    <a:pt x="1883282" y="76185"/>
                  </a:lnTo>
                  <a:lnTo>
                    <a:pt x="1875467" y="76120"/>
                  </a:lnTo>
                  <a:lnTo>
                    <a:pt x="1867653" y="76079"/>
                  </a:lnTo>
                  <a:lnTo>
                    <a:pt x="1859838" y="76039"/>
                  </a:lnTo>
                  <a:lnTo>
                    <a:pt x="1852024" y="75999"/>
                  </a:lnTo>
                  <a:lnTo>
                    <a:pt x="1844209" y="75959"/>
                  </a:lnTo>
                  <a:lnTo>
                    <a:pt x="1836395" y="75912"/>
                  </a:lnTo>
                  <a:lnTo>
                    <a:pt x="1828580" y="75813"/>
                  </a:lnTo>
                  <a:lnTo>
                    <a:pt x="1820766" y="75713"/>
                  </a:lnTo>
                  <a:lnTo>
                    <a:pt x="1812952" y="75613"/>
                  </a:lnTo>
                  <a:lnTo>
                    <a:pt x="1805137" y="75515"/>
                  </a:lnTo>
                  <a:lnTo>
                    <a:pt x="1797323" y="75445"/>
                  </a:lnTo>
                  <a:lnTo>
                    <a:pt x="1789508" y="75380"/>
                  </a:lnTo>
                  <a:lnTo>
                    <a:pt x="1781694" y="75325"/>
                  </a:lnTo>
                  <a:lnTo>
                    <a:pt x="1773879" y="75270"/>
                  </a:lnTo>
                  <a:lnTo>
                    <a:pt x="1766065" y="75213"/>
                  </a:lnTo>
                  <a:lnTo>
                    <a:pt x="1758250" y="75138"/>
                  </a:lnTo>
                  <a:lnTo>
                    <a:pt x="1750436" y="75088"/>
                  </a:lnTo>
                  <a:lnTo>
                    <a:pt x="1742622" y="75037"/>
                  </a:lnTo>
                  <a:lnTo>
                    <a:pt x="1734807" y="74985"/>
                  </a:lnTo>
                  <a:lnTo>
                    <a:pt x="1726993" y="74926"/>
                  </a:lnTo>
                  <a:lnTo>
                    <a:pt x="1719178" y="74867"/>
                  </a:lnTo>
                  <a:lnTo>
                    <a:pt x="1711364" y="74806"/>
                  </a:lnTo>
                  <a:lnTo>
                    <a:pt x="1703549" y="74745"/>
                  </a:lnTo>
                  <a:lnTo>
                    <a:pt x="1695735" y="74682"/>
                  </a:lnTo>
                  <a:lnTo>
                    <a:pt x="1687920" y="74619"/>
                  </a:lnTo>
                  <a:lnTo>
                    <a:pt x="1680106" y="74555"/>
                  </a:lnTo>
                  <a:lnTo>
                    <a:pt x="1672291" y="74489"/>
                  </a:lnTo>
                  <a:lnTo>
                    <a:pt x="1664477" y="74423"/>
                  </a:lnTo>
                  <a:lnTo>
                    <a:pt x="1656663" y="74356"/>
                  </a:lnTo>
                  <a:lnTo>
                    <a:pt x="1648848" y="74287"/>
                  </a:lnTo>
                  <a:lnTo>
                    <a:pt x="1641034" y="74218"/>
                  </a:lnTo>
                  <a:lnTo>
                    <a:pt x="1633219" y="74147"/>
                  </a:lnTo>
                  <a:lnTo>
                    <a:pt x="1625405" y="74075"/>
                  </a:lnTo>
                  <a:lnTo>
                    <a:pt x="1617590" y="74003"/>
                  </a:lnTo>
                  <a:lnTo>
                    <a:pt x="1609776" y="73929"/>
                  </a:lnTo>
                  <a:lnTo>
                    <a:pt x="1601961" y="73854"/>
                  </a:lnTo>
                  <a:lnTo>
                    <a:pt x="1594147" y="73777"/>
                  </a:lnTo>
                  <a:lnTo>
                    <a:pt x="1586333" y="73700"/>
                  </a:lnTo>
                  <a:lnTo>
                    <a:pt x="1578518" y="73621"/>
                  </a:lnTo>
                  <a:lnTo>
                    <a:pt x="1570704" y="73541"/>
                  </a:lnTo>
                  <a:lnTo>
                    <a:pt x="1562889" y="73460"/>
                  </a:lnTo>
                  <a:lnTo>
                    <a:pt x="1555075" y="73377"/>
                  </a:lnTo>
                  <a:lnTo>
                    <a:pt x="1547260" y="73293"/>
                  </a:lnTo>
                  <a:lnTo>
                    <a:pt x="1539446" y="73207"/>
                  </a:lnTo>
                  <a:lnTo>
                    <a:pt x="1531631" y="73119"/>
                  </a:lnTo>
                  <a:lnTo>
                    <a:pt x="1523817" y="73031"/>
                  </a:lnTo>
                  <a:lnTo>
                    <a:pt x="1516003" y="72941"/>
                  </a:lnTo>
                  <a:lnTo>
                    <a:pt x="1508188" y="72849"/>
                  </a:lnTo>
                  <a:lnTo>
                    <a:pt x="1500374" y="72756"/>
                  </a:lnTo>
                  <a:lnTo>
                    <a:pt x="1492559" y="72649"/>
                  </a:lnTo>
                  <a:lnTo>
                    <a:pt x="1484745" y="72527"/>
                  </a:lnTo>
                  <a:lnTo>
                    <a:pt x="1476930" y="72404"/>
                  </a:lnTo>
                  <a:lnTo>
                    <a:pt x="1469116" y="72279"/>
                  </a:lnTo>
                  <a:lnTo>
                    <a:pt x="1461301" y="72154"/>
                  </a:lnTo>
                  <a:lnTo>
                    <a:pt x="1453487" y="72027"/>
                  </a:lnTo>
                  <a:lnTo>
                    <a:pt x="1445672" y="71899"/>
                  </a:lnTo>
                  <a:lnTo>
                    <a:pt x="1437858" y="71769"/>
                  </a:lnTo>
                  <a:lnTo>
                    <a:pt x="1430044" y="71639"/>
                  </a:lnTo>
                  <a:lnTo>
                    <a:pt x="1422229" y="71507"/>
                  </a:lnTo>
                  <a:lnTo>
                    <a:pt x="1414415" y="71374"/>
                  </a:lnTo>
                  <a:lnTo>
                    <a:pt x="1406600" y="71240"/>
                  </a:lnTo>
                  <a:lnTo>
                    <a:pt x="1398786" y="71104"/>
                  </a:lnTo>
                  <a:lnTo>
                    <a:pt x="1390971" y="70968"/>
                  </a:lnTo>
                  <a:lnTo>
                    <a:pt x="1383157" y="70839"/>
                  </a:lnTo>
                  <a:lnTo>
                    <a:pt x="1375342" y="70744"/>
                  </a:lnTo>
                  <a:lnTo>
                    <a:pt x="1367528" y="70649"/>
                  </a:lnTo>
                  <a:lnTo>
                    <a:pt x="1359714" y="70553"/>
                  </a:lnTo>
                  <a:lnTo>
                    <a:pt x="1351899" y="70456"/>
                  </a:lnTo>
                  <a:lnTo>
                    <a:pt x="1344085" y="70359"/>
                  </a:lnTo>
                  <a:lnTo>
                    <a:pt x="1336270" y="70261"/>
                  </a:lnTo>
                  <a:lnTo>
                    <a:pt x="1328456" y="70162"/>
                  </a:lnTo>
                  <a:lnTo>
                    <a:pt x="1320641" y="70063"/>
                  </a:lnTo>
                  <a:lnTo>
                    <a:pt x="1312827" y="69963"/>
                  </a:lnTo>
                  <a:lnTo>
                    <a:pt x="1305012" y="69860"/>
                  </a:lnTo>
                  <a:lnTo>
                    <a:pt x="1297198" y="69714"/>
                  </a:lnTo>
                  <a:lnTo>
                    <a:pt x="1289384" y="69567"/>
                  </a:lnTo>
                  <a:lnTo>
                    <a:pt x="1281569" y="69416"/>
                  </a:lnTo>
                  <a:lnTo>
                    <a:pt x="1273755" y="69264"/>
                  </a:lnTo>
                  <a:lnTo>
                    <a:pt x="1265940" y="69108"/>
                  </a:lnTo>
                  <a:lnTo>
                    <a:pt x="1258126" y="68956"/>
                  </a:lnTo>
                  <a:lnTo>
                    <a:pt x="1250311" y="68801"/>
                  </a:lnTo>
                  <a:lnTo>
                    <a:pt x="1242497" y="68643"/>
                  </a:lnTo>
                  <a:lnTo>
                    <a:pt x="1234682" y="68549"/>
                  </a:lnTo>
                  <a:lnTo>
                    <a:pt x="1226868" y="68457"/>
                  </a:lnTo>
                  <a:lnTo>
                    <a:pt x="1219053" y="68302"/>
                  </a:lnTo>
                  <a:lnTo>
                    <a:pt x="1211239" y="68125"/>
                  </a:lnTo>
                  <a:lnTo>
                    <a:pt x="1203425" y="67977"/>
                  </a:lnTo>
                  <a:lnTo>
                    <a:pt x="1195610" y="67812"/>
                  </a:lnTo>
                  <a:lnTo>
                    <a:pt x="1187796" y="67643"/>
                  </a:lnTo>
                  <a:lnTo>
                    <a:pt x="1179981" y="67473"/>
                  </a:lnTo>
                  <a:lnTo>
                    <a:pt x="1172167" y="67299"/>
                  </a:lnTo>
                  <a:lnTo>
                    <a:pt x="1164352" y="67127"/>
                  </a:lnTo>
                  <a:lnTo>
                    <a:pt x="1156538" y="66987"/>
                  </a:lnTo>
                  <a:lnTo>
                    <a:pt x="1148723" y="66846"/>
                  </a:lnTo>
                  <a:lnTo>
                    <a:pt x="1140909" y="66704"/>
                  </a:lnTo>
                  <a:lnTo>
                    <a:pt x="1133095" y="66561"/>
                  </a:lnTo>
                  <a:lnTo>
                    <a:pt x="1125280" y="66416"/>
                  </a:lnTo>
                  <a:lnTo>
                    <a:pt x="1117466" y="66270"/>
                  </a:lnTo>
                  <a:lnTo>
                    <a:pt x="1109651" y="66124"/>
                  </a:lnTo>
                  <a:lnTo>
                    <a:pt x="1101837" y="65966"/>
                  </a:lnTo>
                  <a:lnTo>
                    <a:pt x="1094022" y="65776"/>
                  </a:lnTo>
                  <a:lnTo>
                    <a:pt x="1086208" y="65583"/>
                  </a:lnTo>
                  <a:lnTo>
                    <a:pt x="1078393" y="65379"/>
                  </a:lnTo>
                  <a:lnTo>
                    <a:pt x="1070579" y="65200"/>
                  </a:lnTo>
                  <a:lnTo>
                    <a:pt x="1062765" y="65046"/>
                  </a:lnTo>
                  <a:lnTo>
                    <a:pt x="1054950" y="64884"/>
                  </a:lnTo>
                  <a:lnTo>
                    <a:pt x="1047136" y="64703"/>
                  </a:lnTo>
                  <a:lnTo>
                    <a:pt x="1039321" y="64518"/>
                  </a:lnTo>
                  <a:lnTo>
                    <a:pt x="1031507" y="64297"/>
                  </a:lnTo>
                  <a:lnTo>
                    <a:pt x="1023692" y="64065"/>
                  </a:lnTo>
                  <a:lnTo>
                    <a:pt x="1015878" y="63890"/>
                  </a:lnTo>
                  <a:lnTo>
                    <a:pt x="1008063" y="63714"/>
                  </a:lnTo>
                  <a:lnTo>
                    <a:pt x="1000249" y="63537"/>
                  </a:lnTo>
                  <a:lnTo>
                    <a:pt x="992434" y="63358"/>
                  </a:lnTo>
                  <a:lnTo>
                    <a:pt x="984620" y="63178"/>
                  </a:lnTo>
                  <a:lnTo>
                    <a:pt x="976806" y="62995"/>
                  </a:lnTo>
                  <a:lnTo>
                    <a:pt x="968991" y="62806"/>
                  </a:lnTo>
                  <a:lnTo>
                    <a:pt x="961177" y="62610"/>
                  </a:lnTo>
                  <a:lnTo>
                    <a:pt x="953362" y="62411"/>
                  </a:lnTo>
                  <a:lnTo>
                    <a:pt x="945548" y="62211"/>
                  </a:lnTo>
                  <a:lnTo>
                    <a:pt x="937733" y="61982"/>
                  </a:lnTo>
                  <a:lnTo>
                    <a:pt x="929919" y="61725"/>
                  </a:lnTo>
                  <a:lnTo>
                    <a:pt x="922104" y="61518"/>
                  </a:lnTo>
                  <a:lnTo>
                    <a:pt x="914290" y="61363"/>
                  </a:lnTo>
                  <a:lnTo>
                    <a:pt x="906476" y="61190"/>
                  </a:lnTo>
                  <a:lnTo>
                    <a:pt x="898661" y="60983"/>
                  </a:lnTo>
                  <a:lnTo>
                    <a:pt x="890847" y="60774"/>
                  </a:lnTo>
                  <a:lnTo>
                    <a:pt x="883032" y="60561"/>
                  </a:lnTo>
                  <a:lnTo>
                    <a:pt x="875218" y="60325"/>
                  </a:lnTo>
                  <a:lnTo>
                    <a:pt x="867403" y="60107"/>
                  </a:lnTo>
                  <a:lnTo>
                    <a:pt x="859589" y="59821"/>
                  </a:lnTo>
                  <a:lnTo>
                    <a:pt x="851774" y="59631"/>
                  </a:lnTo>
                  <a:lnTo>
                    <a:pt x="843960" y="59480"/>
                  </a:lnTo>
                  <a:lnTo>
                    <a:pt x="836145" y="59259"/>
                  </a:lnTo>
                  <a:lnTo>
                    <a:pt x="828331" y="59009"/>
                  </a:lnTo>
                  <a:lnTo>
                    <a:pt x="820517" y="58792"/>
                  </a:lnTo>
                  <a:lnTo>
                    <a:pt x="812702" y="58530"/>
                  </a:lnTo>
                  <a:lnTo>
                    <a:pt x="804888" y="58264"/>
                  </a:lnTo>
                  <a:lnTo>
                    <a:pt x="797073" y="57997"/>
                  </a:lnTo>
                  <a:lnTo>
                    <a:pt x="789259" y="57787"/>
                  </a:lnTo>
                  <a:lnTo>
                    <a:pt x="781444" y="57472"/>
                  </a:lnTo>
                  <a:lnTo>
                    <a:pt x="773630" y="57228"/>
                  </a:lnTo>
                  <a:lnTo>
                    <a:pt x="765815" y="56984"/>
                  </a:lnTo>
                  <a:lnTo>
                    <a:pt x="758001" y="56738"/>
                  </a:lnTo>
                  <a:lnTo>
                    <a:pt x="750187" y="56490"/>
                  </a:lnTo>
                  <a:lnTo>
                    <a:pt x="742372" y="56239"/>
                  </a:lnTo>
                  <a:lnTo>
                    <a:pt x="734558" y="56075"/>
                  </a:lnTo>
                  <a:lnTo>
                    <a:pt x="726743" y="55929"/>
                  </a:lnTo>
                  <a:lnTo>
                    <a:pt x="718929" y="55636"/>
                  </a:lnTo>
                  <a:lnTo>
                    <a:pt x="711114" y="55338"/>
                  </a:lnTo>
                  <a:lnTo>
                    <a:pt x="703300" y="55043"/>
                  </a:lnTo>
                  <a:lnTo>
                    <a:pt x="695485" y="54772"/>
                  </a:lnTo>
                  <a:lnTo>
                    <a:pt x="687671" y="54624"/>
                  </a:lnTo>
                  <a:lnTo>
                    <a:pt x="679857" y="54471"/>
                  </a:lnTo>
                  <a:lnTo>
                    <a:pt x="672042" y="54255"/>
                  </a:lnTo>
                  <a:lnTo>
                    <a:pt x="664228" y="54009"/>
                  </a:lnTo>
                  <a:lnTo>
                    <a:pt x="656413" y="53741"/>
                  </a:lnTo>
                  <a:lnTo>
                    <a:pt x="648599" y="53480"/>
                  </a:lnTo>
                  <a:lnTo>
                    <a:pt x="640784" y="53295"/>
                  </a:lnTo>
                  <a:lnTo>
                    <a:pt x="632970" y="53050"/>
                  </a:lnTo>
                  <a:lnTo>
                    <a:pt x="625155" y="52860"/>
                  </a:lnTo>
                  <a:lnTo>
                    <a:pt x="617341" y="52690"/>
                  </a:lnTo>
                  <a:lnTo>
                    <a:pt x="609526" y="52375"/>
                  </a:lnTo>
                  <a:lnTo>
                    <a:pt x="601712" y="52163"/>
                  </a:lnTo>
                  <a:lnTo>
                    <a:pt x="593898" y="51887"/>
                  </a:lnTo>
                  <a:lnTo>
                    <a:pt x="586083" y="51611"/>
                  </a:lnTo>
                  <a:lnTo>
                    <a:pt x="578269" y="51344"/>
                  </a:lnTo>
                  <a:lnTo>
                    <a:pt x="570454" y="51245"/>
                  </a:lnTo>
                  <a:lnTo>
                    <a:pt x="562640" y="51115"/>
                  </a:lnTo>
                  <a:lnTo>
                    <a:pt x="554825" y="51018"/>
                  </a:lnTo>
                  <a:lnTo>
                    <a:pt x="547011" y="50956"/>
                  </a:lnTo>
                  <a:lnTo>
                    <a:pt x="539196" y="50645"/>
                  </a:lnTo>
                  <a:lnTo>
                    <a:pt x="531382" y="50500"/>
                  </a:lnTo>
                  <a:lnTo>
                    <a:pt x="523568" y="50352"/>
                  </a:lnTo>
                  <a:lnTo>
                    <a:pt x="515753" y="50200"/>
                  </a:lnTo>
                  <a:lnTo>
                    <a:pt x="507939" y="50039"/>
                  </a:lnTo>
                  <a:lnTo>
                    <a:pt x="500124" y="49690"/>
                  </a:lnTo>
                  <a:lnTo>
                    <a:pt x="492310" y="49517"/>
                  </a:lnTo>
                  <a:lnTo>
                    <a:pt x="484495" y="49159"/>
                  </a:lnTo>
                  <a:lnTo>
                    <a:pt x="476681" y="48939"/>
                  </a:lnTo>
                  <a:lnTo>
                    <a:pt x="468866" y="48764"/>
                  </a:lnTo>
                  <a:lnTo>
                    <a:pt x="461052" y="48476"/>
                  </a:lnTo>
                  <a:lnTo>
                    <a:pt x="453238" y="48187"/>
                  </a:lnTo>
                  <a:lnTo>
                    <a:pt x="445423" y="48056"/>
                  </a:lnTo>
                  <a:lnTo>
                    <a:pt x="437609" y="47720"/>
                  </a:lnTo>
                  <a:lnTo>
                    <a:pt x="429794" y="47577"/>
                  </a:lnTo>
                  <a:lnTo>
                    <a:pt x="421980" y="47573"/>
                  </a:lnTo>
                  <a:lnTo>
                    <a:pt x="414165" y="47343"/>
                  </a:lnTo>
                  <a:lnTo>
                    <a:pt x="406351" y="47242"/>
                  </a:lnTo>
                  <a:lnTo>
                    <a:pt x="398536" y="47073"/>
                  </a:lnTo>
                  <a:lnTo>
                    <a:pt x="390722" y="46818"/>
                  </a:lnTo>
                  <a:lnTo>
                    <a:pt x="382907" y="46641"/>
                  </a:lnTo>
                  <a:lnTo>
                    <a:pt x="375093" y="46505"/>
                  </a:lnTo>
                  <a:lnTo>
                    <a:pt x="367279" y="46328"/>
                  </a:lnTo>
                  <a:lnTo>
                    <a:pt x="359464" y="46167"/>
                  </a:lnTo>
                  <a:lnTo>
                    <a:pt x="351650" y="45966"/>
                  </a:lnTo>
                  <a:lnTo>
                    <a:pt x="343835" y="45787"/>
                  </a:lnTo>
                  <a:lnTo>
                    <a:pt x="336021" y="45726"/>
                  </a:lnTo>
                  <a:lnTo>
                    <a:pt x="328206" y="45682"/>
                  </a:lnTo>
                  <a:lnTo>
                    <a:pt x="320392" y="45633"/>
                  </a:lnTo>
                  <a:lnTo>
                    <a:pt x="312577" y="45440"/>
                  </a:lnTo>
                  <a:lnTo>
                    <a:pt x="304763" y="45316"/>
                  </a:lnTo>
                  <a:lnTo>
                    <a:pt x="296949" y="45267"/>
                  </a:lnTo>
                  <a:lnTo>
                    <a:pt x="289134" y="45138"/>
                  </a:lnTo>
                  <a:lnTo>
                    <a:pt x="281320" y="45095"/>
                  </a:lnTo>
                  <a:lnTo>
                    <a:pt x="273505" y="44913"/>
                  </a:lnTo>
                  <a:lnTo>
                    <a:pt x="265691" y="44811"/>
                  </a:lnTo>
                  <a:lnTo>
                    <a:pt x="257876" y="44710"/>
                  </a:lnTo>
                  <a:lnTo>
                    <a:pt x="250062" y="44664"/>
                  </a:lnTo>
                  <a:lnTo>
                    <a:pt x="242247" y="44597"/>
                  </a:lnTo>
                  <a:lnTo>
                    <a:pt x="234433" y="44479"/>
                  </a:lnTo>
                  <a:lnTo>
                    <a:pt x="226619" y="44337"/>
                  </a:lnTo>
                  <a:lnTo>
                    <a:pt x="218804" y="44214"/>
                  </a:lnTo>
                  <a:lnTo>
                    <a:pt x="210990" y="44035"/>
                  </a:lnTo>
                  <a:lnTo>
                    <a:pt x="203175" y="43885"/>
                  </a:lnTo>
                  <a:lnTo>
                    <a:pt x="195361" y="43783"/>
                  </a:lnTo>
                  <a:lnTo>
                    <a:pt x="187546" y="43755"/>
                  </a:lnTo>
                  <a:lnTo>
                    <a:pt x="179732" y="43601"/>
                  </a:lnTo>
                  <a:lnTo>
                    <a:pt x="171917" y="43518"/>
                  </a:lnTo>
                  <a:lnTo>
                    <a:pt x="164103" y="43426"/>
                  </a:lnTo>
                  <a:lnTo>
                    <a:pt x="156288" y="43273"/>
                  </a:lnTo>
                  <a:lnTo>
                    <a:pt x="148474" y="43239"/>
                  </a:lnTo>
                  <a:lnTo>
                    <a:pt x="140660" y="43080"/>
                  </a:lnTo>
                  <a:lnTo>
                    <a:pt x="132845" y="43031"/>
                  </a:lnTo>
                  <a:lnTo>
                    <a:pt x="125031" y="42983"/>
                  </a:lnTo>
                  <a:lnTo>
                    <a:pt x="117216" y="42935"/>
                  </a:lnTo>
                  <a:lnTo>
                    <a:pt x="109402" y="42900"/>
                  </a:lnTo>
                  <a:lnTo>
                    <a:pt x="101587" y="42929"/>
                  </a:lnTo>
                  <a:lnTo>
                    <a:pt x="93773" y="42800"/>
                  </a:lnTo>
                  <a:lnTo>
                    <a:pt x="85958" y="42760"/>
                  </a:lnTo>
                  <a:lnTo>
                    <a:pt x="78144" y="42771"/>
                  </a:lnTo>
                  <a:lnTo>
                    <a:pt x="70330" y="42716"/>
                  </a:lnTo>
                  <a:lnTo>
                    <a:pt x="62515" y="42679"/>
                  </a:lnTo>
                  <a:lnTo>
                    <a:pt x="54701" y="42553"/>
                  </a:lnTo>
                  <a:lnTo>
                    <a:pt x="46886" y="42485"/>
                  </a:lnTo>
                  <a:lnTo>
                    <a:pt x="39072" y="42435"/>
                  </a:lnTo>
                  <a:lnTo>
                    <a:pt x="31257" y="42387"/>
                  </a:lnTo>
                  <a:lnTo>
                    <a:pt x="23443" y="42338"/>
                  </a:lnTo>
                  <a:lnTo>
                    <a:pt x="15628" y="42280"/>
                  </a:lnTo>
                  <a:lnTo>
                    <a:pt x="7814" y="42235"/>
                  </a:lnTo>
                  <a:lnTo>
                    <a:pt x="0" y="42186"/>
                  </a:lnTo>
                  <a:close/>
                </a:path>
              </a:pathLst>
            </a:custGeom>
            <a:solidFill>
              <a:srgbClr val="E69F00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178" name="pl177"/>
            <p:cNvSpPr/>
            <p:nvPr/>
          </p:nvSpPr>
          <p:spPr>
            <a:xfrm>
              <a:off x="3632283" y="4609284"/>
              <a:ext cx="2023942" cy="42440"/>
            </a:xfrm>
            <a:custGeom>
              <a:avLst/>
              <a:pathLst>
                <a:path w="2023942" h="42440">
                  <a:moveTo>
                    <a:pt x="0" y="0"/>
                  </a:moveTo>
                  <a:lnTo>
                    <a:pt x="7814" y="487"/>
                  </a:lnTo>
                  <a:lnTo>
                    <a:pt x="15628" y="1153"/>
                  </a:lnTo>
                  <a:lnTo>
                    <a:pt x="23443" y="1819"/>
                  </a:lnTo>
                  <a:lnTo>
                    <a:pt x="31257" y="2610"/>
                  </a:lnTo>
                  <a:lnTo>
                    <a:pt x="39072" y="3336"/>
                  </a:lnTo>
                  <a:lnTo>
                    <a:pt x="46886" y="4046"/>
                  </a:lnTo>
                  <a:lnTo>
                    <a:pt x="54701" y="4730"/>
                  </a:lnTo>
                  <a:lnTo>
                    <a:pt x="62515" y="5421"/>
                  </a:lnTo>
                  <a:lnTo>
                    <a:pt x="70330" y="6232"/>
                  </a:lnTo>
                  <a:lnTo>
                    <a:pt x="78144" y="6953"/>
                  </a:lnTo>
                  <a:lnTo>
                    <a:pt x="85958" y="7620"/>
                  </a:lnTo>
                  <a:lnTo>
                    <a:pt x="93773" y="8260"/>
                  </a:lnTo>
                  <a:lnTo>
                    <a:pt x="101587" y="8993"/>
                  </a:lnTo>
                  <a:lnTo>
                    <a:pt x="109402" y="9526"/>
                  </a:lnTo>
                  <a:lnTo>
                    <a:pt x="117216" y="10110"/>
                  </a:lnTo>
                  <a:lnTo>
                    <a:pt x="125031" y="10762"/>
                  </a:lnTo>
                  <a:lnTo>
                    <a:pt x="132845" y="11503"/>
                  </a:lnTo>
                  <a:lnTo>
                    <a:pt x="140660" y="12099"/>
                  </a:lnTo>
                  <a:lnTo>
                    <a:pt x="148474" y="12640"/>
                  </a:lnTo>
                  <a:lnTo>
                    <a:pt x="156288" y="13173"/>
                  </a:lnTo>
                  <a:lnTo>
                    <a:pt x="164103" y="13701"/>
                  </a:lnTo>
                  <a:lnTo>
                    <a:pt x="171917" y="14401"/>
                  </a:lnTo>
                  <a:lnTo>
                    <a:pt x="179732" y="15085"/>
                  </a:lnTo>
                  <a:lnTo>
                    <a:pt x="187546" y="15775"/>
                  </a:lnTo>
                  <a:lnTo>
                    <a:pt x="195361" y="16383"/>
                  </a:lnTo>
                  <a:lnTo>
                    <a:pt x="203175" y="16986"/>
                  </a:lnTo>
                  <a:lnTo>
                    <a:pt x="210990" y="17584"/>
                  </a:lnTo>
                  <a:lnTo>
                    <a:pt x="218804" y="17997"/>
                  </a:lnTo>
                  <a:lnTo>
                    <a:pt x="226619" y="18637"/>
                  </a:lnTo>
                  <a:lnTo>
                    <a:pt x="234433" y="19272"/>
                  </a:lnTo>
                  <a:lnTo>
                    <a:pt x="242247" y="19628"/>
                  </a:lnTo>
                  <a:lnTo>
                    <a:pt x="250062" y="20048"/>
                  </a:lnTo>
                  <a:lnTo>
                    <a:pt x="257876" y="20547"/>
                  </a:lnTo>
                  <a:lnTo>
                    <a:pt x="265691" y="20859"/>
                  </a:lnTo>
                  <a:lnTo>
                    <a:pt x="273505" y="21444"/>
                  </a:lnTo>
                  <a:lnTo>
                    <a:pt x="281320" y="22018"/>
                  </a:lnTo>
                  <a:lnTo>
                    <a:pt x="289134" y="22434"/>
                  </a:lnTo>
                  <a:lnTo>
                    <a:pt x="296949" y="22837"/>
                  </a:lnTo>
                  <a:lnTo>
                    <a:pt x="304763" y="23161"/>
                  </a:lnTo>
                  <a:lnTo>
                    <a:pt x="312577" y="23436"/>
                  </a:lnTo>
                  <a:lnTo>
                    <a:pt x="320392" y="23709"/>
                  </a:lnTo>
                  <a:lnTo>
                    <a:pt x="328206" y="23982"/>
                  </a:lnTo>
                  <a:lnTo>
                    <a:pt x="336021" y="24260"/>
                  </a:lnTo>
                  <a:lnTo>
                    <a:pt x="343835" y="24811"/>
                  </a:lnTo>
                  <a:lnTo>
                    <a:pt x="351650" y="25401"/>
                  </a:lnTo>
                  <a:lnTo>
                    <a:pt x="359464" y="25759"/>
                  </a:lnTo>
                  <a:lnTo>
                    <a:pt x="367279" y="26105"/>
                  </a:lnTo>
                  <a:lnTo>
                    <a:pt x="375093" y="26403"/>
                  </a:lnTo>
                  <a:lnTo>
                    <a:pt x="382907" y="26647"/>
                  </a:lnTo>
                  <a:lnTo>
                    <a:pt x="390722" y="27023"/>
                  </a:lnTo>
                  <a:lnTo>
                    <a:pt x="398536" y="27419"/>
                  </a:lnTo>
                  <a:lnTo>
                    <a:pt x="406351" y="27812"/>
                  </a:lnTo>
                  <a:lnTo>
                    <a:pt x="414165" y="28178"/>
                  </a:lnTo>
                  <a:lnTo>
                    <a:pt x="421980" y="28575"/>
                  </a:lnTo>
                  <a:lnTo>
                    <a:pt x="429794" y="28969"/>
                  </a:lnTo>
                  <a:lnTo>
                    <a:pt x="437609" y="29367"/>
                  </a:lnTo>
                  <a:lnTo>
                    <a:pt x="445423" y="29766"/>
                  </a:lnTo>
                  <a:lnTo>
                    <a:pt x="453238" y="30099"/>
                  </a:lnTo>
                  <a:lnTo>
                    <a:pt x="461052" y="30429"/>
                  </a:lnTo>
                  <a:lnTo>
                    <a:pt x="468866" y="30608"/>
                  </a:lnTo>
                  <a:lnTo>
                    <a:pt x="476681" y="30776"/>
                  </a:lnTo>
                  <a:lnTo>
                    <a:pt x="484495" y="31076"/>
                  </a:lnTo>
                  <a:lnTo>
                    <a:pt x="492310" y="31332"/>
                  </a:lnTo>
                  <a:lnTo>
                    <a:pt x="500124" y="31554"/>
                  </a:lnTo>
                  <a:lnTo>
                    <a:pt x="507939" y="31795"/>
                  </a:lnTo>
                  <a:lnTo>
                    <a:pt x="515753" y="32014"/>
                  </a:lnTo>
                  <a:lnTo>
                    <a:pt x="523568" y="32233"/>
                  </a:lnTo>
                  <a:lnTo>
                    <a:pt x="531382" y="32448"/>
                  </a:lnTo>
                  <a:lnTo>
                    <a:pt x="539196" y="32667"/>
                  </a:lnTo>
                  <a:lnTo>
                    <a:pt x="547011" y="32866"/>
                  </a:lnTo>
                  <a:lnTo>
                    <a:pt x="554825" y="33090"/>
                  </a:lnTo>
                  <a:lnTo>
                    <a:pt x="562640" y="33297"/>
                  </a:lnTo>
                  <a:lnTo>
                    <a:pt x="570454" y="33413"/>
                  </a:lnTo>
                  <a:lnTo>
                    <a:pt x="578269" y="33591"/>
                  </a:lnTo>
                  <a:lnTo>
                    <a:pt x="586083" y="33740"/>
                  </a:lnTo>
                  <a:lnTo>
                    <a:pt x="593898" y="33886"/>
                  </a:lnTo>
                  <a:lnTo>
                    <a:pt x="601712" y="34039"/>
                  </a:lnTo>
                  <a:lnTo>
                    <a:pt x="609526" y="34238"/>
                  </a:lnTo>
                  <a:lnTo>
                    <a:pt x="617341" y="34413"/>
                  </a:lnTo>
                  <a:lnTo>
                    <a:pt x="625155" y="34559"/>
                  </a:lnTo>
                  <a:lnTo>
                    <a:pt x="632970" y="34799"/>
                  </a:lnTo>
                  <a:lnTo>
                    <a:pt x="640784" y="34974"/>
                  </a:lnTo>
                  <a:lnTo>
                    <a:pt x="648599" y="35129"/>
                  </a:lnTo>
                  <a:lnTo>
                    <a:pt x="656413" y="35276"/>
                  </a:lnTo>
                  <a:lnTo>
                    <a:pt x="664228" y="35385"/>
                  </a:lnTo>
                  <a:lnTo>
                    <a:pt x="672042" y="35509"/>
                  </a:lnTo>
                  <a:lnTo>
                    <a:pt x="679857" y="35627"/>
                  </a:lnTo>
                  <a:lnTo>
                    <a:pt x="687671" y="35844"/>
                  </a:lnTo>
                  <a:lnTo>
                    <a:pt x="695485" y="35940"/>
                  </a:lnTo>
                  <a:lnTo>
                    <a:pt x="703300" y="36034"/>
                  </a:lnTo>
                  <a:lnTo>
                    <a:pt x="711114" y="36106"/>
                  </a:lnTo>
                  <a:lnTo>
                    <a:pt x="718929" y="36201"/>
                  </a:lnTo>
                  <a:lnTo>
                    <a:pt x="726743" y="36302"/>
                  </a:lnTo>
                  <a:lnTo>
                    <a:pt x="734558" y="36405"/>
                  </a:lnTo>
                  <a:lnTo>
                    <a:pt x="742372" y="36531"/>
                  </a:lnTo>
                  <a:lnTo>
                    <a:pt x="750187" y="36644"/>
                  </a:lnTo>
                  <a:lnTo>
                    <a:pt x="758001" y="36729"/>
                  </a:lnTo>
                  <a:lnTo>
                    <a:pt x="765815" y="36779"/>
                  </a:lnTo>
                  <a:lnTo>
                    <a:pt x="773630" y="36830"/>
                  </a:lnTo>
                  <a:lnTo>
                    <a:pt x="781444" y="36878"/>
                  </a:lnTo>
                  <a:lnTo>
                    <a:pt x="789259" y="36915"/>
                  </a:lnTo>
                  <a:lnTo>
                    <a:pt x="797073" y="37011"/>
                  </a:lnTo>
                  <a:lnTo>
                    <a:pt x="804888" y="37056"/>
                  </a:lnTo>
                  <a:lnTo>
                    <a:pt x="812702" y="37102"/>
                  </a:lnTo>
                  <a:lnTo>
                    <a:pt x="820517" y="37147"/>
                  </a:lnTo>
                  <a:lnTo>
                    <a:pt x="828331" y="37195"/>
                  </a:lnTo>
                  <a:lnTo>
                    <a:pt x="836145" y="37291"/>
                  </a:lnTo>
                  <a:lnTo>
                    <a:pt x="843960" y="37377"/>
                  </a:lnTo>
                  <a:lnTo>
                    <a:pt x="851774" y="37576"/>
                  </a:lnTo>
                  <a:lnTo>
                    <a:pt x="859589" y="37680"/>
                  </a:lnTo>
                  <a:lnTo>
                    <a:pt x="867403" y="37764"/>
                  </a:lnTo>
                  <a:lnTo>
                    <a:pt x="875218" y="37856"/>
                  </a:lnTo>
                  <a:lnTo>
                    <a:pt x="883032" y="37948"/>
                  </a:lnTo>
                  <a:lnTo>
                    <a:pt x="890847" y="38036"/>
                  </a:lnTo>
                  <a:lnTo>
                    <a:pt x="898661" y="38130"/>
                  </a:lnTo>
                  <a:lnTo>
                    <a:pt x="906476" y="38221"/>
                  </a:lnTo>
                  <a:lnTo>
                    <a:pt x="914290" y="38318"/>
                  </a:lnTo>
                  <a:lnTo>
                    <a:pt x="922104" y="38405"/>
                  </a:lnTo>
                  <a:lnTo>
                    <a:pt x="929919" y="38564"/>
                  </a:lnTo>
                  <a:lnTo>
                    <a:pt x="937733" y="38680"/>
                  </a:lnTo>
                  <a:lnTo>
                    <a:pt x="945548" y="38764"/>
                  </a:lnTo>
                  <a:lnTo>
                    <a:pt x="953362" y="38847"/>
                  </a:lnTo>
                  <a:lnTo>
                    <a:pt x="961177" y="38853"/>
                  </a:lnTo>
                  <a:lnTo>
                    <a:pt x="968991" y="38939"/>
                  </a:lnTo>
                  <a:lnTo>
                    <a:pt x="976806" y="38962"/>
                  </a:lnTo>
                  <a:lnTo>
                    <a:pt x="984620" y="38956"/>
                  </a:lnTo>
                  <a:lnTo>
                    <a:pt x="992434" y="38950"/>
                  </a:lnTo>
                  <a:lnTo>
                    <a:pt x="1000249" y="38945"/>
                  </a:lnTo>
                  <a:lnTo>
                    <a:pt x="1008063" y="38999"/>
                  </a:lnTo>
                  <a:lnTo>
                    <a:pt x="1015878" y="39065"/>
                  </a:lnTo>
                  <a:lnTo>
                    <a:pt x="1023692" y="39133"/>
                  </a:lnTo>
                  <a:lnTo>
                    <a:pt x="1031507" y="39201"/>
                  </a:lnTo>
                  <a:lnTo>
                    <a:pt x="1039321" y="39282"/>
                  </a:lnTo>
                  <a:lnTo>
                    <a:pt x="1047136" y="39366"/>
                  </a:lnTo>
                  <a:lnTo>
                    <a:pt x="1054950" y="39398"/>
                  </a:lnTo>
                  <a:lnTo>
                    <a:pt x="1062765" y="39462"/>
                  </a:lnTo>
                  <a:lnTo>
                    <a:pt x="1070579" y="39522"/>
                  </a:lnTo>
                  <a:lnTo>
                    <a:pt x="1078393" y="39540"/>
                  </a:lnTo>
                  <a:lnTo>
                    <a:pt x="1086208" y="39559"/>
                  </a:lnTo>
                  <a:lnTo>
                    <a:pt x="1094022" y="39574"/>
                  </a:lnTo>
                  <a:lnTo>
                    <a:pt x="1101837" y="39588"/>
                  </a:lnTo>
                  <a:lnTo>
                    <a:pt x="1109651" y="39621"/>
                  </a:lnTo>
                  <a:lnTo>
                    <a:pt x="1117466" y="39627"/>
                  </a:lnTo>
                  <a:lnTo>
                    <a:pt x="1125280" y="39636"/>
                  </a:lnTo>
                  <a:lnTo>
                    <a:pt x="1133095" y="39650"/>
                  </a:lnTo>
                  <a:lnTo>
                    <a:pt x="1140909" y="39666"/>
                  </a:lnTo>
                  <a:lnTo>
                    <a:pt x="1148723" y="39692"/>
                  </a:lnTo>
                  <a:lnTo>
                    <a:pt x="1156538" y="39722"/>
                  </a:lnTo>
                  <a:lnTo>
                    <a:pt x="1164352" y="39791"/>
                  </a:lnTo>
                  <a:lnTo>
                    <a:pt x="1172167" y="39904"/>
                  </a:lnTo>
                  <a:lnTo>
                    <a:pt x="1179981" y="39999"/>
                  </a:lnTo>
                  <a:lnTo>
                    <a:pt x="1187796" y="40075"/>
                  </a:lnTo>
                  <a:lnTo>
                    <a:pt x="1195610" y="40073"/>
                  </a:lnTo>
                  <a:lnTo>
                    <a:pt x="1203425" y="40054"/>
                  </a:lnTo>
                  <a:lnTo>
                    <a:pt x="1211239" y="40036"/>
                  </a:lnTo>
                  <a:lnTo>
                    <a:pt x="1219053" y="40017"/>
                  </a:lnTo>
                  <a:lnTo>
                    <a:pt x="1226868" y="39998"/>
                  </a:lnTo>
                  <a:lnTo>
                    <a:pt x="1234682" y="39981"/>
                  </a:lnTo>
                  <a:lnTo>
                    <a:pt x="1242497" y="39969"/>
                  </a:lnTo>
                  <a:lnTo>
                    <a:pt x="1250311" y="40039"/>
                  </a:lnTo>
                  <a:lnTo>
                    <a:pt x="1258126" y="40109"/>
                  </a:lnTo>
                  <a:lnTo>
                    <a:pt x="1265940" y="40107"/>
                  </a:lnTo>
                  <a:lnTo>
                    <a:pt x="1273755" y="40147"/>
                  </a:lnTo>
                  <a:lnTo>
                    <a:pt x="1281569" y="40148"/>
                  </a:lnTo>
                  <a:lnTo>
                    <a:pt x="1289384" y="40148"/>
                  </a:lnTo>
                  <a:lnTo>
                    <a:pt x="1297198" y="40156"/>
                  </a:lnTo>
                  <a:lnTo>
                    <a:pt x="1305012" y="40266"/>
                  </a:lnTo>
                  <a:lnTo>
                    <a:pt x="1312827" y="40336"/>
                  </a:lnTo>
                  <a:lnTo>
                    <a:pt x="1320641" y="40313"/>
                  </a:lnTo>
                  <a:lnTo>
                    <a:pt x="1328456" y="40292"/>
                  </a:lnTo>
                  <a:lnTo>
                    <a:pt x="1336270" y="40295"/>
                  </a:lnTo>
                  <a:lnTo>
                    <a:pt x="1344085" y="40357"/>
                  </a:lnTo>
                  <a:lnTo>
                    <a:pt x="1351899" y="40420"/>
                  </a:lnTo>
                  <a:lnTo>
                    <a:pt x="1359714" y="40455"/>
                  </a:lnTo>
                  <a:lnTo>
                    <a:pt x="1367528" y="40441"/>
                  </a:lnTo>
                  <a:lnTo>
                    <a:pt x="1375342" y="40483"/>
                  </a:lnTo>
                  <a:lnTo>
                    <a:pt x="1383157" y="40527"/>
                  </a:lnTo>
                  <a:lnTo>
                    <a:pt x="1390971" y="40572"/>
                  </a:lnTo>
                  <a:lnTo>
                    <a:pt x="1398786" y="40617"/>
                  </a:lnTo>
                  <a:lnTo>
                    <a:pt x="1406600" y="40660"/>
                  </a:lnTo>
                  <a:lnTo>
                    <a:pt x="1414415" y="40704"/>
                  </a:lnTo>
                  <a:lnTo>
                    <a:pt x="1422229" y="40749"/>
                  </a:lnTo>
                  <a:lnTo>
                    <a:pt x="1430044" y="40802"/>
                  </a:lnTo>
                  <a:lnTo>
                    <a:pt x="1437858" y="40874"/>
                  </a:lnTo>
                  <a:lnTo>
                    <a:pt x="1445672" y="40946"/>
                  </a:lnTo>
                  <a:lnTo>
                    <a:pt x="1453487" y="40960"/>
                  </a:lnTo>
                  <a:lnTo>
                    <a:pt x="1461301" y="40966"/>
                  </a:lnTo>
                  <a:lnTo>
                    <a:pt x="1469116" y="41008"/>
                  </a:lnTo>
                  <a:lnTo>
                    <a:pt x="1476930" y="41050"/>
                  </a:lnTo>
                  <a:lnTo>
                    <a:pt x="1484745" y="41088"/>
                  </a:lnTo>
                  <a:lnTo>
                    <a:pt x="1492559" y="41080"/>
                  </a:lnTo>
                  <a:lnTo>
                    <a:pt x="1500374" y="41072"/>
                  </a:lnTo>
                  <a:lnTo>
                    <a:pt x="1508188" y="41065"/>
                  </a:lnTo>
                  <a:lnTo>
                    <a:pt x="1516003" y="41057"/>
                  </a:lnTo>
                  <a:lnTo>
                    <a:pt x="1523817" y="41050"/>
                  </a:lnTo>
                  <a:lnTo>
                    <a:pt x="1531631" y="41044"/>
                  </a:lnTo>
                  <a:lnTo>
                    <a:pt x="1539446" y="41079"/>
                  </a:lnTo>
                  <a:lnTo>
                    <a:pt x="1547260" y="41117"/>
                  </a:lnTo>
                  <a:lnTo>
                    <a:pt x="1555075" y="41155"/>
                  </a:lnTo>
                  <a:lnTo>
                    <a:pt x="1562889" y="41193"/>
                  </a:lnTo>
                  <a:lnTo>
                    <a:pt x="1570704" y="41231"/>
                  </a:lnTo>
                  <a:lnTo>
                    <a:pt x="1578518" y="41280"/>
                  </a:lnTo>
                  <a:lnTo>
                    <a:pt x="1586333" y="41331"/>
                  </a:lnTo>
                  <a:lnTo>
                    <a:pt x="1594147" y="41383"/>
                  </a:lnTo>
                  <a:lnTo>
                    <a:pt x="1601961" y="41434"/>
                  </a:lnTo>
                  <a:lnTo>
                    <a:pt x="1609776" y="41485"/>
                  </a:lnTo>
                  <a:lnTo>
                    <a:pt x="1617590" y="41536"/>
                  </a:lnTo>
                  <a:lnTo>
                    <a:pt x="1625405" y="41587"/>
                  </a:lnTo>
                  <a:lnTo>
                    <a:pt x="1633219" y="41637"/>
                  </a:lnTo>
                  <a:lnTo>
                    <a:pt x="1641034" y="41688"/>
                  </a:lnTo>
                  <a:lnTo>
                    <a:pt x="1648848" y="41694"/>
                  </a:lnTo>
                  <a:lnTo>
                    <a:pt x="1656663" y="41656"/>
                  </a:lnTo>
                  <a:lnTo>
                    <a:pt x="1664477" y="41671"/>
                  </a:lnTo>
                  <a:lnTo>
                    <a:pt x="1672291" y="41705"/>
                  </a:lnTo>
                  <a:lnTo>
                    <a:pt x="1680106" y="41740"/>
                  </a:lnTo>
                  <a:lnTo>
                    <a:pt x="1687920" y="41774"/>
                  </a:lnTo>
                  <a:lnTo>
                    <a:pt x="1695735" y="41781"/>
                  </a:lnTo>
                  <a:lnTo>
                    <a:pt x="1703549" y="41748"/>
                  </a:lnTo>
                  <a:lnTo>
                    <a:pt x="1711364" y="41716"/>
                  </a:lnTo>
                  <a:lnTo>
                    <a:pt x="1719178" y="41683"/>
                  </a:lnTo>
                  <a:lnTo>
                    <a:pt x="1726993" y="41679"/>
                  </a:lnTo>
                  <a:lnTo>
                    <a:pt x="1734807" y="41735"/>
                  </a:lnTo>
                  <a:lnTo>
                    <a:pt x="1742622" y="41792"/>
                  </a:lnTo>
                  <a:lnTo>
                    <a:pt x="1750436" y="41799"/>
                  </a:lnTo>
                  <a:lnTo>
                    <a:pt x="1758250" y="41814"/>
                  </a:lnTo>
                  <a:lnTo>
                    <a:pt x="1766065" y="41854"/>
                  </a:lnTo>
                  <a:lnTo>
                    <a:pt x="1773879" y="41860"/>
                  </a:lnTo>
                  <a:lnTo>
                    <a:pt x="1781694" y="41866"/>
                  </a:lnTo>
                  <a:lnTo>
                    <a:pt x="1789508" y="41873"/>
                  </a:lnTo>
                  <a:lnTo>
                    <a:pt x="1797323" y="41884"/>
                  </a:lnTo>
                  <a:lnTo>
                    <a:pt x="1805137" y="41915"/>
                  </a:lnTo>
                  <a:lnTo>
                    <a:pt x="1812952" y="41946"/>
                  </a:lnTo>
                  <a:lnTo>
                    <a:pt x="1820766" y="41976"/>
                  </a:lnTo>
                  <a:lnTo>
                    <a:pt x="1828580" y="42007"/>
                  </a:lnTo>
                  <a:lnTo>
                    <a:pt x="1836395" y="42038"/>
                  </a:lnTo>
                  <a:lnTo>
                    <a:pt x="1844209" y="42069"/>
                  </a:lnTo>
                  <a:lnTo>
                    <a:pt x="1852024" y="42100"/>
                  </a:lnTo>
                  <a:lnTo>
                    <a:pt x="1859838" y="42110"/>
                  </a:lnTo>
                  <a:lnTo>
                    <a:pt x="1867653" y="42113"/>
                  </a:lnTo>
                  <a:lnTo>
                    <a:pt x="1875467" y="42116"/>
                  </a:lnTo>
                  <a:lnTo>
                    <a:pt x="1883282" y="42141"/>
                  </a:lnTo>
                  <a:lnTo>
                    <a:pt x="1891096" y="42176"/>
                  </a:lnTo>
                  <a:lnTo>
                    <a:pt x="1898910" y="42211"/>
                  </a:lnTo>
                  <a:lnTo>
                    <a:pt x="1906725" y="42245"/>
                  </a:lnTo>
                  <a:lnTo>
                    <a:pt x="1914539" y="42280"/>
                  </a:lnTo>
                  <a:lnTo>
                    <a:pt x="1922354" y="42314"/>
                  </a:lnTo>
                  <a:lnTo>
                    <a:pt x="1930168" y="42349"/>
                  </a:lnTo>
                  <a:lnTo>
                    <a:pt x="1937983" y="42383"/>
                  </a:lnTo>
                  <a:lnTo>
                    <a:pt x="1945797" y="42417"/>
                  </a:lnTo>
                  <a:lnTo>
                    <a:pt x="1953612" y="42440"/>
                  </a:lnTo>
                  <a:lnTo>
                    <a:pt x="1961426" y="42429"/>
                  </a:lnTo>
                  <a:lnTo>
                    <a:pt x="1969241" y="42419"/>
                  </a:lnTo>
                  <a:lnTo>
                    <a:pt x="1977055" y="42408"/>
                  </a:lnTo>
                  <a:lnTo>
                    <a:pt x="1984869" y="42398"/>
                  </a:lnTo>
                  <a:lnTo>
                    <a:pt x="1992684" y="42387"/>
                  </a:lnTo>
                  <a:lnTo>
                    <a:pt x="2000498" y="42376"/>
                  </a:lnTo>
                  <a:lnTo>
                    <a:pt x="2008313" y="42380"/>
                  </a:lnTo>
                  <a:lnTo>
                    <a:pt x="2016127" y="42407"/>
                  </a:lnTo>
                  <a:lnTo>
                    <a:pt x="2023942" y="424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79" name="pl178"/>
            <p:cNvSpPr/>
            <p:nvPr/>
          </p:nvSpPr>
          <p:spPr>
            <a:xfrm>
              <a:off x="3632283" y="4651470"/>
              <a:ext cx="2023942" cy="35165"/>
            </a:xfrm>
            <a:custGeom>
              <a:avLst/>
              <a:pathLst>
                <a:path w="2023942" h="35165">
                  <a:moveTo>
                    <a:pt x="2023942" y="35165"/>
                  </a:moveTo>
                  <a:lnTo>
                    <a:pt x="2016127" y="35136"/>
                  </a:lnTo>
                  <a:lnTo>
                    <a:pt x="2008313" y="35105"/>
                  </a:lnTo>
                  <a:lnTo>
                    <a:pt x="2000498" y="35075"/>
                  </a:lnTo>
                  <a:lnTo>
                    <a:pt x="1992684" y="35043"/>
                  </a:lnTo>
                  <a:lnTo>
                    <a:pt x="1984869" y="34966"/>
                  </a:lnTo>
                  <a:lnTo>
                    <a:pt x="1977055" y="34888"/>
                  </a:lnTo>
                  <a:lnTo>
                    <a:pt x="1969241" y="34809"/>
                  </a:lnTo>
                  <a:lnTo>
                    <a:pt x="1961426" y="34730"/>
                  </a:lnTo>
                  <a:lnTo>
                    <a:pt x="1953612" y="34650"/>
                  </a:lnTo>
                  <a:lnTo>
                    <a:pt x="1945797" y="34569"/>
                  </a:lnTo>
                  <a:lnTo>
                    <a:pt x="1937983" y="34487"/>
                  </a:lnTo>
                  <a:lnTo>
                    <a:pt x="1930168" y="34405"/>
                  </a:lnTo>
                  <a:lnTo>
                    <a:pt x="1922354" y="34322"/>
                  </a:lnTo>
                  <a:lnTo>
                    <a:pt x="1914539" y="34252"/>
                  </a:lnTo>
                  <a:lnTo>
                    <a:pt x="1906725" y="34189"/>
                  </a:lnTo>
                  <a:lnTo>
                    <a:pt x="1898910" y="34126"/>
                  </a:lnTo>
                  <a:lnTo>
                    <a:pt x="1891096" y="34062"/>
                  </a:lnTo>
                  <a:lnTo>
                    <a:pt x="1883282" y="33998"/>
                  </a:lnTo>
                  <a:lnTo>
                    <a:pt x="1875467" y="33933"/>
                  </a:lnTo>
                  <a:lnTo>
                    <a:pt x="1867653" y="33892"/>
                  </a:lnTo>
                  <a:lnTo>
                    <a:pt x="1859838" y="33853"/>
                  </a:lnTo>
                  <a:lnTo>
                    <a:pt x="1852024" y="33813"/>
                  </a:lnTo>
                  <a:lnTo>
                    <a:pt x="1844209" y="33772"/>
                  </a:lnTo>
                  <a:lnTo>
                    <a:pt x="1836395" y="33725"/>
                  </a:lnTo>
                  <a:lnTo>
                    <a:pt x="1828580" y="33626"/>
                  </a:lnTo>
                  <a:lnTo>
                    <a:pt x="1820766" y="33527"/>
                  </a:lnTo>
                  <a:lnTo>
                    <a:pt x="1812952" y="33427"/>
                  </a:lnTo>
                  <a:lnTo>
                    <a:pt x="1805137" y="33328"/>
                  </a:lnTo>
                  <a:lnTo>
                    <a:pt x="1797323" y="33258"/>
                  </a:lnTo>
                  <a:lnTo>
                    <a:pt x="1789508" y="33193"/>
                  </a:lnTo>
                  <a:lnTo>
                    <a:pt x="1781694" y="33139"/>
                  </a:lnTo>
                  <a:lnTo>
                    <a:pt x="1773879" y="33083"/>
                  </a:lnTo>
                  <a:lnTo>
                    <a:pt x="1766065" y="33026"/>
                  </a:lnTo>
                  <a:lnTo>
                    <a:pt x="1758250" y="32952"/>
                  </a:lnTo>
                  <a:lnTo>
                    <a:pt x="1750436" y="32901"/>
                  </a:lnTo>
                  <a:lnTo>
                    <a:pt x="1742622" y="32850"/>
                  </a:lnTo>
                  <a:lnTo>
                    <a:pt x="1734807" y="32798"/>
                  </a:lnTo>
                  <a:lnTo>
                    <a:pt x="1726993" y="32740"/>
                  </a:lnTo>
                  <a:lnTo>
                    <a:pt x="1719178" y="32680"/>
                  </a:lnTo>
                  <a:lnTo>
                    <a:pt x="1711364" y="32620"/>
                  </a:lnTo>
                  <a:lnTo>
                    <a:pt x="1703549" y="32558"/>
                  </a:lnTo>
                  <a:lnTo>
                    <a:pt x="1695735" y="32496"/>
                  </a:lnTo>
                  <a:lnTo>
                    <a:pt x="1687920" y="32433"/>
                  </a:lnTo>
                  <a:lnTo>
                    <a:pt x="1680106" y="32368"/>
                  </a:lnTo>
                  <a:lnTo>
                    <a:pt x="1672291" y="32303"/>
                  </a:lnTo>
                  <a:lnTo>
                    <a:pt x="1664477" y="32236"/>
                  </a:lnTo>
                  <a:lnTo>
                    <a:pt x="1656663" y="32169"/>
                  </a:lnTo>
                  <a:lnTo>
                    <a:pt x="1648848" y="32101"/>
                  </a:lnTo>
                  <a:lnTo>
                    <a:pt x="1641034" y="32031"/>
                  </a:lnTo>
                  <a:lnTo>
                    <a:pt x="1633219" y="31960"/>
                  </a:lnTo>
                  <a:lnTo>
                    <a:pt x="1625405" y="31889"/>
                  </a:lnTo>
                  <a:lnTo>
                    <a:pt x="1617590" y="31816"/>
                  </a:lnTo>
                  <a:lnTo>
                    <a:pt x="1609776" y="31742"/>
                  </a:lnTo>
                  <a:lnTo>
                    <a:pt x="1601961" y="31667"/>
                  </a:lnTo>
                  <a:lnTo>
                    <a:pt x="1594147" y="31591"/>
                  </a:lnTo>
                  <a:lnTo>
                    <a:pt x="1586333" y="31513"/>
                  </a:lnTo>
                  <a:lnTo>
                    <a:pt x="1578518" y="31435"/>
                  </a:lnTo>
                  <a:lnTo>
                    <a:pt x="1570704" y="31355"/>
                  </a:lnTo>
                  <a:lnTo>
                    <a:pt x="1562889" y="31274"/>
                  </a:lnTo>
                  <a:lnTo>
                    <a:pt x="1555075" y="31191"/>
                  </a:lnTo>
                  <a:lnTo>
                    <a:pt x="1547260" y="31106"/>
                  </a:lnTo>
                  <a:lnTo>
                    <a:pt x="1539446" y="31020"/>
                  </a:lnTo>
                  <a:lnTo>
                    <a:pt x="1531631" y="30933"/>
                  </a:lnTo>
                  <a:lnTo>
                    <a:pt x="1523817" y="30844"/>
                  </a:lnTo>
                  <a:lnTo>
                    <a:pt x="1516003" y="30754"/>
                  </a:lnTo>
                  <a:lnTo>
                    <a:pt x="1508188" y="30663"/>
                  </a:lnTo>
                  <a:lnTo>
                    <a:pt x="1500374" y="30570"/>
                  </a:lnTo>
                  <a:lnTo>
                    <a:pt x="1492559" y="30463"/>
                  </a:lnTo>
                  <a:lnTo>
                    <a:pt x="1484745" y="30341"/>
                  </a:lnTo>
                  <a:lnTo>
                    <a:pt x="1476930" y="30217"/>
                  </a:lnTo>
                  <a:lnTo>
                    <a:pt x="1469116" y="30093"/>
                  </a:lnTo>
                  <a:lnTo>
                    <a:pt x="1461301" y="29967"/>
                  </a:lnTo>
                  <a:lnTo>
                    <a:pt x="1453487" y="29840"/>
                  </a:lnTo>
                  <a:lnTo>
                    <a:pt x="1445672" y="29712"/>
                  </a:lnTo>
                  <a:lnTo>
                    <a:pt x="1437858" y="29583"/>
                  </a:lnTo>
                  <a:lnTo>
                    <a:pt x="1430044" y="29452"/>
                  </a:lnTo>
                  <a:lnTo>
                    <a:pt x="1422229" y="29320"/>
                  </a:lnTo>
                  <a:lnTo>
                    <a:pt x="1414415" y="29187"/>
                  </a:lnTo>
                  <a:lnTo>
                    <a:pt x="1406600" y="29053"/>
                  </a:lnTo>
                  <a:lnTo>
                    <a:pt x="1398786" y="28918"/>
                  </a:lnTo>
                  <a:lnTo>
                    <a:pt x="1390971" y="28781"/>
                  </a:lnTo>
                  <a:lnTo>
                    <a:pt x="1383157" y="28652"/>
                  </a:lnTo>
                  <a:lnTo>
                    <a:pt x="1375342" y="28558"/>
                  </a:lnTo>
                  <a:lnTo>
                    <a:pt x="1367528" y="28462"/>
                  </a:lnTo>
                  <a:lnTo>
                    <a:pt x="1359714" y="28366"/>
                  </a:lnTo>
                  <a:lnTo>
                    <a:pt x="1351899" y="28270"/>
                  </a:lnTo>
                  <a:lnTo>
                    <a:pt x="1344085" y="28172"/>
                  </a:lnTo>
                  <a:lnTo>
                    <a:pt x="1336270" y="28074"/>
                  </a:lnTo>
                  <a:lnTo>
                    <a:pt x="1328456" y="27976"/>
                  </a:lnTo>
                  <a:lnTo>
                    <a:pt x="1320641" y="27876"/>
                  </a:lnTo>
                  <a:lnTo>
                    <a:pt x="1312827" y="27777"/>
                  </a:lnTo>
                  <a:lnTo>
                    <a:pt x="1305012" y="27673"/>
                  </a:lnTo>
                  <a:lnTo>
                    <a:pt x="1297198" y="27528"/>
                  </a:lnTo>
                  <a:lnTo>
                    <a:pt x="1289384" y="27380"/>
                  </a:lnTo>
                  <a:lnTo>
                    <a:pt x="1281569" y="27230"/>
                  </a:lnTo>
                  <a:lnTo>
                    <a:pt x="1273755" y="27077"/>
                  </a:lnTo>
                  <a:lnTo>
                    <a:pt x="1265940" y="26922"/>
                  </a:lnTo>
                  <a:lnTo>
                    <a:pt x="1258126" y="26770"/>
                  </a:lnTo>
                  <a:lnTo>
                    <a:pt x="1250311" y="26614"/>
                  </a:lnTo>
                  <a:lnTo>
                    <a:pt x="1242497" y="26456"/>
                  </a:lnTo>
                  <a:lnTo>
                    <a:pt x="1234682" y="26362"/>
                  </a:lnTo>
                  <a:lnTo>
                    <a:pt x="1226868" y="26270"/>
                  </a:lnTo>
                  <a:lnTo>
                    <a:pt x="1219053" y="26116"/>
                  </a:lnTo>
                  <a:lnTo>
                    <a:pt x="1211239" y="25939"/>
                  </a:lnTo>
                  <a:lnTo>
                    <a:pt x="1203425" y="25791"/>
                  </a:lnTo>
                  <a:lnTo>
                    <a:pt x="1195610" y="25625"/>
                  </a:lnTo>
                  <a:lnTo>
                    <a:pt x="1187796" y="25457"/>
                  </a:lnTo>
                  <a:lnTo>
                    <a:pt x="1179981" y="25286"/>
                  </a:lnTo>
                  <a:lnTo>
                    <a:pt x="1172167" y="25112"/>
                  </a:lnTo>
                  <a:lnTo>
                    <a:pt x="1164352" y="24940"/>
                  </a:lnTo>
                  <a:lnTo>
                    <a:pt x="1156538" y="24801"/>
                  </a:lnTo>
                  <a:lnTo>
                    <a:pt x="1148723" y="24660"/>
                  </a:lnTo>
                  <a:lnTo>
                    <a:pt x="1140909" y="24518"/>
                  </a:lnTo>
                  <a:lnTo>
                    <a:pt x="1133095" y="24374"/>
                  </a:lnTo>
                  <a:lnTo>
                    <a:pt x="1125280" y="24230"/>
                  </a:lnTo>
                  <a:lnTo>
                    <a:pt x="1117466" y="24084"/>
                  </a:lnTo>
                  <a:lnTo>
                    <a:pt x="1109651" y="23937"/>
                  </a:lnTo>
                  <a:lnTo>
                    <a:pt x="1101837" y="23779"/>
                  </a:lnTo>
                  <a:lnTo>
                    <a:pt x="1094022" y="23589"/>
                  </a:lnTo>
                  <a:lnTo>
                    <a:pt x="1086208" y="23396"/>
                  </a:lnTo>
                  <a:lnTo>
                    <a:pt x="1078393" y="23193"/>
                  </a:lnTo>
                  <a:lnTo>
                    <a:pt x="1070579" y="23013"/>
                  </a:lnTo>
                  <a:lnTo>
                    <a:pt x="1062765" y="22860"/>
                  </a:lnTo>
                  <a:lnTo>
                    <a:pt x="1054950" y="22698"/>
                  </a:lnTo>
                  <a:lnTo>
                    <a:pt x="1047136" y="22516"/>
                  </a:lnTo>
                  <a:lnTo>
                    <a:pt x="1039321" y="22332"/>
                  </a:lnTo>
                  <a:lnTo>
                    <a:pt x="1031507" y="22111"/>
                  </a:lnTo>
                  <a:lnTo>
                    <a:pt x="1023692" y="21878"/>
                  </a:lnTo>
                  <a:lnTo>
                    <a:pt x="1015878" y="21704"/>
                  </a:lnTo>
                  <a:lnTo>
                    <a:pt x="1008063" y="21528"/>
                  </a:lnTo>
                  <a:lnTo>
                    <a:pt x="1000249" y="21351"/>
                  </a:lnTo>
                  <a:lnTo>
                    <a:pt x="992434" y="21172"/>
                  </a:lnTo>
                  <a:lnTo>
                    <a:pt x="984620" y="20991"/>
                  </a:lnTo>
                  <a:lnTo>
                    <a:pt x="976806" y="20809"/>
                  </a:lnTo>
                  <a:lnTo>
                    <a:pt x="968991" y="20620"/>
                  </a:lnTo>
                  <a:lnTo>
                    <a:pt x="961177" y="20423"/>
                  </a:lnTo>
                  <a:lnTo>
                    <a:pt x="953362" y="20225"/>
                  </a:lnTo>
                  <a:lnTo>
                    <a:pt x="945548" y="20025"/>
                  </a:lnTo>
                  <a:lnTo>
                    <a:pt x="937733" y="19795"/>
                  </a:lnTo>
                  <a:lnTo>
                    <a:pt x="929919" y="19538"/>
                  </a:lnTo>
                  <a:lnTo>
                    <a:pt x="922104" y="19332"/>
                  </a:lnTo>
                  <a:lnTo>
                    <a:pt x="914290" y="19176"/>
                  </a:lnTo>
                  <a:lnTo>
                    <a:pt x="906476" y="19003"/>
                  </a:lnTo>
                  <a:lnTo>
                    <a:pt x="898661" y="18796"/>
                  </a:lnTo>
                  <a:lnTo>
                    <a:pt x="890847" y="18587"/>
                  </a:lnTo>
                  <a:lnTo>
                    <a:pt x="883032" y="18375"/>
                  </a:lnTo>
                  <a:lnTo>
                    <a:pt x="875218" y="18139"/>
                  </a:lnTo>
                  <a:lnTo>
                    <a:pt x="867403" y="17920"/>
                  </a:lnTo>
                  <a:lnTo>
                    <a:pt x="859589" y="17634"/>
                  </a:lnTo>
                  <a:lnTo>
                    <a:pt x="851774" y="17445"/>
                  </a:lnTo>
                  <a:lnTo>
                    <a:pt x="843960" y="17293"/>
                  </a:lnTo>
                  <a:lnTo>
                    <a:pt x="836145" y="17072"/>
                  </a:lnTo>
                  <a:lnTo>
                    <a:pt x="828331" y="16823"/>
                  </a:lnTo>
                  <a:lnTo>
                    <a:pt x="820517" y="16606"/>
                  </a:lnTo>
                  <a:lnTo>
                    <a:pt x="812702" y="16343"/>
                  </a:lnTo>
                  <a:lnTo>
                    <a:pt x="804888" y="16078"/>
                  </a:lnTo>
                  <a:lnTo>
                    <a:pt x="797073" y="15810"/>
                  </a:lnTo>
                  <a:lnTo>
                    <a:pt x="789259" y="15601"/>
                  </a:lnTo>
                  <a:lnTo>
                    <a:pt x="781444" y="15285"/>
                  </a:lnTo>
                  <a:lnTo>
                    <a:pt x="773630" y="15042"/>
                  </a:lnTo>
                  <a:lnTo>
                    <a:pt x="765815" y="14797"/>
                  </a:lnTo>
                  <a:lnTo>
                    <a:pt x="758001" y="14552"/>
                  </a:lnTo>
                  <a:lnTo>
                    <a:pt x="750187" y="14304"/>
                  </a:lnTo>
                  <a:lnTo>
                    <a:pt x="742372" y="14053"/>
                  </a:lnTo>
                  <a:lnTo>
                    <a:pt x="734558" y="13889"/>
                  </a:lnTo>
                  <a:lnTo>
                    <a:pt x="726743" y="13743"/>
                  </a:lnTo>
                  <a:lnTo>
                    <a:pt x="718929" y="13449"/>
                  </a:lnTo>
                  <a:lnTo>
                    <a:pt x="711114" y="13152"/>
                  </a:lnTo>
                  <a:lnTo>
                    <a:pt x="703300" y="12856"/>
                  </a:lnTo>
                  <a:lnTo>
                    <a:pt x="695485" y="12586"/>
                  </a:lnTo>
                  <a:lnTo>
                    <a:pt x="687671" y="12437"/>
                  </a:lnTo>
                  <a:lnTo>
                    <a:pt x="679857" y="12284"/>
                  </a:lnTo>
                  <a:lnTo>
                    <a:pt x="672042" y="12069"/>
                  </a:lnTo>
                  <a:lnTo>
                    <a:pt x="664228" y="11822"/>
                  </a:lnTo>
                  <a:lnTo>
                    <a:pt x="656413" y="11554"/>
                  </a:lnTo>
                  <a:lnTo>
                    <a:pt x="648599" y="11293"/>
                  </a:lnTo>
                  <a:lnTo>
                    <a:pt x="640784" y="11108"/>
                  </a:lnTo>
                  <a:lnTo>
                    <a:pt x="632970" y="10864"/>
                  </a:lnTo>
                  <a:lnTo>
                    <a:pt x="625155" y="10674"/>
                  </a:lnTo>
                  <a:lnTo>
                    <a:pt x="617341" y="10504"/>
                  </a:lnTo>
                  <a:lnTo>
                    <a:pt x="609526" y="10189"/>
                  </a:lnTo>
                  <a:lnTo>
                    <a:pt x="601712" y="9977"/>
                  </a:lnTo>
                  <a:lnTo>
                    <a:pt x="593898" y="9701"/>
                  </a:lnTo>
                  <a:lnTo>
                    <a:pt x="586083" y="9425"/>
                  </a:lnTo>
                  <a:lnTo>
                    <a:pt x="578269" y="9158"/>
                  </a:lnTo>
                  <a:lnTo>
                    <a:pt x="570454" y="9059"/>
                  </a:lnTo>
                  <a:lnTo>
                    <a:pt x="562640" y="8929"/>
                  </a:lnTo>
                  <a:lnTo>
                    <a:pt x="554825" y="8831"/>
                  </a:lnTo>
                  <a:lnTo>
                    <a:pt x="547011" y="8769"/>
                  </a:lnTo>
                  <a:lnTo>
                    <a:pt x="539196" y="8458"/>
                  </a:lnTo>
                  <a:lnTo>
                    <a:pt x="531382" y="8313"/>
                  </a:lnTo>
                  <a:lnTo>
                    <a:pt x="523568" y="8165"/>
                  </a:lnTo>
                  <a:lnTo>
                    <a:pt x="515753" y="8013"/>
                  </a:lnTo>
                  <a:lnTo>
                    <a:pt x="507939" y="7852"/>
                  </a:lnTo>
                  <a:lnTo>
                    <a:pt x="500124" y="7503"/>
                  </a:lnTo>
                  <a:lnTo>
                    <a:pt x="492310" y="7330"/>
                  </a:lnTo>
                  <a:lnTo>
                    <a:pt x="484495" y="6973"/>
                  </a:lnTo>
                  <a:lnTo>
                    <a:pt x="476681" y="6753"/>
                  </a:lnTo>
                  <a:lnTo>
                    <a:pt x="468866" y="6577"/>
                  </a:lnTo>
                  <a:lnTo>
                    <a:pt x="461052" y="6289"/>
                  </a:lnTo>
                  <a:lnTo>
                    <a:pt x="453238" y="6000"/>
                  </a:lnTo>
                  <a:lnTo>
                    <a:pt x="445423" y="5870"/>
                  </a:lnTo>
                  <a:lnTo>
                    <a:pt x="437609" y="5534"/>
                  </a:lnTo>
                  <a:lnTo>
                    <a:pt x="429794" y="5391"/>
                  </a:lnTo>
                  <a:lnTo>
                    <a:pt x="421980" y="5386"/>
                  </a:lnTo>
                  <a:lnTo>
                    <a:pt x="414165" y="5156"/>
                  </a:lnTo>
                  <a:lnTo>
                    <a:pt x="406351" y="5056"/>
                  </a:lnTo>
                  <a:lnTo>
                    <a:pt x="398536" y="4886"/>
                  </a:lnTo>
                  <a:lnTo>
                    <a:pt x="390722" y="4631"/>
                  </a:lnTo>
                  <a:lnTo>
                    <a:pt x="382907" y="4454"/>
                  </a:lnTo>
                  <a:lnTo>
                    <a:pt x="375093" y="4319"/>
                  </a:lnTo>
                  <a:lnTo>
                    <a:pt x="367279" y="4141"/>
                  </a:lnTo>
                  <a:lnTo>
                    <a:pt x="359464" y="3980"/>
                  </a:lnTo>
                  <a:lnTo>
                    <a:pt x="351650" y="3780"/>
                  </a:lnTo>
                  <a:lnTo>
                    <a:pt x="343835" y="3600"/>
                  </a:lnTo>
                  <a:lnTo>
                    <a:pt x="336021" y="3540"/>
                  </a:lnTo>
                  <a:lnTo>
                    <a:pt x="328206" y="3495"/>
                  </a:lnTo>
                  <a:lnTo>
                    <a:pt x="320392" y="3446"/>
                  </a:lnTo>
                  <a:lnTo>
                    <a:pt x="312577" y="3253"/>
                  </a:lnTo>
                  <a:lnTo>
                    <a:pt x="304763" y="3130"/>
                  </a:lnTo>
                  <a:lnTo>
                    <a:pt x="296949" y="3081"/>
                  </a:lnTo>
                  <a:lnTo>
                    <a:pt x="289134" y="2951"/>
                  </a:lnTo>
                  <a:lnTo>
                    <a:pt x="281320" y="2909"/>
                  </a:lnTo>
                  <a:lnTo>
                    <a:pt x="273505" y="2727"/>
                  </a:lnTo>
                  <a:lnTo>
                    <a:pt x="265691" y="2625"/>
                  </a:lnTo>
                  <a:lnTo>
                    <a:pt x="257876" y="2523"/>
                  </a:lnTo>
                  <a:lnTo>
                    <a:pt x="250062" y="2477"/>
                  </a:lnTo>
                  <a:lnTo>
                    <a:pt x="242247" y="2411"/>
                  </a:lnTo>
                  <a:lnTo>
                    <a:pt x="234433" y="2292"/>
                  </a:lnTo>
                  <a:lnTo>
                    <a:pt x="226619" y="2150"/>
                  </a:lnTo>
                  <a:lnTo>
                    <a:pt x="218804" y="2027"/>
                  </a:lnTo>
                  <a:lnTo>
                    <a:pt x="210990" y="1848"/>
                  </a:lnTo>
                  <a:lnTo>
                    <a:pt x="203175" y="1698"/>
                  </a:lnTo>
                  <a:lnTo>
                    <a:pt x="195361" y="1596"/>
                  </a:lnTo>
                  <a:lnTo>
                    <a:pt x="187546" y="1569"/>
                  </a:lnTo>
                  <a:lnTo>
                    <a:pt x="179732" y="1415"/>
                  </a:lnTo>
                  <a:lnTo>
                    <a:pt x="171917" y="1331"/>
                  </a:lnTo>
                  <a:lnTo>
                    <a:pt x="164103" y="1239"/>
                  </a:lnTo>
                  <a:lnTo>
                    <a:pt x="156288" y="1086"/>
                  </a:lnTo>
                  <a:lnTo>
                    <a:pt x="148474" y="1053"/>
                  </a:lnTo>
                  <a:lnTo>
                    <a:pt x="140660" y="894"/>
                  </a:lnTo>
                  <a:lnTo>
                    <a:pt x="132845" y="844"/>
                  </a:lnTo>
                  <a:lnTo>
                    <a:pt x="125031" y="796"/>
                  </a:lnTo>
                  <a:lnTo>
                    <a:pt x="117216" y="748"/>
                  </a:lnTo>
                  <a:lnTo>
                    <a:pt x="109402" y="713"/>
                  </a:lnTo>
                  <a:lnTo>
                    <a:pt x="101587" y="743"/>
                  </a:lnTo>
                  <a:lnTo>
                    <a:pt x="93773" y="613"/>
                  </a:lnTo>
                  <a:lnTo>
                    <a:pt x="85958" y="574"/>
                  </a:lnTo>
                  <a:lnTo>
                    <a:pt x="78144" y="584"/>
                  </a:lnTo>
                  <a:lnTo>
                    <a:pt x="70330" y="529"/>
                  </a:lnTo>
                  <a:lnTo>
                    <a:pt x="62515" y="492"/>
                  </a:lnTo>
                  <a:lnTo>
                    <a:pt x="54701" y="367"/>
                  </a:lnTo>
                  <a:lnTo>
                    <a:pt x="46886" y="298"/>
                  </a:lnTo>
                  <a:lnTo>
                    <a:pt x="39072" y="249"/>
                  </a:lnTo>
                  <a:lnTo>
                    <a:pt x="31257" y="200"/>
                  </a:lnTo>
                  <a:lnTo>
                    <a:pt x="23443" y="151"/>
                  </a:lnTo>
                  <a:lnTo>
                    <a:pt x="15628" y="94"/>
                  </a:lnTo>
                  <a:lnTo>
                    <a:pt x="7814" y="4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80" name="pg179"/>
            <p:cNvSpPr/>
            <p:nvPr/>
          </p:nvSpPr>
          <p:spPr>
            <a:xfrm>
              <a:off x="3632283" y="4607636"/>
              <a:ext cx="2023942" cy="77555"/>
            </a:xfrm>
            <a:custGeom>
              <a:avLst/>
              <a:pathLst>
                <a:path w="2023942" h="77555">
                  <a:moveTo>
                    <a:pt x="0" y="0"/>
                  </a:moveTo>
                  <a:lnTo>
                    <a:pt x="7814" y="849"/>
                  </a:lnTo>
                  <a:lnTo>
                    <a:pt x="15628" y="1476"/>
                  </a:lnTo>
                  <a:lnTo>
                    <a:pt x="23443" y="2212"/>
                  </a:lnTo>
                  <a:lnTo>
                    <a:pt x="31257" y="2936"/>
                  </a:lnTo>
                  <a:lnTo>
                    <a:pt x="39072" y="3597"/>
                  </a:lnTo>
                  <a:lnTo>
                    <a:pt x="46886" y="4008"/>
                  </a:lnTo>
                  <a:lnTo>
                    <a:pt x="54701" y="4665"/>
                  </a:lnTo>
                  <a:lnTo>
                    <a:pt x="62515" y="5182"/>
                  </a:lnTo>
                  <a:lnTo>
                    <a:pt x="70330" y="5687"/>
                  </a:lnTo>
                  <a:lnTo>
                    <a:pt x="78144" y="6302"/>
                  </a:lnTo>
                  <a:lnTo>
                    <a:pt x="85958" y="6797"/>
                  </a:lnTo>
                  <a:lnTo>
                    <a:pt x="93773" y="7289"/>
                  </a:lnTo>
                  <a:lnTo>
                    <a:pt x="101587" y="7759"/>
                  </a:lnTo>
                  <a:lnTo>
                    <a:pt x="109402" y="8313"/>
                  </a:lnTo>
                  <a:lnTo>
                    <a:pt x="117216" y="8864"/>
                  </a:lnTo>
                  <a:lnTo>
                    <a:pt x="125031" y="9402"/>
                  </a:lnTo>
                  <a:lnTo>
                    <a:pt x="132845" y="9960"/>
                  </a:lnTo>
                  <a:lnTo>
                    <a:pt x="140660" y="10592"/>
                  </a:lnTo>
                  <a:lnTo>
                    <a:pt x="148474" y="11228"/>
                  </a:lnTo>
                  <a:lnTo>
                    <a:pt x="156288" y="11698"/>
                  </a:lnTo>
                  <a:lnTo>
                    <a:pt x="164103" y="12248"/>
                  </a:lnTo>
                  <a:lnTo>
                    <a:pt x="171917" y="13068"/>
                  </a:lnTo>
                  <a:lnTo>
                    <a:pt x="179732" y="13713"/>
                  </a:lnTo>
                  <a:lnTo>
                    <a:pt x="187546" y="14304"/>
                  </a:lnTo>
                  <a:lnTo>
                    <a:pt x="195361" y="14623"/>
                  </a:lnTo>
                  <a:lnTo>
                    <a:pt x="203175" y="14940"/>
                  </a:lnTo>
                  <a:lnTo>
                    <a:pt x="210990" y="15256"/>
                  </a:lnTo>
                  <a:lnTo>
                    <a:pt x="218804" y="15649"/>
                  </a:lnTo>
                  <a:lnTo>
                    <a:pt x="226619" y="16336"/>
                  </a:lnTo>
                  <a:lnTo>
                    <a:pt x="234433" y="17026"/>
                  </a:lnTo>
                  <a:lnTo>
                    <a:pt x="242247" y="17706"/>
                  </a:lnTo>
                  <a:lnTo>
                    <a:pt x="250062" y="18286"/>
                  </a:lnTo>
                  <a:lnTo>
                    <a:pt x="257876" y="18877"/>
                  </a:lnTo>
                  <a:lnTo>
                    <a:pt x="265691" y="19448"/>
                  </a:lnTo>
                  <a:lnTo>
                    <a:pt x="273505" y="19896"/>
                  </a:lnTo>
                  <a:lnTo>
                    <a:pt x="281320" y="20479"/>
                  </a:lnTo>
                  <a:lnTo>
                    <a:pt x="289134" y="21224"/>
                  </a:lnTo>
                  <a:lnTo>
                    <a:pt x="296949" y="21663"/>
                  </a:lnTo>
                  <a:lnTo>
                    <a:pt x="304763" y="22200"/>
                  </a:lnTo>
                  <a:lnTo>
                    <a:pt x="312577" y="22662"/>
                  </a:lnTo>
                  <a:lnTo>
                    <a:pt x="320392" y="23097"/>
                  </a:lnTo>
                  <a:lnTo>
                    <a:pt x="328206" y="23534"/>
                  </a:lnTo>
                  <a:lnTo>
                    <a:pt x="336021" y="23972"/>
                  </a:lnTo>
                  <a:lnTo>
                    <a:pt x="343835" y="24329"/>
                  </a:lnTo>
                  <a:lnTo>
                    <a:pt x="351650" y="24714"/>
                  </a:lnTo>
                  <a:lnTo>
                    <a:pt x="359464" y="25174"/>
                  </a:lnTo>
                  <a:lnTo>
                    <a:pt x="367279" y="25694"/>
                  </a:lnTo>
                  <a:lnTo>
                    <a:pt x="375093" y="26107"/>
                  </a:lnTo>
                  <a:lnTo>
                    <a:pt x="382907" y="26517"/>
                  </a:lnTo>
                  <a:lnTo>
                    <a:pt x="390722" y="26927"/>
                  </a:lnTo>
                  <a:lnTo>
                    <a:pt x="398536" y="27334"/>
                  </a:lnTo>
                  <a:lnTo>
                    <a:pt x="406351" y="27753"/>
                  </a:lnTo>
                  <a:lnTo>
                    <a:pt x="414165" y="28221"/>
                  </a:lnTo>
                  <a:lnTo>
                    <a:pt x="421980" y="28535"/>
                  </a:lnTo>
                  <a:lnTo>
                    <a:pt x="429794" y="28858"/>
                  </a:lnTo>
                  <a:lnTo>
                    <a:pt x="437609" y="29253"/>
                  </a:lnTo>
                  <a:lnTo>
                    <a:pt x="445423" y="29591"/>
                  </a:lnTo>
                  <a:lnTo>
                    <a:pt x="453238" y="29882"/>
                  </a:lnTo>
                  <a:lnTo>
                    <a:pt x="461052" y="30195"/>
                  </a:lnTo>
                  <a:lnTo>
                    <a:pt x="468866" y="30476"/>
                  </a:lnTo>
                  <a:lnTo>
                    <a:pt x="476681" y="30775"/>
                  </a:lnTo>
                  <a:lnTo>
                    <a:pt x="484495" y="31079"/>
                  </a:lnTo>
                  <a:lnTo>
                    <a:pt x="492310" y="31296"/>
                  </a:lnTo>
                  <a:lnTo>
                    <a:pt x="500124" y="31518"/>
                  </a:lnTo>
                  <a:lnTo>
                    <a:pt x="507939" y="31787"/>
                  </a:lnTo>
                  <a:lnTo>
                    <a:pt x="515753" y="31987"/>
                  </a:lnTo>
                  <a:lnTo>
                    <a:pt x="523568" y="32150"/>
                  </a:lnTo>
                  <a:lnTo>
                    <a:pt x="531382" y="32304"/>
                  </a:lnTo>
                  <a:lnTo>
                    <a:pt x="539196" y="32460"/>
                  </a:lnTo>
                  <a:lnTo>
                    <a:pt x="547011" y="32655"/>
                  </a:lnTo>
                  <a:lnTo>
                    <a:pt x="554825" y="32802"/>
                  </a:lnTo>
                  <a:lnTo>
                    <a:pt x="562640" y="33077"/>
                  </a:lnTo>
                  <a:lnTo>
                    <a:pt x="570454" y="33329"/>
                  </a:lnTo>
                  <a:lnTo>
                    <a:pt x="578269" y="33541"/>
                  </a:lnTo>
                  <a:lnTo>
                    <a:pt x="586083" y="33814"/>
                  </a:lnTo>
                  <a:lnTo>
                    <a:pt x="593898" y="34045"/>
                  </a:lnTo>
                  <a:lnTo>
                    <a:pt x="601712" y="34267"/>
                  </a:lnTo>
                  <a:lnTo>
                    <a:pt x="609526" y="34430"/>
                  </a:lnTo>
                  <a:lnTo>
                    <a:pt x="617341" y="34593"/>
                  </a:lnTo>
                  <a:lnTo>
                    <a:pt x="625155" y="34657"/>
                  </a:lnTo>
                  <a:lnTo>
                    <a:pt x="632970" y="34850"/>
                  </a:lnTo>
                  <a:lnTo>
                    <a:pt x="640784" y="35029"/>
                  </a:lnTo>
                  <a:lnTo>
                    <a:pt x="648599" y="35177"/>
                  </a:lnTo>
                  <a:lnTo>
                    <a:pt x="656413" y="35322"/>
                  </a:lnTo>
                  <a:lnTo>
                    <a:pt x="664228" y="35528"/>
                  </a:lnTo>
                  <a:lnTo>
                    <a:pt x="672042" y="35678"/>
                  </a:lnTo>
                  <a:lnTo>
                    <a:pt x="679857" y="35824"/>
                  </a:lnTo>
                  <a:lnTo>
                    <a:pt x="687671" y="35965"/>
                  </a:lnTo>
                  <a:lnTo>
                    <a:pt x="695485" y="36084"/>
                  </a:lnTo>
                  <a:lnTo>
                    <a:pt x="703300" y="36245"/>
                  </a:lnTo>
                  <a:lnTo>
                    <a:pt x="711114" y="36325"/>
                  </a:lnTo>
                  <a:lnTo>
                    <a:pt x="718929" y="36430"/>
                  </a:lnTo>
                  <a:lnTo>
                    <a:pt x="726743" y="36524"/>
                  </a:lnTo>
                  <a:lnTo>
                    <a:pt x="734558" y="36616"/>
                  </a:lnTo>
                  <a:lnTo>
                    <a:pt x="742372" y="36765"/>
                  </a:lnTo>
                  <a:lnTo>
                    <a:pt x="750187" y="36886"/>
                  </a:lnTo>
                  <a:lnTo>
                    <a:pt x="758001" y="36965"/>
                  </a:lnTo>
                  <a:lnTo>
                    <a:pt x="765815" y="37077"/>
                  </a:lnTo>
                  <a:lnTo>
                    <a:pt x="773630" y="37112"/>
                  </a:lnTo>
                  <a:lnTo>
                    <a:pt x="781444" y="37150"/>
                  </a:lnTo>
                  <a:lnTo>
                    <a:pt x="789259" y="37184"/>
                  </a:lnTo>
                  <a:lnTo>
                    <a:pt x="797073" y="37260"/>
                  </a:lnTo>
                  <a:lnTo>
                    <a:pt x="804888" y="37333"/>
                  </a:lnTo>
                  <a:lnTo>
                    <a:pt x="812702" y="37389"/>
                  </a:lnTo>
                  <a:lnTo>
                    <a:pt x="820517" y="37381"/>
                  </a:lnTo>
                  <a:lnTo>
                    <a:pt x="828331" y="37456"/>
                  </a:lnTo>
                  <a:lnTo>
                    <a:pt x="836145" y="37482"/>
                  </a:lnTo>
                  <a:lnTo>
                    <a:pt x="843960" y="37520"/>
                  </a:lnTo>
                  <a:lnTo>
                    <a:pt x="851774" y="37524"/>
                  </a:lnTo>
                  <a:lnTo>
                    <a:pt x="859589" y="37528"/>
                  </a:lnTo>
                  <a:lnTo>
                    <a:pt x="867403" y="37532"/>
                  </a:lnTo>
                  <a:lnTo>
                    <a:pt x="875218" y="37561"/>
                  </a:lnTo>
                  <a:lnTo>
                    <a:pt x="883032" y="37595"/>
                  </a:lnTo>
                  <a:lnTo>
                    <a:pt x="890847" y="37685"/>
                  </a:lnTo>
                  <a:lnTo>
                    <a:pt x="898661" y="37765"/>
                  </a:lnTo>
                  <a:lnTo>
                    <a:pt x="906476" y="37867"/>
                  </a:lnTo>
                  <a:lnTo>
                    <a:pt x="914290" y="37967"/>
                  </a:lnTo>
                  <a:lnTo>
                    <a:pt x="922104" y="38079"/>
                  </a:lnTo>
                  <a:lnTo>
                    <a:pt x="929919" y="38165"/>
                  </a:lnTo>
                  <a:lnTo>
                    <a:pt x="937733" y="38221"/>
                  </a:lnTo>
                  <a:lnTo>
                    <a:pt x="945548" y="38278"/>
                  </a:lnTo>
                  <a:lnTo>
                    <a:pt x="953362" y="38334"/>
                  </a:lnTo>
                  <a:lnTo>
                    <a:pt x="961177" y="38390"/>
                  </a:lnTo>
                  <a:lnTo>
                    <a:pt x="968991" y="38416"/>
                  </a:lnTo>
                  <a:lnTo>
                    <a:pt x="976806" y="38499"/>
                  </a:lnTo>
                  <a:lnTo>
                    <a:pt x="984620" y="38558"/>
                  </a:lnTo>
                  <a:lnTo>
                    <a:pt x="992434" y="38579"/>
                  </a:lnTo>
                  <a:lnTo>
                    <a:pt x="1000249" y="38623"/>
                  </a:lnTo>
                  <a:lnTo>
                    <a:pt x="1008063" y="38657"/>
                  </a:lnTo>
                  <a:lnTo>
                    <a:pt x="1015878" y="38697"/>
                  </a:lnTo>
                  <a:lnTo>
                    <a:pt x="1023692" y="38788"/>
                  </a:lnTo>
                  <a:lnTo>
                    <a:pt x="1031507" y="38805"/>
                  </a:lnTo>
                  <a:lnTo>
                    <a:pt x="1039321" y="38807"/>
                  </a:lnTo>
                  <a:lnTo>
                    <a:pt x="1047136" y="38808"/>
                  </a:lnTo>
                  <a:lnTo>
                    <a:pt x="1054950" y="38889"/>
                  </a:lnTo>
                  <a:lnTo>
                    <a:pt x="1062765" y="38970"/>
                  </a:lnTo>
                  <a:lnTo>
                    <a:pt x="1070579" y="39014"/>
                  </a:lnTo>
                  <a:lnTo>
                    <a:pt x="1078393" y="39106"/>
                  </a:lnTo>
                  <a:lnTo>
                    <a:pt x="1086208" y="39126"/>
                  </a:lnTo>
                  <a:lnTo>
                    <a:pt x="1094022" y="39114"/>
                  </a:lnTo>
                  <a:lnTo>
                    <a:pt x="1101837" y="39118"/>
                  </a:lnTo>
                  <a:lnTo>
                    <a:pt x="1109651" y="39170"/>
                  </a:lnTo>
                  <a:lnTo>
                    <a:pt x="1117466" y="39208"/>
                  </a:lnTo>
                  <a:lnTo>
                    <a:pt x="1125280" y="39204"/>
                  </a:lnTo>
                  <a:lnTo>
                    <a:pt x="1133095" y="39202"/>
                  </a:lnTo>
                  <a:lnTo>
                    <a:pt x="1140909" y="39250"/>
                  </a:lnTo>
                  <a:lnTo>
                    <a:pt x="1148723" y="39264"/>
                  </a:lnTo>
                  <a:lnTo>
                    <a:pt x="1156538" y="39322"/>
                  </a:lnTo>
                  <a:lnTo>
                    <a:pt x="1164352" y="39394"/>
                  </a:lnTo>
                  <a:lnTo>
                    <a:pt x="1172167" y="39458"/>
                  </a:lnTo>
                  <a:lnTo>
                    <a:pt x="1179981" y="39518"/>
                  </a:lnTo>
                  <a:lnTo>
                    <a:pt x="1187796" y="39550"/>
                  </a:lnTo>
                  <a:lnTo>
                    <a:pt x="1195610" y="39597"/>
                  </a:lnTo>
                  <a:lnTo>
                    <a:pt x="1203425" y="39645"/>
                  </a:lnTo>
                  <a:lnTo>
                    <a:pt x="1211239" y="39693"/>
                  </a:lnTo>
                  <a:lnTo>
                    <a:pt x="1219053" y="39698"/>
                  </a:lnTo>
                  <a:lnTo>
                    <a:pt x="1226868" y="39692"/>
                  </a:lnTo>
                  <a:lnTo>
                    <a:pt x="1234682" y="39687"/>
                  </a:lnTo>
                  <a:lnTo>
                    <a:pt x="1242497" y="39681"/>
                  </a:lnTo>
                  <a:lnTo>
                    <a:pt x="1250311" y="39676"/>
                  </a:lnTo>
                  <a:lnTo>
                    <a:pt x="1258126" y="39670"/>
                  </a:lnTo>
                  <a:lnTo>
                    <a:pt x="1265940" y="39690"/>
                  </a:lnTo>
                  <a:lnTo>
                    <a:pt x="1273755" y="39678"/>
                  </a:lnTo>
                  <a:lnTo>
                    <a:pt x="1281569" y="39665"/>
                  </a:lnTo>
                  <a:lnTo>
                    <a:pt x="1289384" y="39706"/>
                  </a:lnTo>
                  <a:lnTo>
                    <a:pt x="1297198" y="39753"/>
                  </a:lnTo>
                  <a:lnTo>
                    <a:pt x="1305012" y="39801"/>
                  </a:lnTo>
                  <a:lnTo>
                    <a:pt x="1312827" y="39851"/>
                  </a:lnTo>
                  <a:lnTo>
                    <a:pt x="1320641" y="39868"/>
                  </a:lnTo>
                  <a:lnTo>
                    <a:pt x="1328456" y="39878"/>
                  </a:lnTo>
                  <a:lnTo>
                    <a:pt x="1336270" y="39944"/>
                  </a:lnTo>
                  <a:lnTo>
                    <a:pt x="1344085" y="39966"/>
                  </a:lnTo>
                  <a:lnTo>
                    <a:pt x="1351899" y="39975"/>
                  </a:lnTo>
                  <a:lnTo>
                    <a:pt x="1359714" y="39984"/>
                  </a:lnTo>
                  <a:lnTo>
                    <a:pt x="1367528" y="39993"/>
                  </a:lnTo>
                  <a:lnTo>
                    <a:pt x="1375342" y="40002"/>
                  </a:lnTo>
                  <a:lnTo>
                    <a:pt x="1383157" y="40011"/>
                  </a:lnTo>
                  <a:lnTo>
                    <a:pt x="1390971" y="40021"/>
                  </a:lnTo>
                  <a:lnTo>
                    <a:pt x="1398786" y="40058"/>
                  </a:lnTo>
                  <a:lnTo>
                    <a:pt x="1406600" y="40041"/>
                  </a:lnTo>
                  <a:lnTo>
                    <a:pt x="1414415" y="40069"/>
                  </a:lnTo>
                  <a:lnTo>
                    <a:pt x="1422229" y="40120"/>
                  </a:lnTo>
                  <a:lnTo>
                    <a:pt x="1430044" y="40171"/>
                  </a:lnTo>
                  <a:lnTo>
                    <a:pt x="1437858" y="40168"/>
                  </a:lnTo>
                  <a:lnTo>
                    <a:pt x="1445672" y="40145"/>
                  </a:lnTo>
                  <a:lnTo>
                    <a:pt x="1453487" y="40122"/>
                  </a:lnTo>
                  <a:lnTo>
                    <a:pt x="1461301" y="40106"/>
                  </a:lnTo>
                  <a:lnTo>
                    <a:pt x="1469116" y="40114"/>
                  </a:lnTo>
                  <a:lnTo>
                    <a:pt x="1476930" y="40104"/>
                  </a:lnTo>
                  <a:lnTo>
                    <a:pt x="1484745" y="40086"/>
                  </a:lnTo>
                  <a:lnTo>
                    <a:pt x="1492559" y="40086"/>
                  </a:lnTo>
                  <a:lnTo>
                    <a:pt x="1500374" y="40115"/>
                  </a:lnTo>
                  <a:lnTo>
                    <a:pt x="1508188" y="40144"/>
                  </a:lnTo>
                  <a:lnTo>
                    <a:pt x="1516003" y="40167"/>
                  </a:lnTo>
                  <a:lnTo>
                    <a:pt x="1523817" y="40177"/>
                  </a:lnTo>
                  <a:lnTo>
                    <a:pt x="1531631" y="40165"/>
                  </a:lnTo>
                  <a:lnTo>
                    <a:pt x="1539446" y="40147"/>
                  </a:lnTo>
                  <a:lnTo>
                    <a:pt x="1547260" y="40189"/>
                  </a:lnTo>
                  <a:lnTo>
                    <a:pt x="1555075" y="40216"/>
                  </a:lnTo>
                  <a:lnTo>
                    <a:pt x="1562889" y="40226"/>
                  </a:lnTo>
                  <a:lnTo>
                    <a:pt x="1570704" y="40234"/>
                  </a:lnTo>
                  <a:lnTo>
                    <a:pt x="1578518" y="40242"/>
                  </a:lnTo>
                  <a:lnTo>
                    <a:pt x="1586333" y="40251"/>
                  </a:lnTo>
                  <a:lnTo>
                    <a:pt x="1594147" y="40255"/>
                  </a:lnTo>
                  <a:lnTo>
                    <a:pt x="1601961" y="40257"/>
                  </a:lnTo>
                  <a:lnTo>
                    <a:pt x="1609776" y="40260"/>
                  </a:lnTo>
                  <a:lnTo>
                    <a:pt x="1617590" y="40263"/>
                  </a:lnTo>
                  <a:lnTo>
                    <a:pt x="1625405" y="40266"/>
                  </a:lnTo>
                  <a:lnTo>
                    <a:pt x="1633219" y="40269"/>
                  </a:lnTo>
                  <a:lnTo>
                    <a:pt x="1641034" y="40272"/>
                  </a:lnTo>
                  <a:lnTo>
                    <a:pt x="1648848" y="40275"/>
                  </a:lnTo>
                  <a:lnTo>
                    <a:pt x="1656663" y="40278"/>
                  </a:lnTo>
                  <a:lnTo>
                    <a:pt x="1664477" y="40281"/>
                  </a:lnTo>
                  <a:lnTo>
                    <a:pt x="1672291" y="40284"/>
                  </a:lnTo>
                  <a:lnTo>
                    <a:pt x="1680106" y="40288"/>
                  </a:lnTo>
                  <a:lnTo>
                    <a:pt x="1687920" y="40292"/>
                  </a:lnTo>
                  <a:lnTo>
                    <a:pt x="1695735" y="40305"/>
                  </a:lnTo>
                  <a:lnTo>
                    <a:pt x="1703549" y="40337"/>
                  </a:lnTo>
                  <a:lnTo>
                    <a:pt x="1711364" y="40368"/>
                  </a:lnTo>
                  <a:lnTo>
                    <a:pt x="1719178" y="40400"/>
                  </a:lnTo>
                  <a:lnTo>
                    <a:pt x="1726993" y="40413"/>
                  </a:lnTo>
                  <a:lnTo>
                    <a:pt x="1734807" y="40422"/>
                  </a:lnTo>
                  <a:lnTo>
                    <a:pt x="1742622" y="40431"/>
                  </a:lnTo>
                  <a:lnTo>
                    <a:pt x="1750436" y="40440"/>
                  </a:lnTo>
                  <a:lnTo>
                    <a:pt x="1758250" y="40449"/>
                  </a:lnTo>
                  <a:lnTo>
                    <a:pt x="1766065" y="40458"/>
                  </a:lnTo>
                  <a:lnTo>
                    <a:pt x="1773879" y="40467"/>
                  </a:lnTo>
                  <a:lnTo>
                    <a:pt x="1781694" y="40476"/>
                  </a:lnTo>
                  <a:lnTo>
                    <a:pt x="1789508" y="40485"/>
                  </a:lnTo>
                  <a:lnTo>
                    <a:pt x="1797323" y="40494"/>
                  </a:lnTo>
                  <a:lnTo>
                    <a:pt x="1805137" y="40503"/>
                  </a:lnTo>
                  <a:lnTo>
                    <a:pt x="1812952" y="40513"/>
                  </a:lnTo>
                  <a:lnTo>
                    <a:pt x="1820766" y="40523"/>
                  </a:lnTo>
                  <a:lnTo>
                    <a:pt x="1828580" y="40533"/>
                  </a:lnTo>
                  <a:lnTo>
                    <a:pt x="1836395" y="40556"/>
                  </a:lnTo>
                  <a:lnTo>
                    <a:pt x="1844209" y="40604"/>
                  </a:lnTo>
                  <a:lnTo>
                    <a:pt x="1852024" y="40652"/>
                  </a:lnTo>
                  <a:lnTo>
                    <a:pt x="1859838" y="40699"/>
                  </a:lnTo>
                  <a:lnTo>
                    <a:pt x="1867653" y="40747"/>
                  </a:lnTo>
                  <a:lnTo>
                    <a:pt x="1875467" y="40795"/>
                  </a:lnTo>
                  <a:lnTo>
                    <a:pt x="1883282" y="40842"/>
                  </a:lnTo>
                  <a:lnTo>
                    <a:pt x="1891096" y="40890"/>
                  </a:lnTo>
                  <a:lnTo>
                    <a:pt x="1898910" y="40928"/>
                  </a:lnTo>
                  <a:lnTo>
                    <a:pt x="1906725" y="40910"/>
                  </a:lnTo>
                  <a:lnTo>
                    <a:pt x="1914539" y="40893"/>
                  </a:lnTo>
                  <a:lnTo>
                    <a:pt x="1922354" y="40876"/>
                  </a:lnTo>
                  <a:lnTo>
                    <a:pt x="1930168" y="40858"/>
                  </a:lnTo>
                  <a:lnTo>
                    <a:pt x="1937983" y="40841"/>
                  </a:lnTo>
                  <a:lnTo>
                    <a:pt x="1945797" y="40824"/>
                  </a:lnTo>
                  <a:lnTo>
                    <a:pt x="1953612" y="40806"/>
                  </a:lnTo>
                  <a:lnTo>
                    <a:pt x="1961426" y="40789"/>
                  </a:lnTo>
                  <a:lnTo>
                    <a:pt x="1969241" y="40772"/>
                  </a:lnTo>
                  <a:lnTo>
                    <a:pt x="1977055" y="40754"/>
                  </a:lnTo>
                  <a:lnTo>
                    <a:pt x="1984869" y="40737"/>
                  </a:lnTo>
                  <a:lnTo>
                    <a:pt x="1992684" y="40723"/>
                  </a:lnTo>
                  <a:lnTo>
                    <a:pt x="2000498" y="40732"/>
                  </a:lnTo>
                  <a:lnTo>
                    <a:pt x="2008313" y="40740"/>
                  </a:lnTo>
                  <a:lnTo>
                    <a:pt x="2016127" y="40748"/>
                  </a:lnTo>
                  <a:lnTo>
                    <a:pt x="2023942" y="40757"/>
                  </a:lnTo>
                  <a:lnTo>
                    <a:pt x="2023942" y="77555"/>
                  </a:lnTo>
                  <a:lnTo>
                    <a:pt x="2016127" y="77487"/>
                  </a:lnTo>
                  <a:lnTo>
                    <a:pt x="2008313" y="77419"/>
                  </a:lnTo>
                  <a:lnTo>
                    <a:pt x="2000498" y="77350"/>
                  </a:lnTo>
                  <a:lnTo>
                    <a:pt x="1992684" y="77280"/>
                  </a:lnTo>
                  <a:lnTo>
                    <a:pt x="1984869" y="77210"/>
                  </a:lnTo>
                  <a:lnTo>
                    <a:pt x="1977055" y="77140"/>
                  </a:lnTo>
                  <a:lnTo>
                    <a:pt x="1969241" y="77076"/>
                  </a:lnTo>
                  <a:lnTo>
                    <a:pt x="1961426" y="77012"/>
                  </a:lnTo>
                  <a:lnTo>
                    <a:pt x="1953612" y="76947"/>
                  </a:lnTo>
                  <a:lnTo>
                    <a:pt x="1945797" y="76881"/>
                  </a:lnTo>
                  <a:lnTo>
                    <a:pt x="1937983" y="76815"/>
                  </a:lnTo>
                  <a:lnTo>
                    <a:pt x="1930168" y="76749"/>
                  </a:lnTo>
                  <a:lnTo>
                    <a:pt x="1922354" y="76681"/>
                  </a:lnTo>
                  <a:lnTo>
                    <a:pt x="1914539" y="76614"/>
                  </a:lnTo>
                  <a:lnTo>
                    <a:pt x="1906725" y="76545"/>
                  </a:lnTo>
                  <a:lnTo>
                    <a:pt x="1898910" y="76476"/>
                  </a:lnTo>
                  <a:lnTo>
                    <a:pt x="1891096" y="76406"/>
                  </a:lnTo>
                  <a:lnTo>
                    <a:pt x="1883282" y="76336"/>
                  </a:lnTo>
                  <a:lnTo>
                    <a:pt x="1875467" y="76265"/>
                  </a:lnTo>
                  <a:lnTo>
                    <a:pt x="1867653" y="76194"/>
                  </a:lnTo>
                  <a:lnTo>
                    <a:pt x="1859838" y="76122"/>
                  </a:lnTo>
                  <a:lnTo>
                    <a:pt x="1852024" y="76049"/>
                  </a:lnTo>
                  <a:lnTo>
                    <a:pt x="1844209" y="75976"/>
                  </a:lnTo>
                  <a:lnTo>
                    <a:pt x="1836395" y="75902"/>
                  </a:lnTo>
                  <a:lnTo>
                    <a:pt x="1828580" y="75827"/>
                  </a:lnTo>
                  <a:lnTo>
                    <a:pt x="1820766" y="75752"/>
                  </a:lnTo>
                  <a:lnTo>
                    <a:pt x="1812952" y="75676"/>
                  </a:lnTo>
                  <a:lnTo>
                    <a:pt x="1805137" y="75599"/>
                  </a:lnTo>
                  <a:lnTo>
                    <a:pt x="1797323" y="75522"/>
                  </a:lnTo>
                  <a:lnTo>
                    <a:pt x="1789508" y="75444"/>
                  </a:lnTo>
                  <a:lnTo>
                    <a:pt x="1781694" y="75365"/>
                  </a:lnTo>
                  <a:lnTo>
                    <a:pt x="1773879" y="75285"/>
                  </a:lnTo>
                  <a:lnTo>
                    <a:pt x="1766065" y="75208"/>
                  </a:lnTo>
                  <a:lnTo>
                    <a:pt x="1758250" y="75140"/>
                  </a:lnTo>
                  <a:lnTo>
                    <a:pt x="1750436" y="75084"/>
                  </a:lnTo>
                  <a:lnTo>
                    <a:pt x="1742622" y="75034"/>
                  </a:lnTo>
                  <a:lnTo>
                    <a:pt x="1734807" y="74984"/>
                  </a:lnTo>
                  <a:lnTo>
                    <a:pt x="1726993" y="74933"/>
                  </a:lnTo>
                  <a:lnTo>
                    <a:pt x="1719178" y="74882"/>
                  </a:lnTo>
                  <a:lnTo>
                    <a:pt x="1711364" y="74830"/>
                  </a:lnTo>
                  <a:lnTo>
                    <a:pt x="1703549" y="74760"/>
                  </a:lnTo>
                  <a:lnTo>
                    <a:pt x="1695735" y="74677"/>
                  </a:lnTo>
                  <a:lnTo>
                    <a:pt x="1687920" y="74592"/>
                  </a:lnTo>
                  <a:lnTo>
                    <a:pt x="1680106" y="74506"/>
                  </a:lnTo>
                  <a:lnTo>
                    <a:pt x="1672291" y="74420"/>
                  </a:lnTo>
                  <a:lnTo>
                    <a:pt x="1664477" y="74333"/>
                  </a:lnTo>
                  <a:lnTo>
                    <a:pt x="1656663" y="74244"/>
                  </a:lnTo>
                  <a:lnTo>
                    <a:pt x="1648848" y="74155"/>
                  </a:lnTo>
                  <a:lnTo>
                    <a:pt x="1641034" y="74065"/>
                  </a:lnTo>
                  <a:lnTo>
                    <a:pt x="1633219" y="73974"/>
                  </a:lnTo>
                  <a:lnTo>
                    <a:pt x="1625405" y="73883"/>
                  </a:lnTo>
                  <a:lnTo>
                    <a:pt x="1617590" y="73803"/>
                  </a:lnTo>
                  <a:lnTo>
                    <a:pt x="1609776" y="73716"/>
                  </a:lnTo>
                  <a:lnTo>
                    <a:pt x="1601961" y="73635"/>
                  </a:lnTo>
                  <a:lnTo>
                    <a:pt x="1594147" y="73558"/>
                  </a:lnTo>
                  <a:lnTo>
                    <a:pt x="1586333" y="73459"/>
                  </a:lnTo>
                  <a:lnTo>
                    <a:pt x="1578518" y="73374"/>
                  </a:lnTo>
                  <a:lnTo>
                    <a:pt x="1570704" y="73288"/>
                  </a:lnTo>
                  <a:lnTo>
                    <a:pt x="1562889" y="73201"/>
                  </a:lnTo>
                  <a:lnTo>
                    <a:pt x="1555075" y="73113"/>
                  </a:lnTo>
                  <a:lnTo>
                    <a:pt x="1547260" y="73024"/>
                  </a:lnTo>
                  <a:lnTo>
                    <a:pt x="1539446" y="72934"/>
                  </a:lnTo>
                  <a:lnTo>
                    <a:pt x="1531631" y="72843"/>
                  </a:lnTo>
                  <a:lnTo>
                    <a:pt x="1523817" y="72742"/>
                  </a:lnTo>
                  <a:lnTo>
                    <a:pt x="1516003" y="72622"/>
                  </a:lnTo>
                  <a:lnTo>
                    <a:pt x="1508188" y="72513"/>
                  </a:lnTo>
                  <a:lnTo>
                    <a:pt x="1500374" y="72425"/>
                  </a:lnTo>
                  <a:lnTo>
                    <a:pt x="1492559" y="72336"/>
                  </a:lnTo>
                  <a:lnTo>
                    <a:pt x="1484745" y="72247"/>
                  </a:lnTo>
                  <a:lnTo>
                    <a:pt x="1476930" y="72157"/>
                  </a:lnTo>
                  <a:lnTo>
                    <a:pt x="1469116" y="72066"/>
                  </a:lnTo>
                  <a:lnTo>
                    <a:pt x="1461301" y="71985"/>
                  </a:lnTo>
                  <a:lnTo>
                    <a:pt x="1453487" y="71883"/>
                  </a:lnTo>
                  <a:lnTo>
                    <a:pt x="1445672" y="71784"/>
                  </a:lnTo>
                  <a:lnTo>
                    <a:pt x="1437858" y="71682"/>
                  </a:lnTo>
                  <a:lnTo>
                    <a:pt x="1430044" y="71580"/>
                  </a:lnTo>
                  <a:lnTo>
                    <a:pt x="1422229" y="71476"/>
                  </a:lnTo>
                  <a:lnTo>
                    <a:pt x="1414415" y="71371"/>
                  </a:lnTo>
                  <a:lnTo>
                    <a:pt x="1406600" y="71264"/>
                  </a:lnTo>
                  <a:lnTo>
                    <a:pt x="1398786" y="71148"/>
                  </a:lnTo>
                  <a:lnTo>
                    <a:pt x="1390971" y="71018"/>
                  </a:lnTo>
                  <a:lnTo>
                    <a:pt x="1383157" y="70887"/>
                  </a:lnTo>
                  <a:lnTo>
                    <a:pt x="1375342" y="70756"/>
                  </a:lnTo>
                  <a:lnTo>
                    <a:pt x="1367528" y="70624"/>
                  </a:lnTo>
                  <a:lnTo>
                    <a:pt x="1359714" y="70492"/>
                  </a:lnTo>
                  <a:lnTo>
                    <a:pt x="1351899" y="70359"/>
                  </a:lnTo>
                  <a:lnTo>
                    <a:pt x="1344085" y="70226"/>
                  </a:lnTo>
                  <a:lnTo>
                    <a:pt x="1336270" y="70091"/>
                  </a:lnTo>
                  <a:lnTo>
                    <a:pt x="1328456" y="69954"/>
                  </a:lnTo>
                  <a:lnTo>
                    <a:pt x="1320641" y="69808"/>
                  </a:lnTo>
                  <a:lnTo>
                    <a:pt x="1312827" y="69621"/>
                  </a:lnTo>
                  <a:lnTo>
                    <a:pt x="1305012" y="69520"/>
                  </a:lnTo>
                  <a:lnTo>
                    <a:pt x="1297198" y="69383"/>
                  </a:lnTo>
                  <a:lnTo>
                    <a:pt x="1289384" y="69150"/>
                  </a:lnTo>
                  <a:lnTo>
                    <a:pt x="1281569" y="69007"/>
                  </a:lnTo>
                  <a:lnTo>
                    <a:pt x="1273755" y="68899"/>
                  </a:lnTo>
                  <a:lnTo>
                    <a:pt x="1265940" y="68789"/>
                  </a:lnTo>
                  <a:lnTo>
                    <a:pt x="1258126" y="68678"/>
                  </a:lnTo>
                  <a:lnTo>
                    <a:pt x="1250311" y="68566"/>
                  </a:lnTo>
                  <a:lnTo>
                    <a:pt x="1242497" y="68434"/>
                  </a:lnTo>
                  <a:lnTo>
                    <a:pt x="1234682" y="68275"/>
                  </a:lnTo>
                  <a:lnTo>
                    <a:pt x="1226868" y="68097"/>
                  </a:lnTo>
                  <a:lnTo>
                    <a:pt x="1219053" y="67916"/>
                  </a:lnTo>
                  <a:lnTo>
                    <a:pt x="1211239" y="67734"/>
                  </a:lnTo>
                  <a:lnTo>
                    <a:pt x="1203425" y="67550"/>
                  </a:lnTo>
                  <a:lnTo>
                    <a:pt x="1195610" y="67355"/>
                  </a:lnTo>
                  <a:lnTo>
                    <a:pt x="1187796" y="67162"/>
                  </a:lnTo>
                  <a:lnTo>
                    <a:pt x="1179981" y="66990"/>
                  </a:lnTo>
                  <a:lnTo>
                    <a:pt x="1172167" y="66815"/>
                  </a:lnTo>
                  <a:lnTo>
                    <a:pt x="1164352" y="66679"/>
                  </a:lnTo>
                  <a:lnTo>
                    <a:pt x="1156538" y="66542"/>
                  </a:lnTo>
                  <a:lnTo>
                    <a:pt x="1148723" y="66405"/>
                  </a:lnTo>
                  <a:lnTo>
                    <a:pt x="1140909" y="66265"/>
                  </a:lnTo>
                  <a:lnTo>
                    <a:pt x="1133095" y="66123"/>
                  </a:lnTo>
                  <a:lnTo>
                    <a:pt x="1125280" y="65981"/>
                  </a:lnTo>
                  <a:lnTo>
                    <a:pt x="1117466" y="65762"/>
                  </a:lnTo>
                  <a:lnTo>
                    <a:pt x="1109651" y="65600"/>
                  </a:lnTo>
                  <a:lnTo>
                    <a:pt x="1101837" y="65390"/>
                  </a:lnTo>
                  <a:lnTo>
                    <a:pt x="1094022" y="65191"/>
                  </a:lnTo>
                  <a:lnTo>
                    <a:pt x="1086208" y="65027"/>
                  </a:lnTo>
                  <a:lnTo>
                    <a:pt x="1078393" y="64873"/>
                  </a:lnTo>
                  <a:lnTo>
                    <a:pt x="1070579" y="64723"/>
                  </a:lnTo>
                  <a:lnTo>
                    <a:pt x="1062765" y="64529"/>
                  </a:lnTo>
                  <a:lnTo>
                    <a:pt x="1054950" y="64351"/>
                  </a:lnTo>
                  <a:lnTo>
                    <a:pt x="1047136" y="64177"/>
                  </a:lnTo>
                  <a:lnTo>
                    <a:pt x="1039321" y="63999"/>
                  </a:lnTo>
                  <a:lnTo>
                    <a:pt x="1031507" y="63853"/>
                  </a:lnTo>
                  <a:lnTo>
                    <a:pt x="1023692" y="63718"/>
                  </a:lnTo>
                  <a:lnTo>
                    <a:pt x="1015878" y="63511"/>
                  </a:lnTo>
                  <a:lnTo>
                    <a:pt x="1008063" y="63285"/>
                  </a:lnTo>
                  <a:lnTo>
                    <a:pt x="1000249" y="63079"/>
                  </a:lnTo>
                  <a:lnTo>
                    <a:pt x="992434" y="62908"/>
                  </a:lnTo>
                  <a:lnTo>
                    <a:pt x="984620" y="62735"/>
                  </a:lnTo>
                  <a:lnTo>
                    <a:pt x="976806" y="62561"/>
                  </a:lnTo>
                  <a:lnTo>
                    <a:pt x="968991" y="62430"/>
                  </a:lnTo>
                  <a:lnTo>
                    <a:pt x="961177" y="62296"/>
                  </a:lnTo>
                  <a:lnTo>
                    <a:pt x="953362" y="62127"/>
                  </a:lnTo>
                  <a:lnTo>
                    <a:pt x="945548" y="61988"/>
                  </a:lnTo>
                  <a:lnTo>
                    <a:pt x="937733" y="61889"/>
                  </a:lnTo>
                  <a:lnTo>
                    <a:pt x="929919" y="61607"/>
                  </a:lnTo>
                  <a:lnTo>
                    <a:pt x="922104" y="61430"/>
                  </a:lnTo>
                  <a:lnTo>
                    <a:pt x="914290" y="61251"/>
                  </a:lnTo>
                  <a:lnTo>
                    <a:pt x="906476" y="61070"/>
                  </a:lnTo>
                  <a:lnTo>
                    <a:pt x="898661" y="60887"/>
                  </a:lnTo>
                  <a:lnTo>
                    <a:pt x="890847" y="60717"/>
                  </a:lnTo>
                  <a:lnTo>
                    <a:pt x="883032" y="60543"/>
                  </a:lnTo>
                  <a:lnTo>
                    <a:pt x="875218" y="60369"/>
                  </a:lnTo>
                  <a:lnTo>
                    <a:pt x="867403" y="60197"/>
                  </a:lnTo>
                  <a:lnTo>
                    <a:pt x="859589" y="60008"/>
                  </a:lnTo>
                  <a:lnTo>
                    <a:pt x="851774" y="59850"/>
                  </a:lnTo>
                  <a:lnTo>
                    <a:pt x="843960" y="59674"/>
                  </a:lnTo>
                  <a:lnTo>
                    <a:pt x="836145" y="59497"/>
                  </a:lnTo>
                  <a:lnTo>
                    <a:pt x="828331" y="59319"/>
                  </a:lnTo>
                  <a:lnTo>
                    <a:pt x="820517" y="58996"/>
                  </a:lnTo>
                  <a:lnTo>
                    <a:pt x="812702" y="58780"/>
                  </a:lnTo>
                  <a:lnTo>
                    <a:pt x="804888" y="58589"/>
                  </a:lnTo>
                  <a:lnTo>
                    <a:pt x="797073" y="58394"/>
                  </a:lnTo>
                  <a:lnTo>
                    <a:pt x="789259" y="58196"/>
                  </a:lnTo>
                  <a:lnTo>
                    <a:pt x="781444" y="57991"/>
                  </a:lnTo>
                  <a:lnTo>
                    <a:pt x="773630" y="57716"/>
                  </a:lnTo>
                  <a:lnTo>
                    <a:pt x="765815" y="57544"/>
                  </a:lnTo>
                  <a:lnTo>
                    <a:pt x="758001" y="57321"/>
                  </a:lnTo>
                  <a:lnTo>
                    <a:pt x="750187" y="57145"/>
                  </a:lnTo>
                  <a:lnTo>
                    <a:pt x="742372" y="56924"/>
                  </a:lnTo>
                  <a:lnTo>
                    <a:pt x="734558" y="56746"/>
                  </a:lnTo>
                  <a:lnTo>
                    <a:pt x="726743" y="56617"/>
                  </a:lnTo>
                  <a:lnTo>
                    <a:pt x="718929" y="56461"/>
                  </a:lnTo>
                  <a:lnTo>
                    <a:pt x="711114" y="56221"/>
                  </a:lnTo>
                  <a:lnTo>
                    <a:pt x="703300" y="55994"/>
                  </a:lnTo>
                  <a:lnTo>
                    <a:pt x="695485" y="55772"/>
                  </a:lnTo>
                  <a:lnTo>
                    <a:pt x="687671" y="55545"/>
                  </a:lnTo>
                  <a:lnTo>
                    <a:pt x="679857" y="55370"/>
                  </a:lnTo>
                  <a:lnTo>
                    <a:pt x="672042" y="55164"/>
                  </a:lnTo>
                  <a:lnTo>
                    <a:pt x="664228" y="55023"/>
                  </a:lnTo>
                  <a:lnTo>
                    <a:pt x="656413" y="54813"/>
                  </a:lnTo>
                  <a:lnTo>
                    <a:pt x="648599" y="54671"/>
                  </a:lnTo>
                  <a:lnTo>
                    <a:pt x="640784" y="54440"/>
                  </a:lnTo>
                  <a:lnTo>
                    <a:pt x="632970" y="54250"/>
                  </a:lnTo>
                  <a:lnTo>
                    <a:pt x="625155" y="54070"/>
                  </a:lnTo>
                  <a:lnTo>
                    <a:pt x="617341" y="53892"/>
                  </a:lnTo>
                  <a:lnTo>
                    <a:pt x="609526" y="53722"/>
                  </a:lnTo>
                  <a:lnTo>
                    <a:pt x="601712" y="53510"/>
                  </a:lnTo>
                  <a:lnTo>
                    <a:pt x="593898" y="53305"/>
                  </a:lnTo>
                  <a:lnTo>
                    <a:pt x="586083" y="53033"/>
                  </a:lnTo>
                  <a:lnTo>
                    <a:pt x="578269" y="52758"/>
                  </a:lnTo>
                  <a:lnTo>
                    <a:pt x="570454" y="52592"/>
                  </a:lnTo>
                  <a:lnTo>
                    <a:pt x="562640" y="52445"/>
                  </a:lnTo>
                  <a:lnTo>
                    <a:pt x="554825" y="52177"/>
                  </a:lnTo>
                  <a:lnTo>
                    <a:pt x="547011" y="51994"/>
                  </a:lnTo>
                  <a:lnTo>
                    <a:pt x="539196" y="51770"/>
                  </a:lnTo>
                  <a:lnTo>
                    <a:pt x="531382" y="51616"/>
                  </a:lnTo>
                  <a:lnTo>
                    <a:pt x="523568" y="51464"/>
                  </a:lnTo>
                  <a:lnTo>
                    <a:pt x="515753" y="51310"/>
                  </a:lnTo>
                  <a:lnTo>
                    <a:pt x="507939" y="51158"/>
                  </a:lnTo>
                  <a:lnTo>
                    <a:pt x="500124" y="50957"/>
                  </a:lnTo>
                  <a:lnTo>
                    <a:pt x="492310" y="50766"/>
                  </a:lnTo>
                  <a:lnTo>
                    <a:pt x="484495" y="50561"/>
                  </a:lnTo>
                  <a:lnTo>
                    <a:pt x="476681" y="50354"/>
                  </a:lnTo>
                  <a:lnTo>
                    <a:pt x="468866" y="50230"/>
                  </a:lnTo>
                  <a:lnTo>
                    <a:pt x="461052" y="50074"/>
                  </a:lnTo>
                  <a:lnTo>
                    <a:pt x="453238" y="49957"/>
                  </a:lnTo>
                  <a:lnTo>
                    <a:pt x="445423" y="49837"/>
                  </a:lnTo>
                  <a:lnTo>
                    <a:pt x="437609" y="49704"/>
                  </a:lnTo>
                  <a:lnTo>
                    <a:pt x="429794" y="49569"/>
                  </a:lnTo>
                  <a:lnTo>
                    <a:pt x="421980" y="49417"/>
                  </a:lnTo>
                  <a:lnTo>
                    <a:pt x="414165" y="49238"/>
                  </a:lnTo>
                  <a:lnTo>
                    <a:pt x="406351" y="49073"/>
                  </a:lnTo>
                  <a:lnTo>
                    <a:pt x="398536" y="48938"/>
                  </a:lnTo>
                  <a:lnTo>
                    <a:pt x="390722" y="48835"/>
                  </a:lnTo>
                  <a:lnTo>
                    <a:pt x="382907" y="48724"/>
                  </a:lnTo>
                  <a:lnTo>
                    <a:pt x="375093" y="48568"/>
                  </a:lnTo>
                  <a:lnTo>
                    <a:pt x="367279" y="48408"/>
                  </a:lnTo>
                  <a:lnTo>
                    <a:pt x="359464" y="48331"/>
                  </a:lnTo>
                  <a:lnTo>
                    <a:pt x="351650" y="48191"/>
                  </a:lnTo>
                  <a:lnTo>
                    <a:pt x="343835" y="48072"/>
                  </a:lnTo>
                  <a:lnTo>
                    <a:pt x="336021" y="47913"/>
                  </a:lnTo>
                  <a:lnTo>
                    <a:pt x="328206" y="47762"/>
                  </a:lnTo>
                  <a:lnTo>
                    <a:pt x="320392" y="47651"/>
                  </a:lnTo>
                  <a:lnTo>
                    <a:pt x="312577" y="47582"/>
                  </a:lnTo>
                  <a:lnTo>
                    <a:pt x="304763" y="47488"/>
                  </a:lnTo>
                  <a:lnTo>
                    <a:pt x="296949" y="47272"/>
                  </a:lnTo>
                  <a:lnTo>
                    <a:pt x="289134" y="47157"/>
                  </a:lnTo>
                  <a:lnTo>
                    <a:pt x="281320" y="47173"/>
                  </a:lnTo>
                  <a:lnTo>
                    <a:pt x="273505" y="47114"/>
                  </a:lnTo>
                  <a:lnTo>
                    <a:pt x="265691" y="47000"/>
                  </a:lnTo>
                  <a:lnTo>
                    <a:pt x="257876" y="46888"/>
                  </a:lnTo>
                  <a:lnTo>
                    <a:pt x="250062" y="46729"/>
                  </a:lnTo>
                  <a:lnTo>
                    <a:pt x="242247" y="46599"/>
                  </a:lnTo>
                  <a:lnTo>
                    <a:pt x="234433" y="46518"/>
                  </a:lnTo>
                  <a:lnTo>
                    <a:pt x="226619" y="46394"/>
                  </a:lnTo>
                  <a:lnTo>
                    <a:pt x="218804" y="46391"/>
                  </a:lnTo>
                  <a:lnTo>
                    <a:pt x="210990" y="46343"/>
                  </a:lnTo>
                  <a:lnTo>
                    <a:pt x="203175" y="46266"/>
                  </a:lnTo>
                  <a:lnTo>
                    <a:pt x="195361" y="46186"/>
                  </a:lnTo>
                  <a:lnTo>
                    <a:pt x="187546" y="46049"/>
                  </a:lnTo>
                  <a:lnTo>
                    <a:pt x="179732" y="45926"/>
                  </a:lnTo>
                  <a:lnTo>
                    <a:pt x="171917" y="45787"/>
                  </a:lnTo>
                  <a:lnTo>
                    <a:pt x="164103" y="45649"/>
                  </a:lnTo>
                  <a:lnTo>
                    <a:pt x="156288" y="45511"/>
                  </a:lnTo>
                  <a:lnTo>
                    <a:pt x="148474" y="45437"/>
                  </a:lnTo>
                  <a:lnTo>
                    <a:pt x="140660" y="45409"/>
                  </a:lnTo>
                  <a:lnTo>
                    <a:pt x="132845" y="45305"/>
                  </a:lnTo>
                  <a:lnTo>
                    <a:pt x="125031" y="45169"/>
                  </a:lnTo>
                  <a:lnTo>
                    <a:pt x="117216" y="45101"/>
                  </a:lnTo>
                  <a:lnTo>
                    <a:pt x="109402" y="45067"/>
                  </a:lnTo>
                  <a:lnTo>
                    <a:pt x="101587" y="44981"/>
                  </a:lnTo>
                  <a:lnTo>
                    <a:pt x="93773" y="44907"/>
                  </a:lnTo>
                  <a:lnTo>
                    <a:pt x="85958" y="44774"/>
                  </a:lnTo>
                  <a:lnTo>
                    <a:pt x="78144" y="44737"/>
                  </a:lnTo>
                  <a:lnTo>
                    <a:pt x="70330" y="44709"/>
                  </a:lnTo>
                  <a:lnTo>
                    <a:pt x="62515" y="44668"/>
                  </a:lnTo>
                  <a:lnTo>
                    <a:pt x="54701" y="44560"/>
                  </a:lnTo>
                  <a:lnTo>
                    <a:pt x="46886" y="44567"/>
                  </a:lnTo>
                  <a:lnTo>
                    <a:pt x="39072" y="44573"/>
                  </a:lnTo>
                  <a:lnTo>
                    <a:pt x="31257" y="44492"/>
                  </a:lnTo>
                  <a:lnTo>
                    <a:pt x="23443" y="44407"/>
                  </a:lnTo>
                  <a:lnTo>
                    <a:pt x="15628" y="44326"/>
                  </a:lnTo>
                  <a:lnTo>
                    <a:pt x="7814" y="44279"/>
                  </a:lnTo>
                  <a:lnTo>
                    <a:pt x="0" y="44246"/>
                  </a:lnTo>
                  <a:close/>
                </a:path>
              </a:pathLst>
            </a:custGeom>
            <a:solidFill>
              <a:srgbClr val="D55E00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181" name="pl180"/>
            <p:cNvSpPr/>
            <p:nvPr/>
          </p:nvSpPr>
          <p:spPr>
            <a:xfrm>
              <a:off x="3632283" y="4607636"/>
              <a:ext cx="2023942" cy="40928"/>
            </a:xfrm>
            <a:custGeom>
              <a:avLst/>
              <a:pathLst>
                <a:path w="2023942" h="40928">
                  <a:moveTo>
                    <a:pt x="0" y="0"/>
                  </a:moveTo>
                  <a:lnTo>
                    <a:pt x="7814" y="849"/>
                  </a:lnTo>
                  <a:lnTo>
                    <a:pt x="15628" y="1476"/>
                  </a:lnTo>
                  <a:lnTo>
                    <a:pt x="23443" y="2212"/>
                  </a:lnTo>
                  <a:lnTo>
                    <a:pt x="31257" y="2936"/>
                  </a:lnTo>
                  <a:lnTo>
                    <a:pt x="39072" y="3597"/>
                  </a:lnTo>
                  <a:lnTo>
                    <a:pt x="46886" y="4008"/>
                  </a:lnTo>
                  <a:lnTo>
                    <a:pt x="54701" y="4665"/>
                  </a:lnTo>
                  <a:lnTo>
                    <a:pt x="62515" y="5182"/>
                  </a:lnTo>
                  <a:lnTo>
                    <a:pt x="70330" y="5687"/>
                  </a:lnTo>
                  <a:lnTo>
                    <a:pt x="78144" y="6302"/>
                  </a:lnTo>
                  <a:lnTo>
                    <a:pt x="85958" y="6797"/>
                  </a:lnTo>
                  <a:lnTo>
                    <a:pt x="93773" y="7289"/>
                  </a:lnTo>
                  <a:lnTo>
                    <a:pt x="101587" y="7759"/>
                  </a:lnTo>
                  <a:lnTo>
                    <a:pt x="109402" y="8313"/>
                  </a:lnTo>
                  <a:lnTo>
                    <a:pt x="117216" y="8864"/>
                  </a:lnTo>
                  <a:lnTo>
                    <a:pt x="125031" y="9402"/>
                  </a:lnTo>
                  <a:lnTo>
                    <a:pt x="132845" y="9960"/>
                  </a:lnTo>
                  <a:lnTo>
                    <a:pt x="140660" y="10592"/>
                  </a:lnTo>
                  <a:lnTo>
                    <a:pt x="148474" y="11228"/>
                  </a:lnTo>
                  <a:lnTo>
                    <a:pt x="156288" y="11698"/>
                  </a:lnTo>
                  <a:lnTo>
                    <a:pt x="164103" y="12248"/>
                  </a:lnTo>
                  <a:lnTo>
                    <a:pt x="171917" y="13068"/>
                  </a:lnTo>
                  <a:lnTo>
                    <a:pt x="179732" y="13713"/>
                  </a:lnTo>
                  <a:lnTo>
                    <a:pt x="187546" y="14304"/>
                  </a:lnTo>
                  <a:lnTo>
                    <a:pt x="195361" y="14623"/>
                  </a:lnTo>
                  <a:lnTo>
                    <a:pt x="203175" y="14940"/>
                  </a:lnTo>
                  <a:lnTo>
                    <a:pt x="210990" y="15256"/>
                  </a:lnTo>
                  <a:lnTo>
                    <a:pt x="218804" y="15649"/>
                  </a:lnTo>
                  <a:lnTo>
                    <a:pt x="226619" y="16336"/>
                  </a:lnTo>
                  <a:lnTo>
                    <a:pt x="234433" y="17026"/>
                  </a:lnTo>
                  <a:lnTo>
                    <a:pt x="242247" y="17706"/>
                  </a:lnTo>
                  <a:lnTo>
                    <a:pt x="250062" y="18286"/>
                  </a:lnTo>
                  <a:lnTo>
                    <a:pt x="257876" y="18877"/>
                  </a:lnTo>
                  <a:lnTo>
                    <a:pt x="265691" y="19448"/>
                  </a:lnTo>
                  <a:lnTo>
                    <a:pt x="273505" y="19896"/>
                  </a:lnTo>
                  <a:lnTo>
                    <a:pt x="281320" y="20479"/>
                  </a:lnTo>
                  <a:lnTo>
                    <a:pt x="289134" y="21224"/>
                  </a:lnTo>
                  <a:lnTo>
                    <a:pt x="296949" y="21663"/>
                  </a:lnTo>
                  <a:lnTo>
                    <a:pt x="304763" y="22200"/>
                  </a:lnTo>
                  <a:lnTo>
                    <a:pt x="312577" y="22662"/>
                  </a:lnTo>
                  <a:lnTo>
                    <a:pt x="320392" y="23097"/>
                  </a:lnTo>
                  <a:lnTo>
                    <a:pt x="328206" y="23534"/>
                  </a:lnTo>
                  <a:lnTo>
                    <a:pt x="336021" y="23972"/>
                  </a:lnTo>
                  <a:lnTo>
                    <a:pt x="343835" y="24329"/>
                  </a:lnTo>
                  <a:lnTo>
                    <a:pt x="351650" y="24714"/>
                  </a:lnTo>
                  <a:lnTo>
                    <a:pt x="359464" y="25174"/>
                  </a:lnTo>
                  <a:lnTo>
                    <a:pt x="367279" y="25694"/>
                  </a:lnTo>
                  <a:lnTo>
                    <a:pt x="375093" y="26107"/>
                  </a:lnTo>
                  <a:lnTo>
                    <a:pt x="382907" y="26517"/>
                  </a:lnTo>
                  <a:lnTo>
                    <a:pt x="390722" y="26927"/>
                  </a:lnTo>
                  <a:lnTo>
                    <a:pt x="398536" y="27334"/>
                  </a:lnTo>
                  <a:lnTo>
                    <a:pt x="406351" y="27753"/>
                  </a:lnTo>
                  <a:lnTo>
                    <a:pt x="414165" y="28221"/>
                  </a:lnTo>
                  <a:lnTo>
                    <a:pt x="421980" y="28535"/>
                  </a:lnTo>
                  <a:lnTo>
                    <a:pt x="429794" y="28858"/>
                  </a:lnTo>
                  <a:lnTo>
                    <a:pt x="437609" y="29253"/>
                  </a:lnTo>
                  <a:lnTo>
                    <a:pt x="445423" y="29591"/>
                  </a:lnTo>
                  <a:lnTo>
                    <a:pt x="453238" y="29882"/>
                  </a:lnTo>
                  <a:lnTo>
                    <a:pt x="461052" y="30195"/>
                  </a:lnTo>
                  <a:lnTo>
                    <a:pt x="468866" y="30476"/>
                  </a:lnTo>
                  <a:lnTo>
                    <a:pt x="476681" y="30775"/>
                  </a:lnTo>
                  <a:lnTo>
                    <a:pt x="484495" y="31079"/>
                  </a:lnTo>
                  <a:lnTo>
                    <a:pt x="492310" y="31296"/>
                  </a:lnTo>
                  <a:lnTo>
                    <a:pt x="500124" y="31518"/>
                  </a:lnTo>
                  <a:lnTo>
                    <a:pt x="507939" y="31787"/>
                  </a:lnTo>
                  <a:lnTo>
                    <a:pt x="515753" y="31987"/>
                  </a:lnTo>
                  <a:lnTo>
                    <a:pt x="523568" y="32150"/>
                  </a:lnTo>
                  <a:lnTo>
                    <a:pt x="531382" y="32304"/>
                  </a:lnTo>
                  <a:lnTo>
                    <a:pt x="539196" y="32460"/>
                  </a:lnTo>
                  <a:lnTo>
                    <a:pt x="547011" y="32655"/>
                  </a:lnTo>
                  <a:lnTo>
                    <a:pt x="554825" y="32802"/>
                  </a:lnTo>
                  <a:lnTo>
                    <a:pt x="562640" y="33077"/>
                  </a:lnTo>
                  <a:lnTo>
                    <a:pt x="570454" y="33329"/>
                  </a:lnTo>
                  <a:lnTo>
                    <a:pt x="578269" y="33541"/>
                  </a:lnTo>
                  <a:lnTo>
                    <a:pt x="586083" y="33814"/>
                  </a:lnTo>
                  <a:lnTo>
                    <a:pt x="593898" y="34045"/>
                  </a:lnTo>
                  <a:lnTo>
                    <a:pt x="601712" y="34267"/>
                  </a:lnTo>
                  <a:lnTo>
                    <a:pt x="609526" y="34430"/>
                  </a:lnTo>
                  <a:lnTo>
                    <a:pt x="617341" y="34593"/>
                  </a:lnTo>
                  <a:lnTo>
                    <a:pt x="625155" y="34657"/>
                  </a:lnTo>
                  <a:lnTo>
                    <a:pt x="632970" y="34850"/>
                  </a:lnTo>
                  <a:lnTo>
                    <a:pt x="640784" y="35029"/>
                  </a:lnTo>
                  <a:lnTo>
                    <a:pt x="648599" y="35177"/>
                  </a:lnTo>
                  <a:lnTo>
                    <a:pt x="656413" y="35322"/>
                  </a:lnTo>
                  <a:lnTo>
                    <a:pt x="664228" y="35528"/>
                  </a:lnTo>
                  <a:lnTo>
                    <a:pt x="672042" y="35678"/>
                  </a:lnTo>
                  <a:lnTo>
                    <a:pt x="679857" y="35824"/>
                  </a:lnTo>
                  <a:lnTo>
                    <a:pt x="687671" y="35965"/>
                  </a:lnTo>
                  <a:lnTo>
                    <a:pt x="695485" y="36084"/>
                  </a:lnTo>
                  <a:lnTo>
                    <a:pt x="703300" y="36245"/>
                  </a:lnTo>
                  <a:lnTo>
                    <a:pt x="711114" y="36325"/>
                  </a:lnTo>
                  <a:lnTo>
                    <a:pt x="718929" y="36430"/>
                  </a:lnTo>
                  <a:lnTo>
                    <a:pt x="726743" y="36524"/>
                  </a:lnTo>
                  <a:lnTo>
                    <a:pt x="734558" y="36616"/>
                  </a:lnTo>
                  <a:lnTo>
                    <a:pt x="742372" y="36765"/>
                  </a:lnTo>
                  <a:lnTo>
                    <a:pt x="750187" y="36886"/>
                  </a:lnTo>
                  <a:lnTo>
                    <a:pt x="758001" y="36965"/>
                  </a:lnTo>
                  <a:lnTo>
                    <a:pt x="765815" y="37077"/>
                  </a:lnTo>
                  <a:lnTo>
                    <a:pt x="773630" y="37112"/>
                  </a:lnTo>
                  <a:lnTo>
                    <a:pt x="781444" y="37150"/>
                  </a:lnTo>
                  <a:lnTo>
                    <a:pt x="789259" y="37184"/>
                  </a:lnTo>
                  <a:lnTo>
                    <a:pt x="797073" y="37260"/>
                  </a:lnTo>
                  <a:lnTo>
                    <a:pt x="804888" y="37333"/>
                  </a:lnTo>
                  <a:lnTo>
                    <a:pt x="812702" y="37389"/>
                  </a:lnTo>
                  <a:lnTo>
                    <a:pt x="820517" y="37381"/>
                  </a:lnTo>
                  <a:lnTo>
                    <a:pt x="828331" y="37456"/>
                  </a:lnTo>
                  <a:lnTo>
                    <a:pt x="836145" y="37482"/>
                  </a:lnTo>
                  <a:lnTo>
                    <a:pt x="843960" y="37520"/>
                  </a:lnTo>
                  <a:lnTo>
                    <a:pt x="851774" y="37524"/>
                  </a:lnTo>
                  <a:lnTo>
                    <a:pt x="859589" y="37528"/>
                  </a:lnTo>
                  <a:lnTo>
                    <a:pt x="867403" y="37532"/>
                  </a:lnTo>
                  <a:lnTo>
                    <a:pt x="875218" y="37561"/>
                  </a:lnTo>
                  <a:lnTo>
                    <a:pt x="883032" y="37595"/>
                  </a:lnTo>
                  <a:lnTo>
                    <a:pt x="890847" y="37685"/>
                  </a:lnTo>
                  <a:lnTo>
                    <a:pt x="898661" y="37765"/>
                  </a:lnTo>
                  <a:lnTo>
                    <a:pt x="906476" y="37867"/>
                  </a:lnTo>
                  <a:lnTo>
                    <a:pt x="914290" y="37967"/>
                  </a:lnTo>
                  <a:lnTo>
                    <a:pt x="922104" y="38079"/>
                  </a:lnTo>
                  <a:lnTo>
                    <a:pt x="929919" y="38165"/>
                  </a:lnTo>
                  <a:lnTo>
                    <a:pt x="937733" y="38221"/>
                  </a:lnTo>
                  <a:lnTo>
                    <a:pt x="945548" y="38278"/>
                  </a:lnTo>
                  <a:lnTo>
                    <a:pt x="953362" y="38334"/>
                  </a:lnTo>
                  <a:lnTo>
                    <a:pt x="961177" y="38390"/>
                  </a:lnTo>
                  <a:lnTo>
                    <a:pt x="968991" y="38416"/>
                  </a:lnTo>
                  <a:lnTo>
                    <a:pt x="976806" y="38499"/>
                  </a:lnTo>
                  <a:lnTo>
                    <a:pt x="984620" y="38558"/>
                  </a:lnTo>
                  <a:lnTo>
                    <a:pt x="992434" y="38579"/>
                  </a:lnTo>
                  <a:lnTo>
                    <a:pt x="1000249" y="38623"/>
                  </a:lnTo>
                  <a:lnTo>
                    <a:pt x="1008063" y="38657"/>
                  </a:lnTo>
                  <a:lnTo>
                    <a:pt x="1015878" y="38697"/>
                  </a:lnTo>
                  <a:lnTo>
                    <a:pt x="1023692" y="38788"/>
                  </a:lnTo>
                  <a:lnTo>
                    <a:pt x="1031507" y="38805"/>
                  </a:lnTo>
                  <a:lnTo>
                    <a:pt x="1039321" y="38807"/>
                  </a:lnTo>
                  <a:lnTo>
                    <a:pt x="1047136" y="38808"/>
                  </a:lnTo>
                  <a:lnTo>
                    <a:pt x="1054950" y="38889"/>
                  </a:lnTo>
                  <a:lnTo>
                    <a:pt x="1062765" y="38970"/>
                  </a:lnTo>
                  <a:lnTo>
                    <a:pt x="1070579" y="39014"/>
                  </a:lnTo>
                  <a:lnTo>
                    <a:pt x="1078393" y="39106"/>
                  </a:lnTo>
                  <a:lnTo>
                    <a:pt x="1086208" y="39126"/>
                  </a:lnTo>
                  <a:lnTo>
                    <a:pt x="1094022" y="39114"/>
                  </a:lnTo>
                  <a:lnTo>
                    <a:pt x="1101837" y="39118"/>
                  </a:lnTo>
                  <a:lnTo>
                    <a:pt x="1109651" y="39170"/>
                  </a:lnTo>
                  <a:lnTo>
                    <a:pt x="1117466" y="39208"/>
                  </a:lnTo>
                  <a:lnTo>
                    <a:pt x="1125280" y="39204"/>
                  </a:lnTo>
                  <a:lnTo>
                    <a:pt x="1133095" y="39202"/>
                  </a:lnTo>
                  <a:lnTo>
                    <a:pt x="1140909" y="39250"/>
                  </a:lnTo>
                  <a:lnTo>
                    <a:pt x="1148723" y="39264"/>
                  </a:lnTo>
                  <a:lnTo>
                    <a:pt x="1156538" y="39322"/>
                  </a:lnTo>
                  <a:lnTo>
                    <a:pt x="1164352" y="39394"/>
                  </a:lnTo>
                  <a:lnTo>
                    <a:pt x="1172167" y="39458"/>
                  </a:lnTo>
                  <a:lnTo>
                    <a:pt x="1179981" y="39518"/>
                  </a:lnTo>
                  <a:lnTo>
                    <a:pt x="1187796" y="39550"/>
                  </a:lnTo>
                  <a:lnTo>
                    <a:pt x="1195610" y="39597"/>
                  </a:lnTo>
                  <a:lnTo>
                    <a:pt x="1203425" y="39645"/>
                  </a:lnTo>
                  <a:lnTo>
                    <a:pt x="1211239" y="39693"/>
                  </a:lnTo>
                  <a:lnTo>
                    <a:pt x="1219053" y="39698"/>
                  </a:lnTo>
                  <a:lnTo>
                    <a:pt x="1226868" y="39692"/>
                  </a:lnTo>
                  <a:lnTo>
                    <a:pt x="1234682" y="39687"/>
                  </a:lnTo>
                  <a:lnTo>
                    <a:pt x="1242497" y="39681"/>
                  </a:lnTo>
                  <a:lnTo>
                    <a:pt x="1250311" y="39676"/>
                  </a:lnTo>
                  <a:lnTo>
                    <a:pt x="1258126" y="39670"/>
                  </a:lnTo>
                  <a:lnTo>
                    <a:pt x="1265940" y="39690"/>
                  </a:lnTo>
                  <a:lnTo>
                    <a:pt x="1273755" y="39678"/>
                  </a:lnTo>
                  <a:lnTo>
                    <a:pt x="1281569" y="39665"/>
                  </a:lnTo>
                  <a:lnTo>
                    <a:pt x="1289384" y="39706"/>
                  </a:lnTo>
                  <a:lnTo>
                    <a:pt x="1297198" y="39753"/>
                  </a:lnTo>
                  <a:lnTo>
                    <a:pt x="1305012" y="39801"/>
                  </a:lnTo>
                  <a:lnTo>
                    <a:pt x="1312827" y="39851"/>
                  </a:lnTo>
                  <a:lnTo>
                    <a:pt x="1320641" y="39868"/>
                  </a:lnTo>
                  <a:lnTo>
                    <a:pt x="1328456" y="39878"/>
                  </a:lnTo>
                  <a:lnTo>
                    <a:pt x="1336270" y="39944"/>
                  </a:lnTo>
                  <a:lnTo>
                    <a:pt x="1344085" y="39966"/>
                  </a:lnTo>
                  <a:lnTo>
                    <a:pt x="1351899" y="39975"/>
                  </a:lnTo>
                  <a:lnTo>
                    <a:pt x="1359714" y="39984"/>
                  </a:lnTo>
                  <a:lnTo>
                    <a:pt x="1367528" y="39993"/>
                  </a:lnTo>
                  <a:lnTo>
                    <a:pt x="1375342" y="40002"/>
                  </a:lnTo>
                  <a:lnTo>
                    <a:pt x="1383157" y="40011"/>
                  </a:lnTo>
                  <a:lnTo>
                    <a:pt x="1390971" y="40021"/>
                  </a:lnTo>
                  <a:lnTo>
                    <a:pt x="1398786" y="40058"/>
                  </a:lnTo>
                  <a:lnTo>
                    <a:pt x="1406600" y="40041"/>
                  </a:lnTo>
                  <a:lnTo>
                    <a:pt x="1414415" y="40069"/>
                  </a:lnTo>
                  <a:lnTo>
                    <a:pt x="1422229" y="40120"/>
                  </a:lnTo>
                  <a:lnTo>
                    <a:pt x="1430044" y="40171"/>
                  </a:lnTo>
                  <a:lnTo>
                    <a:pt x="1437858" y="40168"/>
                  </a:lnTo>
                  <a:lnTo>
                    <a:pt x="1445672" y="40145"/>
                  </a:lnTo>
                  <a:lnTo>
                    <a:pt x="1453487" y="40122"/>
                  </a:lnTo>
                  <a:lnTo>
                    <a:pt x="1461301" y="40106"/>
                  </a:lnTo>
                  <a:lnTo>
                    <a:pt x="1469116" y="40114"/>
                  </a:lnTo>
                  <a:lnTo>
                    <a:pt x="1476930" y="40104"/>
                  </a:lnTo>
                  <a:lnTo>
                    <a:pt x="1484745" y="40086"/>
                  </a:lnTo>
                  <a:lnTo>
                    <a:pt x="1492559" y="40086"/>
                  </a:lnTo>
                  <a:lnTo>
                    <a:pt x="1500374" y="40115"/>
                  </a:lnTo>
                  <a:lnTo>
                    <a:pt x="1508188" y="40144"/>
                  </a:lnTo>
                  <a:lnTo>
                    <a:pt x="1516003" y="40167"/>
                  </a:lnTo>
                  <a:lnTo>
                    <a:pt x="1523817" y="40177"/>
                  </a:lnTo>
                  <a:lnTo>
                    <a:pt x="1531631" y="40165"/>
                  </a:lnTo>
                  <a:lnTo>
                    <a:pt x="1539446" y="40147"/>
                  </a:lnTo>
                  <a:lnTo>
                    <a:pt x="1547260" y="40189"/>
                  </a:lnTo>
                  <a:lnTo>
                    <a:pt x="1555075" y="40216"/>
                  </a:lnTo>
                  <a:lnTo>
                    <a:pt x="1562889" y="40226"/>
                  </a:lnTo>
                  <a:lnTo>
                    <a:pt x="1570704" y="40234"/>
                  </a:lnTo>
                  <a:lnTo>
                    <a:pt x="1578518" y="40242"/>
                  </a:lnTo>
                  <a:lnTo>
                    <a:pt x="1586333" y="40251"/>
                  </a:lnTo>
                  <a:lnTo>
                    <a:pt x="1594147" y="40255"/>
                  </a:lnTo>
                  <a:lnTo>
                    <a:pt x="1601961" y="40257"/>
                  </a:lnTo>
                  <a:lnTo>
                    <a:pt x="1609776" y="40260"/>
                  </a:lnTo>
                  <a:lnTo>
                    <a:pt x="1617590" y="40263"/>
                  </a:lnTo>
                  <a:lnTo>
                    <a:pt x="1625405" y="40266"/>
                  </a:lnTo>
                  <a:lnTo>
                    <a:pt x="1633219" y="40269"/>
                  </a:lnTo>
                  <a:lnTo>
                    <a:pt x="1641034" y="40272"/>
                  </a:lnTo>
                  <a:lnTo>
                    <a:pt x="1648848" y="40275"/>
                  </a:lnTo>
                  <a:lnTo>
                    <a:pt x="1656663" y="40278"/>
                  </a:lnTo>
                  <a:lnTo>
                    <a:pt x="1664477" y="40281"/>
                  </a:lnTo>
                  <a:lnTo>
                    <a:pt x="1672291" y="40284"/>
                  </a:lnTo>
                  <a:lnTo>
                    <a:pt x="1680106" y="40288"/>
                  </a:lnTo>
                  <a:lnTo>
                    <a:pt x="1687920" y="40292"/>
                  </a:lnTo>
                  <a:lnTo>
                    <a:pt x="1695735" y="40305"/>
                  </a:lnTo>
                  <a:lnTo>
                    <a:pt x="1703549" y="40337"/>
                  </a:lnTo>
                  <a:lnTo>
                    <a:pt x="1711364" y="40368"/>
                  </a:lnTo>
                  <a:lnTo>
                    <a:pt x="1719178" y="40400"/>
                  </a:lnTo>
                  <a:lnTo>
                    <a:pt x="1726993" y="40413"/>
                  </a:lnTo>
                  <a:lnTo>
                    <a:pt x="1734807" y="40422"/>
                  </a:lnTo>
                  <a:lnTo>
                    <a:pt x="1742622" y="40431"/>
                  </a:lnTo>
                  <a:lnTo>
                    <a:pt x="1750436" y="40440"/>
                  </a:lnTo>
                  <a:lnTo>
                    <a:pt x="1758250" y="40449"/>
                  </a:lnTo>
                  <a:lnTo>
                    <a:pt x="1766065" y="40458"/>
                  </a:lnTo>
                  <a:lnTo>
                    <a:pt x="1773879" y="40467"/>
                  </a:lnTo>
                  <a:lnTo>
                    <a:pt x="1781694" y="40476"/>
                  </a:lnTo>
                  <a:lnTo>
                    <a:pt x="1789508" y="40485"/>
                  </a:lnTo>
                  <a:lnTo>
                    <a:pt x="1797323" y="40494"/>
                  </a:lnTo>
                  <a:lnTo>
                    <a:pt x="1805137" y="40503"/>
                  </a:lnTo>
                  <a:lnTo>
                    <a:pt x="1812952" y="40513"/>
                  </a:lnTo>
                  <a:lnTo>
                    <a:pt x="1820766" y="40523"/>
                  </a:lnTo>
                  <a:lnTo>
                    <a:pt x="1828580" y="40533"/>
                  </a:lnTo>
                  <a:lnTo>
                    <a:pt x="1836395" y="40556"/>
                  </a:lnTo>
                  <a:lnTo>
                    <a:pt x="1844209" y="40604"/>
                  </a:lnTo>
                  <a:lnTo>
                    <a:pt x="1852024" y="40652"/>
                  </a:lnTo>
                  <a:lnTo>
                    <a:pt x="1859838" y="40699"/>
                  </a:lnTo>
                  <a:lnTo>
                    <a:pt x="1867653" y="40747"/>
                  </a:lnTo>
                  <a:lnTo>
                    <a:pt x="1875467" y="40795"/>
                  </a:lnTo>
                  <a:lnTo>
                    <a:pt x="1883282" y="40842"/>
                  </a:lnTo>
                  <a:lnTo>
                    <a:pt x="1891096" y="40890"/>
                  </a:lnTo>
                  <a:lnTo>
                    <a:pt x="1898910" y="40928"/>
                  </a:lnTo>
                  <a:lnTo>
                    <a:pt x="1906725" y="40910"/>
                  </a:lnTo>
                  <a:lnTo>
                    <a:pt x="1914539" y="40893"/>
                  </a:lnTo>
                  <a:lnTo>
                    <a:pt x="1922354" y="40876"/>
                  </a:lnTo>
                  <a:lnTo>
                    <a:pt x="1930168" y="40858"/>
                  </a:lnTo>
                  <a:lnTo>
                    <a:pt x="1937983" y="40841"/>
                  </a:lnTo>
                  <a:lnTo>
                    <a:pt x="1945797" y="40824"/>
                  </a:lnTo>
                  <a:lnTo>
                    <a:pt x="1953612" y="40806"/>
                  </a:lnTo>
                  <a:lnTo>
                    <a:pt x="1961426" y="40789"/>
                  </a:lnTo>
                  <a:lnTo>
                    <a:pt x="1969241" y="40772"/>
                  </a:lnTo>
                  <a:lnTo>
                    <a:pt x="1977055" y="40754"/>
                  </a:lnTo>
                  <a:lnTo>
                    <a:pt x="1984869" y="40737"/>
                  </a:lnTo>
                  <a:lnTo>
                    <a:pt x="1992684" y="40723"/>
                  </a:lnTo>
                  <a:lnTo>
                    <a:pt x="2000498" y="40732"/>
                  </a:lnTo>
                  <a:lnTo>
                    <a:pt x="2008313" y="40740"/>
                  </a:lnTo>
                  <a:lnTo>
                    <a:pt x="2016127" y="40748"/>
                  </a:lnTo>
                  <a:lnTo>
                    <a:pt x="2023942" y="407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82" name="pl181"/>
            <p:cNvSpPr/>
            <p:nvPr/>
          </p:nvSpPr>
          <p:spPr>
            <a:xfrm>
              <a:off x="3632283" y="4651882"/>
              <a:ext cx="2023942" cy="33309"/>
            </a:xfrm>
            <a:custGeom>
              <a:avLst/>
              <a:pathLst>
                <a:path w="2023942" h="33309">
                  <a:moveTo>
                    <a:pt x="2023942" y="33309"/>
                  </a:moveTo>
                  <a:lnTo>
                    <a:pt x="2016127" y="33241"/>
                  </a:lnTo>
                  <a:lnTo>
                    <a:pt x="2008313" y="33172"/>
                  </a:lnTo>
                  <a:lnTo>
                    <a:pt x="2000498" y="33103"/>
                  </a:lnTo>
                  <a:lnTo>
                    <a:pt x="1992684" y="33034"/>
                  </a:lnTo>
                  <a:lnTo>
                    <a:pt x="1984869" y="32964"/>
                  </a:lnTo>
                  <a:lnTo>
                    <a:pt x="1977055" y="32894"/>
                  </a:lnTo>
                  <a:lnTo>
                    <a:pt x="1969241" y="32830"/>
                  </a:lnTo>
                  <a:lnTo>
                    <a:pt x="1961426" y="32765"/>
                  </a:lnTo>
                  <a:lnTo>
                    <a:pt x="1953612" y="32700"/>
                  </a:lnTo>
                  <a:lnTo>
                    <a:pt x="1945797" y="32635"/>
                  </a:lnTo>
                  <a:lnTo>
                    <a:pt x="1937983" y="32569"/>
                  </a:lnTo>
                  <a:lnTo>
                    <a:pt x="1930168" y="32502"/>
                  </a:lnTo>
                  <a:lnTo>
                    <a:pt x="1922354" y="32435"/>
                  </a:lnTo>
                  <a:lnTo>
                    <a:pt x="1914539" y="32367"/>
                  </a:lnTo>
                  <a:lnTo>
                    <a:pt x="1906725" y="32299"/>
                  </a:lnTo>
                  <a:lnTo>
                    <a:pt x="1898910" y="32230"/>
                  </a:lnTo>
                  <a:lnTo>
                    <a:pt x="1891096" y="32160"/>
                  </a:lnTo>
                  <a:lnTo>
                    <a:pt x="1883282" y="32090"/>
                  </a:lnTo>
                  <a:lnTo>
                    <a:pt x="1875467" y="32019"/>
                  </a:lnTo>
                  <a:lnTo>
                    <a:pt x="1867653" y="31948"/>
                  </a:lnTo>
                  <a:lnTo>
                    <a:pt x="1859838" y="31875"/>
                  </a:lnTo>
                  <a:lnTo>
                    <a:pt x="1852024" y="31803"/>
                  </a:lnTo>
                  <a:lnTo>
                    <a:pt x="1844209" y="31729"/>
                  </a:lnTo>
                  <a:lnTo>
                    <a:pt x="1836395" y="31655"/>
                  </a:lnTo>
                  <a:lnTo>
                    <a:pt x="1828580" y="31581"/>
                  </a:lnTo>
                  <a:lnTo>
                    <a:pt x="1820766" y="31505"/>
                  </a:lnTo>
                  <a:lnTo>
                    <a:pt x="1812952" y="31429"/>
                  </a:lnTo>
                  <a:lnTo>
                    <a:pt x="1805137" y="31353"/>
                  </a:lnTo>
                  <a:lnTo>
                    <a:pt x="1797323" y="31275"/>
                  </a:lnTo>
                  <a:lnTo>
                    <a:pt x="1789508" y="31197"/>
                  </a:lnTo>
                  <a:lnTo>
                    <a:pt x="1781694" y="31118"/>
                  </a:lnTo>
                  <a:lnTo>
                    <a:pt x="1773879" y="31039"/>
                  </a:lnTo>
                  <a:lnTo>
                    <a:pt x="1766065" y="30961"/>
                  </a:lnTo>
                  <a:lnTo>
                    <a:pt x="1758250" y="30893"/>
                  </a:lnTo>
                  <a:lnTo>
                    <a:pt x="1750436" y="30837"/>
                  </a:lnTo>
                  <a:lnTo>
                    <a:pt x="1742622" y="30788"/>
                  </a:lnTo>
                  <a:lnTo>
                    <a:pt x="1734807" y="30737"/>
                  </a:lnTo>
                  <a:lnTo>
                    <a:pt x="1726993" y="30686"/>
                  </a:lnTo>
                  <a:lnTo>
                    <a:pt x="1719178" y="30635"/>
                  </a:lnTo>
                  <a:lnTo>
                    <a:pt x="1711364" y="30584"/>
                  </a:lnTo>
                  <a:lnTo>
                    <a:pt x="1703549" y="30514"/>
                  </a:lnTo>
                  <a:lnTo>
                    <a:pt x="1695735" y="30430"/>
                  </a:lnTo>
                  <a:lnTo>
                    <a:pt x="1687920" y="30346"/>
                  </a:lnTo>
                  <a:lnTo>
                    <a:pt x="1680106" y="30260"/>
                  </a:lnTo>
                  <a:lnTo>
                    <a:pt x="1672291" y="30174"/>
                  </a:lnTo>
                  <a:lnTo>
                    <a:pt x="1664477" y="30086"/>
                  </a:lnTo>
                  <a:lnTo>
                    <a:pt x="1656663" y="29998"/>
                  </a:lnTo>
                  <a:lnTo>
                    <a:pt x="1648848" y="29909"/>
                  </a:lnTo>
                  <a:lnTo>
                    <a:pt x="1641034" y="29819"/>
                  </a:lnTo>
                  <a:lnTo>
                    <a:pt x="1633219" y="29728"/>
                  </a:lnTo>
                  <a:lnTo>
                    <a:pt x="1625405" y="29636"/>
                  </a:lnTo>
                  <a:lnTo>
                    <a:pt x="1617590" y="29557"/>
                  </a:lnTo>
                  <a:lnTo>
                    <a:pt x="1609776" y="29470"/>
                  </a:lnTo>
                  <a:lnTo>
                    <a:pt x="1601961" y="29389"/>
                  </a:lnTo>
                  <a:lnTo>
                    <a:pt x="1594147" y="29312"/>
                  </a:lnTo>
                  <a:lnTo>
                    <a:pt x="1586333" y="29213"/>
                  </a:lnTo>
                  <a:lnTo>
                    <a:pt x="1578518" y="29127"/>
                  </a:lnTo>
                  <a:lnTo>
                    <a:pt x="1570704" y="29041"/>
                  </a:lnTo>
                  <a:lnTo>
                    <a:pt x="1562889" y="28954"/>
                  </a:lnTo>
                  <a:lnTo>
                    <a:pt x="1555075" y="28867"/>
                  </a:lnTo>
                  <a:lnTo>
                    <a:pt x="1547260" y="28778"/>
                  </a:lnTo>
                  <a:lnTo>
                    <a:pt x="1539446" y="28688"/>
                  </a:lnTo>
                  <a:lnTo>
                    <a:pt x="1531631" y="28597"/>
                  </a:lnTo>
                  <a:lnTo>
                    <a:pt x="1523817" y="28496"/>
                  </a:lnTo>
                  <a:lnTo>
                    <a:pt x="1516003" y="28376"/>
                  </a:lnTo>
                  <a:lnTo>
                    <a:pt x="1508188" y="28267"/>
                  </a:lnTo>
                  <a:lnTo>
                    <a:pt x="1500374" y="28179"/>
                  </a:lnTo>
                  <a:lnTo>
                    <a:pt x="1492559" y="28090"/>
                  </a:lnTo>
                  <a:lnTo>
                    <a:pt x="1484745" y="28000"/>
                  </a:lnTo>
                  <a:lnTo>
                    <a:pt x="1476930" y="27910"/>
                  </a:lnTo>
                  <a:lnTo>
                    <a:pt x="1469116" y="27820"/>
                  </a:lnTo>
                  <a:lnTo>
                    <a:pt x="1461301" y="27739"/>
                  </a:lnTo>
                  <a:lnTo>
                    <a:pt x="1453487" y="27637"/>
                  </a:lnTo>
                  <a:lnTo>
                    <a:pt x="1445672" y="27538"/>
                  </a:lnTo>
                  <a:lnTo>
                    <a:pt x="1437858" y="27436"/>
                  </a:lnTo>
                  <a:lnTo>
                    <a:pt x="1430044" y="27333"/>
                  </a:lnTo>
                  <a:lnTo>
                    <a:pt x="1422229" y="27229"/>
                  </a:lnTo>
                  <a:lnTo>
                    <a:pt x="1414415" y="27124"/>
                  </a:lnTo>
                  <a:lnTo>
                    <a:pt x="1406600" y="27018"/>
                  </a:lnTo>
                  <a:lnTo>
                    <a:pt x="1398786" y="26902"/>
                  </a:lnTo>
                  <a:lnTo>
                    <a:pt x="1390971" y="26772"/>
                  </a:lnTo>
                  <a:lnTo>
                    <a:pt x="1383157" y="26641"/>
                  </a:lnTo>
                  <a:lnTo>
                    <a:pt x="1375342" y="26510"/>
                  </a:lnTo>
                  <a:lnTo>
                    <a:pt x="1367528" y="26378"/>
                  </a:lnTo>
                  <a:lnTo>
                    <a:pt x="1359714" y="26246"/>
                  </a:lnTo>
                  <a:lnTo>
                    <a:pt x="1351899" y="26113"/>
                  </a:lnTo>
                  <a:lnTo>
                    <a:pt x="1344085" y="25980"/>
                  </a:lnTo>
                  <a:lnTo>
                    <a:pt x="1336270" y="25844"/>
                  </a:lnTo>
                  <a:lnTo>
                    <a:pt x="1328456" y="25708"/>
                  </a:lnTo>
                  <a:lnTo>
                    <a:pt x="1320641" y="25561"/>
                  </a:lnTo>
                  <a:lnTo>
                    <a:pt x="1312827" y="25375"/>
                  </a:lnTo>
                  <a:lnTo>
                    <a:pt x="1305012" y="25274"/>
                  </a:lnTo>
                  <a:lnTo>
                    <a:pt x="1297198" y="25136"/>
                  </a:lnTo>
                  <a:lnTo>
                    <a:pt x="1289384" y="24904"/>
                  </a:lnTo>
                  <a:lnTo>
                    <a:pt x="1281569" y="24761"/>
                  </a:lnTo>
                  <a:lnTo>
                    <a:pt x="1273755" y="24652"/>
                  </a:lnTo>
                  <a:lnTo>
                    <a:pt x="1265940" y="24542"/>
                  </a:lnTo>
                  <a:lnTo>
                    <a:pt x="1258126" y="24431"/>
                  </a:lnTo>
                  <a:lnTo>
                    <a:pt x="1250311" y="24319"/>
                  </a:lnTo>
                  <a:lnTo>
                    <a:pt x="1242497" y="24187"/>
                  </a:lnTo>
                  <a:lnTo>
                    <a:pt x="1234682" y="24029"/>
                  </a:lnTo>
                  <a:lnTo>
                    <a:pt x="1226868" y="23851"/>
                  </a:lnTo>
                  <a:lnTo>
                    <a:pt x="1219053" y="23670"/>
                  </a:lnTo>
                  <a:lnTo>
                    <a:pt x="1211239" y="23487"/>
                  </a:lnTo>
                  <a:lnTo>
                    <a:pt x="1203425" y="23303"/>
                  </a:lnTo>
                  <a:lnTo>
                    <a:pt x="1195610" y="23109"/>
                  </a:lnTo>
                  <a:lnTo>
                    <a:pt x="1187796" y="22916"/>
                  </a:lnTo>
                  <a:lnTo>
                    <a:pt x="1179981" y="22744"/>
                  </a:lnTo>
                  <a:lnTo>
                    <a:pt x="1172167" y="22569"/>
                  </a:lnTo>
                  <a:lnTo>
                    <a:pt x="1164352" y="22433"/>
                  </a:lnTo>
                  <a:lnTo>
                    <a:pt x="1156538" y="22296"/>
                  </a:lnTo>
                  <a:lnTo>
                    <a:pt x="1148723" y="22158"/>
                  </a:lnTo>
                  <a:lnTo>
                    <a:pt x="1140909" y="22018"/>
                  </a:lnTo>
                  <a:lnTo>
                    <a:pt x="1133095" y="21877"/>
                  </a:lnTo>
                  <a:lnTo>
                    <a:pt x="1125280" y="21735"/>
                  </a:lnTo>
                  <a:lnTo>
                    <a:pt x="1117466" y="21516"/>
                  </a:lnTo>
                  <a:lnTo>
                    <a:pt x="1109651" y="21353"/>
                  </a:lnTo>
                  <a:lnTo>
                    <a:pt x="1101837" y="21143"/>
                  </a:lnTo>
                  <a:lnTo>
                    <a:pt x="1094022" y="20944"/>
                  </a:lnTo>
                  <a:lnTo>
                    <a:pt x="1086208" y="20780"/>
                  </a:lnTo>
                  <a:lnTo>
                    <a:pt x="1078393" y="20627"/>
                  </a:lnTo>
                  <a:lnTo>
                    <a:pt x="1070579" y="20477"/>
                  </a:lnTo>
                  <a:lnTo>
                    <a:pt x="1062765" y="20283"/>
                  </a:lnTo>
                  <a:lnTo>
                    <a:pt x="1054950" y="20105"/>
                  </a:lnTo>
                  <a:lnTo>
                    <a:pt x="1047136" y="19931"/>
                  </a:lnTo>
                  <a:lnTo>
                    <a:pt x="1039321" y="19753"/>
                  </a:lnTo>
                  <a:lnTo>
                    <a:pt x="1031507" y="19606"/>
                  </a:lnTo>
                  <a:lnTo>
                    <a:pt x="1023692" y="19471"/>
                  </a:lnTo>
                  <a:lnTo>
                    <a:pt x="1015878" y="19265"/>
                  </a:lnTo>
                  <a:lnTo>
                    <a:pt x="1008063" y="19039"/>
                  </a:lnTo>
                  <a:lnTo>
                    <a:pt x="1000249" y="18833"/>
                  </a:lnTo>
                  <a:lnTo>
                    <a:pt x="992434" y="18662"/>
                  </a:lnTo>
                  <a:lnTo>
                    <a:pt x="984620" y="18489"/>
                  </a:lnTo>
                  <a:lnTo>
                    <a:pt x="976806" y="18315"/>
                  </a:lnTo>
                  <a:lnTo>
                    <a:pt x="968991" y="18183"/>
                  </a:lnTo>
                  <a:lnTo>
                    <a:pt x="961177" y="18050"/>
                  </a:lnTo>
                  <a:lnTo>
                    <a:pt x="953362" y="17880"/>
                  </a:lnTo>
                  <a:lnTo>
                    <a:pt x="945548" y="17741"/>
                  </a:lnTo>
                  <a:lnTo>
                    <a:pt x="937733" y="17643"/>
                  </a:lnTo>
                  <a:lnTo>
                    <a:pt x="929919" y="17361"/>
                  </a:lnTo>
                  <a:lnTo>
                    <a:pt x="922104" y="17184"/>
                  </a:lnTo>
                  <a:lnTo>
                    <a:pt x="914290" y="17005"/>
                  </a:lnTo>
                  <a:lnTo>
                    <a:pt x="906476" y="16823"/>
                  </a:lnTo>
                  <a:lnTo>
                    <a:pt x="898661" y="16641"/>
                  </a:lnTo>
                  <a:lnTo>
                    <a:pt x="890847" y="16470"/>
                  </a:lnTo>
                  <a:lnTo>
                    <a:pt x="883032" y="16297"/>
                  </a:lnTo>
                  <a:lnTo>
                    <a:pt x="875218" y="16123"/>
                  </a:lnTo>
                  <a:lnTo>
                    <a:pt x="867403" y="15951"/>
                  </a:lnTo>
                  <a:lnTo>
                    <a:pt x="859589" y="15761"/>
                  </a:lnTo>
                  <a:lnTo>
                    <a:pt x="851774" y="15603"/>
                  </a:lnTo>
                  <a:lnTo>
                    <a:pt x="843960" y="15427"/>
                  </a:lnTo>
                  <a:lnTo>
                    <a:pt x="836145" y="15251"/>
                  </a:lnTo>
                  <a:lnTo>
                    <a:pt x="828331" y="15072"/>
                  </a:lnTo>
                  <a:lnTo>
                    <a:pt x="820517" y="14749"/>
                  </a:lnTo>
                  <a:lnTo>
                    <a:pt x="812702" y="14534"/>
                  </a:lnTo>
                  <a:lnTo>
                    <a:pt x="804888" y="14343"/>
                  </a:lnTo>
                  <a:lnTo>
                    <a:pt x="797073" y="14148"/>
                  </a:lnTo>
                  <a:lnTo>
                    <a:pt x="789259" y="13950"/>
                  </a:lnTo>
                  <a:lnTo>
                    <a:pt x="781444" y="13745"/>
                  </a:lnTo>
                  <a:lnTo>
                    <a:pt x="773630" y="13470"/>
                  </a:lnTo>
                  <a:lnTo>
                    <a:pt x="765815" y="13297"/>
                  </a:lnTo>
                  <a:lnTo>
                    <a:pt x="758001" y="13074"/>
                  </a:lnTo>
                  <a:lnTo>
                    <a:pt x="750187" y="12898"/>
                  </a:lnTo>
                  <a:lnTo>
                    <a:pt x="742372" y="12677"/>
                  </a:lnTo>
                  <a:lnTo>
                    <a:pt x="734558" y="12500"/>
                  </a:lnTo>
                  <a:lnTo>
                    <a:pt x="726743" y="12371"/>
                  </a:lnTo>
                  <a:lnTo>
                    <a:pt x="718929" y="12215"/>
                  </a:lnTo>
                  <a:lnTo>
                    <a:pt x="711114" y="11975"/>
                  </a:lnTo>
                  <a:lnTo>
                    <a:pt x="703300" y="11748"/>
                  </a:lnTo>
                  <a:lnTo>
                    <a:pt x="695485" y="11526"/>
                  </a:lnTo>
                  <a:lnTo>
                    <a:pt x="687671" y="11299"/>
                  </a:lnTo>
                  <a:lnTo>
                    <a:pt x="679857" y="11123"/>
                  </a:lnTo>
                  <a:lnTo>
                    <a:pt x="672042" y="10918"/>
                  </a:lnTo>
                  <a:lnTo>
                    <a:pt x="664228" y="10776"/>
                  </a:lnTo>
                  <a:lnTo>
                    <a:pt x="656413" y="10567"/>
                  </a:lnTo>
                  <a:lnTo>
                    <a:pt x="648599" y="10424"/>
                  </a:lnTo>
                  <a:lnTo>
                    <a:pt x="640784" y="10194"/>
                  </a:lnTo>
                  <a:lnTo>
                    <a:pt x="632970" y="10003"/>
                  </a:lnTo>
                  <a:lnTo>
                    <a:pt x="625155" y="9823"/>
                  </a:lnTo>
                  <a:lnTo>
                    <a:pt x="617341" y="9646"/>
                  </a:lnTo>
                  <a:lnTo>
                    <a:pt x="609526" y="9475"/>
                  </a:lnTo>
                  <a:lnTo>
                    <a:pt x="601712" y="9264"/>
                  </a:lnTo>
                  <a:lnTo>
                    <a:pt x="593898" y="9059"/>
                  </a:lnTo>
                  <a:lnTo>
                    <a:pt x="586083" y="8787"/>
                  </a:lnTo>
                  <a:lnTo>
                    <a:pt x="578269" y="8512"/>
                  </a:lnTo>
                  <a:lnTo>
                    <a:pt x="570454" y="8345"/>
                  </a:lnTo>
                  <a:lnTo>
                    <a:pt x="562640" y="8199"/>
                  </a:lnTo>
                  <a:lnTo>
                    <a:pt x="554825" y="7931"/>
                  </a:lnTo>
                  <a:lnTo>
                    <a:pt x="547011" y="7748"/>
                  </a:lnTo>
                  <a:lnTo>
                    <a:pt x="539196" y="7524"/>
                  </a:lnTo>
                  <a:lnTo>
                    <a:pt x="531382" y="7370"/>
                  </a:lnTo>
                  <a:lnTo>
                    <a:pt x="523568" y="7217"/>
                  </a:lnTo>
                  <a:lnTo>
                    <a:pt x="515753" y="7064"/>
                  </a:lnTo>
                  <a:lnTo>
                    <a:pt x="507939" y="6912"/>
                  </a:lnTo>
                  <a:lnTo>
                    <a:pt x="500124" y="6710"/>
                  </a:lnTo>
                  <a:lnTo>
                    <a:pt x="492310" y="6519"/>
                  </a:lnTo>
                  <a:lnTo>
                    <a:pt x="484495" y="6315"/>
                  </a:lnTo>
                  <a:lnTo>
                    <a:pt x="476681" y="6108"/>
                  </a:lnTo>
                  <a:lnTo>
                    <a:pt x="468866" y="5984"/>
                  </a:lnTo>
                  <a:lnTo>
                    <a:pt x="461052" y="5828"/>
                  </a:lnTo>
                  <a:lnTo>
                    <a:pt x="453238" y="5710"/>
                  </a:lnTo>
                  <a:lnTo>
                    <a:pt x="445423" y="5590"/>
                  </a:lnTo>
                  <a:lnTo>
                    <a:pt x="437609" y="5458"/>
                  </a:lnTo>
                  <a:lnTo>
                    <a:pt x="429794" y="5323"/>
                  </a:lnTo>
                  <a:lnTo>
                    <a:pt x="421980" y="5171"/>
                  </a:lnTo>
                  <a:lnTo>
                    <a:pt x="414165" y="4992"/>
                  </a:lnTo>
                  <a:lnTo>
                    <a:pt x="406351" y="4826"/>
                  </a:lnTo>
                  <a:lnTo>
                    <a:pt x="398536" y="4692"/>
                  </a:lnTo>
                  <a:lnTo>
                    <a:pt x="390722" y="4588"/>
                  </a:lnTo>
                  <a:lnTo>
                    <a:pt x="382907" y="4477"/>
                  </a:lnTo>
                  <a:lnTo>
                    <a:pt x="375093" y="4321"/>
                  </a:lnTo>
                  <a:lnTo>
                    <a:pt x="367279" y="4161"/>
                  </a:lnTo>
                  <a:lnTo>
                    <a:pt x="359464" y="4085"/>
                  </a:lnTo>
                  <a:lnTo>
                    <a:pt x="351650" y="3944"/>
                  </a:lnTo>
                  <a:lnTo>
                    <a:pt x="343835" y="3825"/>
                  </a:lnTo>
                  <a:lnTo>
                    <a:pt x="336021" y="3666"/>
                  </a:lnTo>
                  <a:lnTo>
                    <a:pt x="328206" y="3516"/>
                  </a:lnTo>
                  <a:lnTo>
                    <a:pt x="320392" y="3405"/>
                  </a:lnTo>
                  <a:lnTo>
                    <a:pt x="312577" y="3336"/>
                  </a:lnTo>
                  <a:lnTo>
                    <a:pt x="304763" y="3241"/>
                  </a:lnTo>
                  <a:lnTo>
                    <a:pt x="296949" y="3025"/>
                  </a:lnTo>
                  <a:lnTo>
                    <a:pt x="289134" y="2911"/>
                  </a:lnTo>
                  <a:lnTo>
                    <a:pt x="281320" y="2927"/>
                  </a:lnTo>
                  <a:lnTo>
                    <a:pt x="273505" y="2868"/>
                  </a:lnTo>
                  <a:lnTo>
                    <a:pt x="265691" y="2753"/>
                  </a:lnTo>
                  <a:lnTo>
                    <a:pt x="257876" y="2641"/>
                  </a:lnTo>
                  <a:lnTo>
                    <a:pt x="250062" y="2482"/>
                  </a:lnTo>
                  <a:lnTo>
                    <a:pt x="242247" y="2353"/>
                  </a:lnTo>
                  <a:lnTo>
                    <a:pt x="234433" y="2272"/>
                  </a:lnTo>
                  <a:lnTo>
                    <a:pt x="226619" y="2147"/>
                  </a:lnTo>
                  <a:lnTo>
                    <a:pt x="218804" y="2144"/>
                  </a:lnTo>
                  <a:lnTo>
                    <a:pt x="210990" y="2097"/>
                  </a:lnTo>
                  <a:lnTo>
                    <a:pt x="203175" y="2019"/>
                  </a:lnTo>
                  <a:lnTo>
                    <a:pt x="195361" y="1940"/>
                  </a:lnTo>
                  <a:lnTo>
                    <a:pt x="187546" y="1803"/>
                  </a:lnTo>
                  <a:lnTo>
                    <a:pt x="179732" y="1680"/>
                  </a:lnTo>
                  <a:lnTo>
                    <a:pt x="171917" y="1541"/>
                  </a:lnTo>
                  <a:lnTo>
                    <a:pt x="164103" y="1402"/>
                  </a:lnTo>
                  <a:lnTo>
                    <a:pt x="156288" y="1264"/>
                  </a:lnTo>
                  <a:lnTo>
                    <a:pt x="148474" y="1190"/>
                  </a:lnTo>
                  <a:lnTo>
                    <a:pt x="140660" y="1163"/>
                  </a:lnTo>
                  <a:lnTo>
                    <a:pt x="132845" y="1059"/>
                  </a:lnTo>
                  <a:lnTo>
                    <a:pt x="125031" y="923"/>
                  </a:lnTo>
                  <a:lnTo>
                    <a:pt x="117216" y="854"/>
                  </a:lnTo>
                  <a:lnTo>
                    <a:pt x="109402" y="821"/>
                  </a:lnTo>
                  <a:lnTo>
                    <a:pt x="101587" y="735"/>
                  </a:lnTo>
                  <a:lnTo>
                    <a:pt x="93773" y="660"/>
                  </a:lnTo>
                  <a:lnTo>
                    <a:pt x="85958" y="528"/>
                  </a:lnTo>
                  <a:lnTo>
                    <a:pt x="78144" y="491"/>
                  </a:lnTo>
                  <a:lnTo>
                    <a:pt x="70330" y="463"/>
                  </a:lnTo>
                  <a:lnTo>
                    <a:pt x="62515" y="422"/>
                  </a:lnTo>
                  <a:lnTo>
                    <a:pt x="54701" y="313"/>
                  </a:lnTo>
                  <a:lnTo>
                    <a:pt x="46886" y="321"/>
                  </a:lnTo>
                  <a:lnTo>
                    <a:pt x="39072" y="327"/>
                  </a:lnTo>
                  <a:lnTo>
                    <a:pt x="31257" y="246"/>
                  </a:lnTo>
                  <a:lnTo>
                    <a:pt x="23443" y="160"/>
                  </a:lnTo>
                  <a:lnTo>
                    <a:pt x="15628" y="80"/>
                  </a:lnTo>
                  <a:lnTo>
                    <a:pt x="7814" y="3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83" name="pg182"/>
            <p:cNvSpPr/>
            <p:nvPr/>
          </p:nvSpPr>
          <p:spPr>
            <a:xfrm>
              <a:off x="3632283" y="4281627"/>
              <a:ext cx="2023942" cy="400089"/>
            </a:xfrm>
            <a:custGeom>
              <a:avLst/>
              <a:pathLst>
                <a:path w="2023942" h="400089">
                  <a:moveTo>
                    <a:pt x="0" y="277398"/>
                  </a:moveTo>
                  <a:lnTo>
                    <a:pt x="7814" y="277943"/>
                  </a:lnTo>
                  <a:lnTo>
                    <a:pt x="15628" y="279034"/>
                  </a:lnTo>
                  <a:lnTo>
                    <a:pt x="23443" y="280052"/>
                  </a:lnTo>
                  <a:lnTo>
                    <a:pt x="31257" y="280823"/>
                  </a:lnTo>
                  <a:lnTo>
                    <a:pt x="39072" y="281287"/>
                  </a:lnTo>
                  <a:lnTo>
                    <a:pt x="46886" y="281860"/>
                  </a:lnTo>
                  <a:lnTo>
                    <a:pt x="54701" y="282673"/>
                  </a:lnTo>
                  <a:lnTo>
                    <a:pt x="62515" y="283045"/>
                  </a:lnTo>
                  <a:lnTo>
                    <a:pt x="70330" y="282929"/>
                  </a:lnTo>
                  <a:lnTo>
                    <a:pt x="78144" y="283216"/>
                  </a:lnTo>
                  <a:lnTo>
                    <a:pt x="85958" y="283096"/>
                  </a:lnTo>
                  <a:lnTo>
                    <a:pt x="93773" y="283004"/>
                  </a:lnTo>
                  <a:lnTo>
                    <a:pt x="101587" y="283668"/>
                  </a:lnTo>
                  <a:lnTo>
                    <a:pt x="109402" y="284007"/>
                  </a:lnTo>
                  <a:lnTo>
                    <a:pt x="117216" y="284161"/>
                  </a:lnTo>
                  <a:lnTo>
                    <a:pt x="125031" y="283771"/>
                  </a:lnTo>
                  <a:lnTo>
                    <a:pt x="132845" y="284100"/>
                  </a:lnTo>
                  <a:lnTo>
                    <a:pt x="140660" y="283543"/>
                  </a:lnTo>
                  <a:lnTo>
                    <a:pt x="148474" y="282954"/>
                  </a:lnTo>
                  <a:lnTo>
                    <a:pt x="156288" y="283301"/>
                  </a:lnTo>
                  <a:lnTo>
                    <a:pt x="164103" y="283246"/>
                  </a:lnTo>
                  <a:lnTo>
                    <a:pt x="171917" y="282631"/>
                  </a:lnTo>
                  <a:lnTo>
                    <a:pt x="179732" y="282200"/>
                  </a:lnTo>
                  <a:lnTo>
                    <a:pt x="187546" y="282009"/>
                  </a:lnTo>
                  <a:lnTo>
                    <a:pt x="195361" y="281225"/>
                  </a:lnTo>
                  <a:lnTo>
                    <a:pt x="203175" y="281394"/>
                  </a:lnTo>
                  <a:lnTo>
                    <a:pt x="210990" y="280206"/>
                  </a:lnTo>
                  <a:lnTo>
                    <a:pt x="218804" y="278813"/>
                  </a:lnTo>
                  <a:lnTo>
                    <a:pt x="226619" y="276850"/>
                  </a:lnTo>
                  <a:lnTo>
                    <a:pt x="234433" y="277036"/>
                  </a:lnTo>
                  <a:lnTo>
                    <a:pt x="242247" y="277035"/>
                  </a:lnTo>
                  <a:lnTo>
                    <a:pt x="250062" y="276621"/>
                  </a:lnTo>
                  <a:lnTo>
                    <a:pt x="257876" y="275818"/>
                  </a:lnTo>
                  <a:lnTo>
                    <a:pt x="265691" y="275010"/>
                  </a:lnTo>
                  <a:lnTo>
                    <a:pt x="273505" y="274292"/>
                  </a:lnTo>
                  <a:lnTo>
                    <a:pt x="281320" y="272936"/>
                  </a:lnTo>
                  <a:lnTo>
                    <a:pt x="289134" y="271510"/>
                  </a:lnTo>
                  <a:lnTo>
                    <a:pt x="296949" y="270410"/>
                  </a:lnTo>
                  <a:lnTo>
                    <a:pt x="304763" y="269703"/>
                  </a:lnTo>
                  <a:lnTo>
                    <a:pt x="312577" y="268471"/>
                  </a:lnTo>
                  <a:lnTo>
                    <a:pt x="320392" y="267102"/>
                  </a:lnTo>
                  <a:lnTo>
                    <a:pt x="328206" y="266829"/>
                  </a:lnTo>
                  <a:lnTo>
                    <a:pt x="336021" y="265703"/>
                  </a:lnTo>
                  <a:lnTo>
                    <a:pt x="343835" y="264906"/>
                  </a:lnTo>
                  <a:lnTo>
                    <a:pt x="351650" y="264047"/>
                  </a:lnTo>
                  <a:lnTo>
                    <a:pt x="359464" y="263037"/>
                  </a:lnTo>
                  <a:lnTo>
                    <a:pt x="367279" y="262516"/>
                  </a:lnTo>
                  <a:lnTo>
                    <a:pt x="375093" y="261000"/>
                  </a:lnTo>
                  <a:lnTo>
                    <a:pt x="382907" y="259508"/>
                  </a:lnTo>
                  <a:lnTo>
                    <a:pt x="390722" y="258885"/>
                  </a:lnTo>
                  <a:lnTo>
                    <a:pt x="398536" y="257913"/>
                  </a:lnTo>
                  <a:lnTo>
                    <a:pt x="406351" y="256430"/>
                  </a:lnTo>
                  <a:lnTo>
                    <a:pt x="414165" y="254848"/>
                  </a:lnTo>
                  <a:lnTo>
                    <a:pt x="421980" y="253903"/>
                  </a:lnTo>
                  <a:lnTo>
                    <a:pt x="429794" y="252766"/>
                  </a:lnTo>
                  <a:lnTo>
                    <a:pt x="437609" y="251424"/>
                  </a:lnTo>
                  <a:lnTo>
                    <a:pt x="445423" y="250096"/>
                  </a:lnTo>
                  <a:lnTo>
                    <a:pt x="453238" y="248765"/>
                  </a:lnTo>
                  <a:lnTo>
                    <a:pt x="461052" y="247245"/>
                  </a:lnTo>
                  <a:lnTo>
                    <a:pt x="468866" y="245930"/>
                  </a:lnTo>
                  <a:lnTo>
                    <a:pt x="476681" y="244748"/>
                  </a:lnTo>
                  <a:lnTo>
                    <a:pt x="484495" y="243564"/>
                  </a:lnTo>
                  <a:lnTo>
                    <a:pt x="492310" y="242379"/>
                  </a:lnTo>
                  <a:lnTo>
                    <a:pt x="500124" y="240677"/>
                  </a:lnTo>
                  <a:lnTo>
                    <a:pt x="507939" y="239329"/>
                  </a:lnTo>
                  <a:lnTo>
                    <a:pt x="515753" y="237986"/>
                  </a:lnTo>
                  <a:lnTo>
                    <a:pt x="523568" y="236594"/>
                  </a:lnTo>
                  <a:lnTo>
                    <a:pt x="531382" y="234355"/>
                  </a:lnTo>
                  <a:lnTo>
                    <a:pt x="539196" y="231783"/>
                  </a:lnTo>
                  <a:lnTo>
                    <a:pt x="547011" y="230021"/>
                  </a:lnTo>
                  <a:lnTo>
                    <a:pt x="554825" y="227603"/>
                  </a:lnTo>
                  <a:lnTo>
                    <a:pt x="562640" y="225180"/>
                  </a:lnTo>
                  <a:lnTo>
                    <a:pt x="570454" y="223049"/>
                  </a:lnTo>
                  <a:lnTo>
                    <a:pt x="578269" y="221987"/>
                  </a:lnTo>
                  <a:lnTo>
                    <a:pt x="586083" y="219490"/>
                  </a:lnTo>
                  <a:lnTo>
                    <a:pt x="593898" y="216986"/>
                  </a:lnTo>
                  <a:lnTo>
                    <a:pt x="601712" y="214475"/>
                  </a:lnTo>
                  <a:lnTo>
                    <a:pt x="609526" y="211958"/>
                  </a:lnTo>
                  <a:lnTo>
                    <a:pt x="617341" y="209763"/>
                  </a:lnTo>
                  <a:lnTo>
                    <a:pt x="625155" y="209191"/>
                  </a:lnTo>
                  <a:lnTo>
                    <a:pt x="632970" y="208631"/>
                  </a:lnTo>
                  <a:lnTo>
                    <a:pt x="640784" y="206933"/>
                  </a:lnTo>
                  <a:lnTo>
                    <a:pt x="648599" y="204928"/>
                  </a:lnTo>
                  <a:lnTo>
                    <a:pt x="656413" y="202721"/>
                  </a:lnTo>
                  <a:lnTo>
                    <a:pt x="664228" y="200594"/>
                  </a:lnTo>
                  <a:lnTo>
                    <a:pt x="672042" y="198465"/>
                  </a:lnTo>
                  <a:lnTo>
                    <a:pt x="679857" y="196333"/>
                  </a:lnTo>
                  <a:lnTo>
                    <a:pt x="687671" y="193934"/>
                  </a:lnTo>
                  <a:lnTo>
                    <a:pt x="695485" y="191498"/>
                  </a:lnTo>
                  <a:lnTo>
                    <a:pt x="703300" y="189694"/>
                  </a:lnTo>
                  <a:lnTo>
                    <a:pt x="711114" y="187855"/>
                  </a:lnTo>
                  <a:lnTo>
                    <a:pt x="718929" y="185289"/>
                  </a:lnTo>
                  <a:lnTo>
                    <a:pt x="726743" y="182958"/>
                  </a:lnTo>
                  <a:lnTo>
                    <a:pt x="734558" y="181386"/>
                  </a:lnTo>
                  <a:lnTo>
                    <a:pt x="742372" y="179355"/>
                  </a:lnTo>
                  <a:lnTo>
                    <a:pt x="750187" y="177226"/>
                  </a:lnTo>
                  <a:lnTo>
                    <a:pt x="758001" y="175118"/>
                  </a:lnTo>
                  <a:lnTo>
                    <a:pt x="765815" y="173016"/>
                  </a:lnTo>
                  <a:lnTo>
                    <a:pt x="773630" y="170749"/>
                  </a:lnTo>
                  <a:lnTo>
                    <a:pt x="781444" y="168890"/>
                  </a:lnTo>
                  <a:lnTo>
                    <a:pt x="789259" y="167255"/>
                  </a:lnTo>
                  <a:lnTo>
                    <a:pt x="797073" y="165626"/>
                  </a:lnTo>
                  <a:lnTo>
                    <a:pt x="804888" y="163708"/>
                  </a:lnTo>
                  <a:lnTo>
                    <a:pt x="812702" y="161694"/>
                  </a:lnTo>
                  <a:lnTo>
                    <a:pt x="820517" y="159688"/>
                  </a:lnTo>
                  <a:lnTo>
                    <a:pt x="828331" y="157699"/>
                  </a:lnTo>
                  <a:lnTo>
                    <a:pt x="836145" y="155721"/>
                  </a:lnTo>
                  <a:lnTo>
                    <a:pt x="843960" y="153752"/>
                  </a:lnTo>
                  <a:lnTo>
                    <a:pt x="851774" y="151783"/>
                  </a:lnTo>
                  <a:lnTo>
                    <a:pt x="859589" y="149810"/>
                  </a:lnTo>
                  <a:lnTo>
                    <a:pt x="867403" y="147847"/>
                  </a:lnTo>
                  <a:lnTo>
                    <a:pt x="875218" y="145895"/>
                  </a:lnTo>
                  <a:lnTo>
                    <a:pt x="883032" y="143952"/>
                  </a:lnTo>
                  <a:lnTo>
                    <a:pt x="890847" y="142030"/>
                  </a:lnTo>
                  <a:lnTo>
                    <a:pt x="898661" y="139777"/>
                  </a:lnTo>
                  <a:lnTo>
                    <a:pt x="906476" y="137394"/>
                  </a:lnTo>
                  <a:lnTo>
                    <a:pt x="914290" y="135029"/>
                  </a:lnTo>
                  <a:lnTo>
                    <a:pt x="922104" y="132683"/>
                  </a:lnTo>
                  <a:lnTo>
                    <a:pt x="929919" y="130357"/>
                  </a:lnTo>
                  <a:lnTo>
                    <a:pt x="937733" y="128126"/>
                  </a:lnTo>
                  <a:lnTo>
                    <a:pt x="945548" y="126006"/>
                  </a:lnTo>
                  <a:lnTo>
                    <a:pt x="953362" y="123753"/>
                  </a:lnTo>
                  <a:lnTo>
                    <a:pt x="961177" y="122027"/>
                  </a:lnTo>
                  <a:lnTo>
                    <a:pt x="968991" y="120396"/>
                  </a:lnTo>
                  <a:lnTo>
                    <a:pt x="976806" y="117871"/>
                  </a:lnTo>
                  <a:lnTo>
                    <a:pt x="984620" y="115368"/>
                  </a:lnTo>
                  <a:lnTo>
                    <a:pt x="992434" y="112888"/>
                  </a:lnTo>
                  <a:lnTo>
                    <a:pt x="1000249" y="110630"/>
                  </a:lnTo>
                  <a:lnTo>
                    <a:pt x="1008063" y="108512"/>
                  </a:lnTo>
                  <a:lnTo>
                    <a:pt x="1015878" y="106418"/>
                  </a:lnTo>
                  <a:lnTo>
                    <a:pt x="1023692" y="104746"/>
                  </a:lnTo>
                  <a:lnTo>
                    <a:pt x="1031507" y="103439"/>
                  </a:lnTo>
                  <a:lnTo>
                    <a:pt x="1039321" y="102154"/>
                  </a:lnTo>
                  <a:lnTo>
                    <a:pt x="1047136" y="100753"/>
                  </a:lnTo>
                  <a:lnTo>
                    <a:pt x="1054950" y="99607"/>
                  </a:lnTo>
                  <a:lnTo>
                    <a:pt x="1062765" y="98352"/>
                  </a:lnTo>
                  <a:lnTo>
                    <a:pt x="1070579" y="97107"/>
                  </a:lnTo>
                  <a:lnTo>
                    <a:pt x="1078393" y="95783"/>
                  </a:lnTo>
                  <a:lnTo>
                    <a:pt x="1086208" y="94630"/>
                  </a:lnTo>
                  <a:lnTo>
                    <a:pt x="1094022" y="93404"/>
                  </a:lnTo>
                  <a:lnTo>
                    <a:pt x="1101837" y="92191"/>
                  </a:lnTo>
                  <a:lnTo>
                    <a:pt x="1109651" y="90988"/>
                  </a:lnTo>
                  <a:lnTo>
                    <a:pt x="1117466" y="89796"/>
                  </a:lnTo>
                  <a:lnTo>
                    <a:pt x="1125280" y="88616"/>
                  </a:lnTo>
                  <a:lnTo>
                    <a:pt x="1133095" y="87447"/>
                  </a:lnTo>
                  <a:lnTo>
                    <a:pt x="1140909" y="86289"/>
                  </a:lnTo>
                  <a:lnTo>
                    <a:pt x="1148723" y="85142"/>
                  </a:lnTo>
                  <a:lnTo>
                    <a:pt x="1156538" y="84018"/>
                  </a:lnTo>
                  <a:lnTo>
                    <a:pt x="1164352" y="82445"/>
                  </a:lnTo>
                  <a:lnTo>
                    <a:pt x="1172167" y="80888"/>
                  </a:lnTo>
                  <a:lnTo>
                    <a:pt x="1179981" y="79351"/>
                  </a:lnTo>
                  <a:lnTo>
                    <a:pt x="1187796" y="77833"/>
                  </a:lnTo>
                  <a:lnTo>
                    <a:pt x="1195610" y="76334"/>
                  </a:lnTo>
                  <a:lnTo>
                    <a:pt x="1203425" y="74855"/>
                  </a:lnTo>
                  <a:lnTo>
                    <a:pt x="1211239" y="73394"/>
                  </a:lnTo>
                  <a:lnTo>
                    <a:pt x="1219053" y="72349"/>
                  </a:lnTo>
                  <a:lnTo>
                    <a:pt x="1226868" y="71048"/>
                  </a:lnTo>
                  <a:lnTo>
                    <a:pt x="1234682" y="69359"/>
                  </a:lnTo>
                  <a:lnTo>
                    <a:pt x="1242497" y="67698"/>
                  </a:lnTo>
                  <a:lnTo>
                    <a:pt x="1250311" y="66315"/>
                  </a:lnTo>
                  <a:lnTo>
                    <a:pt x="1258126" y="64951"/>
                  </a:lnTo>
                  <a:lnTo>
                    <a:pt x="1265940" y="63607"/>
                  </a:lnTo>
                  <a:lnTo>
                    <a:pt x="1273755" y="62297"/>
                  </a:lnTo>
                  <a:lnTo>
                    <a:pt x="1281569" y="61078"/>
                  </a:lnTo>
                  <a:lnTo>
                    <a:pt x="1289384" y="59774"/>
                  </a:lnTo>
                  <a:lnTo>
                    <a:pt x="1297198" y="58458"/>
                  </a:lnTo>
                  <a:lnTo>
                    <a:pt x="1305012" y="57206"/>
                  </a:lnTo>
                  <a:lnTo>
                    <a:pt x="1312827" y="55975"/>
                  </a:lnTo>
                  <a:lnTo>
                    <a:pt x="1320641" y="54776"/>
                  </a:lnTo>
                  <a:lnTo>
                    <a:pt x="1328456" y="53596"/>
                  </a:lnTo>
                  <a:lnTo>
                    <a:pt x="1336270" y="52433"/>
                  </a:lnTo>
                  <a:lnTo>
                    <a:pt x="1344085" y="51340"/>
                  </a:lnTo>
                  <a:lnTo>
                    <a:pt x="1351899" y="50154"/>
                  </a:lnTo>
                  <a:lnTo>
                    <a:pt x="1359714" y="49033"/>
                  </a:lnTo>
                  <a:lnTo>
                    <a:pt x="1367528" y="47931"/>
                  </a:lnTo>
                  <a:lnTo>
                    <a:pt x="1375342" y="46846"/>
                  </a:lnTo>
                  <a:lnTo>
                    <a:pt x="1383157" y="45779"/>
                  </a:lnTo>
                  <a:lnTo>
                    <a:pt x="1390971" y="44729"/>
                  </a:lnTo>
                  <a:lnTo>
                    <a:pt x="1398786" y="43696"/>
                  </a:lnTo>
                  <a:lnTo>
                    <a:pt x="1406600" y="42680"/>
                  </a:lnTo>
                  <a:lnTo>
                    <a:pt x="1414415" y="41689"/>
                  </a:lnTo>
                  <a:lnTo>
                    <a:pt x="1422229" y="40720"/>
                  </a:lnTo>
                  <a:lnTo>
                    <a:pt x="1430044" y="39766"/>
                  </a:lnTo>
                  <a:lnTo>
                    <a:pt x="1437858" y="38829"/>
                  </a:lnTo>
                  <a:lnTo>
                    <a:pt x="1445672" y="37767"/>
                  </a:lnTo>
                  <a:lnTo>
                    <a:pt x="1453487" y="36940"/>
                  </a:lnTo>
                  <a:lnTo>
                    <a:pt x="1461301" y="36091"/>
                  </a:lnTo>
                  <a:lnTo>
                    <a:pt x="1469116" y="35204"/>
                  </a:lnTo>
                  <a:lnTo>
                    <a:pt x="1476930" y="34332"/>
                  </a:lnTo>
                  <a:lnTo>
                    <a:pt x="1484745" y="33480"/>
                  </a:lnTo>
                  <a:lnTo>
                    <a:pt x="1492559" y="32596"/>
                  </a:lnTo>
                  <a:lnTo>
                    <a:pt x="1500374" y="31486"/>
                  </a:lnTo>
                  <a:lnTo>
                    <a:pt x="1508188" y="30398"/>
                  </a:lnTo>
                  <a:lnTo>
                    <a:pt x="1516003" y="29683"/>
                  </a:lnTo>
                  <a:lnTo>
                    <a:pt x="1523817" y="29058"/>
                  </a:lnTo>
                  <a:lnTo>
                    <a:pt x="1531631" y="28483"/>
                  </a:lnTo>
                  <a:lnTo>
                    <a:pt x="1539446" y="27964"/>
                  </a:lnTo>
                  <a:lnTo>
                    <a:pt x="1547260" y="27229"/>
                  </a:lnTo>
                  <a:lnTo>
                    <a:pt x="1555075" y="26507"/>
                  </a:lnTo>
                  <a:lnTo>
                    <a:pt x="1562889" y="25959"/>
                  </a:lnTo>
                  <a:lnTo>
                    <a:pt x="1570704" y="25490"/>
                  </a:lnTo>
                  <a:lnTo>
                    <a:pt x="1578518" y="25028"/>
                  </a:lnTo>
                  <a:lnTo>
                    <a:pt x="1586333" y="24576"/>
                  </a:lnTo>
                  <a:lnTo>
                    <a:pt x="1594147" y="23818"/>
                  </a:lnTo>
                  <a:lnTo>
                    <a:pt x="1601961" y="23270"/>
                  </a:lnTo>
                  <a:lnTo>
                    <a:pt x="1609776" y="22737"/>
                  </a:lnTo>
                  <a:lnTo>
                    <a:pt x="1617590" y="22089"/>
                  </a:lnTo>
                  <a:lnTo>
                    <a:pt x="1625405" y="21694"/>
                  </a:lnTo>
                  <a:lnTo>
                    <a:pt x="1633219" y="21106"/>
                  </a:lnTo>
                  <a:lnTo>
                    <a:pt x="1641034" y="20355"/>
                  </a:lnTo>
                  <a:lnTo>
                    <a:pt x="1648848" y="19617"/>
                  </a:lnTo>
                  <a:lnTo>
                    <a:pt x="1656663" y="18896"/>
                  </a:lnTo>
                  <a:lnTo>
                    <a:pt x="1664477" y="18206"/>
                  </a:lnTo>
                  <a:lnTo>
                    <a:pt x="1672291" y="17496"/>
                  </a:lnTo>
                  <a:lnTo>
                    <a:pt x="1680106" y="16809"/>
                  </a:lnTo>
                  <a:lnTo>
                    <a:pt x="1687920" y="16137"/>
                  </a:lnTo>
                  <a:lnTo>
                    <a:pt x="1695735" y="15597"/>
                  </a:lnTo>
                  <a:lnTo>
                    <a:pt x="1703549" y="15092"/>
                  </a:lnTo>
                  <a:lnTo>
                    <a:pt x="1711364" y="14596"/>
                  </a:lnTo>
                  <a:lnTo>
                    <a:pt x="1719178" y="14111"/>
                  </a:lnTo>
                  <a:lnTo>
                    <a:pt x="1726993" y="13635"/>
                  </a:lnTo>
                  <a:lnTo>
                    <a:pt x="1734807" y="13169"/>
                  </a:lnTo>
                  <a:lnTo>
                    <a:pt x="1742622" y="12711"/>
                  </a:lnTo>
                  <a:lnTo>
                    <a:pt x="1750436" y="12263"/>
                  </a:lnTo>
                  <a:lnTo>
                    <a:pt x="1758250" y="11828"/>
                  </a:lnTo>
                  <a:lnTo>
                    <a:pt x="1766065" y="11407"/>
                  </a:lnTo>
                  <a:lnTo>
                    <a:pt x="1773879" y="10995"/>
                  </a:lnTo>
                  <a:lnTo>
                    <a:pt x="1781694" y="10592"/>
                  </a:lnTo>
                  <a:lnTo>
                    <a:pt x="1789508" y="10196"/>
                  </a:lnTo>
                  <a:lnTo>
                    <a:pt x="1797323" y="9883"/>
                  </a:lnTo>
                  <a:lnTo>
                    <a:pt x="1805137" y="9448"/>
                  </a:lnTo>
                  <a:lnTo>
                    <a:pt x="1812952" y="9039"/>
                  </a:lnTo>
                  <a:lnTo>
                    <a:pt x="1820766" y="8668"/>
                  </a:lnTo>
                  <a:lnTo>
                    <a:pt x="1828580" y="8304"/>
                  </a:lnTo>
                  <a:lnTo>
                    <a:pt x="1836395" y="7947"/>
                  </a:lnTo>
                  <a:lnTo>
                    <a:pt x="1844209" y="7598"/>
                  </a:lnTo>
                  <a:lnTo>
                    <a:pt x="1852024" y="7230"/>
                  </a:lnTo>
                  <a:lnTo>
                    <a:pt x="1859838" y="6921"/>
                  </a:lnTo>
                  <a:lnTo>
                    <a:pt x="1867653" y="6592"/>
                  </a:lnTo>
                  <a:lnTo>
                    <a:pt x="1875467" y="6044"/>
                  </a:lnTo>
                  <a:lnTo>
                    <a:pt x="1883282" y="5678"/>
                  </a:lnTo>
                  <a:lnTo>
                    <a:pt x="1891096" y="5395"/>
                  </a:lnTo>
                  <a:lnTo>
                    <a:pt x="1898910" y="4977"/>
                  </a:lnTo>
                  <a:lnTo>
                    <a:pt x="1906725" y="4666"/>
                  </a:lnTo>
                  <a:lnTo>
                    <a:pt x="1914539" y="4242"/>
                  </a:lnTo>
                  <a:lnTo>
                    <a:pt x="1922354" y="4047"/>
                  </a:lnTo>
                  <a:lnTo>
                    <a:pt x="1930168" y="3966"/>
                  </a:lnTo>
                  <a:lnTo>
                    <a:pt x="1937983" y="3609"/>
                  </a:lnTo>
                  <a:lnTo>
                    <a:pt x="1945797" y="3454"/>
                  </a:lnTo>
                  <a:lnTo>
                    <a:pt x="1953612" y="2982"/>
                  </a:lnTo>
                  <a:lnTo>
                    <a:pt x="1961426" y="2549"/>
                  </a:lnTo>
                  <a:lnTo>
                    <a:pt x="1969241" y="2344"/>
                  </a:lnTo>
                  <a:lnTo>
                    <a:pt x="1977055" y="1962"/>
                  </a:lnTo>
                  <a:lnTo>
                    <a:pt x="1984869" y="1652"/>
                  </a:lnTo>
                  <a:lnTo>
                    <a:pt x="1992684" y="1394"/>
                  </a:lnTo>
                  <a:lnTo>
                    <a:pt x="2000498" y="1110"/>
                  </a:lnTo>
                  <a:lnTo>
                    <a:pt x="2008313" y="623"/>
                  </a:lnTo>
                  <a:lnTo>
                    <a:pt x="2016127" y="283"/>
                  </a:lnTo>
                  <a:lnTo>
                    <a:pt x="2023942" y="0"/>
                  </a:lnTo>
                  <a:lnTo>
                    <a:pt x="2023942" y="400089"/>
                  </a:lnTo>
                  <a:lnTo>
                    <a:pt x="2016127" y="400036"/>
                  </a:lnTo>
                  <a:lnTo>
                    <a:pt x="2008313" y="399983"/>
                  </a:lnTo>
                  <a:lnTo>
                    <a:pt x="2000498" y="399927"/>
                  </a:lnTo>
                  <a:lnTo>
                    <a:pt x="1992684" y="399870"/>
                  </a:lnTo>
                  <a:lnTo>
                    <a:pt x="1984869" y="399764"/>
                  </a:lnTo>
                  <a:lnTo>
                    <a:pt x="1977055" y="399706"/>
                  </a:lnTo>
                  <a:lnTo>
                    <a:pt x="1969241" y="399643"/>
                  </a:lnTo>
                  <a:lnTo>
                    <a:pt x="1961426" y="399585"/>
                  </a:lnTo>
                  <a:lnTo>
                    <a:pt x="1953612" y="399525"/>
                  </a:lnTo>
                  <a:lnTo>
                    <a:pt x="1945797" y="399463"/>
                  </a:lnTo>
                  <a:lnTo>
                    <a:pt x="1937983" y="399401"/>
                  </a:lnTo>
                  <a:lnTo>
                    <a:pt x="1930168" y="399338"/>
                  </a:lnTo>
                  <a:lnTo>
                    <a:pt x="1922354" y="399273"/>
                  </a:lnTo>
                  <a:lnTo>
                    <a:pt x="1914539" y="399208"/>
                  </a:lnTo>
                  <a:lnTo>
                    <a:pt x="1906725" y="399142"/>
                  </a:lnTo>
                  <a:lnTo>
                    <a:pt x="1898910" y="399075"/>
                  </a:lnTo>
                  <a:lnTo>
                    <a:pt x="1891096" y="399025"/>
                  </a:lnTo>
                  <a:lnTo>
                    <a:pt x="1883282" y="398950"/>
                  </a:lnTo>
                  <a:lnTo>
                    <a:pt x="1875467" y="398868"/>
                  </a:lnTo>
                  <a:lnTo>
                    <a:pt x="1867653" y="398797"/>
                  </a:lnTo>
                  <a:lnTo>
                    <a:pt x="1859838" y="398725"/>
                  </a:lnTo>
                  <a:lnTo>
                    <a:pt x="1852024" y="398652"/>
                  </a:lnTo>
                  <a:lnTo>
                    <a:pt x="1844209" y="398578"/>
                  </a:lnTo>
                  <a:lnTo>
                    <a:pt x="1836395" y="398502"/>
                  </a:lnTo>
                  <a:lnTo>
                    <a:pt x="1828580" y="398441"/>
                  </a:lnTo>
                  <a:lnTo>
                    <a:pt x="1820766" y="398382"/>
                  </a:lnTo>
                  <a:lnTo>
                    <a:pt x="1812952" y="398295"/>
                  </a:lnTo>
                  <a:lnTo>
                    <a:pt x="1805137" y="398215"/>
                  </a:lnTo>
                  <a:lnTo>
                    <a:pt x="1797323" y="398191"/>
                  </a:lnTo>
                  <a:lnTo>
                    <a:pt x="1789508" y="398144"/>
                  </a:lnTo>
                  <a:lnTo>
                    <a:pt x="1781694" y="398115"/>
                  </a:lnTo>
                  <a:lnTo>
                    <a:pt x="1773879" y="398085"/>
                  </a:lnTo>
                  <a:lnTo>
                    <a:pt x="1766065" y="398055"/>
                  </a:lnTo>
                  <a:lnTo>
                    <a:pt x="1758250" y="397996"/>
                  </a:lnTo>
                  <a:lnTo>
                    <a:pt x="1750436" y="397756"/>
                  </a:lnTo>
                  <a:lnTo>
                    <a:pt x="1742622" y="397718"/>
                  </a:lnTo>
                  <a:lnTo>
                    <a:pt x="1734807" y="397680"/>
                  </a:lnTo>
                  <a:lnTo>
                    <a:pt x="1726993" y="397640"/>
                  </a:lnTo>
                  <a:lnTo>
                    <a:pt x="1719178" y="397598"/>
                  </a:lnTo>
                  <a:lnTo>
                    <a:pt x="1711364" y="397554"/>
                  </a:lnTo>
                  <a:lnTo>
                    <a:pt x="1703549" y="397454"/>
                  </a:lnTo>
                  <a:lnTo>
                    <a:pt x="1695735" y="397293"/>
                  </a:lnTo>
                  <a:lnTo>
                    <a:pt x="1687920" y="397132"/>
                  </a:lnTo>
                  <a:lnTo>
                    <a:pt x="1680106" y="396991"/>
                  </a:lnTo>
                  <a:lnTo>
                    <a:pt x="1672291" y="396951"/>
                  </a:lnTo>
                  <a:lnTo>
                    <a:pt x="1664477" y="396910"/>
                  </a:lnTo>
                  <a:lnTo>
                    <a:pt x="1656663" y="396867"/>
                  </a:lnTo>
                  <a:lnTo>
                    <a:pt x="1648848" y="396823"/>
                  </a:lnTo>
                  <a:lnTo>
                    <a:pt x="1641034" y="396778"/>
                  </a:lnTo>
                  <a:lnTo>
                    <a:pt x="1633219" y="396721"/>
                  </a:lnTo>
                  <a:lnTo>
                    <a:pt x="1625405" y="396593"/>
                  </a:lnTo>
                  <a:lnTo>
                    <a:pt x="1617590" y="396461"/>
                  </a:lnTo>
                  <a:lnTo>
                    <a:pt x="1609776" y="396327"/>
                  </a:lnTo>
                  <a:lnTo>
                    <a:pt x="1601961" y="396192"/>
                  </a:lnTo>
                  <a:lnTo>
                    <a:pt x="1594147" y="396054"/>
                  </a:lnTo>
                  <a:lnTo>
                    <a:pt x="1586333" y="395915"/>
                  </a:lnTo>
                  <a:lnTo>
                    <a:pt x="1578518" y="395774"/>
                  </a:lnTo>
                  <a:lnTo>
                    <a:pt x="1570704" y="395631"/>
                  </a:lnTo>
                  <a:lnTo>
                    <a:pt x="1562889" y="395483"/>
                  </a:lnTo>
                  <a:lnTo>
                    <a:pt x="1555075" y="395334"/>
                  </a:lnTo>
                  <a:lnTo>
                    <a:pt x="1547260" y="395132"/>
                  </a:lnTo>
                  <a:lnTo>
                    <a:pt x="1539446" y="394914"/>
                  </a:lnTo>
                  <a:lnTo>
                    <a:pt x="1531631" y="394693"/>
                  </a:lnTo>
                  <a:lnTo>
                    <a:pt x="1523817" y="394536"/>
                  </a:lnTo>
                  <a:lnTo>
                    <a:pt x="1516003" y="394402"/>
                  </a:lnTo>
                  <a:lnTo>
                    <a:pt x="1508188" y="394265"/>
                  </a:lnTo>
                  <a:lnTo>
                    <a:pt x="1500374" y="394126"/>
                  </a:lnTo>
                  <a:lnTo>
                    <a:pt x="1492559" y="393986"/>
                  </a:lnTo>
                  <a:lnTo>
                    <a:pt x="1484745" y="393896"/>
                  </a:lnTo>
                  <a:lnTo>
                    <a:pt x="1476930" y="393842"/>
                  </a:lnTo>
                  <a:lnTo>
                    <a:pt x="1469116" y="393787"/>
                  </a:lnTo>
                  <a:lnTo>
                    <a:pt x="1461301" y="393653"/>
                  </a:lnTo>
                  <a:lnTo>
                    <a:pt x="1453487" y="393489"/>
                  </a:lnTo>
                  <a:lnTo>
                    <a:pt x="1445672" y="393345"/>
                  </a:lnTo>
                  <a:lnTo>
                    <a:pt x="1437858" y="393267"/>
                  </a:lnTo>
                  <a:lnTo>
                    <a:pt x="1430044" y="393198"/>
                  </a:lnTo>
                  <a:lnTo>
                    <a:pt x="1422229" y="393127"/>
                  </a:lnTo>
                  <a:lnTo>
                    <a:pt x="1414415" y="393056"/>
                  </a:lnTo>
                  <a:lnTo>
                    <a:pt x="1406600" y="392984"/>
                  </a:lnTo>
                  <a:lnTo>
                    <a:pt x="1398786" y="392910"/>
                  </a:lnTo>
                  <a:lnTo>
                    <a:pt x="1390971" y="392836"/>
                  </a:lnTo>
                  <a:lnTo>
                    <a:pt x="1383157" y="392760"/>
                  </a:lnTo>
                  <a:lnTo>
                    <a:pt x="1375342" y="392681"/>
                  </a:lnTo>
                  <a:lnTo>
                    <a:pt x="1367528" y="392608"/>
                  </a:lnTo>
                  <a:lnTo>
                    <a:pt x="1359714" y="392511"/>
                  </a:lnTo>
                  <a:lnTo>
                    <a:pt x="1351899" y="392317"/>
                  </a:lnTo>
                  <a:lnTo>
                    <a:pt x="1344085" y="392121"/>
                  </a:lnTo>
                  <a:lnTo>
                    <a:pt x="1336270" y="392071"/>
                  </a:lnTo>
                  <a:lnTo>
                    <a:pt x="1328456" y="391969"/>
                  </a:lnTo>
                  <a:lnTo>
                    <a:pt x="1320641" y="391891"/>
                  </a:lnTo>
                  <a:lnTo>
                    <a:pt x="1312827" y="391822"/>
                  </a:lnTo>
                  <a:lnTo>
                    <a:pt x="1305012" y="391752"/>
                  </a:lnTo>
                  <a:lnTo>
                    <a:pt x="1297198" y="391681"/>
                  </a:lnTo>
                  <a:lnTo>
                    <a:pt x="1289384" y="391609"/>
                  </a:lnTo>
                  <a:lnTo>
                    <a:pt x="1281569" y="391535"/>
                  </a:lnTo>
                  <a:lnTo>
                    <a:pt x="1273755" y="391459"/>
                  </a:lnTo>
                  <a:lnTo>
                    <a:pt x="1265940" y="391383"/>
                  </a:lnTo>
                  <a:lnTo>
                    <a:pt x="1258126" y="391306"/>
                  </a:lnTo>
                  <a:lnTo>
                    <a:pt x="1250311" y="391225"/>
                  </a:lnTo>
                  <a:lnTo>
                    <a:pt x="1242497" y="391010"/>
                  </a:lnTo>
                  <a:lnTo>
                    <a:pt x="1234682" y="390856"/>
                  </a:lnTo>
                  <a:lnTo>
                    <a:pt x="1226868" y="390773"/>
                  </a:lnTo>
                  <a:lnTo>
                    <a:pt x="1219053" y="390688"/>
                  </a:lnTo>
                  <a:lnTo>
                    <a:pt x="1211239" y="390602"/>
                  </a:lnTo>
                  <a:lnTo>
                    <a:pt x="1203425" y="390514"/>
                  </a:lnTo>
                  <a:lnTo>
                    <a:pt x="1195610" y="390425"/>
                  </a:lnTo>
                  <a:lnTo>
                    <a:pt x="1187796" y="390335"/>
                  </a:lnTo>
                  <a:lnTo>
                    <a:pt x="1179981" y="390242"/>
                  </a:lnTo>
                  <a:lnTo>
                    <a:pt x="1172167" y="390147"/>
                  </a:lnTo>
                  <a:lnTo>
                    <a:pt x="1164352" y="390045"/>
                  </a:lnTo>
                  <a:lnTo>
                    <a:pt x="1156538" y="389872"/>
                  </a:lnTo>
                  <a:lnTo>
                    <a:pt x="1148723" y="389671"/>
                  </a:lnTo>
                  <a:lnTo>
                    <a:pt x="1140909" y="389481"/>
                  </a:lnTo>
                  <a:lnTo>
                    <a:pt x="1133095" y="389283"/>
                  </a:lnTo>
                  <a:lnTo>
                    <a:pt x="1125280" y="389116"/>
                  </a:lnTo>
                  <a:lnTo>
                    <a:pt x="1117466" y="388932"/>
                  </a:lnTo>
                  <a:lnTo>
                    <a:pt x="1109651" y="388774"/>
                  </a:lnTo>
                  <a:lnTo>
                    <a:pt x="1101837" y="388586"/>
                  </a:lnTo>
                  <a:lnTo>
                    <a:pt x="1094022" y="388456"/>
                  </a:lnTo>
                  <a:lnTo>
                    <a:pt x="1086208" y="388331"/>
                  </a:lnTo>
                  <a:lnTo>
                    <a:pt x="1078393" y="388203"/>
                  </a:lnTo>
                  <a:lnTo>
                    <a:pt x="1070579" y="388129"/>
                  </a:lnTo>
                  <a:lnTo>
                    <a:pt x="1062765" y="388075"/>
                  </a:lnTo>
                  <a:lnTo>
                    <a:pt x="1054950" y="387967"/>
                  </a:lnTo>
                  <a:lnTo>
                    <a:pt x="1047136" y="387782"/>
                  </a:lnTo>
                  <a:lnTo>
                    <a:pt x="1039321" y="387648"/>
                  </a:lnTo>
                  <a:lnTo>
                    <a:pt x="1031507" y="387514"/>
                  </a:lnTo>
                  <a:lnTo>
                    <a:pt x="1023692" y="387423"/>
                  </a:lnTo>
                  <a:lnTo>
                    <a:pt x="1015878" y="387328"/>
                  </a:lnTo>
                  <a:lnTo>
                    <a:pt x="1008063" y="387127"/>
                  </a:lnTo>
                  <a:lnTo>
                    <a:pt x="1000249" y="387020"/>
                  </a:lnTo>
                  <a:lnTo>
                    <a:pt x="992434" y="386922"/>
                  </a:lnTo>
                  <a:lnTo>
                    <a:pt x="984620" y="386749"/>
                  </a:lnTo>
                  <a:lnTo>
                    <a:pt x="976806" y="386306"/>
                  </a:lnTo>
                  <a:lnTo>
                    <a:pt x="968991" y="386160"/>
                  </a:lnTo>
                  <a:lnTo>
                    <a:pt x="961177" y="386008"/>
                  </a:lnTo>
                  <a:lnTo>
                    <a:pt x="953362" y="385906"/>
                  </a:lnTo>
                  <a:lnTo>
                    <a:pt x="945548" y="385824"/>
                  </a:lnTo>
                  <a:lnTo>
                    <a:pt x="937733" y="385578"/>
                  </a:lnTo>
                  <a:lnTo>
                    <a:pt x="929919" y="385380"/>
                  </a:lnTo>
                  <a:lnTo>
                    <a:pt x="922104" y="385220"/>
                  </a:lnTo>
                  <a:lnTo>
                    <a:pt x="914290" y="385057"/>
                  </a:lnTo>
                  <a:lnTo>
                    <a:pt x="906476" y="384887"/>
                  </a:lnTo>
                  <a:lnTo>
                    <a:pt x="898661" y="384521"/>
                  </a:lnTo>
                  <a:lnTo>
                    <a:pt x="890847" y="384321"/>
                  </a:lnTo>
                  <a:lnTo>
                    <a:pt x="883032" y="384144"/>
                  </a:lnTo>
                  <a:lnTo>
                    <a:pt x="875218" y="383965"/>
                  </a:lnTo>
                  <a:lnTo>
                    <a:pt x="867403" y="383783"/>
                  </a:lnTo>
                  <a:lnTo>
                    <a:pt x="859589" y="383594"/>
                  </a:lnTo>
                  <a:lnTo>
                    <a:pt x="851774" y="383372"/>
                  </a:lnTo>
                  <a:lnTo>
                    <a:pt x="843960" y="383202"/>
                  </a:lnTo>
                  <a:lnTo>
                    <a:pt x="836145" y="383027"/>
                  </a:lnTo>
                  <a:lnTo>
                    <a:pt x="828331" y="382773"/>
                  </a:lnTo>
                  <a:lnTo>
                    <a:pt x="820517" y="382277"/>
                  </a:lnTo>
                  <a:lnTo>
                    <a:pt x="812702" y="382016"/>
                  </a:lnTo>
                  <a:lnTo>
                    <a:pt x="804888" y="381841"/>
                  </a:lnTo>
                  <a:lnTo>
                    <a:pt x="797073" y="381663"/>
                  </a:lnTo>
                  <a:lnTo>
                    <a:pt x="789259" y="381480"/>
                  </a:lnTo>
                  <a:lnTo>
                    <a:pt x="781444" y="381291"/>
                  </a:lnTo>
                  <a:lnTo>
                    <a:pt x="773630" y="381096"/>
                  </a:lnTo>
                  <a:lnTo>
                    <a:pt x="765815" y="380887"/>
                  </a:lnTo>
                  <a:lnTo>
                    <a:pt x="758001" y="380588"/>
                  </a:lnTo>
                  <a:lnTo>
                    <a:pt x="750187" y="380364"/>
                  </a:lnTo>
                  <a:lnTo>
                    <a:pt x="742372" y="379989"/>
                  </a:lnTo>
                  <a:lnTo>
                    <a:pt x="734558" y="379746"/>
                  </a:lnTo>
                  <a:lnTo>
                    <a:pt x="726743" y="379441"/>
                  </a:lnTo>
                  <a:lnTo>
                    <a:pt x="718929" y="378970"/>
                  </a:lnTo>
                  <a:lnTo>
                    <a:pt x="711114" y="378683"/>
                  </a:lnTo>
                  <a:lnTo>
                    <a:pt x="703300" y="378277"/>
                  </a:lnTo>
                  <a:lnTo>
                    <a:pt x="695485" y="378142"/>
                  </a:lnTo>
                  <a:lnTo>
                    <a:pt x="687671" y="378020"/>
                  </a:lnTo>
                  <a:lnTo>
                    <a:pt x="679857" y="377895"/>
                  </a:lnTo>
                  <a:lnTo>
                    <a:pt x="672042" y="377628"/>
                  </a:lnTo>
                  <a:lnTo>
                    <a:pt x="664228" y="377342"/>
                  </a:lnTo>
                  <a:lnTo>
                    <a:pt x="656413" y="377030"/>
                  </a:lnTo>
                  <a:lnTo>
                    <a:pt x="648599" y="376607"/>
                  </a:lnTo>
                  <a:lnTo>
                    <a:pt x="640784" y="376173"/>
                  </a:lnTo>
                  <a:lnTo>
                    <a:pt x="632970" y="375908"/>
                  </a:lnTo>
                  <a:lnTo>
                    <a:pt x="625155" y="375764"/>
                  </a:lnTo>
                  <a:lnTo>
                    <a:pt x="617341" y="375552"/>
                  </a:lnTo>
                  <a:lnTo>
                    <a:pt x="609526" y="375171"/>
                  </a:lnTo>
                  <a:lnTo>
                    <a:pt x="601712" y="374870"/>
                  </a:lnTo>
                  <a:lnTo>
                    <a:pt x="593898" y="374578"/>
                  </a:lnTo>
                  <a:lnTo>
                    <a:pt x="586083" y="374393"/>
                  </a:lnTo>
                  <a:lnTo>
                    <a:pt x="578269" y="374176"/>
                  </a:lnTo>
                  <a:lnTo>
                    <a:pt x="570454" y="373927"/>
                  </a:lnTo>
                  <a:lnTo>
                    <a:pt x="562640" y="373677"/>
                  </a:lnTo>
                  <a:lnTo>
                    <a:pt x="554825" y="373308"/>
                  </a:lnTo>
                  <a:lnTo>
                    <a:pt x="547011" y="372860"/>
                  </a:lnTo>
                  <a:lnTo>
                    <a:pt x="539196" y="372402"/>
                  </a:lnTo>
                  <a:lnTo>
                    <a:pt x="531382" y="372061"/>
                  </a:lnTo>
                  <a:lnTo>
                    <a:pt x="523568" y="371685"/>
                  </a:lnTo>
                  <a:lnTo>
                    <a:pt x="515753" y="371216"/>
                  </a:lnTo>
                  <a:lnTo>
                    <a:pt x="507939" y="370856"/>
                  </a:lnTo>
                  <a:lnTo>
                    <a:pt x="500124" y="370620"/>
                  </a:lnTo>
                  <a:lnTo>
                    <a:pt x="492310" y="370197"/>
                  </a:lnTo>
                  <a:lnTo>
                    <a:pt x="484495" y="369859"/>
                  </a:lnTo>
                  <a:lnTo>
                    <a:pt x="476681" y="369609"/>
                  </a:lnTo>
                  <a:lnTo>
                    <a:pt x="468866" y="369368"/>
                  </a:lnTo>
                  <a:lnTo>
                    <a:pt x="461052" y="368911"/>
                  </a:lnTo>
                  <a:lnTo>
                    <a:pt x="453238" y="368603"/>
                  </a:lnTo>
                  <a:lnTo>
                    <a:pt x="445423" y="368376"/>
                  </a:lnTo>
                  <a:lnTo>
                    <a:pt x="437609" y="368168"/>
                  </a:lnTo>
                  <a:lnTo>
                    <a:pt x="429794" y="367898"/>
                  </a:lnTo>
                  <a:lnTo>
                    <a:pt x="421980" y="367694"/>
                  </a:lnTo>
                  <a:lnTo>
                    <a:pt x="414165" y="367461"/>
                  </a:lnTo>
                  <a:lnTo>
                    <a:pt x="406351" y="367226"/>
                  </a:lnTo>
                  <a:lnTo>
                    <a:pt x="398536" y="367042"/>
                  </a:lnTo>
                  <a:lnTo>
                    <a:pt x="390722" y="366795"/>
                  </a:lnTo>
                  <a:lnTo>
                    <a:pt x="382907" y="366350"/>
                  </a:lnTo>
                  <a:lnTo>
                    <a:pt x="375093" y="365749"/>
                  </a:lnTo>
                  <a:lnTo>
                    <a:pt x="367279" y="365374"/>
                  </a:lnTo>
                  <a:lnTo>
                    <a:pt x="359464" y="364960"/>
                  </a:lnTo>
                  <a:lnTo>
                    <a:pt x="351650" y="364821"/>
                  </a:lnTo>
                  <a:lnTo>
                    <a:pt x="343835" y="364530"/>
                  </a:lnTo>
                  <a:lnTo>
                    <a:pt x="336021" y="364373"/>
                  </a:lnTo>
                  <a:lnTo>
                    <a:pt x="328206" y="364227"/>
                  </a:lnTo>
                  <a:lnTo>
                    <a:pt x="320392" y="363746"/>
                  </a:lnTo>
                  <a:lnTo>
                    <a:pt x="312577" y="363468"/>
                  </a:lnTo>
                  <a:lnTo>
                    <a:pt x="304763" y="363286"/>
                  </a:lnTo>
                  <a:lnTo>
                    <a:pt x="296949" y="362980"/>
                  </a:lnTo>
                  <a:lnTo>
                    <a:pt x="289134" y="362807"/>
                  </a:lnTo>
                  <a:lnTo>
                    <a:pt x="281320" y="362741"/>
                  </a:lnTo>
                  <a:lnTo>
                    <a:pt x="273505" y="362655"/>
                  </a:lnTo>
                  <a:lnTo>
                    <a:pt x="265691" y="362504"/>
                  </a:lnTo>
                  <a:lnTo>
                    <a:pt x="257876" y="362178"/>
                  </a:lnTo>
                  <a:lnTo>
                    <a:pt x="250062" y="361991"/>
                  </a:lnTo>
                  <a:lnTo>
                    <a:pt x="242247" y="361820"/>
                  </a:lnTo>
                  <a:lnTo>
                    <a:pt x="234433" y="361635"/>
                  </a:lnTo>
                  <a:lnTo>
                    <a:pt x="226619" y="361421"/>
                  </a:lnTo>
                  <a:lnTo>
                    <a:pt x="218804" y="361463"/>
                  </a:lnTo>
                  <a:lnTo>
                    <a:pt x="210990" y="361612"/>
                  </a:lnTo>
                  <a:lnTo>
                    <a:pt x="203175" y="361421"/>
                  </a:lnTo>
                  <a:lnTo>
                    <a:pt x="195361" y="361387"/>
                  </a:lnTo>
                  <a:lnTo>
                    <a:pt x="187546" y="361530"/>
                  </a:lnTo>
                  <a:lnTo>
                    <a:pt x="179732" y="361327"/>
                  </a:lnTo>
                  <a:lnTo>
                    <a:pt x="171917" y="361371"/>
                  </a:lnTo>
                  <a:lnTo>
                    <a:pt x="164103" y="361366"/>
                  </a:lnTo>
                  <a:lnTo>
                    <a:pt x="156288" y="361362"/>
                  </a:lnTo>
                  <a:lnTo>
                    <a:pt x="148474" y="361359"/>
                  </a:lnTo>
                  <a:lnTo>
                    <a:pt x="140660" y="361380"/>
                  </a:lnTo>
                  <a:lnTo>
                    <a:pt x="132845" y="361342"/>
                  </a:lnTo>
                  <a:lnTo>
                    <a:pt x="125031" y="361602"/>
                  </a:lnTo>
                  <a:lnTo>
                    <a:pt x="117216" y="361690"/>
                  </a:lnTo>
                  <a:lnTo>
                    <a:pt x="109402" y="361695"/>
                  </a:lnTo>
                  <a:lnTo>
                    <a:pt x="101587" y="361747"/>
                  </a:lnTo>
                  <a:lnTo>
                    <a:pt x="93773" y="361720"/>
                  </a:lnTo>
                  <a:lnTo>
                    <a:pt x="85958" y="361808"/>
                  </a:lnTo>
                  <a:lnTo>
                    <a:pt x="78144" y="361933"/>
                  </a:lnTo>
                  <a:lnTo>
                    <a:pt x="70330" y="362043"/>
                  </a:lnTo>
                  <a:lnTo>
                    <a:pt x="62515" y="362193"/>
                  </a:lnTo>
                  <a:lnTo>
                    <a:pt x="54701" y="362283"/>
                  </a:lnTo>
                  <a:lnTo>
                    <a:pt x="46886" y="362570"/>
                  </a:lnTo>
                  <a:lnTo>
                    <a:pt x="39072" y="362758"/>
                  </a:lnTo>
                  <a:lnTo>
                    <a:pt x="31257" y="363017"/>
                  </a:lnTo>
                  <a:lnTo>
                    <a:pt x="23443" y="363278"/>
                  </a:lnTo>
                  <a:lnTo>
                    <a:pt x="15628" y="363720"/>
                  </a:lnTo>
                  <a:lnTo>
                    <a:pt x="7814" y="364025"/>
                  </a:lnTo>
                  <a:lnTo>
                    <a:pt x="0" y="364415"/>
                  </a:lnTo>
                  <a:close/>
                </a:path>
              </a:pathLst>
            </a:custGeom>
            <a:solidFill>
              <a:srgbClr val="FFC0CB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184" name="pl183"/>
            <p:cNvSpPr/>
            <p:nvPr/>
          </p:nvSpPr>
          <p:spPr>
            <a:xfrm>
              <a:off x="3632283" y="4281627"/>
              <a:ext cx="2023942" cy="284161"/>
            </a:xfrm>
            <a:custGeom>
              <a:avLst/>
              <a:pathLst>
                <a:path w="2023942" h="284161">
                  <a:moveTo>
                    <a:pt x="0" y="277398"/>
                  </a:moveTo>
                  <a:lnTo>
                    <a:pt x="7814" y="277943"/>
                  </a:lnTo>
                  <a:lnTo>
                    <a:pt x="15628" y="279034"/>
                  </a:lnTo>
                  <a:lnTo>
                    <a:pt x="23443" y="280052"/>
                  </a:lnTo>
                  <a:lnTo>
                    <a:pt x="31257" y="280823"/>
                  </a:lnTo>
                  <a:lnTo>
                    <a:pt x="39072" y="281287"/>
                  </a:lnTo>
                  <a:lnTo>
                    <a:pt x="46886" y="281860"/>
                  </a:lnTo>
                  <a:lnTo>
                    <a:pt x="54701" y="282673"/>
                  </a:lnTo>
                  <a:lnTo>
                    <a:pt x="62515" y="283045"/>
                  </a:lnTo>
                  <a:lnTo>
                    <a:pt x="70330" y="282929"/>
                  </a:lnTo>
                  <a:lnTo>
                    <a:pt x="78144" y="283216"/>
                  </a:lnTo>
                  <a:lnTo>
                    <a:pt x="85958" y="283096"/>
                  </a:lnTo>
                  <a:lnTo>
                    <a:pt x="93773" y="283004"/>
                  </a:lnTo>
                  <a:lnTo>
                    <a:pt x="101587" y="283668"/>
                  </a:lnTo>
                  <a:lnTo>
                    <a:pt x="109402" y="284007"/>
                  </a:lnTo>
                  <a:lnTo>
                    <a:pt x="117216" y="284161"/>
                  </a:lnTo>
                  <a:lnTo>
                    <a:pt x="125031" y="283771"/>
                  </a:lnTo>
                  <a:lnTo>
                    <a:pt x="132845" y="284100"/>
                  </a:lnTo>
                  <a:lnTo>
                    <a:pt x="140660" y="283543"/>
                  </a:lnTo>
                  <a:lnTo>
                    <a:pt x="148474" y="282954"/>
                  </a:lnTo>
                  <a:lnTo>
                    <a:pt x="156288" y="283301"/>
                  </a:lnTo>
                  <a:lnTo>
                    <a:pt x="164103" y="283246"/>
                  </a:lnTo>
                  <a:lnTo>
                    <a:pt x="171917" y="282631"/>
                  </a:lnTo>
                  <a:lnTo>
                    <a:pt x="179732" y="282200"/>
                  </a:lnTo>
                  <a:lnTo>
                    <a:pt x="187546" y="282009"/>
                  </a:lnTo>
                  <a:lnTo>
                    <a:pt x="195361" y="281225"/>
                  </a:lnTo>
                  <a:lnTo>
                    <a:pt x="203175" y="281394"/>
                  </a:lnTo>
                  <a:lnTo>
                    <a:pt x="210990" y="280206"/>
                  </a:lnTo>
                  <a:lnTo>
                    <a:pt x="218804" y="278813"/>
                  </a:lnTo>
                  <a:lnTo>
                    <a:pt x="226619" y="276850"/>
                  </a:lnTo>
                  <a:lnTo>
                    <a:pt x="234433" y="277036"/>
                  </a:lnTo>
                  <a:lnTo>
                    <a:pt x="242247" y="277035"/>
                  </a:lnTo>
                  <a:lnTo>
                    <a:pt x="250062" y="276621"/>
                  </a:lnTo>
                  <a:lnTo>
                    <a:pt x="257876" y="275818"/>
                  </a:lnTo>
                  <a:lnTo>
                    <a:pt x="265691" y="275010"/>
                  </a:lnTo>
                  <a:lnTo>
                    <a:pt x="273505" y="274292"/>
                  </a:lnTo>
                  <a:lnTo>
                    <a:pt x="281320" y="272936"/>
                  </a:lnTo>
                  <a:lnTo>
                    <a:pt x="289134" y="271510"/>
                  </a:lnTo>
                  <a:lnTo>
                    <a:pt x="296949" y="270410"/>
                  </a:lnTo>
                  <a:lnTo>
                    <a:pt x="304763" y="269703"/>
                  </a:lnTo>
                  <a:lnTo>
                    <a:pt x="312577" y="268471"/>
                  </a:lnTo>
                  <a:lnTo>
                    <a:pt x="320392" y="267102"/>
                  </a:lnTo>
                  <a:lnTo>
                    <a:pt x="328206" y="266829"/>
                  </a:lnTo>
                  <a:lnTo>
                    <a:pt x="336021" y="265703"/>
                  </a:lnTo>
                  <a:lnTo>
                    <a:pt x="343835" y="264906"/>
                  </a:lnTo>
                  <a:lnTo>
                    <a:pt x="351650" y="264047"/>
                  </a:lnTo>
                  <a:lnTo>
                    <a:pt x="359464" y="263037"/>
                  </a:lnTo>
                  <a:lnTo>
                    <a:pt x="367279" y="262516"/>
                  </a:lnTo>
                  <a:lnTo>
                    <a:pt x="375093" y="261000"/>
                  </a:lnTo>
                  <a:lnTo>
                    <a:pt x="382907" y="259508"/>
                  </a:lnTo>
                  <a:lnTo>
                    <a:pt x="390722" y="258885"/>
                  </a:lnTo>
                  <a:lnTo>
                    <a:pt x="398536" y="257913"/>
                  </a:lnTo>
                  <a:lnTo>
                    <a:pt x="406351" y="256430"/>
                  </a:lnTo>
                  <a:lnTo>
                    <a:pt x="414165" y="254848"/>
                  </a:lnTo>
                  <a:lnTo>
                    <a:pt x="421980" y="253903"/>
                  </a:lnTo>
                  <a:lnTo>
                    <a:pt x="429794" y="252766"/>
                  </a:lnTo>
                  <a:lnTo>
                    <a:pt x="437609" y="251424"/>
                  </a:lnTo>
                  <a:lnTo>
                    <a:pt x="445423" y="250096"/>
                  </a:lnTo>
                  <a:lnTo>
                    <a:pt x="453238" y="248765"/>
                  </a:lnTo>
                  <a:lnTo>
                    <a:pt x="461052" y="247245"/>
                  </a:lnTo>
                  <a:lnTo>
                    <a:pt x="468866" y="245930"/>
                  </a:lnTo>
                  <a:lnTo>
                    <a:pt x="476681" y="244748"/>
                  </a:lnTo>
                  <a:lnTo>
                    <a:pt x="484495" y="243564"/>
                  </a:lnTo>
                  <a:lnTo>
                    <a:pt x="492310" y="242379"/>
                  </a:lnTo>
                  <a:lnTo>
                    <a:pt x="500124" y="240677"/>
                  </a:lnTo>
                  <a:lnTo>
                    <a:pt x="507939" y="239329"/>
                  </a:lnTo>
                  <a:lnTo>
                    <a:pt x="515753" y="237986"/>
                  </a:lnTo>
                  <a:lnTo>
                    <a:pt x="523568" y="236594"/>
                  </a:lnTo>
                  <a:lnTo>
                    <a:pt x="531382" y="234355"/>
                  </a:lnTo>
                  <a:lnTo>
                    <a:pt x="539196" y="231783"/>
                  </a:lnTo>
                  <a:lnTo>
                    <a:pt x="547011" y="230021"/>
                  </a:lnTo>
                  <a:lnTo>
                    <a:pt x="554825" y="227603"/>
                  </a:lnTo>
                  <a:lnTo>
                    <a:pt x="562640" y="225180"/>
                  </a:lnTo>
                  <a:lnTo>
                    <a:pt x="570454" y="223049"/>
                  </a:lnTo>
                  <a:lnTo>
                    <a:pt x="578269" y="221987"/>
                  </a:lnTo>
                  <a:lnTo>
                    <a:pt x="586083" y="219490"/>
                  </a:lnTo>
                  <a:lnTo>
                    <a:pt x="593898" y="216986"/>
                  </a:lnTo>
                  <a:lnTo>
                    <a:pt x="601712" y="214475"/>
                  </a:lnTo>
                  <a:lnTo>
                    <a:pt x="609526" y="211958"/>
                  </a:lnTo>
                  <a:lnTo>
                    <a:pt x="617341" y="209763"/>
                  </a:lnTo>
                  <a:lnTo>
                    <a:pt x="625155" y="209191"/>
                  </a:lnTo>
                  <a:lnTo>
                    <a:pt x="632970" y="208631"/>
                  </a:lnTo>
                  <a:lnTo>
                    <a:pt x="640784" y="206933"/>
                  </a:lnTo>
                  <a:lnTo>
                    <a:pt x="648599" y="204928"/>
                  </a:lnTo>
                  <a:lnTo>
                    <a:pt x="656413" y="202721"/>
                  </a:lnTo>
                  <a:lnTo>
                    <a:pt x="664228" y="200594"/>
                  </a:lnTo>
                  <a:lnTo>
                    <a:pt x="672042" y="198465"/>
                  </a:lnTo>
                  <a:lnTo>
                    <a:pt x="679857" y="196333"/>
                  </a:lnTo>
                  <a:lnTo>
                    <a:pt x="687671" y="193934"/>
                  </a:lnTo>
                  <a:lnTo>
                    <a:pt x="695485" y="191498"/>
                  </a:lnTo>
                  <a:lnTo>
                    <a:pt x="703300" y="189694"/>
                  </a:lnTo>
                  <a:lnTo>
                    <a:pt x="711114" y="187855"/>
                  </a:lnTo>
                  <a:lnTo>
                    <a:pt x="718929" y="185289"/>
                  </a:lnTo>
                  <a:lnTo>
                    <a:pt x="726743" y="182958"/>
                  </a:lnTo>
                  <a:lnTo>
                    <a:pt x="734558" y="181386"/>
                  </a:lnTo>
                  <a:lnTo>
                    <a:pt x="742372" y="179355"/>
                  </a:lnTo>
                  <a:lnTo>
                    <a:pt x="750187" y="177226"/>
                  </a:lnTo>
                  <a:lnTo>
                    <a:pt x="758001" y="175118"/>
                  </a:lnTo>
                  <a:lnTo>
                    <a:pt x="765815" y="173016"/>
                  </a:lnTo>
                  <a:lnTo>
                    <a:pt x="773630" y="170749"/>
                  </a:lnTo>
                  <a:lnTo>
                    <a:pt x="781444" y="168890"/>
                  </a:lnTo>
                  <a:lnTo>
                    <a:pt x="789259" y="167255"/>
                  </a:lnTo>
                  <a:lnTo>
                    <a:pt x="797073" y="165626"/>
                  </a:lnTo>
                  <a:lnTo>
                    <a:pt x="804888" y="163708"/>
                  </a:lnTo>
                  <a:lnTo>
                    <a:pt x="812702" y="161694"/>
                  </a:lnTo>
                  <a:lnTo>
                    <a:pt x="820517" y="159688"/>
                  </a:lnTo>
                  <a:lnTo>
                    <a:pt x="828331" y="157699"/>
                  </a:lnTo>
                  <a:lnTo>
                    <a:pt x="836145" y="155721"/>
                  </a:lnTo>
                  <a:lnTo>
                    <a:pt x="843960" y="153752"/>
                  </a:lnTo>
                  <a:lnTo>
                    <a:pt x="851774" y="151783"/>
                  </a:lnTo>
                  <a:lnTo>
                    <a:pt x="859589" y="149810"/>
                  </a:lnTo>
                  <a:lnTo>
                    <a:pt x="867403" y="147847"/>
                  </a:lnTo>
                  <a:lnTo>
                    <a:pt x="875218" y="145895"/>
                  </a:lnTo>
                  <a:lnTo>
                    <a:pt x="883032" y="143952"/>
                  </a:lnTo>
                  <a:lnTo>
                    <a:pt x="890847" y="142030"/>
                  </a:lnTo>
                  <a:lnTo>
                    <a:pt x="898661" y="139777"/>
                  </a:lnTo>
                  <a:lnTo>
                    <a:pt x="906476" y="137394"/>
                  </a:lnTo>
                  <a:lnTo>
                    <a:pt x="914290" y="135029"/>
                  </a:lnTo>
                  <a:lnTo>
                    <a:pt x="922104" y="132683"/>
                  </a:lnTo>
                  <a:lnTo>
                    <a:pt x="929919" y="130357"/>
                  </a:lnTo>
                  <a:lnTo>
                    <a:pt x="937733" y="128126"/>
                  </a:lnTo>
                  <a:lnTo>
                    <a:pt x="945548" y="126006"/>
                  </a:lnTo>
                  <a:lnTo>
                    <a:pt x="953362" y="123753"/>
                  </a:lnTo>
                  <a:lnTo>
                    <a:pt x="961177" y="122027"/>
                  </a:lnTo>
                  <a:lnTo>
                    <a:pt x="968991" y="120396"/>
                  </a:lnTo>
                  <a:lnTo>
                    <a:pt x="976806" y="117871"/>
                  </a:lnTo>
                  <a:lnTo>
                    <a:pt x="984620" y="115368"/>
                  </a:lnTo>
                  <a:lnTo>
                    <a:pt x="992434" y="112888"/>
                  </a:lnTo>
                  <a:lnTo>
                    <a:pt x="1000249" y="110630"/>
                  </a:lnTo>
                  <a:lnTo>
                    <a:pt x="1008063" y="108512"/>
                  </a:lnTo>
                  <a:lnTo>
                    <a:pt x="1015878" y="106418"/>
                  </a:lnTo>
                  <a:lnTo>
                    <a:pt x="1023692" y="104746"/>
                  </a:lnTo>
                  <a:lnTo>
                    <a:pt x="1031507" y="103439"/>
                  </a:lnTo>
                  <a:lnTo>
                    <a:pt x="1039321" y="102154"/>
                  </a:lnTo>
                  <a:lnTo>
                    <a:pt x="1047136" y="100753"/>
                  </a:lnTo>
                  <a:lnTo>
                    <a:pt x="1054950" y="99607"/>
                  </a:lnTo>
                  <a:lnTo>
                    <a:pt x="1062765" y="98352"/>
                  </a:lnTo>
                  <a:lnTo>
                    <a:pt x="1070579" y="97107"/>
                  </a:lnTo>
                  <a:lnTo>
                    <a:pt x="1078393" y="95783"/>
                  </a:lnTo>
                  <a:lnTo>
                    <a:pt x="1086208" y="94630"/>
                  </a:lnTo>
                  <a:lnTo>
                    <a:pt x="1094022" y="93404"/>
                  </a:lnTo>
                  <a:lnTo>
                    <a:pt x="1101837" y="92191"/>
                  </a:lnTo>
                  <a:lnTo>
                    <a:pt x="1109651" y="90988"/>
                  </a:lnTo>
                  <a:lnTo>
                    <a:pt x="1117466" y="89796"/>
                  </a:lnTo>
                  <a:lnTo>
                    <a:pt x="1125280" y="88616"/>
                  </a:lnTo>
                  <a:lnTo>
                    <a:pt x="1133095" y="87447"/>
                  </a:lnTo>
                  <a:lnTo>
                    <a:pt x="1140909" y="86289"/>
                  </a:lnTo>
                  <a:lnTo>
                    <a:pt x="1148723" y="85142"/>
                  </a:lnTo>
                  <a:lnTo>
                    <a:pt x="1156538" y="84018"/>
                  </a:lnTo>
                  <a:lnTo>
                    <a:pt x="1164352" y="82445"/>
                  </a:lnTo>
                  <a:lnTo>
                    <a:pt x="1172167" y="80888"/>
                  </a:lnTo>
                  <a:lnTo>
                    <a:pt x="1179981" y="79351"/>
                  </a:lnTo>
                  <a:lnTo>
                    <a:pt x="1187796" y="77833"/>
                  </a:lnTo>
                  <a:lnTo>
                    <a:pt x="1195610" y="76334"/>
                  </a:lnTo>
                  <a:lnTo>
                    <a:pt x="1203425" y="74855"/>
                  </a:lnTo>
                  <a:lnTo>
                    <a:pt x="1211239" y="73394"/>
                  </a:lnTo>
                  <a:lnTo>
                    <a:pt x="1219053" y="72349"/>
                  </a:lnTo>
                  <a:lnTo>
                    <a:pt x="1226868" y="71048"/>
                  </a:lnTo>
                  <a:lnTo>
                    <a:pt x="1234682" y="69359"/>
                  </a:lnTo>
                  <a:lnTo>
                    <a:pt x="1242497" y="67698"/>
                  </a:lnTo>
                  <a:lnTo>
                    <a:pt x="1250311" y="66315"/>
                  </a:lnTo>
                  <a:lnTo>
                    <a:pt x="1258126" y="64951"/>
                  </a:lnTo>
                  <a:lnTo>
                    <a:pt x="1265940" y="63607"/>
                  </a:lnTo>
                  <a:lnTo>
                    <a:pt x="1273755" y="62297"/>
                  </a:lnTo>
                  <a:lnTo>
                    <a:pt x="1281569" y="61078"/>
                  </a:lnTo>
                  <a:lnTo>
                    <a:pt x="1289384" y="59774"/>
                  </a:lnTo>
                  <a:lnTo>
                    <a:pt x="1297198" y="58458"/>
                  </a:lnTo>
                  <a:lnTo>
                    <a:pt x="1305012" y="57206"/>
                  </a:lnTo>
                  <a:lnTo>
                    <a:pt x="1312827" y="55975"/>
                  </a:lnTo>
                  <a:lnTo>
                    <a:pt x="1320641" y="54776"/>
                  </a:lnTo>
                  <a:lnTo>
                    <a:pt x="1328456" y="53596"/>
                  </a:lnTo>
                  <a:lnTo>
                    <a:pt x="1336270" y="52433"/>
                  </a:lnTo>
                  <a:lnTo>
                    <a:pt x="1344085" y="51340"/>
                  </a:lnTo>
                  <a:lnTo>
                    <a:pt x="1351899" y="50154"/>
                  </a:lnTo>
                  <a:lnTo>
                    <a:pt x="1359714" y="49033"/>
                  </a:lnTo>
                  <a:lnTo>
                    <a:pt x="1367528" y="47931"/>
                  </a:lnTo>
                  <a:lnTo>
                    <a:pt x="1375342" y="46846"/>
                  </a:lnTo>
                  <a:lnTo>
                    <a:pt x="1383157" y="45779"/>
                  </a:lnTo>
                  <a:lnTo>
                    <a:pt x="1390971" y="44729"/>
                  </a:lnTo>
                  <a:lnTo>
                    <a:pt x="1398786" y="43696"/>
                  </a:lnTo>
                  <a:lnTo>
                    <a:pt x="1406600" y="42680"/>
                  </a:lnTo>
                  <a:lnTo>
                    <a:pt x="1414415" y="41689"/>
                  </a:lnTo>
                  <a:lnTo>
                    <a:pt x="1422229" y="40720"/>
                  </a:lnTo>
                  <a:lnTo>
                    <a:pt x="1430044" y="39766"/>
                  </a:lnTo>
                  <a:lnTo>
                    <a:pt x="1437858" y="38829"/>
                  </a:lnTo>
                  <a:lnTo>
                    <a:pt x="1445672" y="37767"/>
                  </a:lnTo>
                  <a:lnTo>
                    <a:pt x="1453487" y="36940"/>
                  </a:lnTo>
                  <a:lnTo>
                    <a:pt x="1461301" y="36091"/>
                  </a:lnTo>
                  <a:lnTo>
                    <a:pt x="1469116" y="35204"/>
                  </a:lnTo>
                  <a:lnTo>
                    <a:pt x="1476930" y="34332"/>
                  </a:lnTo>
                  <a:lnTo>
                    <a:pt x="1484745" y="33480"/>
                  </a:lnTo>
                  <a:lnTo>
                    <a:pt x="1492559" y="32596"/>
                  </a:lnTo>
                  <a:lnTo>
                    <a:pt x="1500374" y="31486"/>
                  </a:lnTo>
                  <a:lnTo>
                    <a:pt x="1508188" y="30398"/>
                  </a:lnTo>
                  <a:lnTo>
                    <a:pt x="1516003" y="29683"/>
                  </a:lnTo>
                  <a:lnTo>
                    <a:pt x="1523817" y="29058"/>
                  </a:lnTo>
                  <a:lnTo>
                    <a:pt x="1531631" y="28483"/>
                  </a:lnTo>
                  <a:lnTo>
                    <a:pt x="1539446" y="27964"/>
                  </a:lnTo>
                  <a:lnTo>
                    <a:pt x="1547260" y="27229"/>
                  </a:lnTo>
                  <a:lnTo>
                    <a:pt x="1555075" y="26507"/>
                  </a:lnTo>
                  <a:lnTo>
                    <a:pt x="1562889" y="25959"/>
                  </a:lnTo>
                  <a:lnTo>
                    <a:pt x="1570704" y="25490"/>
                  </a:lnTo>
                  <a:lnTo>
                    <a:pt x="1578518" y="25028"/>
                  </a:lnTo>
                  <a:lnTo>
                    <a:pt x="1586333" y="24576"/>
                  </a:lnTo>
                  <a:lnTo>
                    <a:pt x="1594147" y="23818"/>
                  </a:lnTo>
                  <a:lnTo>
                    <a:pt x="1601961" y="23270"/>
                  </a:lnTo>
                  <a:lnTo>
                    <a:pt x="1609776" y="22737"/>
                  </a:lnTo>
                  <a:lnTo>
                    <a:pt x="1617590" y="22089"/>
                  </a:lnTo>
                  <a:lnTo>
                    <a:pt x="1625405" y="21694"/>
                  </a:lnTo>
                  <a:lnTo>
                    <a:pt x="1633219" y="21106"/>
                  </a:lnTo>
                  <a:lnTo>
                    <a:pt x="1641034" y="20355"/>
                  </a:lnTo>
                  <a:lnTo>
                    <a:pt x="1648848" y="19617"/>
                  </a:lnTo>
                  <a:lnTo>
                    <a:pt x="1656663" y="18896"/>
                  </a:lnTo>
                  <a:lnTo>
                    <a:pt x="1664477" y="18206"/>
                  </a:lnTo>
                  <a:lnTo>
                    <a:pt x="1672291" y="17496"/>
                  </a:lnTo>
                  <a:lnTo>
                    <a:pt x="1680106" y="16809"/>
                  </a:lnTo>
                  <a:lnTo>
                    <a:pt x="1687920" y="16137"/>
                  </a:lnTo>
                  <a:lnTo>
                    <a:pt x="1695735" y="15597"/>
                  </a:lnTo>
                  <a:lnTo>
                    <a:pt x="1703549" y="15092"/>
                  </a:lnTo>
                  <a:lnTo>
                    <a:pt x="1711364" y="14596"/>
                  </a:lnTo>
                  <a:lnTo>
                    <a:pt x="1719178" y="14111"/>
                  </a:lnTo>
                  <a:lnTo>
                    <a:pt x="1726993" y="13635"/>
                  </a:lnTo>
                  <a:lnTo>
                    <a:pt x="1734807" y="13169"/>
                  </a:lnTo>
                  <a:lnTo>
                    <a:pt x="1742622" y="12711"/>
                  </a:lnTo>
                  <a:lnTo>
                    <a:pt x="1750436" y="12263"/>
                  </a:lnTo>
                  <a:lnTo>
                    <a:pt x="1758250" y="11828"/>
                  </a:lnTo>
                  <a:lnTo>
                    <a:pt x="1766065" y="11407"/>
                  </a:lnTo>
                  <a:lnTo>
                    <a:pt x="1773879" y="10995"/>
                  </a:lnTo>
                  <a:lnTo>
                    <a:pt x="1781694" y="10592"/>
                  </a:lnTo>
                  <a:lnTo>
                    <a:pt x="1789508" y="10196"/>
                  </a:lnTo>
                  <a:lnTo>
                    <a:pt x="1797323" y="9883"/>
                  </a:lnTo>
                  <a:lnTo>
                    <a:pt x="1805137" y="9448"/>
                  </a:lnTo>
                  <a:lnTo>
                    <a:pt x="1812952" y="9039"/>
                  </a:lnTo>
                  <a:lnTo>
                    <a:pt x="1820766" y="8668"/>
                  </a:lnTo>
                  <a:lnTo>
                    <a:pt x="1828580" y="8304"/>
                  </a:lnTo>
                  <a:lnTo>
                    <a:pt x="1836395" y="7947"/>
                  </a:lnTo>
                  <a:lnTo>
                    <a:pt x="1844209" y="7598"/>
                  </a:lnTo>
                  <a:lnTo>
                    <a:pt x="1852024" y="7230"/>
                  </a:lnTo>
                  <a:lnTo>
                    <a:pt x="1859838" y="6921"/>
                  </a:lnTo>
                  <a:lnTo>
                    <a:pt x="1867653" y="6592"/>
                  </a:lnTo>
                  <a:lnTo>
                    <a:pt x="1875467" y="6044"/>
                  </a:lnTo>
                  <a:lnTo>
                    <a:pt x="1883282" y="5678"/>
                  </a:lnTo>
                  <a:lnTo>
                    <a:pt x="1891096" y="5395"/>
                  </a:lnTo>
                  <a:lnTo>
                    <a:pt x="1898910" y="4977"/>
                  </a:lnTo>
                  <a:lnTo>
                    <a:pt x="1906725" y="4666"/>
                  </a:lnTo>
                  <a:lnTo>
                    <a:pt x="1914539" y="4242"/>
                  </a:lnTo>
                  <a:lnTo>
                    <a:pt x="1922354" y="4047"/>
                  </a:lnTo>
                  <a:lnTo>
                    <a:pt x="1930168" y="3966"/>
                  </a:lnTo>
                  <a:lnTo>
                    <a:pt x="1937983" y="3609"/>
                  </a:lnTo>
                  <a:lnTo>
                    <a:pt x="1945797" y="3454"/>
                  </a:lnTo>
                  <a:lnTo>
                    <a:pt x="1953612" y="2982"/>
                  </a:lnTo>
                  <a:lnTo>
                    <a:pt x="1961426" y="2549"/>
                  </a:lnTo>
                  <a:lnTo>
                    <a:pt x="1969241" y="2344"/>
                  </a:lnTo>
                  <a:lnTo>
                    <a:pt x="1977055" y="1962"/>
                  </a:lnTo>
                  <a:lnTo>
                    <a:pt x="1984869" y="1652"/>
                  </a:lnTo>
                  <a:lnTo>
                    <a:pt x="1992684" y="1394"/>
                  </a:lnTo>
                  <a:lnTo>
                    <a:pt x="2000498" y="1110"/>
                  </a:lnTo>
                  <a:lnTo>
                    <a:pt x="2008313" y="623"/>
                  </a:lnTo>
                  <a:lnTo>
                    <a:pt x="2016127" y="283"/>
                  </a:lnTo>
                  <a:lnTo>
                    <a:pt x="202394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85" name="pl184"/>
            <p:cNvSpPr/>
            <p:nvPr/>
          </p:nvSpPr>
          <p:spPr>
            <a:xfrm>
              <a:off x="3632283" y="4642954"/>
              <a:ext cx="2023942" cy="38762"/>
            </a:xfrm>
            <a:custGeom>
              <a:avLst/>
              <a:pathLst>
                <a:path w="2023942" h="38762">
                  <a:moveTo>
                    <a:pt x="2023942" y="38762"/>
                  </a:moveTo>
                  <a:lnTo>
                    <a:pt x="2016127" y="38709"/>
                  </a:lnTo>
                  <a:lnTo>
                    <a:pt x="2008313" y="38656"/>
                  </a:lnTo>
                  <a:lnTo>
                    <a:pt x="2000498" y="38599"/>
                  </a:lnTo>
                  <a:lnTo>
                    <a:pt x="1992684" y="38543"/>
                  </a:lnTo>
                  <a:lnTo>
                    <a:pt x="1984869" y="38437"/>
                  </a:lnTo>
                  <a:lnTo>
                    <a:pt x="1977055" y="38379"/>
                  </a:lnTo>
                  <a:lnTo>
                    <a:pt x="1969241" y="38315"/>
                  </a:lnTo>
                  <a:lnTo>
                    <a:pt x="1961426" y="38258"/>
                  </a:lnTo>
                  <a:lnTo>
                    <a:pt x="1953612" y="38198"/>
                  </a:lnTo>
                  <a:lnTo>
                    <a:pt x="1945797" y="38136"/>
                  </a:lnTo>
                  <a:lnTo>
                    <a:pt x="1937983" y="38074"/>
                  </a:lnTo>
                  <a:lnTo>
                    <a:pt x="1930168" y="38010"/>
                  </a:lnTo>
                  <a:lnTo>
                    <a:pt x="1922354" y="37946"/>
                  </a:lnTo>
                  <a:lnTo>
                    <a:pt x="1914539" y="37881"/>
                  </a:lnTo>
                  <a:lnTo>
                    <a:pt x="1906725" y="37815"/>
                  </a:lnTo>
                  <a:lnTo>
                    <a:pt x="1898910" y="37747"/>
                  </a:lnTo>
                  <a:lnTo>
                    <a:pt x="1891096" y="37698"/>
                  </a:lnTo>
                  <a:lnTo>
                    <a:pt x="1883282" y="37623"/>
                  </a:lnTo>
                  <a:lnTo>
                    <a:pt x="1875467" y="37540"/>
                  </a:lnTo>
                  <a:lnTo>
                    <a:pt x="1867653" y="37470"/>
                  </a:lnTo>
                  <a:lnTo>
                    <a:pt x="1859838" y="37398"/>
                  </a:lnTo>
                  <a:lnTo>
                    <a:pt x="1852024" y="37325"/>
                  </a:lnTo>
                  <a:lnTo>
                    <a:pt x="1844209" y="37250"/>
                  </a:lnTo>
                  <a:lnTo>
                    <a:pt x="1836395" y="37175"/>
                  </a:lnTo>
                  <a:lnTo>
                    <a:pt x="1828580" y="37114"/>
                  </a:lnTo>
                  <a:lnTo>
                    <a:pt x="1820766" y="37055"/>
                  </a:lnTo>
                  <a:lnTo>
                    <a:pt x="1812952" y="36968"/>
                  </a:lnTo>
                  <a:lnTo>
                    <a:pt x="1805137" y="36888"/>
                  </a:lnTo>
                  <a:lnTo>
                    <a:pt x="1797323" y="36863"/>
                  </a:lnTo>
                  <a:lnTo>
                    <a:pt x="1789508" y="36817"/>
                  </a:lnTo>
                  <a:lnTo>
                    <a:pt x="1781694" y="36788"/>
                  </a:lnTo>
                  <a:lnTo>
                    <a:pt x="1773879" y="36758"/>
                  </a:lnTo>
                  <a:lnTo>
                    <a:pt x="1766065" y="36727"/>
                  </a:lnTo>
                  <a:lnTo>
                    <a:pt x="1758250" y="36669"/>
                  </a:lnTo>
                  <a:lnTo>
                    <a:pt x="1750436" y="36429"/>
                  </a:lnTo>
                  <a:lnTo>
                    <a:pt x="1742622" y="36391"/>
                  </a:lnTo>
                  <a:lnTo>
                    <a:pt x="1734807" y="36352"/>
                  </a:lnTo>
                  <a:lnTo>
                    <a:pt x="1726993" y="36313"/>
                  </a:lnTo>
                  <a:lnTo>
                    <a:pt x="1719178" y="36271"/>
                  </a:lnTo>
                  <a:lnTo>
                    <a:pt x="1711364" y="36227"/>
                  </a:lnTo>
                  <a:lnTo>
                    <a:pt x="1703549" y="36127"/>
                  </a:lnTo>
                  <a:lnTo>
                    <a:pt x="1695735" y="35966"/>
                  </a:lnTo>
                  <a:lnTo>
                    <a:pt x="1687920" y="35804"/>
                  </a:lnTo>
                  <a:lnTo>
                    <a:pt x="1680106" y="35663"/>
                  </a:lnTo>
                  <a:lnTo>
                    <a:pt x="1672291" y="35624"/>
                  </a:lnTo>
                  <a:lnTo>
                    <a:pt x="1664477" y="35582"/>
                  </a:lnTo>
                  <a:lnTo>
                    <a:pt x="1656663" y="35539"/>
                  </a:lnTo>
                  <a:lnTo>
                    <a:pt x="1648848" y="35496"/>
                  </a:lnTo>
                  <a:lnTo>
                    <a:pt x="1641034" y="35451"/>
                  </a:lnTo>
                  <a:lnTo>
                    <a:pt x="1633219" y="35394"/>
                  </a:lnTo>
                  <a:lnTo>
                    <a:pt x="1625405" y="35266"/>
                  </a:lnTo>
                  <a:lnTo>
                    <a:pt x="1617590" y="35134"/>
                  </a:lnTo>
                  <a:lnTo>
                    <a:pt x="1609776" y="35000"/>
                  </a:lnTo>
                  <a:lnTo>
                    <a:pt x="1601961" y="34865"/>
                  </a:lnTo>
                  <a:lnTo>
                    <a:pt x="1594147" y="34727"/>
                  </a:lnTo>
                  <a:lnTo>
                    <a:pt x="1586333" y="34588"/>
                  </a:lnTo>
                  <a:lnTo>
                    <a:pt x="1578518" y="34447"/>
                  </a:lnTo>
                  <a:lnTo>
                    <a:pt x="1570704" y="34303"/>
                  </a:lnTo>
                  <a:lnTo>
                    <a:pt x="1562889" y="34156"/>
                  </a:lnTo>
                  <a:lnTo>
                    <a:pt x="1555075" y="34007"/>
                  </a:lnTo>
                  <a:lnTo>
                    <a:pt x="1547260" y="33805"/>
                  </a:lnTo>
                  <a:lnTo>
                    <a:pt x="1539446" y="33587"/>
                  </a:lnTo>
                  <a:lnTo>
                    <a:pt x="1531631" y="33366"/>
                  </a:lnTo>
                  <a:lnTo>
                    <a:pt x="1523817" y="33209"/>
                  </a:lnTo>
                  <a:lnTo>
                    <a:pt x="1516003" y="33075"/>
                  </a:lnTo>
                  <a:lnTo>
                    <a:pt x="1508188" y="32938"/>
                  </a:lnTo>
                  <a:lnTo>
                    <a:pt x="1500374" y="32799"/>
                  </a:lnTo>
                  <a:lnTo>
                    <a:pt x="1492559" y="32659"/>
                  </a:lnTo>
                  <a:lnTo>
                    <a:pt x="1484745" y="32569"/>
                  </a:lnTo>
                  <a:lnTo>
                    <a:pt x="1476930" y="32515"/>
                  </a:lnTo>
                  <a:lnTo>
                    <a:pt x="1469116" y="32460"/>
                  </a:lnTo>
                  <a:lnTo>
                    <a:pt x="1461301" y="32326"/>
                  </a:lnTo>
                  <a:lnTo>
                    <a:pt x="1453487" y="32162"/>
                  </a:lnTo>
                  <a:lnTo>
                    <a:pt x="1445672" y="32018"/>
                  </a:lnTo>
                  <a:lnTo>
                    <a:pt x="1437858" y="31940"/>
                  </a:lnTo>
                  <a:lnTo>
                    <a:pt x="1430044" y="31871"/>
                  </a:lnTo>
                  <a:lnTo>
                    <a:pt x="1422229" y="31800"/>
                  </a:lnTo>
                  <a:lnTo>
                    <a:pt x="1414415" y="31729"/>
                  </a:lnTo>
                  <a:lnTo>
                    <a:pt x="1406600" y="31656"/>
                  </a:lnTo>
                  <a:lnTo>
                    <a:pt x="1398786" y="31583"/>
                  </a:lnTo>
                  <a:lnTo>
                    <a:pt x="1390971" y="31509"/>
                  </a:lnTo>
                  <a:lnTo>
                    <a:pt x="1383157" y="31433"/>
                  </a:lnTo>
                  <a:lnTo>
                    <a:pt x="1375342" y="31353"/>
                  </a:lnTo>
                  <a:lnTo>
                    <a:pt x="1367528" y="31281"/>
                  </a:lnTo>
                  <a:lnTo>
                    <a:pt x="1359714" y="31184"/>
                  </a:lnTo>
                  <a:lnTo>
                    <a:pt x="1351899" y="30989"/>
                  </a:lnTo>
                  <a:lnTo>
                    <a:pt x="1344085" y="30794"/>
                  </a:lnTo>
                  <a:lnTo>
                    <a:pt x="1336270" y="30744"/>
                  </a:lnTo>
                  <a:lnTo>
                    <a:pt x="1328456" y="30642"/>
                  </a:lnTo>
                  <a:lnTo>
                    <a:pt x="1320641" y="30564"/>
                  </a:lnTo>
                  <a:lnTo>
                    <a:pt x="1312827" y="30495"/>
                  </a:lnTo>
                  <a:lnTo>
                    <a:pt x="1305012" y="30425"/>
                  </a:lnTo>
                  <a:lnTo>
                    <a:pt x="1297198" y="30354"/>
                  </a:lnTo>
                  <a:lnTo>
                    <a:pt x="1289384" y="30282"/>
                  </a:lnTo>
                  <a:lnTo>
                    <a:pt x="1281569" y="30208"/>
                  </a:lnTo>
                  <a:lnTo>
                    <a:pt x="1273755" y="30132"/>
                  </a:lnTo>
                  <a:lnTo>
                    <a:pt x="1265940" y="30056"/>
                  </a:lnTo>
                  <a:lnTo>
                    <a:pt x="1258126" y="29978"/>
                  </a:lnTo>
                  <a:lnTo>
                    <a:pt x="1250311" y="29898"/>
                  </a:lnTo>
                  <a:lnTo>
                    <a:pt x="1242497" y="29683"/>
                  </a:lnTo>
                  <a:lnTo>
                    <a:pt x="1234682" y="29529"/>
                  </a:lnTo>
                  <a:lnTo>
                    <a:pt x="1226868" y="29446"/>
                  </a:lnTo>
                  <a:lnTo>
                    <a:pt x="1219053" y="29361"/>
                  </a:lnTo>
                  <a:lnTo>
                    <a:pt x="1211239" y="29275"/>
                  </a:lnTo>
                  <a:lnTo>
                    <a:pt x="1203425" y="29187"/>
                  </a:lnTo>
                  <a:lnTo>
                    <a:pt x="1195610" y="29098"/>
                  </a:lnTo>
                  <a:lnTo>
                    <a:pt x="1187796" y="29008"/>
                  </a:lnTo>
                  <a:lnTo>
                    <a:pt x="1179981" y="28915"/>
                  </a:lnTo>
                  <a:lnTo>
                    <a:pt x="1172167" y="28820"/>
                  </a:lnTo>
                  <a:lnTo>
                    <a:pt x="1164352" y="28718"/>
                  </a:lnTo>
                  <a:lnTo>
                    <a:pt x="1156538" y="28545"/>
                  </a:lnTo>
                  <a:lnTo>
                    <a:pt x="1148723" y="28344"/>
                  </a:lnTo>
                  <a:lnTo>
                    <a:pt x="1140909" y="28154"/>
                  </a:lnTo>
                  <a:lnTo>
                    <a:pt x="1133095" y="27956"/>
                  </a:lnTo>
                  <a:lnTo>
                    <a:pt x="1125280" y="27789"/>
                  </a:lnTo>
                  <a:lnTo>
                    <a:pt x="1117466" y="27605"/>
                  </a:lnTo>
                  <a:lnTo>
                    <a:pt x="1109651" y="27447"/>
                  </a:lnTo>
                  <a:lnTo>
                    <a:pt x="1101837" y="27259"/>
                  </a:lnTo>
                  <a:lnTo>
                    <a:pt x="1094022" y="27129"/>
                  </a:lnTo>
                  <a:lnTo>
                    <a:pt x="1086208" y="27003"/>
                  </a:lnTo>
                  <a:lnTo>
                    <a:pt x="1078393" y="26875"/>
                  </a:lnTo>
                  <a:lnTo>
                    <a:pt x="1070579" y="26802"/>
                  </a:lnTo>
                  <a:lnTo>
                    <a:pt x="1062765" y="26748"/>
                  </a:lnTo>
                  <a:lnTo>
                    <a:pt x="1054950" y="26640"/>
                  </a:lnTo>
                  <a:lnTo>
                    <a:pt x="1047136" y="26455"/>
                  </a:lnTo>
                  <a:lnTo>
                    <a:pt x="1039321" y="26321"/>
                  </a:lnTo>
                  <a:lnTo>
                    <a:pt x="1031507" y="26187"/>
                  </a:lnTo>
                  <a:lnTo>
                    <a:pt x="1023692" y="26096"/>
                  </a:lnTo>
                  <a:lnTo>
                    <a:pt x="1015878" y="26001"/>
                  </a:lnTo>
                  <a:lnTo>
                    <a:pt x="1008063" y="25800"/>
                  </a:lnTo>
                  <a:lnTo>
                    <a:pt x="1000249" y="25693"/>
                  </a:lnTo>
                  <a:lnTo>
                    <a:pt x="992434" y="25595"/>
                  </a:lnTo>
                  <a:lnTo>
                    <a:pt x="984620" y="25422"/>
                  </a:lnTo>
                  <a:lnTo>
                    <a:pt x="976806" y="24979"/>
                  </a:lnTo>
                  <a:lnTo>
                    <a:pt x="968991" y="24833"/>
                  </a:lnTo>
                  <a:lnTo>
                    <a:pt x="961177" y="24681"/>
                  </a:lnTo>
                  <a:lnTo>
                    <a:pt x="953362" y="24579"/>
                  </a:lnTo>
                  <a:lnTo>
                    <a:pt x="945548" y="24497"/>
                  </a:lnTo>
                  <a:lnTo>
                    <a:pt x="937733" y="24251"/>
                  </a:lnTo>
                  <a:lnTo>
                    <a:pt x="929919" y="24052"/>
                  </a:lnTo>
                  <a:lnTo>
                    <a:pt x="922104" y="23893"/>
                  </a:lnTo>
                  <a:lnTo>
                    <a:pt x="914290" y="23730"/>
                  </a:lnTo>
                  <a:lnTo>
                    <a:pt x="906476" y="23560"/>
                  </a:lnTo>
                  <a:lnTo>
                    <a:pt x="898661" y="23194"/>
                  </a:lnTo>
                  <a:lnTo>
                    <a:pt x="890847" y="22994"/>
                  </a:lnTo>
                  <a:lnTo>
                    <a:pt x="883032" y="22817"/>
                  </a:lnTo>
                  <a:lnTo>
                    <a:pt x="875218" y="22638"/>
                  </a:lnTo>
                  <a:lnTo>
                    <a:pt x="867403" y="22456"/>
                  </a:lnTo>
                  <a:lnTo>
                    <a:pt x="859589" y="22267"/>
                  </a:lnTo>
                  <a:lnTo>
                    <a:pt x="851774" y="22045"/>
                  </a:lnTo>
                  <a:lnTo>
                    <a:pt x="843960" y="21875"/>
                  </a:lnTo>
                  <a:lnTo>
                    <a:pt x="836145" y="21700"/>
                  </a:lnTo>
                  <a:lnTo>
                    <a:pt x="828331" y="21446"/>
                  </a:lnTo>
                  <a:lnTo>
                    <a:pt x="820517" y="20950"/>
                  </a:lnTo>
                  <a:lnTo>
                    <a:pt x="812702" y="20689"/>
                  </a:lnTo>
                  <a:lnTo>
                    <a:pt x="804888" y="20514"/>
                  </a:lnTo>
                  <a:lnTo>
                    <a:pt x="797073" y="20335"/>
                  </a:lnTo>
                  <a:lnTo>
                    <a:pt x="789259" y="20152"/>
                  </a:lnTo>
                  <a:lnTo>
                    <a:pt x="781444" y="19964"/>
                  </a:lnTo>
                  <a:lnTo>
                    <a:pt x="773630" y="19769"/>
                  </a:lnTo>
                  <a:lnTo>
                    <a:pt x="765815" y="19560"/>
                  </a:lnTo>
                  <a:lnTo>
                    <a:pt x="758001" y="19261"/>
                  </a:lnTo>
                  <a:lnTo>
                    <a:pt x="750187" y="19037"/>
                  </a:lnTo>
                  <a:lnTo>
                    <a:pt x="742372" y="18662"/>
                  </a:lnTo>
                  <a:lnTo>
                    <a:pt x="734558" y="18419"/>
                  </a:lnTo>
                  <a:lnTo>
                    <a:pt x="726743" y="18114"/>
                  </a:lnTo>
                  <a:lnTo>
                    <a:pt x="718929" y="17643"/>
                  </a:lnTo>
                  <a:lnTo>
                    <a:pt x="711114" y="17356"/>
                  </a:lnTo>
                  <a:lnTo>
                    <a:pt x="703300" y="16950"/>
                  </a:lnTo>
                  <a:lnTo>
                    <a:pt x="695485" y="16815"/>
                  </a:lnTo>
                  <a:lnTo>
                    <a:pt x="687671" y="16693"/>
                  </a:lnTo>
                  <a:lnTo>
                    <a:pt x="679857" y="16568"/>
                  </a:lnTo>
                  <a:lnTo>
                    <a:pt x="672042" y="16301"/>
                  </a:lnTo>
                  <a:lnTo>
                    <a:pt x="664228" y="16015"/>
                  </a:lnTo>
                  <a:lnTo>
                    <a:pt x="656413" y="15703"/>
                  </a:lnTo>
                  <a:lnTo>
                    <a:pt x="648599" y="15279"/>
                  </a:lnTo>
                  <a:lnTo>
                    <a:pt x="640784" y="14846"/>
                  </a:lnTo>
                  <a:lnTo>
                    <a:pt x="632970" y="14581"/>
                  </a:lnTo>
                  <a:lnTo>
                    <a:pt x="625155" y="14436"/>
                  </a:lnTo>
                  <a:lnTo>
                    <a:pt x="617341" y="14225"/>
                  </a:lnTo>
                  <a:lnTo>
                    <a:pt x="609526" y="13844"/>
                  </a:lnTo>
                  <a:lnTo>
                    <a:pt x="601712" y="13543"/>
                  </a:lnTo>
                  <a:lnTo>
                    <a:pt x="593898" y="13251"/>
                  </a:lnTo>
                  <a:lnTo>
                    <a:pt x="586083" y="13065"/>
                  </a:lnTo>
                  <a:lnTo>
                    <a:pt x="578269" y="12849"/>
                  </a:lnTo>
                  <a:lnTo>
                    <a:pt x="570454" y="12600"/>
                  </a:lnTo>
                  <a:lnTo>
                    <a:pt x="562640" y="12350"/>
                  </a:lnTo>
                  <a:lnTo>
                    <a:pt x="554825" y="11981"/>
                  </a:lnTo>
                  <a:lnTo>
                    <a:pt x="547011" y="11533"/>
                  </a:lnTo>
                  <a:lnTo>
                    <a:pt x="539196" y="11075"/>
                  </a:lnTo>
                  <a:lnTo>
                    <a:pt x="531382" y="10733"/>
                  </a:lnTo>
                  <a:lnTo>
                    <a:pt x="523568" y="10357"/>
                  </a:lnTo>
                  <a:lnTo>
                    <a:pt x="515753" y="9888"/>
                  </a:lnTo>
                  <a:lnTo>
                    <a:pt x="507939" y="9529"/>
                  </a:lnTo>
                  <a:lnTo>
                    <a:pt x="500124" y="9293"/>
                  </a:lnTo>
                  <a:lnTo>
                    <a:pt x="492310" y="8870"/>
                  </a:lnTo>
                  <a:lnTo>
                    <a:pt x="484495" y="8532"/>
                  </a:lnTo>
                  <a:lnTo>
                    <a:pt x="476681" y="8282"/>
                  </a:lnTo>
                  <a:lnTo>
                    <a:pt x="468866" y="8041"/>
                  </a:lnTo>
                  <a:lnTo>
                    <a:pt x="461052" y="7584"/>
                  </a:lnTo>
                  <a:lnTo>
                    <a:pt x="453238" y="7276"/>
                  </a:lnTo>
                  <a:lnTo>
                    <a:pt x="445423" y="7049"/>
                  </a:lnTo>
                  <a:lnTo>
                    <a:pt x="437609" y="6841"/>
                  </a:lnTo>
                  <a:lnTo>
                    <a:pt x="429794" y="6571"/>
                  </a:lnTo>
                  <a:lnTo>
                    <a:pt x="421980" y="6367"/>
                  </a:lnTo>
                  <a:lnTo>
                    <a:pt x="414165" y="6134"/>
                  </a:lnTo>
                  <a:lnTo>
                    <a:pt x="406351" y="5899"/>
                  </a:lnTo>
                  <a:lnTo>
                    <a:pt x="398536" y="5714"/>
                  </a:lnTo>
                  <a:lnTo>
                    <a:pt x="390722" y="5467"/>
                  </a:lnTo>
                  <a:lnTo>
                    <a:pt x="382907" y="5023"/>
                  </a:lnTo>
                  <a:lnTo>
                    <a:pt x="375093" y="4422"/>
                  </a:lnTo>
                  <a:lnTo>
                    <a:pt x="367279" y="4047"/>
                  </a:lnTo>
                  <a:lnTo>
                    <a:pt x="359464" y="3633"/>
                  </a:lnTo>
                  <a:lnTo>
                    <a:pt x="351650" y="3494"/>
                  </a:lnTo>
                  <a:lnTo>
                    <a:pt x="343835" y="3203"/>
                  </a:lnTo>
                  <a:lnTo>
                    <a:pt x="336021" y="3045"/>
                  </a:lnTo>
                  <a:lnTo>
                    <a:pt x="328206" y="2900"/>
                  </a:lnTo>
                  <a:lnTo>
                    <a:pt x="320392" y="2419"/>
                  </a:lnTo>
                  <a:lnTo>
                    <a:pt x="312577" y="2141"/>
                  </a:lnTo>
                  <a:lnTo>
                    <a:pt x="304763" y="1959"/>
                  </a:lnTo>
                  <a:lnTo>
                    <a:pt x="296949" y="1653"/>
                  </a:lnTo>
                  <a:lnTo>
                    <a:pt x="289134" y="1479"/>
                  </a:lnTo>
                  <a:lnTo>
                    <a:pt x="281320" y="1413"/>
                  </a:lnTo>
                  <a:lnTo>
                    <a:pt x="273505" y="1328"/>
                  </a:lnTo>
                  <a:lnTo>
                    <a:pt x="265691" y="1177"/>
                  </a:lnTo>
                  <a:lnTo>
                    <a:pt x="257876" y="851"/>
                  </a:lnTo>
                  <a:lnTo>
                    <a:pt x="250062" y="664"/>
                  </a:lnTo>
                  <a:lnTo>
                    <a:pt x="242247" y="493"/>
                  </a:lnTo>
                  <a:lnTo>
                    <a:pt x="234433" y="308"/>
                  </a:lnTo>
                  <a:lnTo>
                    <a:pt x="226619" y="93"/>
                  </a:lnTo>
                  <a:lnTo>
                    <a:pt x="218804" y="136"/>
                  </a:lnTo>
                  <a:lnTo>
                    <a:pt x="210990" y="285"/>
                  </a:lnTo>
                  <a:lnTo>
                    <a:pt x="203175" y="94"/>
                  </a:lnTo>
                  <a:lnTo>
                    <a:pt x="195361" y="60"/>
                  </a:lnTo>
                  <a:lnTo>
                    <a:pt x="187546" y="203"/>
                  </a:lnTo>
                  <a:lnTo>
                    <a:pt x="179732" y="0"/>
                  </a:lnTo>
                  <a:lnTo>
                    <a:pt x="171917" y="44"/>
                  </a:lnTo>
                  <a:lnTo>
                    <a:pt x="164103" y="39"/>
                  </a:lnTo>
                  <a:lnTo>
                    <a:pt x="156288" y="35"/>
                  </a:lnTo>
                  <a:lnTo>
                    <a:pt x="148474" y="32"/>
                  </a:lnTo>
                  <a:lnTo>
                    <a:pt x="140660" y="53"/>
                  </a:lnTo>
                  <a:lnTo>
                    <a:pt x="132845" y="15"/>
                  </a:lnTo>
                  <a:lnTo>
                    <a:pt x="125031" y="275"/>
                  </a:lnTo>
                  <a:lnTo>
                    <a:pt x="117216" y="363"/>
                  </a:lnTo>
                  <a:lnTo>
                    <a:pt x="109402" y="368"/>
                  </a:lnTo>
                  <a:lnTo>
                    <a:pt x="101587" y="420"/>
                  </a:lnTo>
                  <a:lnTo>
                    <a:pt x="93773" y="393"/>
                  </a:lnTo>
                  <a:lnTo>
                    <a:pt x="85958" y="481"/>
                  </a:lnTo>
                  <a:lnTo>
                    <a:pt x="78144" y="605"/>
                  </a:lnTo>
                  <a:lnTo>
                    <a:pt x="70330" y="716"/>
                  </a:lnTo>
                  <a:lnTo>
                    <a:pt x="62515" y="866"/>
                  </a:lnTo>
                  <a:lnTo>
                    <a:pt x="54701" y="956"/>
                  </a:lnTo>
                  <a:lnTo>
                    <a:pt x="46886" y="1243"/>
                  </a:lnTo>
                  <a:lnTo>
                    <a:pt x="39072" y="1431"/>
                  </a:lnTo>
                  <a:lnTo>
                    <a:pt x="31257" y="1690"/>
                  </a:lnTo>
                  <a:lnTo>
                    <a:pt x="23443" y="1951"/>
                  </a:lnTo>
                  <a:lnTo>
                    <a:pt x="15628" y="2392"/>
                  </a:lnTo>
                  <a:lnTo>
                    <a:pt x="7814" y="2697"/>
                  </a:lnTo>
                  <a:lnTo>
                    <a:pt x="0" y="30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86" name="pl185"/>
            <p:cNvSpPr/>
            <p:nvPr/>
          </p:nvSpPr>
          <p:spPr>
            <a:xfrm>
              <a:off x="3632283" y="4632881"/>
              <a:ext cx="2023942" cy="36264"/>
            </a:xfrm>
            <a:custGeom>
              <a:avLst/>
              <a:pathLst>
                <a:path w="2023942" h="36264">
                  <a:moveTo>
                    <a:pt x="0" y="0"/>
                  </a:moveTo>
                  <a:lnTo>
                    <a:pt x="7814" y="350"/>
                  </a:lnTo>
                  <a:lnTo>
                    <a:pt x="15628" y="702"/>
                  </a:lnTo>
                  <a:lnTo>
                    <a:pt x="23443" y="1041"/>
                  </a:lnTo>
                  <a:lnTo>
                    <a:pt x="31257" y="1396"/>
                  </a:lnTo>
                  <a:lnTo>
                    <a:pt x="39072" y="1740"/>
                  </a:lnTo>
                  <a:lnTo>
                    <a:pt x="46886" y="2077"/>
                  </a:lnTo>
                  <a:lnTo>
                    <a:pt x="54701" y="2417"/>
                  </a:lnTo>
                  <a:lnTo>
                    <a:pt x="62515" y="2748"/>
                  </a:lnTo>
                  <a:lnTo>
                    <a:pt x="70330" y="3077"/>
                  </a:lnTo>
                  <a:lnTo>
                    <a:pt x="78144" y="3406"/>
                  </a:lnTo>
                  <a:lnTo>
                    <a:pt x="85958" y="3735"/>
                  </a:lnTo>
                  <a:lnTo>
                    <a:pt x="93773" y="4062"/>
                  </a:lnTo>
                  <a:lnTo>
                    <a:pt x="101587" y="4386"/>
                  </a:lnTo>
                  <a:lnTo>
                    <a:pt x="109402" y="4708"/>
                  </a:lnTo>
                  <a:lnTo>
                    <a:pt x="117216" y="5023"/>
                  </a:lnTo>
                  <a:lnTo>
                    <a:pt x="125031" y="5334"/>
                  </a:lnTo>
                  <a:lnTo>
                    <a:pt x="132845" y="5646"/>
                  </a:lnTo>
                  <a:lnTo>
                    <a:pt x="140660" y="5961"/>
                  </a:lnTo>
                  <a:lnTo>
                    <a:pt x="148474" y="6271"/>
                  </a:lnTo>
                  <a:lnTo>
                    <a:pt x="156288" y="6576"/>
                  </a:lnTo>
                  <a:lnTo>
                    <a:pt x="164103" y="6875"/>
                  </a:lnTo>
                  <a:lnTo>
                    <a:pt x="171917" y="7186"/>
                  </a:lnTo>
                  <a:lnTo>
                    <a:pt x="179732" y="7479"/>
                  </a:lnTo>
                  <a:lnTo>
                    <a:pt x="187546" y="7777"/>
                  </a:lnTo>
                  <a:lnTo>
                    <a:pt x="195361" y="8065"/>
                  </a:lnTo>
                  <a:lnTo>
                    <a:pt x="203175" y="8351"/>
                  </a:lnTo>
                  <a:lnTo>
                    <a:pt x="210990" y="8635"/>
                  </a:lnTo>
                  <a:lnTo>
                    <a:pt x="218804" y="8919"/>
                  </a:lnTo>
                  <a:lnTo>
                    <a:pt x="226619" y="9203"/>
                  </a:lnTo>
                  <a:lnTo>
                    <a:pt x="234433" y="9483"/>
                  </a:lnTo>
                  <a:lnTo>
                    <a:pt x="242247" y="9755"/>
                  </a:lnTo>
                  <a:lnTo>
                    <a:pt x="250062" y="10029"/>
                  </a:lnTo>
                  <a:lnTo>
                    <a:pt x="257876" y="10304"/>
                  </a:lnTo>
                  <a:lnTo>
                    <a:pt x="265691" y="10572"/>
                  </a:lnTo>
                  <a:lnTo>
                    <a:pt x="273505" y="10835"/>
                  </a:lnTo>
                  <a:lnTo>
                    <a:pt x="281320" y="11099"/>
                  </a:lnTo>
                  <a:lnTo>
                    <a:pt x="289134" y="11359"/>
                  </a:lnTo>
                  <a:lnTo>
                    <a:pt x="296949" y="11614"/>
                  </a:lnTo>
                  <a:lnTo>
                    <a:pt x="304763" y="11874"/>
                  </a:lnTo>
                  <a:lnTo>
                    <a:pt x="312577" y="12134"/>
                  </a:lnTo>
                  <a:lnTo>
                    <a:pt x="320392" y="12386"/>
                  </a:lnTo>
                  <a:lnTo>
                    <a:pt x="328206" y="12636"/>
                  </a:lnTo>
                  <a:lnTo>
                    <a:pt x="336021" y="12884"/>
                  </a:lnTo>
                  <a:lnTo>
                    <a:pt x="343835" y="13131"/>
                  </a:lnTo>
                  <a:lnTo>
                    <a:pt x="351650" y="13376"/>
                  </a:lnTo>
                  <a:lnTo>
                    <a:pt x="359464" y="13619"/>
                  </a:lnTo>
                  <a:lnTo>
                    <a:pt x="367279" y="13860"/>
                  </a:lnTo>
                  <a:lnTo>
                    <a:pt x="375093" y="14101"/>
                  </a:lnTo>
                  <a:lnTo>
                    <a:pt x="382907" y="14338"/>
                  </a:lnTo>
                  <a:lnTo>
                    <a:pt x="390722" y="14573"/>
                  </a:lnTo>
                  <a:lnTo>
                    <a:pt x="398536" y="14806"/>
                  </a:lnTo>
                  <a:lnTo>
                    <a:pt x="406351" y="15037"/>
                  </a:lnTo>
                  <a:lnTo>
                    <a:pt x="414165" y="15266"/>
                  </a:lnTo>
                  <a:lnTo>
                    <a:pt x="421980" y="15492"/>
                  </a:lnTo>
                  <a:lnTo>
                    <a:pt x="429794" y="15717"/>
                  </a:lnTo>
                  <a:lnTo>
                    <a:pt x="437609" y="15939"/>
                  </a:lnTo>
                  <a:lnTo>
                    <a:pt x="445423" y="16160"/>
                  </a:lnTo>
                  <a:lnTo>
                    <a:pt x="453238" y="16378"/>
                  </a:lnTo>
                  <a:lnTo>
                    <a:pt x="461052" y="16594"/>
                  </a:lnTo>
                  <a:lnTo>
                    <a:pt x="468866" y="16809"/>
                  </a:lnTo>
                  <a:lnTo>
                    <a:pt x="476681" y="17023"/>
                  </a:lnTo>
                  <a:lnTo>
                    <a:pt x="484495" y="17235"/>
                  </a:lnTo>
                  <a:lnTo>
                    <a:pt x="492310" y="17446"/>
                  </a:lnTo>
                  <a:lnTo>
                    <a:pt x="500124" y="17653"/>
                  </a:lnTo>
                  <a:lnTo>
                    <a:pt x="507939" y="17859"/>
                  </a:lnTo>
                  <a:lnTo>
                    <a:pt x="515753" y="18064"/>
                  </a:lnTo>
                  <a:lnTo>
                    <a:pt x="523568" y="18266"/>
                  </a:lnTo>
                  <a:lnTo>
                    <a:pt x="531382" y="18468"/>
                  </a:lnTo>
                  <a:lnTo>
                    <a:pt x="539196" y="18668"/>
                  </a:lnTo>
                  <a:lnTo>
                    <a:pt x="547011" y="18865"/>
                  </a:lnTo>
                  <a:lnTo>
                    <a:pt x="554825" y="19061"/>
                  </a:lnTo>
                  <a:lnTo>
                    <a:pt x="562640" y="19252"/>
                  </a:lnTo>
                  <a:lnTo>
                    <a:pt x="570454" y="19441"/>
                  </a:lnTo>
                  <a:lnTo>
                    <a:pt x="578269" y="19632"/>
                  </a:lnTo>
                  <a:lnTo>
                    <a:pt x="586083" y="19820"/>
                  </a:lnTo>
                  <a:lnTo>
                    <a:pt x="593898" y="20010"/>
                  </a:lnTo>
                  <a:lnTo>
                    <a:pt x="601712" y="20197"/>
                  </a:lnTo>
                  <a:lnTo>
                    <a:pt x="609526" y="20381"/>
                  </a:lnTo>
                  <a:lnTo>
                    <a:pt x="617341" y="20560"/>
                  </a:lnTo>
                  <a:lnTo>
                    <a:pt x="625155" y="20737"/>
                  </a:lnTo>
                  <a:lnTo>
                    <a:pt x="632970" y="20914"/>
                  </a:lnTo>
                  <a:lnTo>
                    <a:pt x="640784" y="21086"/>
                  </a:lnTo>
                  <a:lnTo>
                    <a:pt x="648599" y="21257"/>
                  </a:lnTo>
                  <a:lnTo>
                    <a:pt x="656413" y="21428"/>
                  </a:lnTo>
                  <a:lnTo>
                    <a:pt x="664228" y="21595"/>
                  </a:lnTo>
                  <a:lnTo>
                    <a:pt x="672042" y="21762"/>
                  </a:lnTo>
                  <a:lnTo>
                    <a:pt x="679857" y="21929"/>
                  </a:lnTo>
                  <a:lnTo>
                    <a:pt x="687671" y="22096"/>
                  </a:lnTo>
                  <a:lnTo>
                    <a:pt x="695485" y="22262"/>
                  </a:lnTo>
                  <a:lnTo>
                    <a:pt x="703300" y="22425"/>
                  </a:lnTo>
                  <a:lnTo>
                    <a:pt x="711114" y="22586"/>
                  </a:lnTo>
                  <a:lnTo>
                    <a:pt x="718929" y="22742"/>
                  </a:lnTo>
                  <a:lnTo>
                    <a:pt x="726743" y="22899"/>
                  </a:lnTo>
                  <a:lnTo>
                    <a:pt x="734558" y="23056"/>
                  </a:lnTo>
                  <a:lnTo>
                    <a:pt x="742372" y="23210"/>
                  </a:lnTo>
                  <a:lnTo>
                    <a:pt x="750187" y="23359"/>
                  </a:lnTo>
                  <a:lnTo>
                    <a:pt x="758001" y="23508"/>
                  </a:lnTo>
                  <a:lnTo>
                    <a:pt x="765815" y="23658"/>
                  </a:lnTo>
                  <a:lnTo>
                    <a:pt x="773630" y="23809"/>
                  </a:lnTo>
                  <a:lnTo>
                    <a:pt x="781444" y="23958"/>
                  </a:lnTo>
                  <a:lnTo>
                    <a:pt x="789259" y="24103"/>
                  </a:lnTo>
                  <a:lnTo>
                    <a:pt x="797073" y="24252"/>
                  </a:lnTo>
                  <a:lnTo>
                    <a:pt x="804888" y="24397"/>
                  </a:lnTo>
                  <a:lnTo>
                    <a:pt x="812702" y="24549"/>
                  </a:lnTo>
                  <a:lnTo>
                    <a:pt x="820517" y="24701"/>
                  </a:lnTo>
                  <a:lnTo>
                    <a:pt x="828331" y="24843"/>
                  </a:lnTo>
                  <a:lnTo>
                    <a:pt x="836145" y="24985"/>
                  </a:lnTo>
                  <a:lnTo>
                    <a:pt x="843960" y="25117"/>
                  </a:lnTo>
                  <a:lnTo>
                    <a:pt x="851774" y="25253"/>
                  </a:lnTo>
                  <a:lnTo>
                    <a:pt x="859589" y="25397"/>
                  </a:lnTo>
                  <a:lnTo>
                    <a:pt x="867403" y="25537"/>
                  </a:lnTo>
                  <a:lnTo>
                    <a:pt x="875218" y="25678"/>
                  </a:lnTo>
                  <a:lnTo>
                    <a:pt x="883032" y="25802"/>
                  </a:lnTo>
                  <a:lnTo>
                    <a:pt x="890847" y="25929"/>
                  </a:lnTo>
                  <a:lnTo>
                    <a:pt x="898661" y="26060"/>
                  </a:lnTo>
                  <a:lnTo>
                    <a:pt x="906476" y="26186"/>
                  </a:lnTo>
                  <a:lnTo>
                    <a:pt x="914290" y="26317"/>
                  </a:lnTo>
                  <a:lnTo>
                    <a:pt x="922104" y="26441"/>
                  </a:lnTo>
                  <a:lnTo>
                    <a:pt x="929919" y="26574"/>
                  </a:lnTo>
                  <a:lnTo>
                    <a:pt x="937733" y="26707"/>
                  </a:lnTo>
                  <a:lnTo>
                    <a:pt x="945548" y="26830"/>
                  </a:lnTo>
                  <a:lnTo>
                    <a:pt x="953362" y="26941"/>
                  </a:lnTo>
                  <a:lnTo>
                    <a:pt x="961177" y="27063"/>
                  </a:lnTo>
                  <a:lnTo>
                    <a:pt x="968991" y="27184"/>
                  </a:lnTo>
                  <a:lnTo>
                    <a:pt x="976806" y="27296"/>
                  </a:lnTo>
                  <a:lnTo>
                    <a:pt x="984620" y="27415"/>
                  </a:lnTo>
                  <a:lnTo>
                    <a:pt x="992434" y="27535"/>
                  </a:lnTo>
                  <a:lnTo>
                    <a:pt x="1000249" y="27644"/>
                  </a:lnTo>
                  <a:lnTo>
                    <a:pt x="1008063" y="27758"/>
                  </a:lnTo>
                  <a:lnTo>
                    <a:pt x="1015878" y="27870"/>
                  </a:lnTo>
                  <a:lnTo>
                    <a:pt x="1023692" y="27976"/>
                  </a:lnTo>
                  <a:lnTo>
                    <a:pt x="1031507" y="28097"/>
                  </a:lnTo>
                  <a:lnTo>
                    <a:pt x="1039321" y="28211"/>
                  </a:lnTo>
                  <a:lnTo>
                    <a:pt x="1047136" y="28315"/>
                  </a:lnTo>
                  <a:lnTo>
                    <a:pt x="1054950" y="28422"/>
                  </a:lnTo>
                  <a:lnTo>
                    <a:pt x="1062765" y="28522"/>
                  </a:lnTo>
                  <a:lnTo>
                    <a:pt x="1070579" y="28620"/>
                  </a:lnTo>
                  <a:lnTo>
                    <a:pt x="1078393" y="28718"/>
                  </a:lnTo>
                  <a:lnTo>
                    <a:pt x="1086208" y="28803"/>
                  </a:lnTo>
                  <a:lnTo>
                    <a:pt x="1094022" y="28906"/>
                  </a:lnTo>
                  <a:lnTo>
                    <a:pt x="1101837" y="29005"/>
                  </a:lnTo>
                  <a:lnTo>
                    <a:pt x="1109651" y="29106"/>
                  </a:lnTo>
                  <a:lnTo>
                    <a:pt x="1117466" y="29204"/>
                  </a:lnTo>
                  <a:lnTo>
                    <a:pt x="1125280" y="29310"/>
                  </a:lnTo>
                  <a:lnTo>
                    <a:pt x="1133095" y="29415"/>
                  </a:lnTo>
                  <a:lnTo>
                    <a:pt x="1140909" y="29519"/>
                  </a:lnTo>
                  <a:lnTo>
                    <a:pt x="1148723" y="29618"/>
                  </a:lnTo>
                  <a:lnTo>
                    <a:pt x="1156538" y="29703"/>
                  </a:lnTo>
                  <a:lnTo>
                    <a:pt x="1164352" y="29792"/>
                  </a:lnTo>
                  <a:lnTo>
                    <a:pt x="1172167" y="29895"/>
                  </a:lnTo>
                  <a:lnTo>
                    <a:pt x="1179981" y="29989"/>
                  </a:lnTo>
                  <a:lnTo>
                    <a:pt x="1187796" y="30072"/>
                  </a:lnTo>
                  <a:lnTo>
                    <a:pt x="1195610" y="30149"/>
                  </a:lnTo>
                  <a:lnTo>
                    <a:pt x="1203425" y="30235"/>
                  </a:lnTo>
                  <a:lnTo>
                    <a:pt x="1211239" y="30329"/>
                  </a:lnTo>
                  <a:lnTo>
                    <a:pt x="1219053" y="30423"/>
                  </a:lnTo>
                  <a:lnTo>
                    <a:pt x="1226868" y="30513"/>
                  </a:lnTo>
                  <a:lnTo>
                    <a:pt x="1234682" y="30585"/>
                  </a:lnTo>
                  <a:lnTo>
                    <a:pt x="1242497" y="30658"/>
                  </a:lnTo>
                  <a:lnTo>
                    <a:pt x="1250311" y="30724"/>
                  </a:lnTo>
                  <a:lnTo>
                    <a:pt x="1258126" y="30799"/>
                  </a:lnTo>
                  <a:lnTo>
                    <a:pt x="1265940" y="30874"/>
                  </a:lnTo>
                  <a:lnTo>
                    <a:pt x="1273755" y="30952"/>
                  </a:lnTo>
                  <a:lnTo>
                    <a:pt x="1281569" y="31031"/>
                  </a:lnTo>
                  <a:lnTo>
                    <a:pt x="1289384" y="31108"/>
                  </a:lnTo>
                  <a:lnTo>
                    <a:pt x="1297198" y="31181"/>
                  </a:lnTo>
                  <a:lnTo>
                    <a:pt x="1305012" y="31251"/>
                  </a:lnTo>
                  <a:lnTo>
                    <a:pt x="1312827" y="31333"/>
                  </a:lnTo>
                  <a:lnTo>
                    <a:pt x="1320641" y="31432"/>
                  </a:lnTo>
                  <a:lnTo>
                    <a:pt x="1328456" y="31517"/>
                  </a:lnTo>
                  <a:lnTo>
                    <a:pt x="1336270" y="31599"/>
                  </a:lnTo>
                  <a:lnTo>
                    <a:pt x="1344085" y="31675"/>
                  </a:lnTo>
                  <a:lnTo>
                    <a:pt x="1351899" y="31765"/>
                  </a:lnTo>
                  <a:lnTo>
                    <a:pt x="1359714" y="31843"/>
                  </a:lnTo>
                  <a:lnTo>
                    <a:pt x="1367528" y="31909"/>
                  </a:lnTo>
                  <a:lnTo>
                    <a:pt x="1375342" y="31985"/>
                  </a:lnTo>
                  <a:lnTo>
                    <a:pt x="1383157" y="32065"/>
                  </a:lnTo>
                  <a:lnTo>
                    <a:pt x="1390971" y="32148"/>
                  </a:lnTo>
                  <a:lnTo>
                    <a:pt x="1398786" y="32217"/>
                  </a:lnTo>
                  <a:lnTo>
                    <a:pt x="1406600" y="32288"/>
                  </a:lnTo>
                  <a:lnTo>
                    <a:pt x="1414415" y="32370"/>
                  </a:lnTo>
                  <a:lnTo>
                    <a:pt x="1422229" y="32442"/>
                  </a:lnTo>
                  <a:lnTo>
                    <a:pt x="1430044" y="32506"/>
                  </a:lnTo>
                  <a:lnTo>
                    <a:pt x="1437858" y="32578"/>
                  </a:lnTo>
                  <a:lnTo>
                    <a:pt x="1445672" y="32652"/>
                  </a:lnTo>
                  <a:lnTo>
                    <a:pt x="1453487" y="32712"/>
                  </a:lnTo>
                  <a:lnTo>
                    <a:pt x="1461301" y="32781"/>
                  </a:lnTo>
                  <a:lnTo>
                    <a:pt x="1469116" y="32855"/>
                  </a:lnTo>
                  <a:lnTo>
                    <a:pt x="1476930" y="32923"/>
                  </a:lnTo>
                  <a:lnTo>
                    <a:pt x="1484745" y="32995"/>
                  </a:lnTo>
                  <a:lnTo>
                    <a:pt x="1492559" y="33048"/>
                  </a:lnTo>
                  <a:lnTo>
                    <a:pt x="1500374" y="33107"/>
                  </a:lnTo>
                  <a:lnTo>
                    <a:pt x="1508188" y="33170"/>
                  </a:lnTo>
                  <a:lnTo>
                    <a:pt x="1516003" y="33219"/>
                  </a:lnTo>
                  <a:lnTo>
                    <a:pt x="1523817" y="33277"/>
                  </a:lnTo>
                  <a:lnTo>
                    <a:pt x="1531631" y="33331"/>
                  </a:lnTo>
                  <a:lnTo>
                    <a:pt x="1539446" y="33391"/>
                  </a:lnTo>
                  <a:lnTo>
                    <a:pt x="1547260" y="33448"/>
                  </a:lnTo>
                  <a:lnTo>
                    <a:pt x="1555075" y="33506"/>
                  </a:lnTo>
                  <a:lnTo>
                    <a:pt x="1562889" y="33572"/>
                  </a:lnTo>
                  <a:lnTo>
                    <a:pt x="1570704" y="33636"/>
                  </a:lnTo>
                  <a:lnTo>
                    <a:pt x="1578518" y="33691"/>
                  </a:lnTo>
                  <a:lnTo>
                    <a:pt x="1586333" y="33754"/>
                  </a:lnTo>
                  <a:lnTo>
                    <a:pt x="1594147" y="33812"/>
                  </a:lnTo>
                  <a:lnTo>
                    <a:pt x="1601961" y="33866"/>
                  </a:lnTo>
                  <a:lnTo>
                    <a:pt x="1609776" y="33913"/>
                  </a:lnTo>
                  <a:lnTo>
                    <a:pt x="1617590" y="33972"/>
                  </a:lnTo>
                  <a:lnTo>
                    <a:pt x="1625405" y="34020"/>
                  </a:lnTo>
                  <a:lnTo>
                    <a:pt x="1633219" y="34078"/>
                  </a:lnTo>
                  <a:lnTo>
                    <a:pt x="1641034" y="34149"/>
                  </a:lnTo>
                  <a:lnTo>
                    <a:pt x="1648848" y="34211"/>
                  </a:lnTo>
                  <a:lnTo>
                    <a:pt x="1656663" y="34271"/>
                  </a:lnTo>
                  <a:lnTo>
                    <a:pt x="1664477" y="34326"/>
                  </a:lnTo>
                  <a:lnTo>
                    <a:pt x="1672291" y="34378"/>
                  </a:lnTo>
                  <a:lnTo>
                    <a:pt x="1680106" y="34430"/>
                  </a:lnTo>
                  <a:lnTo>
                    <a:pt x="1687920" y="34481"/>
                  </a:lnTo>
                  <a:lnTo>
                    <a:pt x="1695735" y="34531"/>
                  </a:lnTo>
                  <a:lnTo>
                    <a:pt x="1703549" y="34574"/>
                  </a:lnTo>
                  <a:lnTo>
                    <a:pt x="1711364" y="34616"/>
                  </a:lnTo>
                  <a:lnTo>
                    <a:pt x="1719178" y="34655"/>
                  </a:lnTo>
                  <a:lnTo>
                    <a:pt x="1726993" y="34690"/>
                  </a:lnTo>
                  <a:lnTo>
                    <a:pt x="1734807" y="34728"/>
                  </a:lnTo>
                  <a:lnTo>
                    <a:pt x="1742622" y="34764"/>
                  </a:lnTo>
                  <a:lnTo>
                    <a:pt x="1750436" y="34814"/>
                  </a:lnTo>
                  <a:lnTo>
                    <a:pt x="1758250" y="34868"/>
                  </a:lnTo>
                  <a:lnTo>
                    <a:pt x="1766065" y="34918"/>
                  </a:lnTo>
                  <a:lnTo>
                    <a:pt x="1773879" y="34968"/>
                  </a:lnTo>
                  <a:lnTo>
                    <a:pt x="1781694" y="35021"/>
                  </a:lnTo>
                  <a:lnTo>
                    <a:pt x="1789508" y="35062"/>
                  </a:lnTo>
                  <a:lnTo>
                    <a:pt x="1797323" y="35100"/>
                  </a:lnTo>
                  <a:lnTo>
                    <a:pt x="1805137" y="35143"/>
                  </a:lnTo>
                  <a:lnTo>
                    <a:pt x="1812952" y="35192"/>
                  </a:lnTo>
                  <a:lnTo>
                    <a:pt x="1820766" y="35245"/>
                  </a:lnTo>
                  <a:lnTo>
                    <a:pt x="1828580" y="35296"/>
                  </a:lnTo>
                  <a:lnTo>
                    <a:pt x="1836395" y="35332"/>
                  </a:lnTo>
                  <a:lnTo>
                    <a:pt x="1844209" y="35362"/>
                  </a:lnTo>
                  <a:lnTo>
                    <a:pt x="1852024" y="35398"/>
                  </a:lnTo>
                  <a:lnTo>
                    <a:pt x="1859838" y="35438"/>
                  </a:lnTo>
                  <a:lnTo>
                    <a:pt x="1867653" y="35480"/>
                  </a:lnTo>
                  <a:lnTo>
                    <a:pt x="1875467" y="35519"/>
                  </a:lnTo>
                  <a:lnTo>
                    <a:pt x="1883282" y="35554"/>
                  </a:lnTo>
                  <a:lnTo>
                    <a:pt x="1891096" y="35592"/>
                  </a:lnTo>
                  <a:lnTo>
                    <a:pt x="1898910" y="35627"/>
                  </a:lnTo>
                  <a:lnTo>
                    <a:pt x="1906725" y="35668"/>
                  </a:lnTo>
                  <a:lnTo>
                    <a:pt x="1914539" y="35706"/>
                  </a:lnTo>
                  <a:lnTo>
                    <a:pt x="1922354" y="35749"/>
                  </a:lnTo>
                  <a:lnTo>
                    <a:pt x="1930168" y="35790"/>
                  </a:lnTo>
                  <a:lnTo>
                    <a:pt x="1937983" y="35828"/>
                  </a:lnTo>
                  <a:lnTo>
                    <a:pt x="1945797" y="35869"/>
                  </a:lnTo>
                  <a:lnTo>
                    <a:pt x="1953612" y="35911"/>
                  </a:lnTo>
                  <a:lnTo>
                    <a:pt x="1961426" y="35954"/>
                  </a:lnTo>
                  <a:lnTo>
                    <a:pt x="1969241" y="35996"/>
                  </a:lnTo>
                  <a:lnTo>
                    <a:pt x="1977055" y="36039"/>
                  </a:lnTo>
                  <a:lnTo>
                    <a:pt x="1984869" y="36082"/>
                  </a:lnTo>
                  <a:lnTo>
                    <a:pt x="1992684" y="36121"/>
                  </a:lnTo>
                  <a:lnTo>
                    <a:pt x="2000498" y="36153"/>
                  </a:lnTo>
                  <a:lnTo>
                    <a:pt x="2008313" y="36189"/>
                  </a:lnTo>
                  <a:lnTo>
                    <a:pt x="2016127" y="36227"/>
                  </a:lnTo>
                  <a:lnTo>
                    <a:pt x="2023942" y="36264"/>
                  </a:lnTo>
                </a:path>
              </a:pathLst>
            </a:custGeom>
            <a:ln w="18970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l186"/>
            <p:cNvSpPr/>
            <p:nvPr/>
          </p:nvSpPr>
          <p:spPr>
            <a:xfrm>
              <a:off x="3632283" y="4631118"/>
              <a:ext cx="2023942" cy="36105"/>
            </a:xfrm>
            <a:custGeom>
              <a:avLst/>
              <a:pathLst>
                <a:path w="2023942" h="36105">
                  <a:moveTo>
                    <a:pt x="0" y="0"/>
                  </a:moveTo>
                  <a:lnTo>
                    <a:pt x="7814" y="324"/>
                  </a:lnTo>
                  <a:lnTo>
                    <a:pt x="15628" y="627"/>
                  </a:lnTo>
                  <a:lnTo>
                    <a:pt x="23443" y="930"/>
                  </a:lnTo>
                  <a:lnTo>
                    <a:pt x="31257" y="1256"/>
                  </a:lnTo>
                  <a:lnTo>
                    <a:pt x="39072" y="1588"/>
                  </a:lnTo>
                  <a:lnTo>
                    <a:pt x="46886" y="1861"/>
                  </a:lnTo>
                  <a:lnTo>
                    <a:pt x="54701" y="2194"/>
                  </a:lnTo>
                  <a:lnTo>
                    <a:pt x="62515" y="2495"/>
                  </a:lnTo>
                  <a:lnTo>
                    <a:pt x="70330" y="2771"/>
                  </a:lnTo>
                  <a:lnTo>
                    <a:pt x="78144" y="3060"/>
                  </a:lnTo>
                  <a:lnTo>
                    <a:pt x="85958" y="3380"/>
                  </a:lnTo>
                  <a:lnTo>
                    <a:pt x="93773" y="3725"/>
                  </a:lnTo>
                  <a:lnTo>
                    <a:pt x="101587" y="4050"/>
                  </a:lnTo>
                  <a:lnTo>
                    <a:pt x="109402" y="4415"/>
                  </a:lnTo>
                  <a:lnTo>
                    <a:pt x="117216" y="4767"/>
                  </a:lnTo>
                  <a:lnTo>
                    <a:pt x="125031" y="5068"/>
                  </a:lnTo>
                  <a:lnTo>
                    <a:pt x="132845" y="5409"/>
                  </a:lnTo>
                  <a:lnTo>
                    <a:pt x="140660" y="5713"/>
                  </a:lnTo>
                  <a:lnTo>
                    <a:pt x="148474" y="5999"/>
                  </a:lnTo>
                  <a:lnTo>
                    <a:pt x="156288" y="6354"/>
                  </a:lnTo>
                  <a:lnTo>
                    <a:pt x="164103" y="6667"/>
                  </a:lnTo>
                  <a:lnTo>
                    <a:pt x="171917" y="6938"/>
                  </a:lnTo>
                  <a:lnTo>
                    <a:pt x="179732" y="7139"/>
                  </a:lnTo>
                  <a:lnTo>
                    <a:pt x="187546" y="7393"/>
                  </a:lnTo>
                  <a:lnTo>
                    <a:pt x="195361" y="7618"/>
                  </a:lnTo>
                  <a:lnTo>
                    <a:pt x="203175" y="7928"/>
                  </a:lnTo>
                  <a:lnTo>
                    <a:pt x="210990" y="8209"/>
                  </a:lnTo>
                  <a:lnTo>
                    <a:pt x="218804" y="8532"/>
                  </a:lnTo>
                  <a:lnTo>
                    <a:pt x="226619" y="8819"/>
                  </a:lnTo>
                  <a:lnTo>
                    <a:pt x="234433" y="9077"/>
                  </a:lnTo>
                  <a:lnTo>
                    <a:pt x="242247" y="9351"/>
                  </a:lnTo>
                  <a:lnTo>
                    <a:pt x="250062" y="9603"/>
                  </a:lnTo>
                  <a:lnTo>
                    <a:pt x="257876" y="9889"/>
                  </a:lnTo>
                  <a:lnTo>
                    <a:pt x="265691" y="10149"/>
                  </a:lnTo>
                  <a:lnTo>
                    <a:pt x="273505" y="10373"/>
                  </a:lnTo>
                  <a:lnTo>
                    <a:pt x="281320" y="10656"/>
                  </a:lnTo>
                  <a:lnTo>
                    <a:pt x="289134" y="10894"/>
                  </a:lnTo>
                  <a:lnTo>
                    <a:pt x="296949" y="11161"/>
                  </a:lnTo>
                  <a:lnTo>
                    <a:pt x="304763" y="11402"/>
                  </a:lnTo>
                  <a:lnTo>
                    <a:pt x="312577" y="11656"/>
                  </a:lnTo>
                  <a:lnTo>
                    <a:pt x="320392" y="11906"/>
                  </a:lnTo>
                  <a:lnTo>
                    <a:pt x="328206" y="12200"/>
                  </a:lnTo>
                  <a:lnTo>
                    <a:pt x="336021" y="12397"/>
                  </a:lnTo>
                  <a:lnTo>
                    <a:pt x="343835" y="12615"/>
                  </a:lnTo>
                  <a:lnTo>
                    <a:pt x="351650" y="12875"/>
                  </a:lnTo>
                  <a:lnTo>
                    <a:pt x="359464" y="13133"/>
                  </a:lnTo>
                  <a:lnTo>
                    <a:pt x="367279" y="13395"/>
                  </a:lnTo>
                  <a:lnTo>
                    <a:pt x="375093" y="13636"/>
                  </a:lnTo>
                  <a:lnTo>
                    <a:pt x="382907" y="13865"/>
                  </a:lnTo>
                  <a:lnTo>
                    <a:pt x="390722" y="14048"/>
                  </a:lnTo>
                  <a:lnTo>
                    <a:pt x="398536" y="14275"/>
                  </a:lnTo>
                  <a:lnTo>
                    <a:pt x="406351" y="14552"/>
                  </a:lnTo>
                  <a:lnTo>
                    <a:pt x="414165" y="14705"/>
                  </a:lnTo>
                  <a:lnTo>
                    <a:pt x="421980" y="14915"/>
                  </a:lnTo>
                  <a:lnTo>
                    <a:pt x="429794" y="15147"/>
                  </a:lnTo>
                  <a:lnTo>
                    <a:pt x="437609" y="15398"/>
                  </a:lnTo>
                  <a:lnTo>
                    <a:pt x="445423" y="15628"/>
                  </a:lnTo>
                  <a:lnTo>
                    <a:pt x="453238" y="15849"/>
                  </a:lnTo>
                  <a:lnTo>
                    <a:pt x="461052" y="16071"/>
                  </a:lnTo>
                  <a:lnTo>
                    <a:pt x="468866" y="16262"/>
                  </a:lnTo>
                  <a:lnTo>
                    <a:pt x="476681" y="16467"/>
                  </a:lnTo>
                  <a:lnTo>
                    <a:pt x="484495" y="16680"/>
                  </a:lnTo>
                  <a:lnTo>
                    <a:pt x="492310" y="16841"/>
                  </a:lnTo>
                  <a:lnTo>
                    <a:pt x="500124" y="17034"/>
                  </a:lnTo>
                  <a:lnTo>
                    <a:pt x="507939" y="17242"/>
                  </a:lnTo>
                  <a:lnTo>
                    <a:pt x="515753" y="17452"/>
                  </a:lnTo>
                  <a:lnTo>
                    <a:pt x="523568" y="17654"/>
                  </a:lnTo>
                  <a:lnTo>
                    <a:pt x="531382" y="17830"/>
                  </a:lnTo>
                  <a:lnTo>
                    <a:pt x="539196" y="18002"/>
                  </a:lnTo>
                  <a:lnTo>
                    <a:pt x="547011" y="18213"/>
                  </a:lnTo>
                  <a:lnTo>
                    <a:pt x="554825" y="18397"/>
                  </a:lnTo>
                  <a:lnTo>
                    <a:pt x="562640" y="18609"/>
                  </a:lnTo>
                  <a:lnTo>
                    <a:pt x="570454" y="18774"/>
                  </a:lnTo>
                  <a:lnTo>
                    <a:pt x="578269" y="18967"/>
                  </a:lnTo>
                  <a:lnTo>
                    <a:pt x="586083" y="19167"/>
                  </a:lnTo>
                  <a:lnTo>
                    <a:pt x="593898" y="19309"/>
                  </a:lnTo>
                  <a:lnTo>
                    <a:pt x="601712" y="19507"/>
                  </a:lnTo>
                  <a:lnTo>
                    <a:pt x="609526" y="19656"/>
                  </a:lnTo>
                  <a:lnTo>
                    <a:pt x="617341" y="19807"/>
                  </a:lnTo>
                  <a:lnTo>
                    <a:pt x="625155" y="19990"/>
                  </a:lnTo>
                  <a:lnTo>
                    <a:pt x="632970" y="20187"/>
                  </a:lnTo>
                  <a:lnTo>
                    <a:pt x="640784" y="20351"/>
                  </a:lnTo>
                  <a:lnTo>
                    <a:pt x="648599" y="20509"/>
                  </a:lnTo>
                  <a:lnTo>
                    <a:pt x="656413" y="20693"/>
                  </a:lnTo>
                  <a:lnTo>
                    <a:pt x="664228" y="20862"/>
                  </a:lnTo>
                  <a:lnTo>
                    <a:pt x="672042" y="21016"/>
                  </a:lnTo>
                  <a:lnTo>
                    <a:pt x="679857" y="21174"/>
                  </a:lnTo>
                  <a:lnTo>
                    <a:pt x="687671" y="21316"/>
                  </a:lnTo>
                  <a:lnTo>
                    <a:pt x="695485" y="21455"/>
                  </a:lnTo>
                  <a:lnTo>
                    <a:pt x="703300" y="21594"/>
                  </a:lnTo>
                  <a:lnTo>
                    <a:pt x="711114" y="21739"/>
                  </a:lnTo>
                  <a:lnTo>
                    <a:pt x="718929" y="21910"/>
                  </a:lnTo>
                  <a:lnTo>
                    <a:pt x="726743" y="22067"/>
                  </a:lnTo>
                  <a:lnTo>
                    <a:pt x="734558" y="22208"/>
                  </a:lnTo>
                  <a:lnTo>
                    <a:pt x="742372" y="22376"/>
                  </a:lnTo>
                  <a:lnTo>
                    <a:pt x="750187" y="22560"/>
                  </a:lnTo>
                  <a:lnTo>
                    <a:pt x="758001" y="22731"/>
                  </a:lnTo>
                  <a:lnTo>
                    <a:pt x="765815" y="22854"/>
                  </a:lnTo>
                  <a:lnTo>
                    <a:pt x="773630" y="22996"/>
                  </a:lnTo>
                  <a:lnTo>
                    <a:pt x="781444" y="23114"/>
                  </a:lnTo>
                  <a:lnTo>
                    <a:pt x="789259" y="23253"/>
                  </a:lnTo>
                  <a:lnTo>
                    <a:pt x="797073" y="23409"/>
                  </a:lnTo>
                  <a:lnTo>
                    <a:pt x="804888" y="23557"/>
                  </a:lnTo>
                  <a:lnTo>
                    <a:pt x="812702" y="23699"/>
                  </a:lnTo>
                  <a:lnTo>
                    <a:pt x="820517" y="23851"/>
                  </a:lnTo>
                  <a:lnTo>
                    <a:pt x="828331" y="24014"/>
                  </a:lnTo>
                  <a:lnTo>
                    <a:pt x="836145" y="24147"/>
                  </a:lnTo>
                  <a:lnTo>
                    <a:pt x="843960" y="24269"/>
                  </a:lnTo>
                  <a:lnTo>
                    <a:pt x="851774" y="24399"/>
                  </a:lnTo>
                  <a:lnTo>
                    <a:pt x="859589" y="24524"/>
                  </a:lnTo>
                  <a:lnTo>
                    <a:pt x="867403" y="24664"/>
                  </a:lnTo>
                  <a:lnTo>
                    <a:pt x="875218" y="24804"/>
                  </a:lnTo>
                  <a:lnTo>
                    <a:pt x="883032" y="24949"/>
                  </a:lnTo>
                  <a:lnTo>
                    <a:pt x="890847" y="25095"/>
                  </a:lnTo>
                  <a:lnTo>
                    <a:pt x="898661" y="25241"/>
                  </a:lnTo>
                  <a:lnTo>
                    <a:pt x="906476" y="25359"/>
                  </a:lnTo>
                  <a:lnTo>
                    <a:pt x="914290" y="25473"/>
                  </a:lnTo>
                  <a:lnTo>
                    <a:pt x="922104" y="25587"/>
                  </a:lnTo>
                  <a:lnTo>
                    <a:pt x="929919" y="25736"/>
                  </a:lnTo>
                  <a:lnTo>
                    <a:pt x="937733" y="25835"/>
                  </a:lnTo>
                  <a:lnTo>
                    <a:pt x="945548" y="25959"/>
                  </a:lnTo>
                  <a:lnTo>
                    <a:pt x="953362" y="26127"/>
                  </a:lnTo>
                  <a:lnTo>
                    <a:pt x="961177" y="26238"/>
                  </a:lnTo>
                  <a:lnTo>
                    <a:pt x="968991" y="26373"/>
                  </a:lnTo>
                  <a:lnTo>
                    <a:pt x="976806" y="26484"/>
                  </a:lnTo>
                  <a:lnTo>
                    <a:pt x="984620" y="26606"/>
                  </a:lnTo>
                  <a:lnTo>
                    <a:pt x="992434" y="26727"/>
                  </a:lnTo>
                  <a:lnTo>
                    <a:pt x="1000249" y="26849"/>
                  </a:lnTo>
                  <a:lnTo>
                    <a:pt x="1008063" y="26986"/>
                  </a:lnTo>
                  <a:lnTo>
                    <a:pt x="1015878" y="27108"/>
                  </a:lnTo>
                  <a:lnTo>
                    <a:pt x="1023692" y="27236"/>
                  </a:lnTo>
                  <a:lnTo>
                    <a:pt x="1031507" y="27367"/>
                  </a:lnTo>
                  <a:lnTo>
                    <a:pt x="1039321" y="27481"/>
                  </a:lnTo>
                  <a:lnTo>
                    <a:pt x="1047136" y="27608"/>
                  </a:lnTo>
                  <a:lnTo>
                    <a:pt x="1054950" y="27724"/>
                  </a:lnTo>
                  <a:lnTo>
                    <a:pt x="1062765" y="27842"/>
                  </a:lnTo>
                  <a:lnTo>
                    <a:pt x="1070579" y="27943"/>
                  </a:lnTo>
                  <a:lnTo>
                    <a:pt x="1078393" y="28068"/>
                  </a:lnTo>
                  <a:lnTo>
                    <a:pt x="1086208" y="28197"/>
                  </a:lnTo>
                  <a:lnTo>
                    <a:pt x="1094022" y="28312"/>
                  </a:lnTo>
                  <a:lnTo>
                    <a:pt x="1101837" y="28406"/>
                  </a:lnTo>
                  <a:lnTo>
                    <a:pt x="1109651" y="28484"/>
                  </a:lnTo>
                  <a:lnTo>
                    <a:pt x="1117466" y="28588"/>
                  </a:lnTo>
                  <a:lnTo>
                    <a:pt x="1125280" y="28687"/>
                  </a:lnTo>
                  <a:lnTo>
                    <a:pt x="1133095" y="28779"/>
                  </a:lnTo>
                  <a:lnTo>
                    <a:pt x="1140909" y="28886"/>
                  </a:lnTo>
                  <a:lnTo>
                    <a:pt x="1148723" y="28985"/>
                  </a:lnTo>
                  <a:lnTo>
                    <a:pt x="1156538" y="29058"/>
                  </a:lnTo>
                  <a:lnTo>
                    <a:pt x="1164352" y="29145"/>
                  </a:lnTo>
                  <a:lnTo>
                    <a:pt x="1172167" y="29250"/>
                  </a:lnTo>
                  <a:lnTo>
                    <a:pt x="1179981" y="29349"/>
                  </a:lnTo>
                  <a:lnTo>
                    <a:pt x="1187796" y="29450"/>
                  </a:lnTo>
                  <a:lnTo>
                    <a:pt x="1195610" y="29550"/>
                  </a:lnTo>
                  <a:lnTo>
                    <a:pt x="1203425" y="29639"/>
                  </a:lnTo>
                  <a:lnTo>
                    <a:pt x="1211239" y="29715"/>
                  </a:lnTo>
                  <a:lnTo>
                    <a:pt x="1219053" y="29805"/>
                  </a:lnTo>
                  <a:lnTo>
                    <a:pt x="1226868" y="29903"/>
                  </a:lnTo>
                  <a:lnTo>
                    <a:pt x="1234682" y="29982"/>
                  </a:lnTo>
                  <a:lnTo>
                    <a:pt x="1242497" y="30071"/>
                  </a:lnTo>
                  <a:lnTo>
                    <a:pt x="1250311" y="30152"/>
                  </a:lnTo>
                  <a:lnTo>
                    <a:pt x="1258126" y="30236"/>
                  </a:lnTo>
                  <a:lnTo>
                    <a:pt x="1265940" y="30304"/>
                  </a:lnTo>
                  <a:lnTo>
                    <a:pt x="1273755" y="30374"/>
                  </a:lnTo>
                  <a:lnTo>
                    <a:pt x="1281569" y="30441"/>
                  </a:lnTo>
                  <a:lnTo>
                    <a:pt x="1289384" y="30519"/>
                  </a:lnTo>
                  <a:lnTo>
                    <a:pt x="1297198" y="30633"/>
                  </a:lnTo>
                  <a:lnTo>
                    <a:pt x="1305012" y="30750"/>
                  </a:lnTo>
                  <a:lnTo>
                    <a:pt x="1312827" y="30851"/>
                  </a:lnTo>
                  <a:lnTo>
                    <a:pt x="1320641" y="30937"/>
                  </a:lnTo>
                  <a:lnTo>
                    <a:pt x="1328456" y="30986"/>
                  </a:lnTo>
                  <a:lnTo>
                    <a:pt x="1336270" y="31054"/>
                  </a:lnTo>
                  <a:lnTo>
                    <a:pt x="1344085" y="31145"/>
                  </a:lnTo>
                  <a:lnTo>
                    <a:pt x="1351899" y="31218"/>
                  </a:lnTo>
                  <a:lnTo>
                    <a:pt x="1359714" y="31286"/>
                  </a:lnTo>
                  <a:lnTo>
                    <a:pt x="1367528" y="31352"/>
                  </a:lnTo>
                  <a:lnTo>
                    <a:pt x="1375342" y="31411"/>
                  </a:lnTo>
                  <a:lnTo>
                    <a:pt x="1383157" y="31479"/>
                  </a:lnTo>
                  <a:lnTo>
                    <a:pt x="1390971" y="31563"/>
                  </a:lnTo>
                  <a:lnTo>
                    <a:pt x="1398786" y="31638"/>
                  </a:lnTo>
                  <a:lnTo>
                    <a:pt x="1406600" y="31720"/>
                  </a:lnTo>
                  <a:lnTo>
                    <a:pt x="1414415" y="31802"/>
                  </a:lnTo>
                  <a:lnTo>
                    <a:pt x="1422229" y="31874"/>
                  </a:lnTo>
                  <a:lnTo>
                    <a:pt x="1430044" y="31946"/>
                  </a:lnTo>
                  <a:lnTo>
                    <a:pt x="1437858" y="32037"/>
                  </a:lnTo>
                  <a:lnTo>
                    <a:pt x="1445672" y="32110"/>
                  </a:lnTo>
                  <a:lnTo>
                    <a:pt x="1453487" y="32187"/>
                  </a:lnTo>
                  <a:lnTo>
                    <a:pt x="1461301" y="32259"/>
                  </a:lnTo>
                  <a:lnTo>
                    <a:pt x="1469116" y="32337"/>
                  </a:lnTo>
                  <a:lnTo>
                    <a:pt x="1476930" y="32396"/>
                  </a:lnTo>
                  <a:lnTo>
                    <a:pt x="1484745" y="32468"/>
                  </a:lnTo>
                  <a:lnTo>
                    <a:pt x="1492559" y="32539"/>
                  </a:lnTo>
                  <a:lnTo>
                    <a:pt x="1500374" y="32607"/>
                  </a:lnTo>
                  <a:lnTo>
                    <a:pt x="1508188" y="32662"/>
                  </a:lnTo>
                  <a:lnTo>
                    <a:pt x="1516003" y="32731"/>
                  </a:lnTo>
                  <a:lnTo>
                    <a:pt x="1523817" y="32807"/>
                  </a:lnTo>
                  <a:lnTo>
                    <a:pt x="1531631" y="32881"/>
                  </a:lnTo>
                  <a:lnTo>
                    <a:pt x="1539446" y="32932"/>
                  </a:lnTo>
                  <a:lnTo>
                    <a:pt x="1547260" y="32997"/>
                  </a:lnTo>
                  <a:lnTo>
                    <a:pt x="1555075" y="33068"/>
                  </a:lnTo>
                  <a:lnTo>
                    <a:pt x="1562889" y="33127"/>
                  </a:lnTo>
                  <a:lnTo>
                    <a:pt x="1570704" y="33202"/>
                  </a:lnTo>
                  <a:lnTo>
                    <a:pt x="1578518" y="33255"/>
                  </a:lnTo>
                  <a:lnTo>
                    <a:pt x="1586333" y="33314"/>
                  </a:lnTo>
                  <a:lnTo>
                    <a:pt x="1594147" y="33387"/>
                  </a:lnTo>
                  <a:lnTo>
                    <a:pt x="1601961" y="33442"/>
                  </a:lnTo>
                  <a:lnTo>
                    <a:pt x="1609776" y="33493"/>
                  </a:lnTo>
                  <a:lnTo>
                    <a:pt x="1617590" y="33565"/>
                  </a:lnTo>
                  <a:lnTo>
                    <a:pt x="1625405" y="33644"/>
                  </a:lnTo>
                  <a:lnTo>
                    <a:pt x="1633219" y="33708"/>
                  </a:lnTo>
                  <a:lnTo>
                    <a:pt x="1641034" y="33772"/>
                  </a:lnTo>
                  <a:lnTo>
                    <a:pt x="1648848" y="33829"/>
                  </a:lnTo>
                  <a:lnTo>
                    <a:pt x="1656663" y="33893"/>
                  </a:lnTo>
                  <a:lnTo>
                    <a:pt x="1664477" y="33947"/>
                  </a:lnTo>
                  <a:lnTo>
                    <a:pt x="1672291" y="34010"/>
                  </a:lnTo>
                  <a:lnTo>
                    <a:pt x="1680106" y="34099"/>
                  </a:lnTo>
                  <a:lnTo>
                    <a:pt x="1687920" y="34145"/>
                  </a:lnTo>
                  <a:lnTo>
                    <a:pt x="1695735" y="34187"/>
                  </a:lnTo>
                  <a:lnTo>
                    <a:pt x="1703549" y="34232"/>
                  </a:lnTo>
                  <a:lnTo>
                    <a:pt x="1711364" y="34279"/>
                  </a:lnTo>
                  <a:lnTo>
                    <a:pt x="1719178" y="34331"/>
                  </a:lnTo>
                  <a:lnTo>
                    <a:pt x="1726993" y="34383"/>
                  </a:lnTo>
                  <a:lnTo>
                    <a:pt x="1734807" y="34418"/>
                  </a:lnTo>
                  <a:lnTo>
                    <a:pt x="1742622" y="34460"/>
                  </a:lnTo>
                  <a:lnTo>
                    <a:pt x="1750436" y="34498"/>
                  </a:lnTo>
                  <a:lnTo>
                    <a:pt x="1758250" y="34570"/>
                  </a:lnTo>
                  <a:lnTo>
                    <a:pt x="1766065" y="34642"/>
                  </a:lnTo>
                  <a:lnTo>
                    <a:pt x="1773879" y="34704"/>
                  </a:lnTo>
                  <a:lnTo>
                    <a:pt x="1781694" y="34763"/>
                  </a:lnTo>
                  <a:lnTo>
                    <a:pt x="1789508" y="34812"/>
                  </a:lnTo>
                  <a:lnTo>
                    <a:pt x="1797323" y="34862"/>
                  </a:lnTo>
                  <a:lnTo>
                    <a:pt x="1805137" y="34903"/>
                  </a:lnTo>
                  <a:lnTo>
                    <a:pt x="1812952" y="34940"/>
                  </a:lnTo>
                  <a:lnTo>
                    <a:pt x="1820766" y="34981"/>
                  </a:lnTo>
                  <a:lnTo>
                    <a:pt x="1828580" y="35031"/>
                  </a:lnTo>
                  <a:lnTo>
                    <a:pt x="1836395" y="35092"/>
                  </a:lnTo>
                  <a:lnTo>
                    <a:pt x="1844209" y="35138"/>
                  </a:lnTo>
                  <a:lnTo>
                    <a:pt x="1852024" y="35196"/>
                  </a:lnTo>
                  <a:lnTo>
                    <a:pt x="1859838" y="35234"/>
                  </a:lnTo>
                  <a:lnTo>
                    <a:pt x="1867653" y="35258"/>
                  </a:lnTo>
                  <a:lnTo>
                    <a:pt x="1875467" y="35305"/>
                  </a:lnTo>
                  <a:lnTo>
                    <a:pt x="1883282" y="35357"/>
                  </a:lnTo>
                  <a:lnTo>
                    <a:pt x="1891096" y="35426"/>
                  </a:lnTo>
                  <a:lnTo>
                    <a:pt x="1898910" y="35471"/>
                  </a:lnTo>
                  <a:lnTo>
                    <a:pt x="1906725" y="35504"/>
                  </a:lnTo>
                  <a:lnTo>
                    <a:pt x="1914539" y="35552"/>
                  </a:lnTo>
                  <a:lnTo>
                    <a:pt x="1922354" y="35596"/>
                  </a:lnTo>
                  <a:lnTo>
                    <a:pt x="1930168" y="35632"/>
                  </a:lnTo>
                  <a:lnTo>
                    <a:pt x="1937983" y="35682"/>
                  </a:lnTo>
                  <a:lnTo>
                    <a:pt x="1945797" y="35723"/>
                  </a:lnTo>
                  <a:lnTo>
                    <a:pt x="1953612" y="35773"/>
                  </a:lnTo>
                  <a:lnTo>
                    <a:pt x="1961426" y="35813"/>
                  </a:lnTo>
                  <a:lnTo>
                    <a:pt x="1969241" y="35870"/>
                  </a:lnTo>
                  <a:lnTo>
                    <a:pt x="1977055" y="35912"/>
                  </a:lnTo>
                  <a:lnTo>
                    <a:pt x="1984869" y="35955"/>
                  </a:lnTo>
                  <a:lnTo>
                    <a:pt x="1992684" y="35980"/>
                  </a:lnTo>
                  <a:lnTo>
                    <a:pt x="2000498" y="36017"/>
                  </a:lnTo>
                  <a:lnTo>
                    <a:pt x="2008313" y="36046"/>
                  </a:lnTo>
                  <a:lnTo>
                    <a:pt x="2016127" y="36068"/>
                  </a:lnTo>
                  <a:lnTo>
                    <a:pt x="2023942" y="36105"/>
                  </a:lnTo>
                </a:path>
              </a:pathLst>
            </a:custGeom>
            <a:ln w="1897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l187"/>
            <p:cNvSpPr/>
            <p:nvPr/>
          </p:nvSpPr>
          <p:spPr>
            <a:xfrm>
              <a:off x="3632283" y="4636282"/>
              <a:ext cx="2023942" cy="30768"/>
            </a:xfrm>
            <a:custGeom>
              <a:avLst/>
              <a:pathLst>
                <a:path w="2023942" h="30768">
                  <a:moveTo>
                    <a:pt x="0" y="0"/>
                  </a:moveTo>
                  <a:lnTo>
                    <a:pt x="7814" y="219"/>
                  </a:lnTo>
                  <a:lnTo>
                    <a:pt x="15628" y="480"/>
                  </a:lnTo>
                  <a:lnTo>
                    <a:pt x="23443" y="734"/>
                  </a:lnTo>
                  <a:lnTo>
                    <a:pt x="31257" y="988"/>
                  </a:lnTo>
                  <a:lnTo>
                    <a:pt x="39072" y="1217"/>
                  </a:lnTo>
                  <a:lnTo>
                    <a:pt x="46886" y="1433"/>
                  </a:lnTo>
                  <a:lnTo>
                    <a:pt x="54701" y="1659"/>
                  </a:lnTo>
                  <a:lnTo>
                    <a:pt x="62515" y="1906"/>
                  </a:lnTo>
                  <a:lnTo>
                    <a:pt x="70330" y="2131"/>
                  </a:lnTo>
                  <a:lnTo>
                    <a:pt x="78144" y="2346"/>
                  </a:lnTo>
                  <a:lnTo>
                    <a:pt x="85958" y="2603"/>
                  </a:lnTo>
                  <a:lnTo>
                    <a:pt x="93773" y="2807"/>
                  </a:lnTo>
                  <a:lnTo>
                    <a:pt x="101587" y="3052"/>
                  </a:lnTo>
                  <a:lnTo>
                    <a:pt x="109402" y="3301"/>
                  </a:lnTo>
                  <a:lnTo>
                    <a:pt x="117216" y="3553"/>
                  </a:lnTo>
                  <a:lnTo>
                    <a:pt x="125031" y="3781"/>
                  </a:lnTo>
                  <a:lnTo>
                    <a:pt x="132845" y="4093"/>
                  </a:lnTo>
                  <a:lnTo>
                    <a:pt x="140660" y="4336"/>
                  </a:lnTo>
                  <a:lnTo>
                    <a:pt x="148474" y="4569"/>
                  </a:lnTo>
                  <a:lnTo>
                    <a:pt x="156288" y="4804"/>
                  </a:lnTo>
                  <a:lnTo>
                    <a:pt x="164103" y="5050"/>
                  </a:lnTo>
                  <a:lnTo>
                    <a:pt x="171917" y="5284"/>
                  </a:lnTo>
                  <a:lnTo>
                    <a:pt x="179732" y="5536"/>
                  </a:lnTo>
                  <a:lnTo>
                    <a:pt x="187546" y="5787"/>
                  </a:lnTo>
                  <a:lnTo>
                    <a:pt x="195361" y="6019"/>
                  </a:lnTo>
                  <a:lnTo>
                    <a:pt x="203175" y="6258"/>
                  </a:lnTo>
                  <a:lnTo>
                    <a:pt x="210990" y="6486"/>
                  </a:lnTo>
                  <a:lnTo>
                    <a:pt x="218804" y="6699"/>
                  </a:lnTo>
                  <a:lnTo>
                    <a:pt x="226619" y="6909"/>
                  </a:lnTo>
                  <a:lnTo>
                    <a:pt x="234433" y="7113"/>
                  </a:lnTo>
                  <a:lnTo>
                    <a:pt x="242247" y="7321"/>
                  </a:lnTo>
                  <a:lnTo>
                    <a:pt x="250062" y="7534"/>
                  </a:lnTo>
                  <a:lnTo>
                    <a:pt x="257876" y="7739"/>
                  </a:lnTo>
                  <a:lnTo>
                    <a:pt x="265691" y="7939"/>
                  </a:lnTo>
                  <a:lnTo>
                    <a:pt x="273505" y="8179"/>
                  </a:lnTo>
                  <a:lnTo>
                    <a:pt x="281320" y="8389"/>
                  </a:lnTo>
                  <a:lnTo>
                    <a:pt x="289134" y="8581"/>
                  </a:lnTo>
                  <a:lnTo>
                    <a:pt x="296949" y="8798"/>
                  </a:lnTo>
                  <a:lnTo>
                    <a:pt x="304763" y="9006"/>
                  </a:lnTo>
                  <a:lnTo>
                    <a:pt x="312577" y="9215"/>
                  </a:lnTo>
                  <a:lnTo>
                    <a:pt x="320392" y="9432"/>
                  </a:lnTo>
                  <a:lnTo>
                    <a:pt x="328206" y="9602"/>
                  </a:lnTo>
                  <a:lnTo>
                    <a:pt x="336021" y="9782"/>
                  </a:lnTo>
                  <a:lnTo>
                    <a:pt x="343835" y="9951"/>
                  </a:lnTo>
                  <a:lnTo>
                    <a:pt x="351650" y="10148"/>
                  </a:lnTo>
                  <a:lnTo>
                    <a:pt x="359464" y="10324"/>
                  </a:lnTo>
                  <a:lnTo>
                    <a:pt x="367279" y="10499"/>
                  </a:lnTo>
                  <a:lnTo>
                    <a:pt x="375093" y="10693"/>
                  </a:lnTo>
                  <a:lnTo>
                    <a:pt x="382907" y="10864"/>
                  </a:lnTo>
                  <a:lnTo>
                    <a:pt x="390722" y="11035"/>
                  </a:lnTo>
                  <a:lnTo>
                    <a:pt x="398536" y="11233"/>
                  </a:lnTo>
                  <a:lnTo>
                    <a:pt x="406351" y="11415"/>
                  </a:lnTo>
                  <a:lnTo>
                    <a:pt x="414165" y="11591"/>
                  </a:lnTo>
                  <a:lnTo>
                    <a:pt x="421980" y="11763"/>
                  </a:lnTo>
                  <a:lnTo>
                    <a:pt x="429794" y="11971"/>
                  </a:lnTo>
                  <a:lnTo>
                    <a:pt x="437609" y="12168"/>
                  </a:lnTo>
                  <a:lnTo>
                    <a:pt x="445423" y="12373"/>
                  </a:lnTo>
                  <a:lnTo>
                    <a:pt x="453238" y="12534"/>
                  </a:lnTo>
                  <a:lnTo>
                    <a:pt x="461052" y="12721"/>
                  </a:lnTo>
                  <a:lnTo>
                    <a:pt x="468866" y="12916"/>
                  </a:lnTo>
                  <a:lnTo>
                    <a:pt x="476681" y="13102"/>
                  </a:lnTo>
                  <a:lnTo>
                    <a:pt x="484495" y="13303"/>
                  </a:lnTo>
                  <a:lnTo>
                    <a:pt x="492310" y="13474"/>
                  </a:lnTo>
                  <a:lnTo>
                    <a:pt x="500124" y="13653"/>
                  </a:lnTo>
                  <a:lnTo>
                    <a:pt x="507939" y="13793"/>
                  </a:lnTo>
                  <a:lnTo>
                    <a:pt x="515753" y="13973"/>
                  </a:lnTo>
                  <a:lnTo>
                    <a:pt x="523568" y="14103"/>
                  </a:lnTo>
                  <a:lnTo>
                    <a:pt x="531382" y="14244"/>
                  </a:lnTo>
                  <a:lnTo>
                    <a:pt x="539196" y="14383"/>
                  </a:lnTo>
                  <a:lnTo>
                    <a:pt x="547011" y="14541"/>
                  </a:lnTo>
                  <a:lnTo>
                    <a:pt x="554825" y="14703"/>
                  </a:lnTo>
                  <a:lnTo>
                    <a:pt x="562640" y="14882"/>
                  </a:lnTo>
                  <a:lnTo>
                    <a:pt x="570454" y="15056"/>
                  </a:lnTo>
                  <a:lnTo>
                    <a:pt x="578269" y="15196"/>
                  </a:lnTo>
                  <a:lnTo>
                    <a:pt x="586083" y="15344"/>
                  </a:lnTo>
                  <a:lnTo>
                    <a:pt x="593898" y="15498"/>
                  </a:lnTo>
                  <a:lnTo>
                    <a:pt x="601712" y="15659"/>
                  </a:lnTo>
                  <a:lnTo>
                    <a:pt x="609526" y="15816"/>
                  </a:lnTo>
                  <a:lnTo>
                    <a:pt x="617341" y="15958"/>
                  </a:lnTo>
                  <a:lnTo>
                    <a:pt x="625155" y="16114"/>
                  </a:lnTo>
                  <a:lnTo>
                    <a:pt x="632970" y="16270"/>
                  </a:lnTo>
                  <a:lnTo>
                    <a:pt x="640784" y="16418"/>
                  </a:lnTo>
                  <a:lnTo>
                    <a:pt x="648599" y="16566"/>
                  </a:lnTo>
                  <a:lnTo>
                    <a:pt x="656413" y="16696"/>
                  </a:lnTo>
                  <a:lnTo>
                    <a:pt x="664228" y="16852"/>
                  </a:lnTo>
                  <a:lnTo>
                    <a:pt x="672042" y="17012"/>
                  </a:lnTo>
                  <a:lnTo>
                    <a:pt x="679857" y="17157"/>
                  </a:lnTo>
                  <a:lnTo>
                    <a:pt x="687671" y="17301"/>
                  </a:lnTo>
                  <a:lnTo>
                    <a:pt x="695485" y="17433"/>
                  </a:lnTo>
                  <a:lnTo>
                    <a:pt x="703300" y="17575"/>
                  </a:lnTo>
                  <a:lnTo>
                    <a:pt x="711114" y="17696"/>
                  </a:lnTo>
                  <a:lnTo>
                    <a:pt x="718929" y="17832"/>
                  </a:lnTo>
                  <a:lnTo>
                    <a:pt x="726743" y="17965"/>
                  </a:lnTo>
                  <a:lnTo>
                    <a:pt x="734558" y="18073"/>
                  </a:lnTo>
                  <a:lnTo>
                    <a:pt x="742372" y="18205"/>
                  </a:lnTo>
                  <a:lnTo>
                    <a:pt x="750187" y="18364"/>
                  </a:lnTo>
                  <a:lnTo>
                    <a:pt x="758001" y="18503"/>
                  </a:lnTo>
                  <a:lnTo>
                    <a:pt x="765815" y="18650"/>
                  </a:lnTo>
                  <a:lnTo>
                    <a:pt x="773630" y="18754"/>
                  </a:lnTo>
                  <a:lnTo>
                    <a:pt x="781444" y="18882"/>
                  </a:lnTo>
                  <a:lnTo>
                    <a:pt x="789259" y="19008"/>
                  </a:lnTo>
                  <a:lnTo>
                    <a:pt x="797073" y="19148"/>
                  </a:lnTo>
                  <a:lnTo>
                    <a:pt x="804888" y="19272"/>
                  </a:lnTo>
                  <a:lnTo>
                    <a:pt x="812702" y="19412"/>
                  </a:lnTo>
                  <a:lnTo>
                    <a:pt x="820517" y="19527"/>
                  </a:lnTo>
                  <a:lnTo>
                    <a:pt x="828331" y="19656"/>
                  </a:lnTo>
                  <a:lnTo>
                    <a:pt x="836145" y="19776"/>
                  </a:lnTo>
                  <a:lnTo>
                    <a:pt x="843960" y="19893"/>
                  </a:lnTo>
                  <a:lnTo>
                    <a:pt x="851774" y="20027"/>
                  </a:lnTo>
                  <a:lnTo>
                    <a:pt x="859589" y="20145"/>
                  </a:lnTo>
                  <a:lnTo>
                    <a:pt x="867403" y="20269"/>
                  </a:lnTo>
                  <a:lnTo>
                    <a:pt x="875218" y="20392"/>
                  </a:lnTo>
                  <a:lnTo>
                    <a:pt x="883032" y="20498"/>
                  </a:lnTo>
                  <a:lnTo>
                    <a:pt x="890847" y="20601"/>
                  </a:lnTo>
                  <a:lnTo>
                    <a:pt x="898661" y="20737"/>
                  </a:lnTo>
                  <a:lnTo>
                    <a:pt x="906476" y="20860"/>
                  </a:lnTo>
                  <a:lnTo>
                    <a:pt x="914290" y="20972"/>
                  </a:lnTo>
                  <a:lnTo>
                    <a:pt x="922104" y="21079"/>
                  </a:lnTo>
                  <a:lnTo>
                    <a:pt x="929919" y="21183"/>
                  </a:lnTo>
                  <a:lnTo>
                    <a:pt x="937733" y="21287"/>
                  </a:lnTo>
                  <a:lnTo>
                    <a:pt x="945548" y="21390"/>
                  </a:lnTo>
                  <a:lnTo>
                    <a:pt x="953362" y="21512"/>
                  </a:lnTo>
                  <a:lnTo>
                    <a:pt x="961177" y="21608"/>
                  </a:lnTo>
                  <a:lnTo>
                    <a:pt x="968991" y="21721"/>
                  </a:lnTo>
                  <a:lnTo>
                    <a:pt x="976806" y="21842"/>
                  </a:lnTo>
                  <a:lnTo>
                    <a:pt x="984620" y="21980"/>
                  </a:lnTo>
                  <a:lnTo>
                    <a:pt x="992434" y="22091"/>
                  </a:lnTo>
                  <a:lnTo>
                    <a:pt x="1000249" y="22189"/>
                  </a:lnTo>
                  <a:lnTo>
                    <a:pt x="1008063" y="22280"/>
                  </a:lnTo>
                  <a:lnTo>
                    <a:pt x="1015878" y="22362"/>
                  </a:lnTo>
                  <a:lnTo>
                    <a:pt x="1023692" y="22472"/>
                  </a:lnTo>
                  <a:lnTo>
                    <a:pt x="1031507" y="22555"/>
                  </a:lnTo>
                  <a:lnTo>
                    <a:pt x="1039321" y="22640"/>
                  </a:lnTo>
                  <a:lnTo>
                    <a:pt x="1047136" y="22742"/>
                  </a:lnTo>
                  <a:lnTo>
                    <a:pt x="1054950" y="22843"/>
                  </a:lnTo>
                  <a:lnTo>
                    <a:pt x="1062765" y="22947"/>
                  </a:lnTo>
                  <a:lnTo>
                    <a:pt x="1070579" y="23078"/>
                  </a:lnTo>
                  <a:lnTo>
                    <a:pt x="1078393" y="23158"/>
                  </a:lnTo>
                  <a:lnTo>
                    <a:pt x="1086208" y="23288"/>
                  </a:lnTo>
                  <a:lnTo>
                    <a:pt x="1094022" y="23387"/>
                  </a:lnTo>
                  <a:lnTo>
                    <a:pt x="1101837" y="23462"/>
                  </a:lnTo>
                  <a:lnTo>
                    <a:pt x="1109651" y="23533"/>
                  </a:lnTo>
                  <a:lnTo>
                    <a:pt x="1117466" y="23623"/>
                  </a:lnTo>
                  <a:lnTo>
                    <a:pt x="1125280" y="23719"/>
                  </a:lnTo>
                  <a:lnTo>
                    <a:pt x="1133095" y="23824"/>
                  </a:lnTo>
                  <a:lnTo>
                    <a:pt x="1140909" y="23901"/>
                  </a:lnTo>
                  <a:lnTo>
                    <a:pt x="1148723" y="24009"/>
                  </a:lnTo>
                  <a:lnTo>
                    <a:pt x="1156538" y="24107"/>
                  </a:lnTo>
                  <a:lnTo>
                    <a:pt x="1164352" y="24216"/>
                  </a:lnTo>
                  <a:lnTo>
                    <a:pt x="1172167" y="24310"/>
                  </a:lnTo>
                  <a:lnTo>
                    <a:pt x="1179981" y="24405"/>
                  </a:lnTo>
                  <a:lnTo>
                    <a:pt x="1187796" y="24488"/>
                  </a:lnTo>
                  <a:lnTo>
                    <a:pt x="1195610" y="24564"/>
                  </a:lnTo>
                  <a:lnTo>
                    <a:pt x="1203425" y="24647"/>
                  </a:lnTo>
                  <a:lnTo>
                    <a:pt x="1211239" y="24735"/>
                  </a:lnTo>
                  <a:lnTo>
                    <a:pt x="1219053" y="24839"/>
                  </a:lnTo>
                  <a:lnTo>
                    <a:pt x="1226868" y="24912"/>
                  </a:lnTo>
                  <a:lnTo>
                    <a:pt x="1234682" y="24976"/>
                  </a:lnTo>
                  <a:lnTo>
                    <a:pt x="1242497" y="25038"/>
                  </a:lnTo>
                  <a:lnTo>
                    <a:pt x="1250311" y="25107"/>
                  </a:lnTo>
                  <a:lnTo>
                    <a:pt x="1258126" y="25193"/>
                  </a:lnTo>
                  <a:lnTo>
                    <a:pt x="1265940" y="25271"/>
                  </a:lnTo>
                  <a:lnTo>
                    <a:pt x="1273755" y="25358"/>
                  </a:lnTo>
                  <a:lnTo>
                    <a:pt x="1281569" y="25431"/>
                  </a:lnTo>
                  <a:lnTo>
                    <a:pt x="1289384" y="25517"/>
                  </a:lnTo>
                  <a:lnTo>
                    <a:pt x="1297198" y="25599"/>
                  </a:lnTo>
                  <a:lnTo>
                    <a:pt x="1305012" y="25677"/>
                  </a:lnTo>
                  <a:lnTo>
                    <a:pt x="1312827" y="25734"/>
                  </a:lnTo>
                  <a:lnTo>
                    <a:pt x="1320641" y="25811"/>
                  </a:lnTo>
                  <a:lnTo>
                    <a:pt x="1328456" y="25887"/>
                  </a:lnTo>
                  <a:lnTo>
                    <a:pt x="1336270" y="25953"/>
                  </a:lnTo>
                  <a:lnTo>
                    <a:pt x="1344085" y="26030"/>
                  </a:lnTo>
                  <a:lnTo>
                    <a:pt x="1351899" y="26113"/>
                  </a:lnTo>
                  <a:lnTo>
                    <a:pt x="1359714" y="26182"/>
                  </a:lnTo>
                  <a:lnTo>
                    <a:pt x="1367528" y="26252"/>
                  </a:lnTo>
                  <a:lnTo>
                    <a:pt x="1375342" y="26355"/>
                  </a:lnTo>
                  <a:lnTo>
                    <a:pt x="1383157" y="26425"/>
                  </a:lnTo>
                  <a:lnTo>
                    <a:pt x="1390971" y="26484"/>
                  </a:lnTo>
                  <a:lnTo>
                    <a:pt x="1398786" y="26557"/>
                  </a:lnTo>
                  <a:lnTo>
                    <a:pt x="1406600" y="26622"/>
                  </a:lnTo>
                  <a:lnTo>
                    <a:pt x="1414415" y="26688"/>
                  </a:lnTo>
                  <a:lnTo>
                    <a:pt x="1422229" y="26764"/>
                  </a:lnTo>
                  <a:lnTo>
                    <a:pt x="1430044" y="26836"/>
                  </a:lnTo>
                  <a:lnTo>
                    <a:pt x="1437858" y="26904"/>
                  </a:lnTo>
                  <a:lnTo>
                    <a:pt x="1445672" y="26975"/>
                  </a:lnTo>
                  <a:lnTo>
                    <a:pt x="1453487" y="27041"/>
                  </a:lnTo>
                  <a:lnTo>
                    <a:pt x="1461301" y="27111"/>
                  </a:lnTo>
                  <a:lnTo>
                    <a:pt x="1469116" y="27202"/>
                  </a:lnTo>
                  <a:lnTo>
                    <a:pt x="1476930" y="27244"/>
                  </a:lnTo>
                  <a:lnTo>
                    <a:pt x="1484745" y="27304"/>
                  </a:lnTo>
                  <a:lnTo>
                    <a:pt x="1492559" y="27364"/>
                  </a:lnTo>
                  <a:lnTo>
                    <a:pt x="1500374" y="27435"/>
                  </a:lnTo>
                  <a:lnTo>
                    <a:pt x="1508188" y="27497"/>
                  </a:lnTo>
                  <a:lnTo>
                    <a:pt x="1516003" y="27567"/>
                  </a:lnTo>
                  <a:lnTo>
                    <a:pt x="1523817" y="27623"/>
                  </a:lnTo>
                  <a:lnTo>
                    <a:pt x="1531631" y="27679"/>
                  </a:lnTo>
                  <a:lnTo>
                    <a:pt x="1539446" y="27735"/>
                  </a:lnTo>
                  <a:lnTo>
                    <a:pt x="1547260" y="27802"/>
                  </a:lnTo>
                  <a:lnTo>
                    <a:pt x="1555075" y="27860"/>
                  </a:lnTo>
                  <a:lnTo>
                    <a:pt x="1562889" y="27908"/>
                  </a:lnTo>
                  <a:lnTo>
                    <a:pt x="1570704" y="27956"/>
                  </a:lnTo>
                  <a:lnTo>
                    <a:pt x="1578518" y="28011"/>
                  </a:lnTo>
                  <a:lnTo>
                    <a:pt x="1586333" y="28075"/>
                  </a:lnTo>
                  <a:lnTo>
                    <a:pt x="1594147" y="28139"/>
                  </a:lnTo>
                  <a:lnTo>
                    <a:pt x="1601961" y="28184"/>
                  </a:lnTo>
                  <a:lnTo>
                    <a:pt x="1609776" y="28233"/>
                  </a:lnTo>
                  <a:lnTo>
                    <a:pt x="1617590" y="28285"/>
                  </a:lnTo>
                  <a:lnTo>
                    <a:pt x="1625405" y="28344"/>
                  </a:lnTo>
                  <a:lnTo>
                    <a:pt x="1633219" y="28401"/>
                  </a:lnTo>
                  <a:lnTo>
                    <a:pt x="1641034" y="28458"/>
                  </a:lnTo>
                  <a:lnTo>
                    <a:pt x="1648848" y="28514"/>
                  </a:lnTo>
                  <a:lnTo>
                    <a:pt x="1656663" y="28571"/>
                  </a:lnTo>
                  <a:lnTo>
                    <a:pt x="1664477" y="28620"/>
                  </a:lnTo>
                  <a:lnTo>
                    <a:pt x="1672291" y="28674"/>
                  </a:lnTo>
                  <a:lnTo>
                    <a:pt x="1680106" y="28712"/>
                  </a:lnTo>
                  <a:lnTo>
                    <a:pt x="1687920" y="28764"/>
                  </a:lnTo>
                  <a:lnTo>
                    <a:pt x="1695735" y="28810"/>
                  </a:lnTo>
                  <a:lnTo>
                    <a:pt x="1703549" y="28870"/>
                  </a:lnTo>
                  <a:lnTo>
                    <a:pt x="1711364" y="28923"/>
                  </a:lnTo>
                  <a:lnTo>
                    <a:pt x="1719178" y="28973"/>
                  </a:lnTo>
                  <a:lnTo>
                    <a:pt x="1726993" y="29013"/>
                  </a:lnTo>
                  <a:lnTo>
                    <a:pt x="1734807" y="29062"/>
                  </a:lnTo>
                  <a:lnTo>
                    <a:pt x="1742622" y="29132"/>
                  </a:lnTo>
                  <a:lnTo>
                    <a:pt x="1750436" y="29203"/>
                  </a:lnTo>
                  <a:lnTo>
                    <a:pt x="1758250" y="29247"/>
                  </a:lnTo>
                  <a:lnTo>
                    <a:pt x="1766065" y="29305"/>
                  </a:lnTo>
                  <a:lnTo>
                    <a:pt x="1773879" y="29363"/>
                  </a:lnTo>
                  <a:lnTo>
                    <a:pt x="1781694" y="29409"/>
                  </a:lnTo>
                  <a:lnTo>
                    <a:pt x="1789508" y="29460"/>
                  </a:lnTo>
                  <a:lnTo>
                    <a:pt x="1797323" y="29502"/>
                  </a:lnTo>
                  <a:lnTo>
                    <a:pt x="1805137" y="29542"/>
                  </a:lnTo>
                  <a:lnTo>
                    <a:pt x="1812952" y="29590"/>
                  </a:lnTo>
                  <a:lnTo>
                    <a:pt x="1820766" y="29643"/>
                  </a:lnTo>
                  <a:lnTo>
                    <a:pt x="1828580" y="29699"/>
                  </a:lnTo>
                  <a:lnTo>
                    <a:pt x="1836395" y="29741"/>
                  </a:lnTo>
                  <a:lnTo>
                    <a:pt x="1844209" y="29790"/>
                  </a:lnTo>
                  <a:lnTo>
                    <a:pt x="1852024" y="29840"/>
                  </a:lnTo>
                  <a:lnTo>
                    <a:pt x="1859838" y="29884"/>
                  </a:lnTo>
                  <a:lnTo>
                    <a:pt x="1867653" y="29922"/>
                  </a:lnTo>
                  <a:lnTo>
                    <a:pt x="1875467" y="29973"/>
                  </a:lnTo>
                  <a:lnTo>
                    <a:pt x="1883282" y="30016"/>
                  </a:lnTo>
                  <a:lnTo>
                    <a:pt x="1891096" y="30057"/>
                  </a:lnTo>
                  <a:lnTo>
                    <a:pt x="1898910" y="30101"/>
                  </a:lnTo>
                  <a:lnTo>
                    <a:pt x="1906725" y="30145"/>
                  </a:lnTo>
                  <a:lnTo>
                    <a:pt x="1914539" y="30189"/>
                  </a:lnTo>
                  <a:lnTo>
                    <a:pt x="1922354" y="30233"/>
                  </a:lnTo>
                  <a:lnTo>
                    <a:pt x="1930168" y="30286"/>
                  </a:lnTo>
                  <a:lnTo>
                    <a:pt x="1937983" y="30334"/>
                  </a:lnTo>
                  <a:lnTo>
                    <a:pt x="1945797" y="30374"/>
                  </a:lnTo>
                  <a:lnTo>
                    <a:pt x="1953612" y="30422"/>
                  </a:lnTo>
                  <a:lnTo>
                    <a:pt x="1961426" y="30469"/>
                  </a:lnTo>
                  <a:lnTo>
                    <a:pt x="1969241" y="30513"/>
                  </a:lnTo>
                  <a:lnTo>
                    <a:pt x="1977055" y="30552"/>
                  </a:lnTo>
                  <a:lnTo>
                    <a:pt x="1984869" y="30590"/>
                  </a:lnTo>
                  <a:lnTo>
                    <a:pt x="1992684" y="30622"/>
                  </a:lnTo>
                  <a:lnTo>
                    <a:pt x="2000498" y="30657"/>
                  </a:lnTo>
                  <a:lnTo>
                    <a:pt x="2008313" y="30688"/>
                  </a:lnTo>
                  <a:lnTo>
                    <a:pt x="2016127" y="30719"/>
                  </a:lnTo>
                  <a:lnTo>
                    <a:pt x="2023942" y="30768"/>
                  </a:lnTo>
                </a:path>
              </a:pathLst>
            </a:custGeom>
            <a:ln w="18970" cap="flat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l188"/>
            <p:cNvSpPr/>
            <p:nvPr/>
          </p:nvSpPr>
          <p:spPr>
            <a:xfrm>
              <a:off x="3632283" y="4636385"/>
              <a:ext cx="2023942" cy="29811"/>
            </a:xfrm>
            <a:custGeom>
              <a:avLst/>
              <a:pathLst>
                <a:path w="2023942" h="29811">
                  <a:moveTo>
                    <a:pt x="0" y="0"/>
                  </a:moveTo>
                  <a:lnTo>
                    <a:pt x="7814" y="282"/>
                  </a:lnTo>
                  <a:lnTo>
                    <a:pt x="15628" y="492"/>
                  </a:lnTo>
                  <a:lnTo>
                    <a:pt x="23443" y="717"/>
                  </a:lnTo>
                  <a:lnTo>
                    <a:pt x="31257" y="927"/>
                  </a:lnTo>
                  <a:lnTo>
                    <a:pt x="39072" y="1153"/>
                  </a:lnTo>
                  <a:lnTo>
                    <a:pt x="46886" y="1404"/>
                  </a:lnTo>
                  <a:lnTo>
                    <a:pt x="54701" y="1664"/>
                  </a:lnTo>
                  <a:lnTo>
                    <a:pt x="62515" y="1906"/>
                  </a:lnTo>
                  <a:lnTo>
                    <a:pt x="70330" y="2132"/>
                  </a:lnTo>
                  <a:lnTo>
                    <a:pt x="78144" y="2314"/>
                  </a:lnTo>
                  <a:lnTo>
                    <a:pt x="85958" y="2558"/>
                  </a:lnTo>
                  <a:lnTo>
                    <a:pt x="93773" y="2754"/>
                  </a:lnTo>
                  <a:lnTo>
                    <a:pt x="101587" y="2995"/>
                  </a:lnTo>
                  <a:lnTo>
                    <a:pt x="109402" y="3158"/>
                  </a:lnTo>
                  <a:lnTo>
                    <a:pt x="117216" y="3359"/>
                  </a:lnTo>
                  <a:lnTo>
                    <a:pt x="125031" y="3617"/>
                  </a:lnTo>
                  <a:lnTo>
                    <a:pt x="132845" y="3847"/>
                  </a:lnTo>
                  <a:lnTo>
                    <a:pt x="140660" y="4109"/>
                  </a:lnTo>
                  <a:lnTo>
                    <a:pt x="148474" y="4315"/>
                  </a:lnTo>
                  <a:lnTo>
                    <a:pt x="156288" y="4506"/>
                  </a:lnTo>
                  <a:lnTo>
                    <a:pt x="164103" y="4738"/>
                  </a:lnTo>
                  <a:lnTo>
                    <a:pt x="171917" y="4895"/>
                  </a:lnTo>
                  <a:lnTo>
                    <a:pt x="179732" y="5143"/>
                  </a:lnTo>
                  <a:lnTo>
                    <a:pt x="187546" y="5334"/>
                  </a:lnTo>
                  <a:lnTo>
                    <a:pt x="195361" y="5590"/>
                  </a:lnTo>
                  <a:lnTo>
                    <a:pt x="203175" y="5780"/>
                  </a:lnTo>
                  <a:lnTo>
                    <a:pt x="210990" y="5993"/>
                  </a:lnTo>
                  <a:lnTo>
                    <a:pt x="218804" y="6179"/>
                  </a:lnTo>
                  <a:lnTo>
                    <a:pt x="226619" y="6396"/>
                  </a:lnTo>
                  <a:lnTo>
                    <a:pt x="234433" y="6623"/>
                  </a:lnTo>
                  <a:lnTo>
                    <a:pt x="242247" y="6846"/>
                  </a:lnTo>
                  <a:lnTo>
                    <a:pt x="250062" y="7055"/>
                  </a:lnTo>
                  <a:lnTo>
                    <a:pt x="257876" y="7269"/>
                  </a:lnTo>
                  <a:lnTo>
                    <a:pt x="265691" y="7476"/>
                  </a:lnTo>
                  <a:lnTo>
                    <a:pt x="273505" y="7678"/>
                  </a:lnTo>
                  <a:lnTo>
                    <a:pt x="281320" y="7836"/>
                  </a:lnTo>
                  <a:lnTo>
                    <a:pt x="289134" y="8006"/>
                  </a:lnTo>
                  <a:lnTo>
                    <a:pt x="296949" y="8195"/>
                  </a:lnTo>
                  <a:lnTo>
                    <a:pt x="304763" y="8375"/>
                  </a:lnTo>
                  <a:lnTo>
                    <a:pt x="312577" y="8492"/>
                  </a:lnTo>
                  <a:lnTo>
                    <a:pt x="320392" y="8675"/>
                  </a:lnTo>
                  <a:lnTo>
                    <a:pt x="328206" y="8892"/>
                  </a:lnTo>
                  <a:lnTo>
                    <a:pt x="336021" y="9083"/>
                  </a:lnTo>
                  <a:lnTo>
                    <a:pt x="343835" y="9211"/>
                  </a:lnTo>
                  <a:lnTo>
                    <a:pt x="351650" y="9424"/>
                  </a:lnTo>
                  <a:lnTo>
                    <a:pt x="359464" y="9625"/>
                  </a:lnTo>
                  <a:lnTo>
                    <a:pt x="367279" y="9797"/>
                  </a:lnTo>
                  <a:lnTo>
                    <a:pt x="375093" y="9970"/>
                  </a:lnTo>
                  <a:lnTo>
                    <a:pt x="382907" y="10128"/>
                  </a:lnTo>
                  <a:lnTo>
                    <a:pt x="390722" y="10304"/>
                  </a:lnTo>
                  <a:lnTo>
                    <a:pt x="398536" y="10493"/>
                  </a:lnTo>
                  <a:lnTo>
                    <a:pt x="406351" y="10689"/>
                  </a:lnTo>
                  <a:lnTo>
                    <a:pt x="414165" y="10859"/>
                  </a:lnTo>
                  <a:lnTo>
                    <a:pt x="421980" y="11006"/>
                  </a:lnTo>
                  <a:lnTo>
                    <a:pt x="429794" y="11185"/>
                  </a:lnTo>
                  <a:lnTo>
                    <a:pt x="437609" y="11347"/>
                  </a:lnTo>
                  <a:lnTo>
                    <a:pt x="445423" y="11538"/>
                  </a:lnTo>
                  <a:lnTo>
                    <a:pt x="453238" y="11723"/>
                  </a:lnTo>
                  <a:lnTo>
                    <a:pt x="461052" y="11887"/>
                  </a:lnTo>
                  <a:lnTo>
                    <a:pt x="468866" y="12025"/>
                  </a:lnTo>
                  <a:lnTo>
                    <a:pt x="476681" y="12190"/>
                  </a:lnTo>
                  <a:lnTo>
                    <a:pt x="484495" y="12348"/>
                  </a:lnTo>
                  <a:lnTo>
                    <a:pt x="492310" y="12472"/>
                  </a:lnTo>
                  <a:lnTo>
                    <a:pt x="500124" y="12623"/>
                  </a:lnTo>
                  <a:lnTo>
                    <a:pt x="507939" y="12770"/>
                  </a:lnTo>
                  <a:lnTo>
                    <a:pt x="515753" y="12943"/>
                  </a:lnTo>
                  <a:lnTo>
                    <a:pt x="523568" y="13106"/>
                  </a:lnTo>
                  <a:lnTo>
                    <a:pt x="531382" y="13284"/>
                  </a:lnTo>
                  <a:lnTo>
                    <a:pt x="539196" y="13457"/>
                  </a:lnTo>
                  <a:lnTo>
                    <a:pt x="547011" y="13612"/>
                  </a:lnTo>
                  <a:lnTo>
                    <a:pt x="554825" y="13786"/>
                  </a:lnTo>
                  <a:lnTo>
                    <a:pt x="562640" y="13953"/>
                  </a:lnTo>
                  <a:lnTo>
                    <a:pt x="570454" y="14101"/>
                  </a:lnTo>
                  <a:lnTo>
                    <a:pt x="578269" y="14248"/>
                  </a:lnTo>
                  <a:lnTo>
                    <a:pt x="586083" y="14392"/>
                  </a:lnTo>
                  <a:lnTo>
                    <a:pt x="593898" y="14519"/>
                  </a:lnTo>
                  <a:lnTo>
                    <a:pt x="601712" y="14649"/>
                  </a:lnTo>
                  <a:lnTo>
                    <a:pt x="609526" y="14809"/>
                  </a:lnTo>
                  <a:lnTo>
                    <a:pt x="617341" y="14934"/>
                  </a:lnTo>
                  <a:lnTo>
                    <a:pt x="625155" y="15073"/>
                  </a:lnTo>
                  <a:lnTo>
                    <a:pt x="632970" y="15193"/>
                  </a:lnTo>
                  <a:lnTo>
                    <a:pt x="640784" y="15335"/>
                  </a:lnTo>
                  <a:lnTo>
                    <a:pt x="648599" y="15491"/>
                  </a:lnTo>
                  <a:lnTo>
                    <a:pt x="656413" y="15671"/>
                  </a:lnTo>
                  <a:lnTo>
                    <a:pt x="664228" y="15805"/>
                  </a:lnTo>
                  <a:lnTo>
                    <a:pt x="672042" y="15926"/>
                  </a:lnTo>
                  <a:lnTo>
                    <a:pt x="679857" y="16081"/>
                  </a:lnTo>
                  <a:lnTo>
                    <a:pt x="687671" y="16243"/>
                  </a:lnTo>
                  <a:lnTo>
                    <a:pt x="695485" y="16369"/>
                  </a:lnTo>
                  <a:lnTo>
                    <a:pt x="703300" y="16492"/>
                  </a:lnTo>
                  <a:lnTo>
                    <a:pt x="711114" y="16606"/>
                  </a:lnTo>
                  <a:lnTo>
                    <a:pt x="718929" y="16743"/>
                  </a:lnTo>
                  <a:lnTo>
                    <a:pt x="726743" y="16857"/>
                  </a:lnTo>
                  <a:lnTo>
                    <a:pt x="734558" y="16999"/>
                  </a:lnTo>
                  <a:lnTo>
                    <a:pt x="742372" y="17127"/>
                  </a:lnTo>
                  <a:lnTo>
                    <a:pt x="750187" y="17286"/>
                  </a:lnTo>
                  <a:lnTo>
                    <a:pt x="758001" y="17412"/>
                  </a:lnTo>
                  <a:lnTo>
                    <a:pt x="765815" y="17534"/>
                  </a:lnTo>
                  <a:lnTo>
                    <a:pt x="773630" y="17673"/>
                  </a:lnTo>
                  <a:lnTo>
                    <a:pt x="781444" y="17803"/>
                  </a:lnTo>
                  <a:lnTo>
                    <a:pt x="789259" y="17939"/>
                  </a:lnTo>
                  <a:lnTo>
                    <a:pt x="797073" y="18060"/>
                  </a:lnTo>
                  <a:lnTo>
                    <a:pt x="804888" y="18155"/>
                  </a:lnTo>
                  <a:lnTo>
                    <a:pt x="812702" y="18279"/>
                  </a:lnTo>
                  <a:lnTo>
                    <a:pt x="820517" y="18437"/>
                  </a:lnTo>
                  <a:lnTo>
                    <a:pt x="828331" y="18549"/>
                  </a:lnTo>
                  <a:lnTo>
                    <a:pt x="836145" y="18642"/>
                  </a:lnTo>
                  <a:lnTo>
                    <a:pt x="843960" y="18764"/>
                  </a:lnTo>
                  <a:lnTo>
                    <a:pt x="851774" y="18891"/>
                  </a:lnTo>
                  <a:lnTo>
                    <a:pt x="859589" y="19010"/>
                  </a:lnTo>
                  <a:lnTo>
                    <a:pt x="867403" y="19122"/>
                  </a:lnTo>
                  <a:lnTo>
                    <a:pt x="875218" y="19254"/>
                  </a:lnTo>
                  <a:lnTo>
                    <a:pt x="883032" y="19345"/>
                  </a:lnTo>
                  <a:lnTo>
                    <a:pt x="890847" y="19458"/>
                  </a:lnTo>
                  <a:lnTo>
                    <a:pt x="898661" y="19595"/>
                  </a:lnTo>
                  <a:lnTo>
                    <a:pt x="906476" y="19694"/>
                  </a:lnTo>
                  <a:lnTo>
                    <a:pt x="914290" y="19793"/>
                  </a:lnTo>
                  <a:lnTo>
                    <a:pt x="922104" y="19921"/>
                  </a:lnTo>
                  <a:lnTo>
                    <a:pt x="929919" y="20013"/>
                  </a:lnTo>
                  <a:lnTo>
                    <a:pt x="937733" y="20140"/>
                  </a:lnTo>
                  <a:lnTo>
                    <a:pt x="945548" y="20283"/>
                  </a:lnTo>
                  <a:lnTo>
                    <a:pt x="953362" y="20410"/>
                  </a:lnTo>
                  <a:lnTo>
                    <a:pt x="961177" y="20510"/>
                  </a:lnTo>
                  <a:lnTo>
                    <a:pt x="968991" y="20630"/>
                  </a:lnTo>
                  <a:lnTo>
                    <a:pt x="976806" y="20719"/>
                  </a:lnTo>
                  <a:lnTo>
                    <a:pt x="984620" y="20861"/>
                  </a:lnTo>
                  <a:lnTo>
                    <a:pt x="992434" y="20988"/>
                  </a:lnTo>
                  <a:lnTo>
                    <a:pt x="1000249" y="21091"/>
                  </a:lnTo>
                  <a:lnTo>
                    <a:pt x="1008063" y="21194"/>
                  </a:lnTo>
                  <a:lnTo>
                    <a:pt x="1015878" y="21300"/>
                  </a:lnTo>
                  <a:lnTo>
                    <a:pt x="1023692" y="21407"/>
                  </a:lnTo>
                  <a:lnTo>
                    <a:pt x="1031507" y="21477"/>
                  </a:lnTo>
                  <a:lnTo>
                    <a:pt x="1039321" y="21585"/>
                  </a:lnTo>
                  <a:lnTo>
                    <a:pt x="1047136" y="21692"/>
                  </a:lnTo>
                  <a:lnTo>
                    <a:pt x="1054950" y="21792"/>
                  </a:lnTo>
                  <a:lnTo>
                    <a:pt x="1062765" y="21875"/>
                  </a:lnTo>
                  <a:lnTo>
                    <a:pt x="1070579" y="21958"/>
                  </a:lnTo>
                  <a:lnTo>
                    <a:pt x="1078393" y="22035"/>
                  </a:lnTo>
                  <a:lnTo>
                    <a:pt x="1086208" y="22108"/>
                  </a:lnTo>
                  <a:lnTo>
                    <a:pt x="1094022" y="22219"/>
                  </a:lnTo>
                  <a:lnTo>
                    <a:pt x="1101837" y="22294"/>
                  </a:lnTo>
                  <a:lnTo>
                    <a:pt x="1109651" y="22380"/>
                  </a:lnTo>
                  <a:lnTo>
                    <a:pt x="1117466" y="22463"/>
                  </a:lnTo>
                  <a:lnTo>
                    <a:pt x="1125280" y="22560"/>
                  </a:lnTo>
                  <a:lnTo>
                    <a:pt x="1133095" y="22656"/>
                  </a:lnTo>
                  <a:lnTo>
                    <a:pt x="1140909" y="22747"/>
                  </a:lnTo>
                  <a:lnTo>
                    <a:pt x="1148723" y="22833"/>
                  </a:lnTo>
                  <a:lnTo>
                    <a:pt x="1156538" y="22942"/>
                  </a:lnTo>
                  <a:lnTo>
                    <a:pt x="1164352" y="23051"/>
                  </a:lnTo>
                  <a:lnTo>
                    <a:pt x="1172167" y="23139"/>
                  </a:lnTo>
                  <a:lnTo>
                    <a:pt x="1179981" y="23242"/>
                  </a:lnTo>
                  <a:lnTo>
                    <a:pt x="1187796" y="23331"/>
                  </a:lnTo>
                  <a:lnTo>
                    <a:pt x="1195610" y="23406"/>
                  </a:lnTo>
                  <a:lnTo>
                    <a:pt x="1203425" y="23484"/>
                  </a:lnTo>
                  <a:lnTo>
                    <a:pt x="1211239" y="23567"/>
                  </a:lnTo>
                  <a:lnTo>
                    <a:pt x="1219053" y="23653"/>
                  </a:lnTo>
                  <a:lnTo>
                    <a:pt x="1226868" y="23738"/>
                  </a:lnTo>
                  <a:lnTo>
                    <a:pt x="1234682" y="23829"/>
                  </a:lnTo>
                  <a:lnTo>
                    <a:pt x="1242497" y="23903"/>
                  </a:lnTo>
                  <a:lnTo>
                    <a:pt x="1250311" y="23974"/>
                  </a:lnTo>
                  <a:lnTo>
                    <a:pt x="1258126" y="24050"/>
                  </a:lnTo>
                  <a:lnTo>
                    <a:pt x="1265940" y="24135"/>
                  </a:lnTo>
                  <a:lnTo>
                    <a:pt x="1273755" y="24216"/>
                  </a:lnTo>
                  <a:lnTo>
                    <a:pt x="1281569" y="24301"/>
                  </a:lnTo>
                  <a:lnTo>
                    <a:pt x="1289384" y="24382"/>
                  </a:lnTo>
                  <a:lnTo>
                    <a:pt x="1297198" y="24472"/>
                  </a:lnTo>
                  <a:lnTo>
                    <a:pt x="1305012" y="24557"/>
                  </a:lnTo>
                  <a:lnTo>
                    <a:pt x="1312827" y="24632"/>
                  </a:lnTo>
                  <a:lnTo>
                    <a:pt x="1320641" y="24708"/>
                  </a:lnTo>
                  <a:lnTo>
                    <a:pt x="1328456" y="24782"/>
                  </a:lnTo>
                  <a:lnTo>
                    <a:pt x="1336270" y="24850"/>
                  </a:lnTo>
                  <a:lnTo>
                    <a:pt x="1344085" y="24933"/>
                  </a:lnTo>
                  <a:lnTo>
                    <a:pt x="1351899" y="25024"/>
                  </a:lnTo>
                  <a:lnTo>
                    <a:pt x="1359714" y="25084"/>
                  </a:lnTo>
                  <a:lnTo>
                    <a:pt x="1367528" y="25165"/>
                  </a:lnTo>
                  <a:lnTo>
                    <a:pt x="1375342" y="25247"/>
                  </a:lnTo>
                  <a:lnTo>
                    <a:pt x="1383157" y="25317"/>
                  </a:lnTo>
                  <a:lnTo>
                    <a:pt x="1390971" y="25393"/>
                  </a:lnTo>
                  <a:lnTo>
                    <a:pt x="1398786" y="25471"/>
                  </a:lnTo>
                  <a:lnTo>
                    <a:pt x="1406600" y="25546"/>
                  </a:lnTo>
                  <a:lnTo>
                    <a:pt x="1414415" y="25625"/>
                  </a:lnTo>
                  <a:lnTo>
                    <a:pt x="1422229" y="25700"/>
                  </a:lnTo>
                  <a:lnTo>
                    <a:pt x="1430044" y="25768"/>
                  </a:lnTo>
                  <a:lnTo>
                    <a:pt x="1437858" y="25832"/>
                  </a:lnTo>
                  <a:lnTo>
                    <a:pt x="1445672" y="25887"/>
                  </a:lnTo>
                  <a:lnTo>
                    <a:pt x="1453487" y="25954"/>
                  </a:lnTo>
                  <a:lnTo>
                    <a:pt x="1461301" y="26032"/>
                  </a:lnTo>
                  <a:lnTo>
                    <a:pt x="1469116" y="26091"/>
                  </a:lnTo>
                  <a:lnTo>
                    <a:pt x="1476930" y="26143"/>
                  </a:lnTo>
                  <a:lnTo>
                    <a:pt x="1484745" y="26198"/>
                  </a:lnTo>
                  <a:lnTo>
                    <a:pt x="1492559" y="26259"/>
                  </a:lnTo>
                  <a:lnTo>
                    <a:pt x="1500374" y="26324"/>
                  </a:lnTo>
                  <a:lnTo>
                    <a:pt x="1508188" y="26395"/>
                  </a:lnTo>
                  <a:lnTo>
                    <a:pt x="1516003" y="26458"/>
                  </a:lnTo>
                  <a:lnTo>
                    <a:pt x="1523817" y="26524"/>
                  </a:lnTo>
                  <a:lnTo>
                    <a:pt x="1531631" y="26605"/>
                  </a:lnTo>
                  <a:lnTo>
                    <a:pt x="1539446" y="26676"/>
                  </a:lnTo>
                  <a:lnTo>
                    <a:pt x="1547260" y="26733"/>
                  </a:lnTo>
                  <a:lnTo>
                    <a:pt x="1555075" y="26792"/>
                  </a:lnTo>
                  <a:lnTo>
                    <a:pt x="1562889" y="26855"/>
                  </a:lnTo>
                  <a:lnTo>
                    <a:pt x="1570704" y="26918"/>
                  </a:lnTo>
                  <a:lnTo>
                    <a:pt x="1578518" y="26983"/>
                  </a:lnTo>
                  <a:lnTo>
                    <a:pt x="1586333" y="27055"/>
                  </a:lnTo>
                  <a:lnTo>
                    <a:pt x="1594147" y="27120"/>
                  </a:lnTo>
                  <a:lnTo>
                    <a:pt x="1601961" y="27188"/>
                  </a:lnTo>
                  <a:lnTo>
                    <a:pt x="1609776" y="27257"/>
                  </a:lnTo>
                  <a:lnTo>
                    <a:pt x="1617590" y="27328"/>
                  </a:lnTo>
                  <a:lnTo>
                    <a:pt x="1625405" y="27395"/>
                  </a:lnTo>
                  <a:lnTo>
                    <a:pt x="1633219" y="27463"/>
                  </a:lnTo>
                  <a:lnTo>
                    <a:pt x="1641034" y="27512"/>
                  </a:lnTo>
                  <a:lnTo>
                    <a:pt x="1648848" y="27553"/>
                  </a:lnTo>
                  <a:lnTo>
                    <a:pt x="1656663" y="27617"/>
                  </a:lnTo>
                  <a:lnTo>
                    <a:pt x="1664477" y="27668"/>
                  </a:lnTo>
                  <a:lnTo>
                    <a:pt x="1672291" y="27713"/>
                  </a:lnTo>
                  <a:lnTo>
                    <a:pt x="1680106" y="27787"/>
                  </a:lnTo>
                  <a:lnTo>
                    <a:pt x="1687920" y="27839"/>
                  </a:lnTo>
                  <a:lnTo>
                    <a:pt x="1695735" y="27893"/>
                  </a:lnTo>
                  <a:lnTo>
                    <a:pt x="1703549" y="27949"/>
                  </a:lnTo>
                  <a:lnTo>
                    <a:pt x="1711364" y="28007"/>
                  </a:lnTo>
                  <a:lnTo>
                    <a:pt x="1719178" y="28051"/>
                  </a:lnTo>
                  <a:lnTo>
                    <a:pt x="1726993" y="28096"/>
                  </a:lnTo>
                  <a:lnTo>
                    <a:pt x="1734807" y="28151"/>
                  </a:lnTo>
                  <a:lnTo>
                    <a:pt x="1742622" y="28205"/>
                  </a:lnTo>
                  <a:lnTo>
                    <a:pt x="1750436" y="28258"/>
                  </a:lnTo>
                  <a:lnTo>
                    <a:pt x="1758250" y="28323"/>
                  </a:lnTo>
                  <a:lnTo>
                    <a:pt x="1766065" y="28374"/>
                  </a:lnTo>
                  <a:lnTo>
                    <a:pt x="1773879" y="28423"/>
                  </a:lnTo>
                  <a:lnTo>
                    <a:pt x="1781694" y="28469"/>
                  </a:lnTo>
                  <a:lnTo>
                    <a:pt x="1789508" y="28527"/>
                  </a:lnTo>
                  <a:lnTo>
                    <a:pt x="1797323" y="28588"/>
                  </a:lnTo>
                  <a:lnTo>
                    <a:pt x="1805137" y="28638"/>
                  </a:lnTo>
                  <a:lnTo>
                    <a:pt x="1812952" y="28686"/>
                  </a:lnTo>
                  <a:lnTo>
                    <a:pt x="1820766" y="28724"/>
                  </a:lnTo>
                  <a:lnTo>
                    <a:pt x="1828580" y="28761"/>
                  </a:lnTo>
                  <a:lnTo>
                    <a:pt x="1836395" y="28799"/>
                  </a:lnTo>
                  <a:lnTo>
                    <a:pt x="1844209" y="28871"/>
                  </a:lnTo>
                  <a:lnTo>
                    <a:pt x="1852024" y="28926"/>
                  </a:lnTo>
                  <a:lnTo>
                    <a:pt x="1859838" y="28961"/>
                  </a:lnTo>
                  <a:lnTo>
                    <a:pt x="1867653" y="29014"/>
                  </a:lnTo>
                  <a:lnTo>
                    <a:pt x="1875467" y="29049"/>
                  </a:lnTo>
                  <a:lnTo>
                    <a:pt x="1883282" y="29094"/>
                  </a:lnTo>
                  <a:lnTo>
                    <a:pt x="1891096" y="29150"/>
                  </a:lnTo>
                  <a:lnTo>
                    <a:pt x="1898910" y="29185"/>
                  </a:lnTo>
                  <a:lnTo>
                    <a:pt x="1906725" y="29232"/>
                  </a:lnTo>
                  <a:lnTo>
                    <a:pt x="1914539" y="29272"/>
                  </a:lnTo>
                  <a:lnTo>
                    <a:pt x="1922354" y="29316"/>
                  </a:lnTo>
                  <a:lnTo>
                    <a:pt x="1930168" y="29364"/>
                  </a:lnTo>
                  <a:lnTo>
                    <a:pt x="1937983" y="29399"/>
                  </a:lnTo>
                  <a:lnTo>
                    <a:pt x="1945797" y="29433"/>
                  </a:lnTo>
                  <a:lnTo>
                    <a:pt x="1953612" y="29467"/>
                  </a:lnTo>
                  <a:lnTo>
                    <a:pt x="1961426" y="29501"/>
                  </a:lnTo>
                  <a:lnTo>
                    <a:pt x="1969241" y="29535"/>
                  </a:lnTo>
                  <a:lnTo>
                    <a:pt x="1977055" y="29562"/>
                  </a:lnTo>
                  <a:lnTo>
                    <a:pt x="1984869" y="29604"/>
                  </a:lnTo>
                  <a:lnTo>
                    <a:pt x="1992684" y="29647"/>
                  </a:lnTo>
                  <a:lnTo>
                    <a:pt x="2000498" y="29687"/>
                  </a:lnTo>
                  <a:lnTo>
                    <a:pt x="2008313" y="29732"/>
                  </a:lnTo>
                  <a:lnTo>
                    <a:pt x="2016127" y="29777"/>
                  </a:lnTo>
                  <a:lnTo>
                    <a:pt x="2023942" y="29811"/>
                  </a:lnTo>
                </a:path>
              </a:pathLst>
            </a:custGeom>
            <a:ln w="18970" cap="flat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l189"/>
            <p:cNvSpPr/>
            <p:nvPr/>
          </p:nvSpPr>
          <p:spPr>
            <a:xfrm>
              <a:off x="3632283" y="4592481"/>
              <a:ext cx="2023942" cy="25328"/>
            </a:xfrm>
            <a:custGeom>
              <a:avLst/>
              <a:pathLst>
                <a:path w="2023942" h="25328">
                  <a:moveTo>
                    <a:pt x="0" y="25328"/>
                  </a:moveTo>
                  <a:lnTo>
                    <a:pt x="7814" y="25188"/>
                  </a:lnTo>
                  <a:lnTo>
                    <a:pt x="15628" y="24927"/>
                  </a:lnTo>
                  <a:lnTo>
                    <a:pt x="23443" y="24719"/>
                  </a:lnTo>
                  <a:lnTo>
                    <a:pt x="31257" y="24538"/>
                  </a:lnTo>
                  <a:lnTo>
                    <a:pt x="39072" y="24634"/>
                  </a:lnTo>
                  <a:lnTo>
                    <a:pt x="46886" y="24561"/>
                  </a:lnTo>
                  <a:lnTo>
                    <a:pt x="54701" y="24544"/>
                  </a:lnTo>
                  <a:lnTo>
                    <a:pt x="62515" y="24379"/>
                  </a:lnTo>
                  <a:lnTo>
                    <a:pt x="70330" y="24300"/>
                  </a:lnTo>
                  <a:lnTo>
                    <a:pt x="78144" y="24180"/>
                  </a:lnTo>
                  <a:lnTo>
                    <a:pt x="85958" y="23941"/>
                  </a:lnTo>
                  <a:lnTo>
                    <a:pt x="93773" y="23814"/>
                  </a:lnTo>
                  <a:lnTo>
                    <a:pt x="101587" y="23879"/>
                  </a:lnTo>
                  <a:lnTo>
                    <a:pt x="109402" y="23721"/>
                  </a:lnTo>
                  <a:lnTo>
                    <a:pt x="117216" y="23840"/>
                  </a:lnTo>
                  <a:lnTo>
                    <a:pt x="125031" y="23784"/>
                  </a:lnTo>
                  <a:lnTo>
                    <a:pt x="132845" y="23898"/>
                  </a:lnTo>
                  <a:lnTo>
                    <a:pt x="140660" y="23626"/>
                  </a:lnTo>
                  <a:lnTo>
                    <a:pt x="148474" y="23563"/>
                  </a:lnTo>
                  <a:lnTo>
                    <a:pt x="156288" y="23558"/>
                  </a:lnTo>
                  <a:lnTo>
                    <a:pt x="164103" y="23394"/>
                  </a:lnTo>
                  <a:lnTo>
                    <a:pt x="171917" y="23494"/>
                  </a:lnTo>
                  <a:lnTo>
                    <a:pt x="179732" y="23360"/>
                  </a:lnTo>
                  <a:lnTo>
                    <a:pt x="187546" y="23348"/>
                  </a:lnTo>
                  <a:lnTo>
                    <a:pt x="195361" y="23430"/>
                  </a:lnTo>
                  <a:lnTo>
                    <a:pt x="203175" y="23426"/>
                  </a:lnTo>
                  <a:lnTo>
                    <a:pt x="210990" y="23325"/>
                  </a:lnTo>
                  <a:lnTo>
                    <a:pt x="218804" y="23201"/>
                  </a:lnTo>
                  <a:lnTo>
                    <a:pt x="226619" y="23057"/>
                  </a:lnTo>
                  <a:lnTo>
                    <a:pt x="234433" y="22920"/>
                  </a:lnTo>
                  <a:lnTo>
                    <a:pt x="242247" y="22931"/>
                  </a:lnTo>
                  <a:lnTo>
                    <a:pt x="250062" y="22717"/>
                  </a:lnTo>
                  <a:lnTo>
                    <a:pt x="257876" y="22854"/>
                  </a:lnTo>
                  <a:lnTo>
                    <a:pt x="265691" y="22860"/>
                  </a:lnTo>
                  <a:lnTo>
                    <a:pt x="273505" y="22691"/>
                  </a:lnTo>
                  <a:lnTo>
                    <a:pt x="281320" y="22569"/>
                  </a:lnTo>
                  <a:lnTo>
                    <a:pt x="289134" y="22430"/>
                  </a:lnTo>
                  <a:lnTo>
                    <a:pt x="296949" y="22307"/>
                  </a:lnTo>
                  <a:lnTo>
                    <a:pt x="304763" y="22240"/>
                  </a:lnTo>
                  <a:lnTo>
                    <a:pt x="312577" y="22136"/>
                  </a:lnTo>
                  <a:lnTo>
                    <a:pt x="320392" y="22173"/>
                  </a:lnTo>
                  <a:lnTo>
                    <a:pt x="328206" y="22097"/>
                  </a:lnTo>
                  <a:lnTo>
                    <a:pt x="336021" y="22081"/>
                  </a:lnTo>
                  <a:lnTo>
                    <a:pt x="343835" y="22116"/>
                  </a:lnTo>
                  <a:lnTo>
                    <a:pt x="351650" y="22211"/>
                  </a:lnTo>
                  <a:lnTo>
                    <a:pt x="359464" y="22208"/>
                  </a:lnTo>
                  <a:lnTo>
                    <a:pt x="367279" y="22219"/>
                  </a:lnTo>
                  <a:lnTo>
                    <a:pt x="375093" y="22268"/>
                  </a:lnTo>
                  <a:lnTo>
                    <a:pt x="382907" y="22173"/>
                  </a:lnTo>
                  <a:lnTo>
                    <a:pt x="390722" y="22137"/>
                  </a:lnTo>
                  <a:lnTo>
                    <a:pt x="398536" y="22114"/>
                  </a:lnTo>
                  <a:lnTo>
                    <a:pt x="406351" y="22037"/>
                  </a:lnTo>
                  <a:lnTo>
                    <a:pt x="414165" y="21851"/>
                  </a:lnTo>
                  <a:lnTo>
                    <a:pt x="421980" y="21740"/>
                  </a:lnTo>
                  <a:lnTo>
                    <a:pt x="429794" y="21585"/>
                  </a:lnTo>
                  <a:lnTo>
                    <a:pt x="437609" y="21462"/>
                  </a:lnTo>
                  <a:lnTo>
                    <a:pt x="445423" y="21501"/>
                  </a:lnTo>
                  <a:lnTo>
                    <a:pt x="453238" y="21355"/>
                  </a:lnTo>
                  <a:lnTo>
                    <a:pt x="461052" y="21298"/>
                  </a:lnTo>
                  <a:lnTo>
                    <a:pt x="468866" y="21355"/>
                  </a:lnTo>
                  <a:lnTo>
                    <a:pt x="476681" y="21368"/>
                  </a:lnTo>
                  <a:lnTo>
                    <a:pt x="484495" y="21277"/>
                  </a:lnTo>
                  <a:lnTo>
                    <a:pt x="492310" y="21205"/>
                  </a:lnTo>
                  <a:lnTo>
                    <a:pt x="500124" y="21214"/>
                  </a:lnTo>
                  <a:lnTo>
                    <a:pt x="507939" y="21294"/>
                  </a:lnTo>
                  <a:lnTo>
                    <a:pt x="515753" y="21413"/>
                  </a:lnTo>
                  <a:lnTo>
                    <a:pt x="523568" y="21293"/>
                  </a:lnTo>
                  <a:lnTo>
                    <a:pt x="531382" y="21490"/>
                  </a:lnTo>
                  <a:lnTo>
                    <a:pt x="539196" y="21494"/>
                  </a:lnTo>
                  <a:lnTo>
                    <a:pt x="547011" y="21449"/>
                  </a:lnTo>
                  <a:lnTo>
                    <a:pt x="554825" y="21285"/>
                  </a:lnTo>
                  <a:lnTo>
                    <a:pt x="562640" y="20975"/>
                  </a:lnTo>
                  <a:lnTo>
                    <a:pt x="570454" y="20714"/>
                  </a:lnTo>
                  <a:lnTo>
                    <a:pt x="578269" y="20455"/>
                  </a:lnTo>
                  <a:lnTo>
                    <a:pt x="586083" y="20203"/>
                  </a:lnTo>
                  <a:lnTo>
                    <a:pt x="593898" y="20070"/>
                  </a:lnTo>
                  <a:lnTo>
                    <a:pt x="601712" y="19961"/>
                  </a:lnTo>
                  <a:lnTo>
                    <a:pt x="609526" y="19785"/>
                  </a:lnTo>
                  <a:lnTo>
                    <a:pt x="617341" y="19734"/>
                  </a:lnTo>
                  <a:lnTo>
                    <a:pt x="625155" y="19391"/>
                  </a:lnTo>
                  <a:lnTo>
                    <a:pt x="632970" y="19249"/>
                  </a:lnTo>
                  <a:lnTo>
                    <a:pt x="640784" y="19213"/>
                  </a:lnTo>
                  <a:lnTo>
                    <a:pt x="648599" y="19283"/>
                  </a:lnTo>
                  <a:lnTo>
                    <a:pt x="656413" y="19186"/>
                  </a:lnTo>
                  <a:lnTo>
                    <a:pt x="664228" y="19175"/>
                  </a:lnTo>
                  <a:lnTo>
                    <a:pt x="672042" y="19198"/>
                  </a:lnTo>
                  <a:lnTo>
                    <a:pt x="679857" y="19167"/>
                  </a:lnTo>
                  <a:lnTo>
                    <a:pt x="687671" y="19170"/>
                  </a:lnTo>
                  <a:lnTo>
                    <a:pt x="695485" y="19099"/>
                  </a:lnTo>
                  <a:lnTo>
                    <a:pt x="703300" y="18892"/>
                  </a:lnTo>
                  <a:lnTo>
                    <a:pt x="711114" y="18592"/>
                  </a:lnTo>
                  <a:lnTo>
                    <a:pt x="718929" y="18497"/>
                  </a:lnTo>
                  <a:lnTo>
                    <a:pt x="726743" y="18413"/>
                  </a:lnTo>
                  <a:lnTo>
                    <a:pt x="734558" y="18228"/>
                  </a:lnTo>
                  <a:lnTo>
                    <a:pt x="742372" y="18103"/>
                  </a:lnTo>
                  <a:lnTo>
                    <a:pt x="750187" y="17937"/>
                  </a:lnTo>
                  <a:lnTo>
                    <a:pt x="758001" y="17772"/>
                  </a:lnTo>
                  <a:lnTo>
                    <a:pt x="765815" y="17748"/>
                  </a:lnTo>
                  <a:lnTo>
                    <a:pt x="773630" y="17653"/>
                  </a:lnTo>
                  <a:lnTo>
                    <a:pt x="781444" y="17569"/>
                  </a:lnTo>
                  <a:lnTo>
                    <a:pt x="789259" y="17409"/>
                  </a:lnTo>
                  <a:lnTo>
                    <a:pt x="797073" y="17439"/>
                  </a:lnTo>
                  <a:lnTo>
                    <a:pt x="804888" y="17405"/>
                  </a:lnTo>
                  <a:lnTo>
                    <a:pt x="812702" y="17343"/>
                  </a:lnTo>
                  <a:lnTo>
                    <a:pt x="820517" y="17286"/>
                  </a:lnTo>
                  <a:lnTo>
                    <a:pt x="828331" y="17233"/>
                  </a:lnTo>
                  <a:lnTo>
                    <a:pt x="836145" y="17234"/>
                  </a:lnTo>
                  <a:lnTo>
                    <a:pt x="843960" y="17082"/>
                  </a:lnTo>
                  <a:lnTo>
                    <a:pt x="851774" y="16977"/>
                  </a:lnTo>
                  <a:lnTo>
                    <a:pt x="859589" y="16807"/>
                  </a:lnTo>
                  <a:lnTo>
                    <a:pt x="867403" y="16571"/>
                  </a:lnTo>
                  <a:lnTo>
                    <a:pt x="875218" y="16563"/>
                  </a:lnTo>
                  <a:lnTo>
                    <a:pt x="883032" y="16476"/>
                  </a:lnTo>
                  <a:lnTo>
                    <a:pt x="890847" y="16326"/>
                  </a:lnTo>
                  <a:lnTo>
                    <a:pt x="898661" y="16327"/>
                  </a:lnTo>
                  <a:lnTo>
                    <a:pt x="906476" y="16117"/>
                  </a:lnTo>
                  <a:lnTo>
                    <a:pt x="914290" y="16132"/>
                  </a:lnTo>
                  <a:lnTo>
                    <a:pt x="922104" y="16065"/>
                  </a:lnTo>
                  <a:lnTo>
                    <a:pt x="929919" y="15934"/>
                  </a:lnTo>
                  <a:lnTo>
                    <a:pt x="937733" y="15806"/>
                  </a:lnTo>
                  <a:lnTo>
                    <a:pt x="945548" y="15692"/>
                  </a:lnTo>
                  <a:lnTo>
                    <a:pt x="953362" y="15601"/>
                  </a:lnTo>
                  <a:lnTo>
                    <a:pt x="961177" y="15629"/>
                  </a:lnTo>
                  <a:lnTo>
                    <a:pt x="968991" y="15470"/>
                  </a:lnTo>
                  <a:lnTo>
                    <a:pt x="976806" y="15351"/>
                  </a:lnTo>
                  <a:lnTo>
                    <a:pt x="984620" y="15266"/>
                  </a:lnTo>
                  <a:lnTo>
                    <a:pt x="992434" y="15073"/>
                  </a:lnTo>
                  <a:lnTo>
                    <a:pt x="1000249" y="14840"/>
                  </a:lnTo>
                  <a:lnTo>
                    <a:pt x="1008063" y="14871"/>
                  </a:lnTo>
                  <a:lnTo>
                    <a:pt x="1015878" y="14701"/>
                  </a:lnTo>
                  <a:lnTo>
                    <a:pt x="1023692" y="14617"/>
                  </a:lnTo>
                  <a:lnTo>
                    <a:pt x="1031507" y="14409"/>
                  </a:lnTo>
                  <a:lnTo>
                    <a:pt x="1039321" y="14411"/>
                  </a:lnTo>
                  <a:lnTo>
                    <a:pt x="1047136" y="14371"/>
                  </a:lnTo>
                  <a:lnTo>
                    <a:pt x="1054950" y="14370"/>
                  </a:lnTo>
                  <a:lnTo>
                    <a:pt x="1062765" y="14358"/>
                  </a:lnTo>
                  <a:lnTo>
                    <a:pt x="1070579" y="14328"/>
                  </a:lnTo>
                  <a:lnTo>
                    <a:pt x="1078393" y="14257"/>
                  </a:lnTo>
                  <a:lnTo>
                    <a:pt x="1086208" y="14205"/>
                  </a:lnTo>
                  <a:lnTo>
                    <a:pt x="1094022" y="14118"/>
                  </a:lnTo>
                  <a:lnTo>
                    <a:pt x="1101837" y="13893"/>
                  </a:lnTo>
                  <a:lnTo>
                    <a:pt x="1109651" y="13773"/>
                  </a:lnTo>
                  <a:lnTo>
                    <a:pt x="1117466" y="13623"/>
                  </a:lnTo>
                  <a:lnTo>
                    <a:pt x="1125280" y="13467"/>
                  </a:lnTo>
                  <a:lnTo>
                    <a:pt x="1133095" y="13576"/>
                  </a:lnTo>
                  <a:lnTo>
                    <a:pt x="1140909" y="13471"/>
                  </a:lnTo>
                  <a:lnTo>
                    <a:pt x="1148723" y="13240"/>
                  </a:lnTo>
                  <a:lnTo>
                    <a:pt x="1156538" y="12916"/>
                  </a:lnTo>
                  <a:lnTo>
                    <a:pt x="1164352" y="12724"/>
                  </a:lnTo>
                  <a:lnTo>
                    <a:pt x="1172167" y="12584"/>
                  </a:lnTo>
                  <a:lnTo>
                    <a:pt x="1179981" y="12535"/>
                  </a:lnTo>
                  <a:lnTo>
                    <a:pt x="1187796" y="12376"/>
                  </a:lnTo>
                  <a:lnTo>
                    <a:pt x="1195610" y="12213"/>
                  </a:lnTo>
                  <a:lnTo>
                    <a:pt x="1203425" y="12234"/>
                  </a:lnTo>
                  <a:lnTo>
                    <a:pt x="1211239" y="12283"/>
                  </a:lnTo>
                  <a:lnTo>
                    <a:pt x="1219053" y="12019"/>
                  </a:lnTo>
                  <a:lnTo>
                    <a:pt x="1226868" y="11759"/>
                  </a:lnTo>
                  <a:lnTo>
                    <a:pt x="1234682" y="11543"/>
                  </a:lnTo>
                  <a:lnTo>
                    <a:pt x="1242497" y="11444"/>
                  </a:lnTo>
                  <a:lnTo>
                    <a:pt x="1250311" y="11361"/>
                  </a:lnTo>
                  <a:lnTo>
                    <a:pt x="1258126" y="11278"/>
                  </a:lnTo>
                  <a:lnTo>
                    <a:pt x="1265940" y="11196"/>
                  </a:lnTo>
                  <a:lnTo>
                    <a:pt x="1273755" y="11113"/>
                  </a:lnTo>
                  <a:lnTo>
                    <a:pt x="1281569" y="11030"/>
                  </a:lnTo>
                  <a:lnTo>
                    <a:pt x="1289384" y="10947"/>
                  </a:lnTo>
                  <a:lnTo>
                    <a:pt x="1297198" y="10864"/>
                  </a:lnTo>
                  <a:lnTo>
                    <a:pt x="1305012" y="10749"/>
                  </a:lnTo>
                  <a:lnTo>
                    <a:pt x="1312827" y="10584"/>
                  </a:lnTo>
                  <a:lnTo>
                    <a:pt x="1320641" y="10500"/>
                  </a:lnTo>
                  <a:lnTo>
                    <a:pt x="1328456" y="10419"/>
                  </a:lnTo>
                  <a:lnTo>
                    <a:pt x="1336270" y="10287"/>
                  </a:lnTo>
                  <a:lnTo>
                    <a:pt x="1344085" y="10172"/>
                  </a:lnTo>
                  <a:lnTo>
                    <a:pt x="1351899" y="10025"/>
                  </a:lnTo>
                  <a:lnTo>
                    <a:pt x="1359714" y="9877"/>
                  </a:lnTo>
                  <a:lnTo>
                    <a:pt x="1367528" y="9753"/>
                  </a:lnTo>
                  <a:lnTo>
                    <a:pt x="1375342" y="9726"/>
                  </a:lnTo>
                  <a:lnTo>
                    <a:pt x="1383157" y="9643"/>
                  </a:lnTo>
                  <a:lnTo>
                    <a:pt x="1390971" y="9618"/>
                  </a:lnTo>
                  <a:lnTo>
                    <a:pt x="1398786" y="9575"/>
                  </a:lnTo>
                  <a:lnTo>
                    <a:pt x="1406600" y="9417"/>
                  </a:lnTo>
                  <a:lnTo>
                    <a:pt x="1414415" y="9313"/>
                  </a:lnTo>
                  <a:lnTo>
                    <a:pt x="1422229" y="9178"/>
                  </a:lnTo>
                  <a:lnTo>
                    <a:pt x="1430044" y="9063"/>
                  </a:lnTo>
                  <a:lnTo>
                    <a:pt x="1437858" y="8920"/>
                  </a:lnTo>
                  <a:lnTo>
                    <a:pt x="1445672" y="8806"/>
                  </a:lnTo>
                  <a:lnTo>
                    <a:pt x="1453487" y="8727"/>
                  </a:lnTo>
                  <a:lnTo>
                    <a:pt x="1461301" y="8647"/>
                  </a:lnTo>
                  <a:lnTo>
                    <a:pt x="1469116" y="8527"/>
                  </a:lnTo>
                  <a:lnTo>
                    <a:pt x="1476930" y="8415"/>
                  </a:lnTo>
                  <a:lnTo>
                    <a:pt x="1484745" y="8303"/>
                  </a:lnTo>
                  <a:lnTo>
                    <a:pt x="1492559" y="8199"/>
                  </a:lnTo>
                  <a:lnTo>
                    <a:pt x="1500374" y="8107"/>
                  </a:lnTo>
                  <a:lnTo>
                    <a:pt x="1508188" y="7966"/>
                  </a:lnTo>
                  <a:lnTo>
                    <a:pt x="1516003" y="7780"/>
                  </a:lnTo>
                  <a:lnTo>
                    <a:pt x="1523817" y="7541"/>
                  </a:lnTo>
                  <a:lnTo>
                    <a:pt x="1531631" y="7359"/>
                  </a:lnTo>
                  <a:lnTo>
                    <a:pt x="1539446" y="7177"/>
                  </a:lnTo>
                  <a:lnTo>
                    <a:pt x="1547260" y="7000"/>
                  </a:lnTo>
                  <a:lnTo>
                    <a:pt x="1555075" y="6822"/>
                  </a:lnTo>
                  <a:lnTo>
                    <a:pt x="1562889" y="6723"/>
                  </a:lnTo>
                  <a:lnTo>
                    <a:pt x="1570704" y="6562"/>
                  </a:lnTo>
                  <a:lnTo>
                    <a:pt x="1578518" y="6404"/>
                  </a:lnTo>
                  <a:lnTo>
                    <a:pt x="1586333" y="6251"/>
                  </a:lnTo>
                  <a:lnTo>
                    <a:pt x="1594147" y="6100"/>
                  </a:lnTo>
                  <a:lnTo>
                    <a:pt x="1601961" y="5940"/>
                  </a:lnTo>
                  <a:lnTo>
                    <a:pt x="1609776" y="5957"/>
                  </a:lnTo>
                  <a:lnTo>
                    <a:pt x="1617590" y="5970"/>
                  </a:lnTo>
                  <a:lnTo>
                    <a:pt x="1625405" y="5869"/>
                  </a:lnTo>
                  <a:lnTo>
                    <a:pt x="1633219" y="5876"/>
                  </a:lnTo>
                  <a:lnTo>
                    <a:pt x="1641034" y="5821"/>
                  </a:lnTo>
                  <a:lnTo>
                    <a:pt x="1648848" y="5668"/>
                  </a:lnTo>
                  <a:lnTo>
                    <a:pt x="1656663" y="5428"/>
                  </a:lnTo>
                  <a:lnTo>
                    <a:pt x="1664477" y="5189"/>
                  </a:lnTo>
                  <a:lnTo>
                    <a:pt x="1672291" y="4961"/>
                  </a:lnTo>
                  <a:lnTo>
                    <a:pt x="1680106" y="4824"/>
                  </a:lnTo>
                  <a:lnTo>
                    <a:pt x="1687920" y="4747"/>
                  </a:lnTo>
                  <a:lnTo>
                    <a:pt x="1695735" y="4687"/>
                  </a:lnTo>
                  <a:lnTo>
                    <a:pt x="1703549" y="4643"/>
                  </a:lnTo>
                  <a:lnTo>
                    <a:pt x="1711364" y="4674"/>
                  </a:lnTo>
                  <a:lnTo>
                    <a:pt x="1719178" y="4634"/>
                  </a:lnTo>
                  <a:lnTo>
                    <a:pt x="1726993" y="4364"/>
                  </a:lnTo>
                  <a:lnTo>
                    <a:pt x="1734807" y="4182"/>
                  </a:lnTo>
                  <a:lnTo>
                    <a:pt x="1742622" y="4294"/>
                  </a:lnTo>
                  <a:lnTo>
                    <a:pt x="1750436" y="4337"/>
                  </a:lnTo>
                  <a:lnTo>
                    <a:pt x="1758250" y="4092"/>
                  </a:lnTo>
                  <a:lnTo>
                    <a:pt x="1766065" y="3847"/>
                  </a:lnTo>
                  <a:lnTo>
                    <a:pt x="1773879" y="3731"/>
                  </a:lnTo>
                  <a:lnTo>
                    <a:pt x="1781694" y="3600"/>
                  </a:lnTo>
                  <a:lnTo>
                    <a:pt x="1789508" y="3428"/>
                  </a:lnTo>
                  <a:lnTo>
                    <a:pt x="1797323" y="3274"/>
                  </a:lnTo>
                  <a:lnTo>
                    <a:pt x="1805137" y="3121"/>
                  </a:lnTo>
                  <a:lnTo>
                    <a:pt x="1812952" y="2966"/>
                  </a:lnTo>
                  <a:lnTo>
                    <a:pt x="1820766" y="2812"/>
                  </a:lnTo>
                  <a:lnTo>
                    <a:pt x="1828580" y="2676"/>
                  </a:lnTo>
                  <a:lnTo>
                    <a:pt x="1836395" y="2628"/>
                  </a:lnTo>
                  <a:lnTo>
                    <a:pt x="1844209" y="2579"/>
                  </a:lnTo>
                  <a:lnTo>
                    <a:pt x="1852024" y="2531"/>
                  </a:lnTo>
                  <a:lnTo>
                    <a:pt x="1859838" y="2496"/>
                  </a:lnTo>
                  <a:lnTo>
                    <a:pt x="1867653" y="2489"/>
                  </a:lnTo>
                  <a:lnTo>
                    <a:pt x="1875467" y="2483"/>
                  </a:lnTo>
                  <a:lnTo>
                    <a:pt x="1883282" y="2477"/>
                  </a:lnTo>
                  <a:lnTo>
                    <a:pt x="1891096" y="2429"/>
                  </a:lnTo>
                  <a:lnTo>
                    <a:pt x="1898910" y="2389"/>
                  </a:lnTo>
                  <a:lnTo>
                    <a:pt x="1906725" y="2313"/>
                  </a:lnTo>
                  <a:lnTo>
                    <a:pt x="1914539" y="2236"/>
                  </a:lnTo>
                  <a:lnTo>
                    <a:pt x="1922354" y="2145"/>
                  </a:lnTo>
                  <a:lnTo>
                    <a:pt x="1930168" y="1937"/>
                  </a:lnTo>
                  <a:lnTo>
                    <a:pt x="1937983" y="1615"/>
                  </a:lnTo>
                  <a:lnTo>
                    <a:pt x="1945797" y="1350"/>
                  </a:lnTo>
                  <a:lnTo>
                    <a:pt x="1953612" y="1139"/>
                  </a:lnTo>
                  <a:lnTo>
                    <a:pt x="1961426" y="928"/>
                  </a:lnTo>
                  <a:lnTo>
                    <a:pt x="1969241" y="658"/>
                  </a:lnTo>
                  <a:lnTo>
                    <a:pt x="1977055" y="463"/>
                  </a:lnTo>
                  <a:lnTo>
                    <a:pt x="1984869" y="353"/>
                  </a:lnTo>
                  <a:lnTo>
                    <a:pt x="1992684" y="331"/>
                  </a:lnTo>
                  <a:lnTo>
                    <a:pt x="2000498" y="310"/>
                  </a:lnTo>
                  <a:lnTo>
                    <a:pt x="2008313" y="206"/>
                  </a:lnTo>
                  <a:lnTo>
                    <a:pt x="2016127" y="103"/>
                  </a:lnTo>
                  <a:lnTo>
                    <a:pt x="2023942" y="0"/>
                  </a:lnTo>
                </a:path>
              </a:pathLst>
            </a:custGeom>
            <a:ln w="18970" cap="flat">
              <a:solidFill>
                <a:srgbClr val="FFC0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rc190"/>
            <p:cNvSpPr/>
            <p:nvPr/>
          </p:nvSpPr>
          <p:spPr>
            <a:xfrm>
              <a:off x="3531086" y="4247864"/>
              <a:ext cx="2226336" cy="742778"/>
            </a:xfrm>
            <a:prstGeom prst="rect">
              <a:avLst/>
            </a:prstGeom>
            <a:ln w="1084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rc191"/>
            <p:cNvSpPr/>
            <p:nvPr/>
          </p:nvSpPr>
          <p:spPr>
            <a:xfrm>
              <a:off x="5940302" y="2396548"/>
              <a:ext cx="2226336" cy="74277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3" name="pl192"/>
            <p:cNvSpPr/>
            <p:nvPr/>
          </p:nvSpPr>
          <p:spPr>
            <a:xfrm>
              <a:off x="5940302" y="2999010"/>
              <a:ext cx="2226336" cy="0"/>
            </a:xfrm>
            <a:custGeom>
              <a:avLst/>
              <a:pathLst>
                <a:path w="2226336" h="0">
                  <a:moveTo>
                    <a:pt x="0" y="0"/>
                  </a:moveTo>
                  <a:lnTo>
                    <a:pt x="2226336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l193"/>
            <p:cNvSpPr/>
            <p:nvPr/>
          </p:nvSpPr>
          <p:spPr>
            <a:xfrm>
              <a:off x="5940302" y="2797402"/>
              <a:ext cx="2226336" cy="0"/>
            </a:xfrm>
            <a:custGeom>
              <a:avLst/>
              <a:pathLst>
                <a:path w="2226336" h="0">
                  <a:moveTo>
                    <a:pt x="0" y="0"/>
                  </a:moveTo>
                  <a:lnTo>
                    <a:pt x="2226336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l194"/>
            <p:cNvSpPr/>
            <p:nvPr/>
          </p:nvSpPr>
          <p:spPr>
            <a:xfrm>
              <a:off x="5940302" y="2595794"/>
              <a:ext cx="2226336" cy="0"/>
            </a:xfrm>
            <a:custGeom>
              <a:avLst/>
              <a:pathLst>
                <a:path w="2226336" h="0">
                  <a:moveTo>
                    <a:pt x="0" y="0"/>
                  </a:moveTo>
                  <a:lnTo>
                    <a:pt x="2226336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l195"/>
            <p:cNvSpPr/>
            <p:nvPr/>
          </p:nvSpPr>
          <p:spPr>
            <a:xfrm>
              <a:off x="5958532" y="2396548"/>
              <a:ext cx="0" cy="742778"/>
            </a:xfrm>
            <a:custGeom>
              <a:avLst/>
              <a:pathLst>
                <a:path w="0" h="742778">
                  <a:moveTo>
                    <a:pt x="0" y="742778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l196"/>
            <p:cNvSpPr/>
            <p:nvPr/>
          </p:nvSpPr>
          <p:spPr>
            <a:xfrm>
              <a:off x="6475495" y="2396548"/>
              <a:ext cx="0" cy="742778"/>
            </a:xfrm>
            <a:custGeom>
              <a:avLst/>
              <a:pathLst>
                <a:path w="0" h="742778">
                  <a:moveTo>
                    <a:pt x="0" y="742778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l197"/>
            <p:cNvSpPr/>
            <p:nvPr/>
          </p:nvSpPr>
          <p:spPr>
            <a:xfrm>
              <a:off x="6992458" y="2396548"/>
              <a:ext cx="0" cy="742778"/>
            </a:xfrm>
            <a:custGeom>
              <a:avLst/>
              <a:pathLst>
                <a:path w="0" h="742778">
                  <a:moveTo>
                    <a:pt x="0" y="742778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l198"/>
            <p:cNvSpPr/>
            <p:nvPr/>
          </p:nvSpPr>
          <p:spPr>
            <a:xfrm>
              <a:off x="7509421" y="2396548"/>
              <a:ext cx="0" cy="742778"/>
            </a:xfrm>
            <a:custGeom>
              <a:avLst/>
              <a:pathLst>
                <a:path w="0" h="742778">
                  <a:moveTo>
                    <a:pt x="0" y="742778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l199"/>
            <p:cNvSpPr/>
            <p:nvPr/>
          </p:nvSpPr>
          <p:spPr>
            <a:xfrm>
              <a:off x="8026384" y="2396548"/>
              <a:ext cx="0" cy="742778"/>
            </a:xfrm>
            <a:custGeom>
              <a:avLst/>
              <a:pathLst>
                <a:path w="0" h="742778">
                  <a:moveTo>
                    <a:pt x="0" y="742778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l200"/>
            <p:cNvSpPr/>
            <p:nvPr/>
          </p:nvSpPr>
          <p:spPr>
            <a:xfrm>
              <a:off x="5940302" y="2797402"/>
              <a:ext cx="2226336" cy="0"/>
            </a:xfrm>
            <a:custGeom>
              <a:avLst/>
              <a:pathLst>
                <a:path w="2226336" h="0">
                  <a:moveTo>
                    <a:pt x="0" y="0"/>
                  </a:moveTo>
                  <a:lnTo>
                    <a:pt x="2226336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02" name="pg201"/>
            <p:cNvSpPr/>
            <p:nvPr/>
          </p:nvSpPr>
          <p:spPr>
            <a:xfrm>
              <a:off x="6041499" y="2749940"/>
              <a:ext cx="2023942" cy="238907"/>
            </a:xfrm>
            <a:custGeom>
              <a:avLst/>
              <a:pathLst>
                <a:path w="2023942" h="238907">
                  <a:moveTo>
                    <a:pt x="0" y="0"/>
                  </a:moveTo>
                  <a:lnTo>
                    <a:pt x="7814" y="728"/>
                  </a:lnTo>
                  <a:lnTo>
                    <a:pt x="15628" y="1461"/>
                  </a:lnTo>
                  <a:lnTo>
                    <a:pt x="23443" y="2201"/>
                  </a:lnTo>
                  <a:lnTo>
                    <a:pt x="31257" y="2945"/>
                  </a:lnTo>
                  <a:lnTo>
                    <a:pt x="39072" y="3701"/>
                  </a:lnTo>
                  <a:lnTo>
                    <a:pt x="46886" y="4487"/>
                  </a:lnTo>
                  <a:lnTo>
                    <a:pt x="54701" y="5216"/>
                  </a:lnTo>
                  <a:lnTo>
                    <a:pt x="62515" y="5964"/>
                  </a:lnTo>
                  <a:lnTo>
                    <a:pt x="70330" y="6715"/>
                  </a:lnTo>
                  <a:lnTo>
                    <a:pt x="78144" y="7456"/>
                  </a:lnTo>
                  <a:lnTo>
                    <a:pt x="85958" y="8238"/>
                  </a:lnTo>
                  <a:lnTo>
                    <a:pt x="93773" y="9049"/>
                  </a:lnTo>
                  <a:lnTo>
                    <a:pt x="101587" y="9863"/>
                  </a:lnTo>
                  <a:lnTo>
                    <a:pt x="109402" y="10687"/>
                  </a:lnTo>
                  <a:lnTo>
                    <a:pt x="117216" y="11516"/>
                  </a:lnTo>
                  <a:lnTo>
                    <a:pt x="125031" y="12348"/>
                  </a:lnTo>
                  <a:lnTo>
                    <a:pt x="132845" y="13182"/>
                  </a:lnTo>
                  <a:lnTo>
                    <a:pt x="140660" y="14020"/>
                  </a:lnTo>
                  <a:lnTo>
                    <a:pt x="148474" y="14861"/>
                  </a:lnTo>
                  <a:lnTo>
                    <a:pt x="156288" y="15705"/>
                  </a:lnTo>
                  <a:lnTo>
                    <a:pt x="164103" y="16552"/>
                  </a:lnTo>
                  <a:lnTo>
                    <a:pt x="171917" y="17402"/>
                  </a:lnTo>
                  <a:lnTo>
                    <a:pt x="179732" y="18255"/>
                  </a:lnTo>
                  <a:lnTo>
                    <a:pt x="187546" y="19111"/>
                  </a:lnTo>
                  <a:lnTo>
                    <a:pt x="195361" y="19970"/>
                  </a:lnTo>
                  <a:lnTo>
                    <a:pt x="203175" y="20832"/>
                  </a:lnTo>
                  <a:lnTo>
                    <a:pt x="210990" y="21697"/>
                  </a:lnTo>
                  <a:lnTo>
                    <a:pt x="218804" y="22564"/>
                  </a:lnTo>
                  <a:lnTo>
                    <a:pt x="226619" y="23423"/>
                  </a:lnTo>
                  <a:lnTo>
                    <a:pt x="234433" y="24281"/>
                  </a:lnTo>
                  <a:lnTo>
                    <a:pt x="242247" y="25133"/>
                  </a:lnTo>
                  <a:lnTo>
                    <a:pt x="250062" y="25987"/>
                  </a:lnTo>
                  <a:lnTo>
                    <a:pt x="257876" y="26867"/>
                  </a:lnTo>
                  <a:lnTo>
                    <a:pt x="265691" y="27750"/>
                  </a:lnTo>
                  <a:lnTo>
                    <a:pt x="273505" y="28629"/>
                  </a:lnTo>
                  <a:lnTo>
                    <a:pt x="281320" y="29510"/>
                  </a:lnTo>
                  <a:lnTo>
                    <a:pt x="289134" y="30396"/>
                  </a:lnTo>
                  <a:lnTo>
                    <a:pt x="296949" y="31288"/>
                  </a:lnTo>
                  <a:lnTo>
                    <a:pt x="304763" y="32191"/>
                  </a:lnTo>
                  <a:lnTo>
                    <a:pt x="312577" y="33075"/>
                  </a:lnTo>
                  <a:lnTo>
                    <a:pt x="320392" y="33977"/>
                  </a:lnTo>
                  <a:lnTo>
                    <a:pt x="328206" y="34877"/>
                  </a:lnTo>
                  <a:lnTo>
                    <a:pt x="336021" y="35785"/>
                  </a:lnTo>
                  <a:lnTo>
                    <a:pt x="343835" y="36695"/>
                  </a:lnTo>
                  <a:lnTo>
                    <a:pt x="351650" y="37610"/>
                  </a:lnTo>
                  <a:lnTo>
                    <a:pt x="359464" y="38528"/>
                  </a:lnTo>
                  <a:lnTo>
                    <a:pt x="367279" y="39450"/>
                  </a:lnTo>
                  <a:lnTo>
                    <a:pt x="375093" y="40376"/>
                  </a:lnTo>
                  <a:lnTo>
                    <a:pt x="382907" y="41305"/>
                  </a:lnTo>
                  <a:lnTo>
                    <a:pt x="390722" y="42237"/>
                  </a:lnTo>
                  <a:lnTo>
                    <a:pt x="398536" y="43173"/>
                  </a:lnTo>
                  <a:lnTo>
                    <a:pt x="406351" y="44112"/>
                  </a:lnTo>
                  <a:lnTo>
                    <a:pt x="414165" y="45055"/>
                  </a:lnTo>
                  <a:lnTo>
                    <a:pt x="421980" y="46001"/>
                  </a:lnTo>
                  <a:lnTo>
                    <a:pt x="429794" y="46950"/>
                  </a:lnTo>
                  <a:lnTo>
                    <a:pt x="437609" y="47418"/>
                  </a:lnTo>
                  <a:lnTo>
                    <a:pt x="445423" y="47324"/>
                  </a:lnTo>
                  <a:lnTo>
                    <a:pt x="453238" y="47230"/>
                  </a:lnTo>
                  <a:lnTo>
                    <a:pt x="461052" y="47136"/>
                  </a:lnTo>
                  <a:lnTo>
                    <a:pt x="468866" y="47042"/>
                  </a:lnTo>
                  <a:lnTo>
                    <a:pt x="476681" y="46948"/>
                  </a:lnTo>
                  <a:lnTo>
                    <a:pt x="484495" y="46855"/>
                  </a:lnTo>
                  <a:lnTo>
                    <a:pt x="492310" y="46761"/>
                  </a:lnTo>
                  <a:lnTo>
                    <a:pt x="500124" y="46667"/>
                  </a:lnTo>
                  <a:lnTo>
                    <a:pt x="507939" y="46573"/>
                  </a:lnTo>
                  <a:lnTo>
                    <a:pt x="515753" y="46480"/>
                  </a:lnTo>
                  <a:lnTo>
                    <a:pt x="523568" y="46386"/>
                  </a:lnTo>
                  <a:lnTo>
                    <a:pt x="531382" y="46293"/>
                  </a:lnTo>
                  <a:lnTo>
                    <a:pt x="539196" y="46199"/>
                  </a:lnTo>
                  <a:lnTo>
                    <a:pt x="547011" y="46106"/>
                  </a:lnTo>
                  <a:lnTo>
                    <a:pt x="554825" y="46012"/>
                  </a:lnTo>
                  <a:lnTo>
                    <a:pt x="562640" y="45919"/>
                  </a:lnTo>
                  <a:lnTo>
                    <a:pt x="570454" y="45826"/>
                  </a:lnTo>
                  <a:lnTo>
                    <a:pt x="578269" y="45733"/>
                  </a:lnTo>
                  <a:lnTo>
                    <a:pt x="586083" y="45639"/>
                  </a:lnTo>
                  <a:lnTo>
                    <a:pt x="593898" y="45546"/>
                  </a:lnTo>
                  <a:lnTo>
                    <a:pt x="601712" y="45453"/>
                  </a:lnTo>
                  <a:lnTo>
                    <a:pt x="609526" y="45360"/>
                  </a:lnTo>
                  <a:lnTo>
                    <a:pt x="617341" y="45267"/>
                  </a:lnTo>
                  <a:lnTo>
                    <a:pt x="625155" y="45174"/>
                  </a:lnTo>
                  <a:lnTo>
                    <a:pt x="632970" y="45081"/>
                  </a:lnTo>
                  <a:lnTo>
                    <a:pt x="640784" y="44989"/>
                  </a:lnTo>
                  <a:lnTo>
                    <a:pt x="648599" y="44896"/>
                  </a:lnTo>
                  <a:lnTo>
                    <a:pt x="656413" y="44803"/>
                  </a:lnTo>
                  <a:lnTo>
                    <a:pt x="664228" y="44710"/>
                  </a:lnTo>
                  <a:lnTo>
                    <a:pt x="672042" y="44618"/>
                  </a:lnTo>
                  <a:lnTo>
                    <a:pt x="679857" y="44525"/>
                  </a:lnTo>
                  <a:lnTo>
                    <a:pt x="687671" y="44433"/>
                  </a:lnTo>
                  <a:lnTo>
                    <a:pt x="695485" y="44340"/>
                  </a:lnTo>
                  <a:lnTo>
                    <a:pt x="703300" y="44248"/>
                  </a:lnTo>
                  <a:lnTo>
                    <a:pt x="711114" y="44156"/>
                  </a:lnTo>
                  <a:lnTo>
                    <a:pt x="718929" y="44063"/>
                  </a:lnTo>
                  <a:lnTo>
                    <a:pt x="726743" y="43971"/>
                  </a:lnTo>
                  <a:lnTo>
                    <a:pt x="734558" y="43879"/>
                  </a:lnTo>
                  <a:lnTo>
                    <a:pt x="742372" y="43787"/>
                  </a:lnTo>
                  <a:lnTo>
                    <a:pt x="750187" y="43694"/>
                  </a:lnTo>
                  <a:lnTo>
                    <a:pt x="758001" y="43602"/>
                  </a:lnTo>
                  <a:lnTo>
                    <a:pt x="765815" y="43510"/>
                  </a:lnTo>
                  <a:lnTo>
                    <a:pt x="773630" y="43418"/>
                  </a:lnTo>
                  <a:lnTo>
                    <a:pt x="781444" y="43326"/>
                  </a:lnTo>
                  <a:lnTo>
                    <a:pt x="789259" y="43235"/>
                  </a:lnTo>
                  <a:lnTo>
                    <a:pt x="797073" y="43143"/>
                  </a:lnTo>
                  <a:lnTo>
                    <a:pt x="804888" y="43051"/>
                  </a:lnTo>
                  <a:lnTo>
                    <a:pt x="812702" y="42959"/>
                  </a:lnTo>
                  <a:lnTo>
                    <a:pt x="820517" y="42868"/>
                  </a:lnTo>
                  <a:lnTo>
                    <a:pt x="828331" y="42776"/>
                  </a:lnTo>
                  <a:lnTo>
                    <a:pt x="836145" y="42685"/>
                  </a:lnTo>
                  <a:lnTo>
                    <a:pt x="843960" y="42593"/>
                  </a:lnTo>
                  <a:lnTo>
                    <a:pt x="851774" y="42502"/>
                  </a:lnTo>
                  <a:lnTo>
                    <a:pt x="859589" y="42410"/>
                  </a:lnTo>
                  <a:lnTo>
                    <a:pt x="867403" y="42319"/>
                  </a:lnTo>
                  <a:lnTo>
                    <a:pt x="875218" y="42228"/>
                  </a:lnTo>
                  <a:lnTo>
                    <a:pt x="883032" y="42136"/>
                  </a:lnTo>
                  <a:lnTo>
                    <a:pt x="890847" y="42045"/>
                  </a:lnTo>
                  <a:lnTo>
                    <a:pt x="898661" y="41954"/>
                  </a:lnTo>
                  <a:lnTo>
                    <a:pt x="906476" y="41863"/>
                  </a:lnTo>
                  <a:lnTo>
                    <a:pt x="914290" y="41772"/>
                  </a:lnTo>
                  <a:lnTo>
                    <a:pt x="922104" y="41681"/>
                  </a:lnTo>
                  <a:lnTo>
                    <a:pt x="929919" y="41590"/>
                  </a:lnTo>
                  <a:lnTo>
                    <a:pt x="937733" y="41499"/>
                  </a:lnTo>
                  <a:lnTo>
                    <a:pt x="945548" y="41408"/>
                  </a:lnTo>
                  <a:lnTo>
                    <a:pt x="953362" y="41318"/>
                  </a:lnTo>
                  <a:lnTo>
                    <a:pt x="961177" y="41227"/>
                  </a:lnTo>
                  <a:lnTo>
                    <a:pt x="968991" y="41136"/>
                  </a:lnTo>
                  <a:lnTo>
                    <a:pt x="976806" y="41046"/>
                  </a:lnTo>
                  <a:lnTo>
                    <a:pt x="984620" y="40955"/>
                  </a:lnTo>
                  <a:lnTo>
                    <a:pt x="992434" y="40865"/>
                  </a:lnTo>
                  <a:lnTo>
                    <a:pt x="1000249" y="40774"/>
                  </a:lnTo>
                  <a:lnTo>
                    <a:pt x="1008063" y="40684"/>
                  </a:lnTo>
                  <a:lnTo>
                    <a:pt x="1015878" y="40593"/>
                  </a:lnTo>
                  <a:lnTo>
                    <a:pt x="1023692" y="40503"/>
                  </a:lnTo>
                  <a:lnTo>
                    <a:pt x="1031507" y="40413"/>
                  </a:lnTo>
                  <a:lnTo>
                    <a:pt x="1039321" y="40323"/>
                  </a:lnTo>
                  <a:lnTo>
                    <a:pt x="1047136" y="40232"/>
                  </a:lnTo>
                  <a:lnTo>
                    <a:pt x="1054950" y="40142"/>
                  </a:lnTo>
                  <a:lnTo>
                    <a:pt x="1062765" y="40052"/>
                  </a:lnTo>
                  <a:lnTo>
                    <a:pt x="1070579" y="39962"/>
                  </a:lnTo>
                  <a:lnTo>
                    <a:pt x="1078393" y="39872"/>
                  </a:lnTo>
                  <a:lnTo>
                    <a:pt x="1086208" y="39782"/>
                  </a:lnTo>
                  <a:lnTo>
                    <a:pt x="1094022" y="39693"/>
                  </a:lnTo>
                  <a:lnTo>
                    <a:pt x="1101837" y="39603"/>
                  </a:lnTo>
                  <a:lnTo>
                    <a:pt x="1109651" y="39513"/>
                  </a:lnTo>
                  <a:lnTo>
                    <a:pt x="1117466" y="39423"/>
                  </a:lnTo>
                  <a:lnTo>
                    <a:pt x="1125280" y="39334"/>
                  </a:lnTo>
                  <a:lnTo>
                    <a:pt x="1133095" y="39244"/>
                  </a:lnTo>
                  <a:lnTo>
                    <a:pt x="1140909" y="39155"/>
                  </a:lnTo>
                  <a:lnTo>
                    <a:pt x="1148723" y="39065"/>
                  </a:lnTo>
                  <a:lnTo>
                    <a:pt x="1156538" y="38976"/>
                  </a:lnTo>
                  <a:lnTo>
                    <a:pt x="1164352" y="38886"/>
                  </a:lnTo>
                  <a:lnTo>
                    <a:pt x="1172167" y="38797"/>
                  </a:lnTo>
                  <a:lnTo>
                    <a:pt x="1179981" y="38708"/>
                  </a:lnTo>
                  <a:lnTo>
                    <a:pt x="1187796" y="38619"/>
                  </a:lnTo>
                  <a:lnTo>
                    <a:pt x="1195610" y="38529"/>
                  </a:lnTo>
                  <a:lnTo>
                    <a:pt x="1203425" y="38440"/>
                  </a:lnTo>
                  <a:lnTo>
                    <a:pt x="1211239" y="38351"/>
                  </a:lnTo>
                  <a:lnTo>
                    <a:pt x="1219053" y="38262"/>
                  </a:lnTo>
                  <a:lnTo>
                    <a:pt x="1226868" y="38173"/>
                  </a:lnTo>
                  <a:lnTo>
                    <a:pt x="1234682" y="38084"/>
                  </a:lnTo>
                  <a:lnTo>
                    <a:pt x="1242497" y="37995"/>
                  </a:lnTo>
                  <a:lnTo>
                    <a:pt x="1250311" y="37907"/>
                  </a:lnTo>
                  <a:lnTo>
                    <a:pt x="1258126" y="37818"/>
                  </a:lnTo>
                  <a:lnTo>
                    <a:pt x="1265940" y="37729"/>
                  </a:lnTo>
                  <a:lnTo>
                    <a:pt x="1273755" y="37641"/>
                  </a:lnTo>
                  <a:lnTo>
                    <a:pt x="1281569" y="37552"/>
                  </a:lnTo>
                  <a:lnTo>
                    <a:pt x="1289384" y="37463"/>
                  </a:lnTo>
                  <a:lnTo>
                    <a:pt x="1297198" y="37375"/>
                  </a:lnTo>
                  <a:lnTo>
                    <a:pt x="1305012" y="37287"/>
                  </a:lnTo>
                  <a:lnTo>
                    <a:pt x="1312827" y="37198"/>
                  </a:lnTo>
                  <a:lnTo>
                    <a:pt x="1320641" y="37110"/>
                  </a:lnTo>
                  <a:lnTo>
                    <a:pt x="1328456" y="37022"/>
                  </a:lnTo>
                  <a:lnTo>
                    <a:pt x="1336270" y="36933"/>
                  </a:lnTo>
                  <a:lnTo>
                    <a:pt x="1344085" y="36845"/>
                  </a:lnTo>
                  <a:lnTo>
                    <a:pt x="1351899" y="36757"/>
                  </a:lnTo>
                  <a:lnTo>
                    <a:pt x="1359714" y="36669"/>
                  </a:lnTo>
                  <a:lnTo>
                    <a:pt x="1367528" y="36581"/>
                  </a:lnTo>
                  <a:lnTo>
                    <a:pt x="1375342" y="36493"/>
                  </a:lnTo>
                  <a:lnTo>
                    <a:pt x="1383157" y="36405"/>
                  </a:lnTo>
                  <a:lnTo>
                    <a:pt x="1390971" y="36317"/>
                  </a:lnTo>
                  <a:lnTo>
                    <a:pt x="1398786" y="36229"/>
                  </a:lnTo>
                  <a:lnTo>
                    <a:pt x="1406600" y="36142"/>
                  </a:lnTo>
                  <a:lnTo>
                    <a:pt x="1414415" y="36054"/>
                  </a:lnTo>
                  <a:lnTo>
                    <a:pt x="1422229" y="35966"/>
                  </a:lnTo>
                  <a:lnTo>
                    <a:pt x="1430044" y="35879"/>
                  </a:lnTo>
                  <a:lnTo>
                    <a:pt x="1437858" y="35791"/>
                  </a:lnTo>
                  <a:lnTo>
                    <a:pt x="1445672" y="35704"/>
                  </a:lnTo>
                  <a:lnTo>
                    <a:pt x="1453487" y="35616"/>
                  </a:lnTo>
                  <a:lnTo>
                    <a:pt x="1461301" y="35529"/>
                  </a:lnTo>
                  <a:lnTo>
                    <a:pt x="1469116" y="35441"/>
                  </a:lnTo>
                  <a:lnTo>
                    <a:pt x="1476930" y="35354"/>
                  </a:lnTo>
                  <a:lnTo>
                    <a:pt x="1484745" y="35267"/>
                  </a:lnTo>
                  <a:lnTo>
                    <a:pt x="1492559" y="35180"/>
                  </a:lnTo>
                  <a:lnTo>
                    <a:pt x="1500374" y="35093"/>
                  </a:lnTo>
                  <a:lnTo>
                    <a:pt x="1508188" y="35006"/>
                  </a:lnTo>
                  <a:lnTo>
                    <a:pt x="1516003" y="34919"/>
                  </a:lnTo>
                  <a:lnTo>
                    <a:pt x="1523817" y="34832"/>
                  </a:lnTo>
                  <a:lnTo>
                    <a:pt x="1531631" y="34745"/>
                  </a:lnTo>
                  <a:lnTo>
                    <a:pt x="1539446" y="34658"/>
                  </a:lnTo>
                  <a:lnTo>
                    <a:pt x="1547260" y="34571"/>
                  </a:lnTo>
                  <a:lnTo>
                    <a:pt x="1555075" y="34484"/>
                  </a:lnTo>
                  <a:lnTo>
                    <a:pt x="1562889" y="34398"/>
                  </a:lnTo>
                  <a:lnTo>
                    <a:pt x="1570704" y="34311"/>
                  </a:lnTo>
                  <a:lnTo>
                    <a:pt x="1578518" y="34224"/>
                  </a:lnTo>
                  <a:lnTo>
                    <a:pt x="1586333" y="34138"/>
                  </a:lnTo>
                  <a:lnTo>
                    <a:pt x="1594147" y="34051"/>
                  </a:lnTo>
                  <a:lnTo>
                    <a:pt x="1601961" y="33965"/>
                  </a:lnTo>
                  <a:lnTo>
                    <a:pt x="1609776" y="33879"/>
                  </a:lnTo>
                  <a:lnTo>
                    <a:pt x="1617590" y="33792"/>
                  </a:lnTo>
                  <a:lnTo>
                    <a:pt x="1625405" y="33706"/>
                  </a:lnTo>
                  <a:lnTo>
                    <a:pt x="1633219" y="33620"/>
                  </a:lnTo>
                  <a:lnTo>
                    <a:pt x="1641034" y="33534"/>
                  </a:lnTo>
                  <a:lnTo>
                    <a:pt x="1648848" y="33447"/>
                  </a:lnTo>
                  <a:lnTo>
                    <a:pt x="1656663" y="33361"/>
                  </a:lnTo>
                  <a:lnTo>
                    <a:pt x="1664477" y="33275"/>
                  </a:lnTo>
                  <a:lnTo>
                    <a:pt x="1672291" y="33189"/>
                  </a:lnTo>
                  <a:lnTo>
                    <a:pt x="1680106" y="33103"/>
                  </a:lnTo>
                  <a:lnTo>
                    <a:pt x="1687920" y="33015"/>
                  </a:lnTo>
                  <a:lnTo>
                    <a:pt x="1695735" y="32927"/>
                  </a:lnTo>
                  <a:lnTo>
                    <a:pt x="1703549" y="32838"/>
                  </a:lnTo>
                  <a:lnTo>
                    <a:pt x="1711364" y="32750"/>
                  </a:lnTo>
                  <a:lnTo>
                    <a:pt x="1719178" y="32662"/>
                  </a:lnTo>
                  <a:lnTo>
                    <a:pt x="1726993" y="32574"/>
                  </a:lnTo>
                  <a:lnTo>
                    <a:pt x="1734807" y="32486"/>
                  </a:lnTo>
                  <a:lnTo>
                    <a:pt x="1742622" y="32398"/>
                  </a:lnTo>
                  <a:lnTo>
                    <a:pt x="1750436" y="32310"/>
                  </a:lnTo>
                  <a:lnTo>
                    <a:pt x="1758250" y="32222"/>
                  </a:lnTo>
                  <a:lnTo>
                    <a:pt x="1766065" y="32134"/>
                  </a:lnTo>
                  <a:lnTo>
                    <a:pt x="1773879" y="32046"/>
                  </a:lnTo>
                  <a:lnTo>
                    <a:pt x="1781694" y="31958"/>
                  </a:lnTo>
                  <a:lnTo>
                    <a:pt x="1789508" y="31870"/>
                  </a:lnTo>
                  <a:lnTo>
                    <a:pt x="1797323" y="31782"/>
                  </a:lnTo>
                  <a:lnTo>
                    <a:pt x="1805137" y="31694"/>
                  </a:lnTo>
                  <a:lnTo>
                    <a:pt x="1812952" y="31606"/>
                  </a:lnTo>
                  <a:lnTo>
                    <a:pt x="1820766" y="31519"/>
                  </a:lnTo>
                  <a:lnTo>
                    <a:pt x="1828580" y="31431"/>
                  </a:lnTo>
                  <a:lnTo>
                    <a:pt x="1836395" y="31343"/>
                  </a:lnTo>
                  <a:lnTo>
                    <a:pt x="1844209" y="31255"/>
                  </a:lnTo>
                  <a:lnTo>
                    <a:pt x="1852024" y="31168"/>
                  </a:lnTo>
                  <a:lnTo>
                    <a:pt x="1859838" y="31080"/>
                  </a:lnTo>
                  <a:lnTo>
                    <a:pt x="1867653" y="30992"/>
                  </a:lnTo>
                  <a:lnTo>
                    <a:pt x="1875467" y="30905"/>
                  </a:lnTo>
                  <a:lnTo>
                    <a:pt x="1883282" y="30817"/>
                  </a:lnTo>
                  <a:lnTo>
                    <a:pt x="1891096" y="30729"/>
                  </a:lnTo>
                  <a:lnTo>
                    <a:pt x="1898910" y="30642"/>
                  </a:lnTo>
                  <a:lnTo>
                    <a:pt x="1906725" y="30554"/>
                  </a:lnTo>
                  <a:lnTo>
                    <a:pt x="1914539" y="30467"/>
                  </a:lnTo>
                  <a:lnTo>
                    <a:pt x="1922354" y="30379"/>
                  </a:lnTo>
                  <a:lnTo>
                    <a:pt x="1930168" y="30292"/>
                  </a:lnTo>
                  <a:lnTo>
                    <a:pt x="1937983" y="30204"/>
                  </a:lnTo>
                  <a:lnTo>
                    <a:pt x="1945797" y="30117"/>
                  </a:lnTo>
                  <a:lnTo>
                    <a:pt x="1953612" y="30030"/>
                  </a:lnTo>
                  <a:lnTo>
                    <a:pt x="1961426" y="29942"/>
                  </a:lnTo>
                  <a:lnTo>
                    <a:pt x="1969241" y="29855"/>
                  </a:lnTo>
                  <a:lnTo>
                    <a:pt x="1977055" y="29768"/>
                  </a:lnTo>
                  <a:lnTo>
                    <a:pt x="1984869" y="29680"/>
                  </a:lnTo>
                  <a:lnTo>
                    <a:pt x="1992684" y="29593"/>
                  </a:lnTo>
                  <a:lnTo>
                    <a:pt x="2000498" y="29506"/>
                  </a:lnTo>
                  <a:lnTo>
                    <a:pt x="2008313" y="29419"/>
                  </a:lnTo>
                  <a:lnTo>
                    <a:pt x="2016127" y="29331"/>
                  </a:lnTo>
                  <a:lnTo>
                    <a:pt x="2023942" y="29244"/>
                  </a:lnTo>
                  <a:lnTo>
                    <a:pt x="2023942" y="238907"/>
                  </a:lnTo>
                  <a:lnTo>
                    <a:pt x="2016127" y="238354"/>
                  </a:lnTo>
                  <a:lnTo>
                    <a:pt x="2008313" y="237869"/>
                  </a:lnTo>
                  <a:lnTo>
                    <a:pt x="2000498" y="237217"/>
                  </a:lnTo>
                  <a:lnTo>
                    <a:pt x="1992684" y="236559"/>
                  </a:lnTo>
                  <a:lnTo>
                    <a:pt x="1984869" y="235897"/>
                  </a:lnTo>
                  <a:lnTo>
                    <a:pt x="1977055" y="235231"/>
                  </a:lnTo>
                  <a:lnTo>
                    <a:pt x="1969241" y="234560"/>
                  </a:lnTo>
                  <a:lnTo>
                    <a:pt x="1961426" y="233884"/>
                  </a:lnTo>
                  <a:lnTo>
                    <a:pt x="1953612" y="233205"/>
                  </a:lnTo>
                  <a:lnTo>
                    <a:pt x="1945797" y="232521"/>
                  </a:lnTo>
                  <a:lnTo>
                    <a:pt x="1937983" y="231833"/>
                  </a:lnTo>
                  <a:lnTo>
                    <a:pt x="1930168" y="231140"/>
                  </a:lnTo>
                  <a:lnTo>
                    <a:pt x="1922354" y="230442"/>
                  </a:lnTo>
                  <a:lnTo>
                    <a:pt x="1914539" y="229740"/>
                  </a:lnTo>
                  <a:lnTo>
                    <a:pt x="1906725" y="229033"/>
                  </a:lnTo>
                  <a:lnTo>
                    <a:pt x="1898910" y="228322"/>
                  </a:lnTo>
                  <a:lnTo>
                    <a:pt x="1891096" y="227607"/>
                  </a:lnTo>
                  <a:lnTo>
                    <a:pt x="1883282" y="226888"/>
                  </a:lnTo>
                  <a:lnTo>
                    <a:pt x="1875467" y="226164"/>
                  </a:lnTo>
                  <a:lnTo>
                    <a:pt x="1867653" y="225436"/>
                  </a:lnTo>
                  <a:lnTo>
                    <a:pt x="1859838" y="224703"/>
                  </a:lnTo>
                  <a:lnTo>
                    <a:pt x="1852024" y="223967"/>
                  </a:lnTo>
                  <a:lnTo>
                    <a:pt x="1844209" y="223226"/>
                  </a:lnTo>
                  <a:lnTo>
                    <a:pt x="1836395" y="222480"/>
                  </a:lnTo>
                  <a:lnTo>
                    <a:pt x="1828580" y="221731"/>
                  </a:lnTo>
                  <a:lnTo>
                    <a:pt x="1820766" y="220977"/>
                  </a:lnTo>
                  <a:lnTo>
                    <a:pt x="1812952" y="220219"/>
                  </a:lnTo>
                  <a:lnTo>
                    <a:pt x="1805137" y="219377"/>
                  </a:lnTo>
                  <a:lnTo>
                    <a:pt x="1797323" y="218656"/>
                  </a:lnTo>
                  <a:lnTo>
                    <a:pt x="1789508" y="217867"/>
                  </a:lnTo>
                  <a:lnTo>
                    <a:pt x="1781694" y="217073"/>
                  </a:lnTo>
                  <a:lnTo>
                    <a:pt x="1773879" y="216281"/>
                  </a:lnTo>
                  <a:lnTo>
                    <a:pt x="1766065" y="215525"/>
                  </a:lnTo>
                  <a:lnTo>
                    <a:pt x="1758250" y="214765"/>
                  </a:lnTo>
                  <a:lnTo>
                    <a:pt x="1750436" y="214000"/>
                  </a:lnTo>
                  <a:lnTo>
                    <a:pt x="1742622" y="213208"/>
                  </a:lnTo>
                  <a:lnTo>
                    <a:pt x="1734807" y="212409"/>
                  </a:lnTo>
                  <a:lnTo>
                    <a:pt x="1726993" y="211605"/>
                  </a:lnTo>
                  <a:lnTo>
                    <a:pt x="1719178" y="210795"/>
                  </a:lnTo>
                  <a:lnTo>
                    <a:pt x="1711364" y="209926"/>
                  </a:lnTo>
                  <a:lnTo>
                    <a:pt x="1703549" y="209023"/>
                  </a:lnTo>
                  <a:lnTo>
                    <a:pt x="1695735" y="208113"/>
                  </a:lnTo>
                  <a:lnTo>
                    <a:pt x="1687920" y="207201"/>
                  </a:lnTo>
                  <a:lnTo>
                    <a:pt x="1680106" y="206287"/>
                  </a:lnTo>
                  <a:lnTo>
                    <a:pt x="1672291" y="205371"/>
                  </a:lnTo>
                  <a:lnTo>
                    <a:pt x="1664477" y="204450"/>
                  </a:lnTo>
                  <a:lnTo>
                    <a:pt x="1656663" y="203526"/>
                  </a:lnTo>
                  <a:lnTo>
                    <a:pt x="1648848" y="202599"/>
                  </a:lnTo>
                  <a:lnTo>
                    <a:pt x="1641034" y="201669"/>
                  </a:lnTo>
                  <a:lnTo>
                    <a:pt x="1633219" y="200735"/>
                  </a:lnTo>
                  <a:lnTo>
                    <a:pt x="1625405" y="199798"/>
                  </a:lnTo>
                  <a:lnTo>
                    <a:pt x="1617590" y="199045"/>
                  </a:lnTo>
                  <a:lnTo>
                    <a:pt x="1609776" y="198358"/>
                  </a:lnTo>
                  <a:lnTo>
                    <a:pt x="1601961" y="197665"/>
                  </a:lnTo>
                  <a:lnTo>
                    <a:pt x="1594147" y="196803"/>
                  </a:lnTo>
                  <a:lnTo>
                    <a:pt x="1586333" y="195913"/>
                  </a:lnTo>
                  <a:lnTo>
                    <a:pt x="1578518" y="195015"/>
                  </a:lnTo>
                  <a:lnTo>
                    <a:pt x="1570704" y="194114"/>
                  </a:lnTo>
                  <a:lnTo>
                    <a:pt x="1562889" y="193209"/>
                  </a:lnTo>
                  <a:lnTo>
                    <a:pt x="1555075" y="192300"/>
                  </a:lnTo>
                  <a:lnTo>
                    <a:pt x="1547260" y="191443"/>
                  </a:lnTo>
                  <a:lnTo>
                    <a:pt x="1539446" y="190474"/>
                  </a:lnTo>
                  <a:lnTo>
                    <a:pt x="1531631" y="189555"/>
                  </a:lnTo>
                  <a:lnTo>
                    <a:pt x="1523817" y="188656"/>
                  </a:lnTo>
                  <a:lnTo>
                    <a:pt x="1516003" y="187740"/>
                  </a:lnTo>
                  <a:lnTo>
                    <a:pt x="1508188" y="186786"/>
                  </a:lnTo>
                  <a:lnTo>
                    <a:pt x="1500374" y="185846"/>
                  </a:lnTo>
                  <a:lnTo>
                    <a:pt x="1492559" y="184863"/>
                  </a:lnTo>
                  <a:lnTo>
                    <a:pt x="1484745" y="183898"/>
                  </a:lnTo>
                  <a:lnTo>
                    <a:pt x="1476930" y="182931"/>
                  </a:lnTo>
                  <a:lnTo>
                    <a:pt x="1469116" y="181961"/>
                  </a:lnTo>
                  <a:lnTo>
                    <a:pt x="1461301" y="180988"/>
                  </a:lnTo>
                  <a:lnTo>
                    <a:pt x="1453487" y="180012"/>
                  </a:lnTo>
                  <a:lnTo>
                    <a:pt x="1445672" y="179033"/>
                  </a:lnTo>
                  <a:lnTo>
                    <a:pt x="1437858" y="178121"/>
                  </a:lnTo>
                  <a:lnTo>
                    <a:pt x="1430044" y="177219"/>
                  </a:lnTo>
                  <a:lnTo>
                    <a:pt x="1422229" y="176314"/>
                  </a:lnTo>
                  <a:lnTo>
                    <a:pt x="1414415" y="175382"/>
                  </a:lnTo>
                  <a:lnTo>
                    <a:pt x="1406600" y="174414"/>
                  </a:lnTo>
                  <a:lnTo>
                    <a:pt x="1398786" y="173440"/>
                  </a:lnTo>
                  <a:lnTo>
                    <a:pt x="1390971" y="172446"/>
                  </a:lnTo>
                  <a:lnTo>
                    <a:pt x="1383157" y="171411"/>
                  </a:lnTo>
                  <a:lnTo>
                    <a:pt x="1375342" y="170379"/>
                  </a:lnTo>
                  <a:lnTo>
                    <a:pt x="1367528" y="169514"/>
                  </a:lnTo>
                  <a:lnTo>
                    <a:pt x="1359714" y="168537"/>
                  </a:lnTo>
                  <a:lnTo>
                    <a:pt x="1351899" y="167551"/>
                  </a:lnTo>
                  <a:lnTo>
                    <a:pt x="1344085" y="166562"/>
                  </a:lnTo>
                  <a:lnTo>
                    <a:pt x="1336270" y="165567"/>
                  </a:lnTo>
                  <a:lnTo>
                    <a:pt x="1328456" y="164569"/>
                  </a:lnTo>
                  <a:lnTo>
                    <a:pt x="1320641" y="163569"/>
                  </a:lnTo>
                  <a:lnTo>
                    <a:pt x="1312827" y="162566"/>
                  </a:lnTo>
                  <a:lnTo>
                    <a:pt x="1305012" y="161562"/>
                  </a:lnTo>
                  <a:lnTo>
                    <a:pt x="1297198" y="160554"/>
                  </a:lnTo>
                  <a:lnTo>
                    <a:pt x="1289384" y="159545"/>
                  </a:lnTo>
                  <a:lnTo>
                    <a:pt x="1281569" y="158533"/>
                  </a:lnTo>
                  <a:lnTo>
                    <a:pt x="1273755" y="157519"/>
                  </a:lnTo>
                  <a:lnTo>
                    <a:pt x="1265940" y="156504"/>
                  </a:lnTo>
                  <a:lnTo>
                    <a:pt x="1258126" y="155485"/>
                  </a:lnTo>
                  <a:lnTo>
                    <a:pt x="1250311" y="154432"/>
                  </a:lnTo>
                  <a:lnTo>
                    <a:pt x="1242497" y="153335"/>
                  </a:lnTo>
                  <a:lnTo>
                    <a:pt x="1234682" y="152237"/>
                  </a:lnTo>
                  <a:lnTo>
                    <a:pt x="1226868" y="151139"/>
                  </a:lnTo>
                  <a:lnTo>
                    <a:pt x="1219053" y="150040"/>
                  </a:lnTo>
                  <a:lnTo>
                    <a:pt x="1211239" y="148940"/>
                  </a:lnTo>
                  <a:lnTo>
                    <a:pt x="1203425" y="147913"/>
                  </a:lnTo>
                  <a:lnTo>
                    <a:pt x="1195610" y="146885"/>
                  </a:lnTo>
                  <a:lnTo>
                    <a:pt x="1187796" y="145856"/>
                  </a:lnTo>
                  <a:lnTo>
                    <a:pt x="1179981" y="144825"/>
                  </a:lnTo>
                  <a:lnTo>
                    <a:pt x="1172167" y="143793"/>
                  </a:lnTo>
                  <a:lnTo>
                    <a:pt x="1164352" y="142759"/>
                  </a:lnTo>
                  <a:lnTo>
                    <a:pt x="1156538" y="141723"/>
                  </a:lnTo>
                  <a:lnTo>
                    <a:pt x="1148723" y="140687"/>
                  </a:lnTo>
                  <a:lnTo>
                    <a:pt x="1140909" y="139668"/>
                  </a:lnTo>
                  <a:lnTo>
                    <a:pt x="1133095" y="138614"/>
                  </a:lnTo>
                  <a:lnTo>
                    <a:pt x="1125280" y="137577"/>
                  </a:lnTo>
                  <a:lnTo>
                    <a:pt x="1117466" y="136534"/>
                  </a:lnTo>
                  <a:lnTo>
                    <a:pt x="1109651" y="135489"/>
                  </a:lnTo>
                  <a:lnTo>
                    <a:pt x="1101837" y="134405"/>
                  </a:lnTo>
                  <a:lnTo>
                    <a:pt x="1094022" y="133277"/>
                  </a:lnTo>
                  <a:lnTo>
                    <a:pt x="1086208" y="132211"/>
                  </a:lnTo>
                  <a:lnTo>
                    <a:pt x="1078393" y="131188"/>
                  </a:lnTo>
                  <a:lnTo>
                    <a:pt x="1070579" y="130191"/>
                  </a:lnTo>
                  <a:lnTo>
                    <a:pt x="1062765" y="129194"/>
                  </a:lnTo>
                  <a:lnTo>
                    <a:pt x="1054950" y="128169"/>
                  </a:lnTo>
                  <a:lnTo>
                    <a:pt x="1047136" y="127134"/>
                  </a:lnTo>
                  <a:lnTo>
                    <a:pt x="1039321" y="126117"/>
                  </a:lnTo>
                  <a:lnTo>
                    <a:pt x="1031507" y="125099"/>
                  </a:lnTo>
                  <a:lnTo>
                    <a:pt x="1023692" y="124080"/>
                  </a:lnTo>
                  <a:lnTo>
                    <a:pt x="1015878" y="123060"/>
                  </a:lnTo>
                  <a:lnTo>
                    <a:pt x="1008063" y="122057"/>
                  </a:lnTo>
                  <a:lnTo>
                    <a:pt x="1000249" y="121084"/>
                  </a:lnTo>
                  <a:lnTo>
                    <a:pt x="992434" y="120029"/>
                  </a:lnTo>
                  <a:lnTo>
                    <a:pt x="984620" y="118974"/>
                  </a:lnTo>
                  <a:lnTo>
                    <a:pt x="976806" y="117942"/>
                  </a:lnTo>
                  <a:lnTo>
                    <a:pt x="968991" y="116916"/>
                  </a:lnTo>
                  <a:lnTo>
                    <a:pt x="961177" y="115888"/>
                  </a:lnTo>
                  <a:lnTo>
                    <a:pt x="953362" y="114900"/>
                  </a:lnTo>
                  <a:lnTo>
                    <a:pt x="945548" y="113936"/>
                  </a:lnTo>
                  <a:lnTo>
                    <a:pt x="937733" y="112971"/>
                  </a:lnTo>
                  <a:lnTo>
                    <a:pt x="929919" y="111971"/>
                  </a:lnTo>
                  <a:lnTo>
                    <a:pt x="922104" y="110868"/>
                  </a:lnTo>
                  <a:lnTo>
                    <a:pt x="914290" y="109766"/>
                  </a:lnTo>
                  <a:lnTo>
                    <a:pt x="906476" y="108677"/>
                  </a:lnTo>
                  <a:lnTo>
                    <a:pt x="898661" y="107645"/>
                  </a:lnTo>
                  <a:lnTo>
                    <a:pt x="890847" y="106612"/>
                  </a:lnTo>
                  <a:lnTo>
                    <a:pt x="883032" y="105578"/>
                  </a:lnTo>
                  <a:lnTo>
                    <a:pt x="875218" y="104543"/>
                  </a:lnTo>
                  <a:lnTo>
                    <a:pt x="867403" y="103509"/>
                  </a:lnTo>
                  <a:lnTo>
                    <a:pt x="859589" y="102474"/>
                  </a:lnTo>
                  <a:lnTo>
                    <a:pt x="851774" y="101439"/>
                  </a:lnTo>
                  <a:lnTo>
                    <a:pt x="843960" y="100404"/>
                  </a:lnTo>
                  <a:lnTo>
                    <a:pt x="836145" y="99354"/>
                  </a:lnTo>
                  <a:lnTo>
                    <a:pt x="828331" y="98283"/>
                  </a:lnTo>
                  <a:lnTo>
                    <a:pt x="820517" y="97214"/>
                  </a:lnTo>
                  <a:lnTo>
                    <a:pt x="812702" y="96146"/>
                  </a:lnTo>
                  <a:lnTo>
                    <a:pt x="804888" y="95080"/>
                  </a:lnTo>
                  <a:lnTo>
                    <a:pt x="797073" y="94016"/>
                  </a:lnTo>
                  <a:lnTo>
                    <a:pt x="789259" y="92954"/>
                  </a:lnTo>
                  <a:lnTo>
                    <a:pt x="781444" y="91894"/>
                  </a:lnTo>
                  <a:lnTo>
                    <a:pt x="773630" y="90870"/>
                  </a:lnTo>
                  <a:lnTo>
                    <a:pt x="765815" y="89864"/>
                  </a:lnTo>
                  <a:lnTo>
                    <a:pt x="758001" y="88858"/>
                  </a:lnTo>
                  <a:lnTo>
                    <a:pt x="750187" y="87851"/>
                  </a:lnTo>
                  <a:lnTo>
                    <a:pt x="742372" y="86845"/>
                  </a:lnTo>
                  <a:lnTo>
                    <a:pt x="734558" y="85838"/>
                  </a:lnTo>
                  <a:lnTo>
                    <a:pt x="726743" y="84830"/>
                  </a:lnTo>
                  <a:lnTo>
                    <a:pt x="718929" y="83805"/>
                  </a:lnTo>
                  <a:lnTo>
                    <a:pt x="711114" y="82736"/>
                  </a:lnTo>
                  <a:lnTo>
                    <a:pt x="703300" y="81671"/>
                  </a:lnTo>
                  <a:lnTo>
                    <a:pt x="695485" y="80608"/>
                  </a:lnTo>
                  <a:lnTo>
                    <a:pt x="687671" y="79573"/>
                  </a:lnTo>
                  <a:lnTo>
                    <a:pt x="679857" y="78556"/>
                  </a:lnTo>
                  <a:lnTo>
                    <a:pt x="672042" y="77540"/>
                  </a:lnTo>
                  <a:lnTo>
                    <a:pt x="664228" y="76516"/>
                  </a:lnTo>
                  <a:lnTo>
                    <a:pt x="656413" y="75492"/>
                  </a:lnTo>
                  <a:lnTo>
                    <a:pt x="648599" y="74485"/>
                  </a:lnTo>
                  <a:lnTo>
                    <a:pt x="640784" y="73479"/>
                  </a:lnTo>
                  <a:lnTo>
                    <a:pt x="632970" y="72475"/>
                  </a:lnTo>
                  <a:lnTo>
                    <a:pt x="625155" y="71452"/>
                  </a:lnTo>
                  <a:lnTo>
                    <a:pt x="617341" y="70430"/>
                  </a:lnTo>
                  <a:lnTo>
                    <a:pt x="609526" y="69446"/>
                  </a:lnTo>
                  <a:lnTo>
                    <a:pt x="601712" y="68462"/>
                  </a:lnTo>
                  <a:lnTo>
                    <a:pt x="593898" y="67470"/>
                  </a:lnTo>
                  <a:lnTo>
                    <a:pt x="586083" y="66472"/>
                  </a:lnTo>
                  <a:lnTo>
                    <a:pt x="578269" y="65476"/>
                  </a:lnTo>
                  <a:lnTo>
                    <a:pt x="570454" y="64481"/>
                  </a:lnTo>
                  <a:lnTo>
                    <a:pt x="562640" y="63489"/>
                  </a:lnTo>
                  <a:lnTo>
                    <a:pt x="554825" y="62498"/>
                  </a:lnTo>
                  <a:lnTo>
                    <a:pt x="547011" y="61510"/>
                  </a:lnTo>
                  <a:lnTo>
                    <a:pt x="539196" y="60523"/>
                  </a:lnTo>
                  <a:lnTo>
                    <a:pt x="531382" y="59539"/>
                  </a:lnTo>
                  <a:lnTo>
                    <a:pt x="523568" y="58556"/>
                  </a:lnTo>
                  <a:lnTo>
                    <a:pt x="515753" y="57576"/>
                  </a:lnTo>
                  <a:lnTo>
                    <a:pt x="507939" y="56594"/>
                  </a:lnTo>
                  <a:lnTo>
                    <a:pt x="500124" y="55613"/>
                  </a:lnTo>
                  <a:lnTo>
                    <a:pt x="492310" y="54643"/>
                  </a:lnTo>
                  <a:lnTo>
                    <a:pt x="484495" y="53676"/>
                  </a:lnTo>
                  <a:lnTo>
                    <a:pt x="476681" y="52709"/>
                  </a:lnTo>
                  <a:lnTo>
                    <a:pt x="468866" y="51743"/>
                  </a:lnTo>
                  <a:lnTo>
                    <a:pt x="461052" y="50779"/>
                  </a:lnTo>
                  <a:lnTo>
                    <a:pt x="453238" y="49817"/>
                  </a:lnTo>
                  <a:lnTo>
                    <a:pt x="445423" y="48858"/>
                  </a:lnTo>
                  <a:lnTo>
                    <a:pt x="437609" y="47903"/>
                  </a:lnTo>
                  <a:lnTo>
                    <a:pt x="429794" y="47512"/>
                  </a:lnTo>
                  <a:lnTo>
                    <a:pt x="421980" y="47607"/>
                  </a:lnTo>
                  <a:lnTo>
                    <a:pt x="414165" y="47701"/>
                  </a:lnTo>
                  <a:lnTo>
                    <a:pt x="406351" y="47795"/>
                  </a:lnTo>
                  <a:lnTo>
                    <a:pt x="398536" y="47889"/>
                  </a:lnTo>
                  <a:lnTo>
                    <a:pt x="390722" y="47984"/>
                  </a:lnTo>
                  <a:lnTo>
                    <a:pt x="382907" y="48078"/>
                  </a:lnTo>
                  <a:lnTo>
                    <a:pt x="375093" y="48173"/>
                  </a:lnTo>
                  <a:lnTo>
                    <a:pt x="367279" y="48267"/>
                  </a:lnTo>
                  <a:lnTo>
                    <a:pt x="359464" y="48362"/>
                  </a:lnTo>
                  <a:lnTo>
                    <a:pt x="351650" y="48456"/>
                  </a:lnTo>
                  <a:lnTo>
                    <a:pt x="343835" y="48551"/>
                  </a:lnTo>
                  <a:lnTo>
                    <a:pt x="336021" y="48646"/>
                  </a:lnTo>
                  <a:lnTo>
                    <a:pt x="328206" y="48740"/>
                  </a:lnTo>
                  <a:lnTo>
                    <a:pt x="320392" y="48835"/>
                  </a:lnTo>
                  <a:lnTo>
                    <a:pt x="312577" y="48930"/>
                  </a:lnTo>
                  <a:lnTo>
                    <a:pt x="304763" y="49025"/>
                  </a:lnTo>
                  <a:lnTo>
                    <a:pt x="296949" y="49120"/>
                  </a:lnTo>
                  <a:lnTo>
                    <a:pt x="289134" y="49215"/>
                  </a:lnTo>
                  <a:lnTo>
                    <a:pt x="281320" y="49310"/>
                  </a:lnTo>
                  <a:lnTo>
                    <a:pt x="273505" y="49405"/>
                  </a:lnTo>
                  <a:lnTo>
                    <a:pt x="265691" y="49500"/>
                  </a:lnTo>
                  <a:lnTo>
                    <a:pt x="257876" y="49595"/>
                  </a:lnTo>
                  <a:lnTo>
                    <a:pt x="250062" y="49691"/>
                  </a:lnTo>
                  <a:lnTo>
                    <a:pt x="242247" y="49786"/>
                  </a:lnTo>
                  <a:lnTo>
                    <a:pt x="234433" y="49881"/>
                  </a:lnTo>
                  <a:lnTo>
                    <a:pt x="226619" y="49977"/>
                  </a:lnTo>
                  <a:lnTo>
                    <a:pt x="218804" y="50072"/>
                  </a:lnTo>
                  <a:lnTo>
                    <a:pt x="210990" y="50168"/>
                  </a:lnTo>
                  <a:lnTo>
                    <a:pt x="203175" y="50263"/>
                  </a:lnTo>
                  <a:lnTo>
                    <a:pt x="195361" y="50359"/>
                  </a:lnTo>
                  <a:lnTo>
                    <a:pt x="187546" y="50455"/>
                  </a:lnTo>
                  <a:lnTo>
                    <a:pt x="179732" y="50550"/>
                  </a:lnTo>
                  <a:lnTo>
                    <a:pt x="171917" y="50646"/>
                  </a:lnTo>
                  <a:lnTo>
                    <a:pt x="164103" y="50742"/>
                  </a:lnTo>
                  <a:lnTo>
                    <a:pt x="156288" y="50838"/>
                  </a:lnTo>
                  <a:lnTo>
                    <a:pt x="148474" y="50934"/>
                  </a:lnTo>
                  <a:lnTo>
                    <a:pt x="140660" y="51029"/>
                  </a:lnTo>
                  <a:lnTo>
                    <a:pt x="132845" y="51125"/>
                  </a:lnTo>
                  <a:lnTo>
                    <a:pt x="125031" y="51221"/>
                  </a:lnTo>
                  <a:lnTo>
                    <a:pt x="117216" y="51318"/>
                  </a:lnTo>
                  <a:lnTo>
                    <a:pt x="109402" y="51414"/>
                  </a:lnTo>
                  <a:lnTo>
                    <a:pt x="101587" y="51510"/>
                  </a:lnTo>
                  <a:lnTo>
                    <a:pt x="93773" y="51606"/>
                  </a:lnTo>
                  <a:lnTo>
                    <a:pt x="85958" y="51702"/>
                  </a:lnTo>
                  <a:lnTo>
                    <a:pt x="78144" y="51799"/>
                  </a:lnTo>
                  <a:lnTo>
                    <a:pt x="70330" y="51895"/>
                  </a:lnTo>
                  <a:lnTo>
                    <a:pt x="62515" y="51991"/>
                  </a:lnTo>
                  <a:lnTo>
                    <a:pt x="54701" y="52088"/>
                  </a:lnTo>
                  <a:lnTo>
                    <a:pt x="46886" y="52184"/>
                  </a:lnTo>
                  <a:lnTo>
                    <a:pt x="39072" y="52281"/>
                  </a:lnTo>
                  <a:lnTo>
                    <a:pt x="31257" y="52378"/>
                  </a:lnTo>
                  <a:lnTo>
                    <a:pt x="23443" y="52474"/>
                  </a:lnTo>
                  <a:lnTo>
                    <a:pt x="15628" y="52571"/>
                  </a:lnTo>
                  <a:lnTo>
                    <a:pt x="7814" y="52668"/>
                  </a:lnTo>
                  <a:lnTo>
                    <a:pt x="0" y="52765"/>
                  </a:lnTo>
                  <a:close/>
                </a:path>
              </a:pathLst>
            </a:custGeom>
            <a:solidFill>
              <a:srgbClr val="009E73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203" name="pl202"/>
            <p:cNvSpPr/>
            <p:nvPr/>
          </p:nvSpPr>
          <p:spPr>
            <a:xfrm>
              <a:off x="6041499" y="2749940"/>
              <a:ext cx="2023942" cy="47418"/>
            </a:xfrm>
            <a:custGeom>
              <a:avLst/>
              <a:pathLst>
                <a:path w="2023942" h="47418">
                  <a:moveTo>
                    <a:pt x="0" y="0"/>
                  </a:moveTo>
                  <a:lnTo>
                    <a:pt x="7814" y="728"/>
                  </a:lnTo>
                  <a:lnTo>
                    <a:pt x="15628" y="1461"/>
                  </a:lnTo>
                  <a:lnTo>
                    <a:pt x="23443" y="2201"/>
                  </a:lnTo>
                  <a:lnTo>
                    <a:pt x="31257" y="2945"/>
                  </a:lnTo>
                  <a:lnTo>
                    <a:pt x="39072" y="3701"/>
                  </a:lnTo>
                  <a:lnTo>
                    <a:pt x="46886" y="4487"/>
                  </a:lnTo>
                  <a:lnTo>
                    <a:pt x="54701" y="5216"/>
                  </a:lnTo>
                  <a:lnTo>
                    <a:pt x="62515" y="5964"/>
                  </a:lnTo>
                  <a:lnTo>
                    <a:pt x="70330" y="6715"/>
                  </a:lnTo>
                  <a:lnTo>
                    <a:pt x="78144" y="7456"/>
                  </a:lnTo>
                  <a:lnTo>
                    <a:pt x="85958" y="8238"/>
                  </a:lnTo>
                  <a:lnTo>
                    <a:pt x="93773" y="9049"/>
                  </a:lnTo>
                  <a:lnTo>
                    <a:pt x="101587" y="9863"/>
                  </a:lnTo>
                  <a:lnTo>
                    <a:pt x="109402" y="10687"/>
                  </a:lnTo>
                  <a:lnTo>
                    <a:pt x="117216" y="11516"/>
                  </a:lnTo>
                  <a:lnTo>
                    <a:pt x="125031" y="12348"/>
                  </a:lnTo>
                  <a:lnTo>
                    <a:pt x="132845" y="13182"/>
                  </a:lnTo>
                  <a:lnTo>
                    <a:pt x="140660" y="14020"/>
                  </a:lnTo>
                  <a:lnTo>
                    <a:pt x="148474" y="14861"/>
                  </a:lnTo>
                  <a:lnTo>
                    <a:pt x="156288" y="15705"/>
                  </a:lnTo>
                  <a:lnTo>
                    <a:pt x="164103" y="16552"/>
                  </a:lnTo>
                  <a:lnTo>
                    <a:pt x="171917" y="17402"/>
                  </a:lnTo>
                  <a:lnTo>
                    <a:pt x="179732" y="18255"/>
                  </a:lnTo>
                  <a:lnTo>
                    <a:pt x="187546" y="19111"/>
                  </a:lnTo>
                  <a:lnTo>
                    <a:pt x="195361" y="19970"/>
                  </a:lnTo>
                  <a:lnTo>
                    <a:pt x="203175" y="20832"/>
                  </a:lnTo>
                  <a:lnTo>
                    <a:pt x="210990" y="21697"/>
                  </a:lnTo>
                  <a:lnTo>
                    <a:pt x="218804" y="22564"/>
                  </a:lnTo>
                  <a:lnTo>
                    <a:pt x="226619" y="23423"/>
                  </a:lnTo>
                  <a:lnTo>
                    <a:pt x="234433" y="24281"/>
                  </a:lnTo>
                  <a:lnTo>
                    <a:pt x="242247" y="25133"/>
                  </a:lnTo>
                  <a:lnTo>
                    <a:pt x="250062" y="25987"/>
                  </a:lnTo>
                  <a:lnTo>
                    <a:pt x="257876" y="26867"/>
                  </a:lnTo>
                  <a:lnTo>
                    <a:pt x="265691" y="27750"/>
                  </a:lnTo>
                  <a:lnTo>
                    <a:pt x="273505" y="28629"/>
                  </a:lnTo>
                  <a:lnTo>
                    <a:pt x="281320" y="29510"/>
                  </a:lnTo>
                  <a:lnTo>
                    <a:pt x="289134" y="30396"/>
                  </a:lnTo>
                  <a:lnTo>
                    <a:pt x="296949" y="31288"/>
                  </a:lnTo>
                  <a:lnTo>
                    <a:pt x="304763" y="32191"/>
                  </a:lnTo>
                  <a:lnTo>
                    <a:pt x="312577" y="33075"/>
                  </a:lnTo>
                  <a:lnTo>
                    <a:pt x="320392" y="33977"/>
                  </a:lnTo>
                  <a:lnTo>
                    <a:pt x="328206" y="34877"/>
                  </a:lnTo>
                  <a:lnTo>
                    <a:pt x="336021" y="35785"/>
                  </a:lnTo>
                  <a:lnTo>
                    <a:pt x="343835" y="36695"/>
                  </a:lnTo>
                  <a:lnTo>
                    <a:pt x="351650" y="37610"/>
                  </a:lnTo>
                  <a:lnTo>
                    <a:pt x="359464" y="38528"/>
                  </a:lnTo>
                  <a:lnTo>
                    <a:pt x="367279" y="39450"/>
                  </a:lnTo>
                  <a:lnTo>
                    <a:pt x="375093" y="40376"/>
                  </a:lnTo>
                  <a:lnTo>
                    <a:pt x="382907" y="41305"/>
                  </a:lnTo>
                  <a:lnTo>
                    <a:pt x="390722" y="42237"/>
                  </a:lnTo>
                  <a:lnTo>
                    <a:pt x="398536" y="43173"/>
                  </a:lnTo>
                  <a:lnTo>
                    <a:pt x="406351" y="44112"/>
                  </a:lnTo>
                  <a:lnTo>
                    <a:pt x="414165" y="45055"/>
                  </a:lnTo>
                  <a:lnTo>
                    <a:pt x="421980" y="46001"/>
                  </a:lnTo>
                  <a:lnTo>
                    <a:pt x="429794" y="46950"/>
                  </a:lnTo>
                  <a:lnTo>
                    <a:pt x="437609" y="47418"/>
                  </a:lnTo>
                  <a:lnTo>
                    <a:pt x="445423" y="47324"/>
                  </a:lnTo>
                  <a:lnTo>
                    <a:pt x="453238" y="47230"/>
                  </a:lnTo>
                  <a:lnTo>
                    <a:pt x="461052" y="47136"/>
                  </a:lnTo>
                  <a:lnTo>
                    <a:pt x="468866" y="47042"/>
                  </a:lnTo>
                  <a:lnTo>
                    <a:pt x="476681" y="46948"/>
                  </a:lnTo>
                  <a:lnTo>
                    <a:pt x="484495" y="46855"/>
                  </a:lnTo>
                  <a:lnTo>
                    <a:pt x="492310" y="46761"/>
                  </a:lnTo>
                  <a:lnTo>
                    <a:pt x="500124" y="46667"/>
                  </a:lnTo>
                  <a:lnTo>
                    <a:pt x="507939" y="46573"/>
                  </a:lnTo>
                  <a:lnTo>
                    <a:pt x="515753" y="46480"/>
                  </a:lnTo>
                  <a:lnTo>
                    <a:pt x="523568" y="46386"/>
                  </a:lnTo>
                  <a:lnTo>
                    <a:pt x="531382" y="46293"/>
                  </a:lnTo>
                  <a:lnTo>
                    <a:pt x="539196" y="46199"/>
                  </a:lnTo>
                  <a:lnTo>
                    <a:pt x="547011" y="46106"/>
                  </a:lnTo>
                  <a:lnTo>
                    <a:pt x="554825" y="46012"/>
                  </a:lnTo>
                  <a:lnTo>
                    <a:pt x="562640" y="45919"/>
                  </a:lnTo>
                  <a:lnTo>
                    <a:pt x="570454" y="45826"/>
                  </a:lnTo>
                  <a:lnTo>
                    <a:pt x="578269" y="45733"/>
                  </a:lnTo>
                  <a:lnTo>
                    <a:pt x="586083" y="45639"/>
                  </a:lnTo>
                  <a:lnTo>
                    <a:pt x="593898" y="45546"/>
                  </a:lnTo>
                  <a:lnTo>
                    <a:pt x="601712" y="45453"/>
                  </a:lnTo>
                  <a:lnTo>
                    <a:pt x="609526" y="45360"/>
                  </a:lnTo>
                  <a:lnTo>
                    <a:pt x="617341" y="45267"/>
                  </a:lnTo>
                  <a:lnTo>
                    <a:pt x="625155" y="45174"/>
                  </a:lnTo>
                  <a:lnTo>
                    <a:pt x="632970" y="45081"/>
                  </a:lnTo>
                  <a:lnTo>
                    <a:pt x="640784" y="44989"/>
                  </a:lnTo>
                  <a:lnTo>
                    <a:pt x="648599" y="44896"/>
                  </a:lnTo>
                  <a:lnTo>
                    <a:pt x="656413" y="44803"/>
                  </a:lnTo>
                  <a:lnTo>
                    <a:pt x="664228" y="44710"/>
                  </a:lnTo>
                  <a:lnTo>
                    <a:pt x="672042" y="44618"/>
                  </a:lnTo>
                  <a:lnTo>
                    <a:pt x="679857" y="44525"/>
                  </a:lnTo>
                  <a:lnTo>
                    <a:pt x="687671" y="44433"/>
                  </a:lnTo>
                  <a:lnTo>
                    <a:pt x="695485" y="44340"/>
                  </a:lnTo>
                  <a:lnTo>
                    <a:pt x="703300" y="44248"/>
                  </a:lnTo>
                  <a:lnTo>
                    <a:pt x="711114" y="44156"/>
                  </a:lnTo>
                  <a:lnTo>
                    <a:pt x="718929" y="44063"/>
                  </a:lnTo>
                  <a:lnTo>
                    <a:pt x="726743" y="43971"/>
                  </a:lnTo>
                  <a:lnTo>
                    <a:pt x="734558" y="43879"/>
                  </a:lnTo>
                  <a:lnTo>
                    <a:pt x="742372" y="43787"/>
                  </a:lnTo>
                  <a:lnTo>
                    <a:pt x="750187" y="43694"/>
                  </a:lnTo>
                  <a:lnTo>
                    <a:pt x="758001" y="43602"/>
                  </a:lnTo>
                  <a:lnTo>
                    <a:pt x="765815" y="43510"/>
                  </a:lnTo>
                  <a:lnTo>
                    <a:pt x="773630" y="43418"/>
                  </a:lnTo>
                  <a:lnTo>
                    <a:pt x="781444" y="43326"/>
                  </a:lnTo>
                  <a:lnTo>
                    <a:pt x="789259" y="43235"/>
                  </a:lnTo>
                  <a:lnTo>
                    <a:pt x="797073" y="43143"/>
                  </a:lnTo>
                  <a:lnTo>
                    <a:pt x="804888" y="43051"/>
                  </a:lnTo>
                  <a:lnTo>
                    <a:pt x="812702" y="42959"/>
                  </a:lnTo>
                  <a:lnTo>
                    <a:pt x="820517" y="42868"/>
                  </a:lnTo>
                  <a:lnTo>
                    <a:pt x="828331" y="42776"/>
                  </a:lnTo>
                  <a:lnTo>
                    <a:pt x="836145" y="42685"/>
                  </a:lnTo>
                  <a:lnTo>
                    <a:pt x="843960" y="42593"/>
                  </a:lnTo>
                  <a:lnTo>
                    <a:pt x="851774" y="42502"/>
                  </a:lnTo>
                  <a:lnTo>
                    <a:pt x="859589" y="42410"/>
                  </a:lnTo>
                  <a:lnTo>
                    <a:pt x="867403" y="42319"/>
                  </a:lnTo>
                  <a:lnTo>
                    <a:pt x="875218" y="42228"/>
                  </a:lnTo>
                  <a:lnTo>
                    <a:pt x="883032" y="42136"/>
                  </a:lnTo>
                  <a:lnTo>
                    <a:pt x="890847" y="42045"/>
                  </a:lnTo>
                  <a:lnTo>
                    <a:pt x="898661" y="41954"/>
                  </a:lnTo>
                  <a:lnTo>
                    <a:pt x="906476" y="41863"/>
                  </a:lnTo>
                  <a:lnTo>
                    <a:pt x="914290" y="41772"/>
                  </a:lnTo>
                  <a:lnTo>
                    <a:pt x="922104" y="41681"/>
                  </a:lnTo>
                  <a:lnTo>
                    <a:pt x="929919" y="41590"/>
                  </a:lnTo>
                  <a:lnTo>
                    <a:pt x="937733" y="41499"/>
                  </a:lnTo>
                  <a:lnTo>
                    <a:pt x="945548" y="41408"/>
                  </a:lnTo>
                  <a:lnTo>
                    <a:pt x="953362" y="41318"/>
                  </a:lnTo>
                  <a:lnTo>
                    <a:pt x="961177" y="41227"/>
                  </a:lnTo>
                  <a:lnTo>
                    <a:pt x="968991" y="41136"/>
                  </a:lnTo>
                  <a:lnTo>
                    <a:pt x="976806" y="41046"/>
                  </a:lnTo>
                  <a:lnTo>
                    <a:pt x="984620" y="40955"/>
                  </a:lnTo>
                  <a:lnTo>
                    <a:pt x="992434" y="40865"/>
                  </a:lnTo>
                  <a:lnTo>
                    <a:pt x="1000249" y="40774"/>
                  </a:lnTo>
                  <a:lnTo>
                    <a:pt x="1008063" y="40684"/>
                  </a:lnTo>
                  <a:lnTo>
                    <a:pt x="1015878" y="40593"/>
                  </a:lnTo>
                  <a:lnTo>
                    <a:pt x="1023692" y="40503"/>
                  </a:lnTo>
                  <a:lnTo>
                    <a:pt x="1031507" y="40413"/>
                  </a:lnTo>
                  <a:lnTo>
                    <a:pt x="1039321" y="40323"/>
                  </a:lnTo>
                  <a:lnTo>
                    <a:pt x="1047136" y="40232"/>
                  </a:lnTo>
                  <a:lnTo>
                    <a:pt x="1054950" y="40142"/>
                  </a:lnTo>
                  <a:lnTo>
                    <a:pt x="1062765" y="40052"/>
                  </a:lnTo>
                  <a:lnTo>
                    <a:pt x="1070579" y="39962"/>
                  </a:lnTo>
                  <a:lnTo>
                    <a:pt x="1078393" y="39872"/>
                  </a:lnTo>
                  <a:lnTo>
                    <a:pt x="1086208" y="39782"/>
                  </a:lnTo>
                  <a:lnTo>
                    <a:pt x="1094022" y="39693"/>
                  </a:lnTo>
                  <a:lnTo>
                    <a:pt x="1101837" y="39603"/>
                  </a:lnTo>
                  <a:lnTo>
                    <a:pt x="1109651" y="39513"/>
                  </a:lnTo>
                  <a:lnTo>
                    <a:pt x="1117466" y="39423"/>
                  </a:lnTo>
                  <a:lnTo>
                    <a:pt x="1125280" y="39334"/>
                  </a:lnTo>
                  <a:lnTo>
                    <a:pt x="1133095" y="39244"/>
                  </a:lnTo>
                  <a:lnTo>
                    <a:pt x="1140909" y="39155"/>
                  </a:lnTo>
                  <a:lnTo>
                    <a:pt x="1148723" y="39065"/>
                  </a:lnTo>
                  <a:lnTo>
                    <a:pt x="1156538" y="38976"/>
                  </a:lnTo>
                  <a:lnTo>
                    <a:pt x="1164352" y="38886"/>
                  </a:lnTo>
                  <a:lnTo>
                    <a:pt x="1172167" y="38797"/>
                  </a:lnTo>
                  <a:lnTo>
                    <a:pt x="1179981" y="38708"/>
                  </a:lnTo>
                  <a:lnTo>
                    <a:pt x="1187796" y="38619"/>
                  </a:lnTo>
                  <a:lnTo>
                    <a:pt x="1195610" y="38529"/>
                  </a:lnTo>
                  <a:lnTo>
                    <a:pt x="1203425" y="38440"/>
                  </a:lnTo>
                  <a:lnTo>
                    <a:pt x="1211239" y="38351"/>
                  </a:lnTo>
                  <a:lnTo>
                    <a:pt x="1219053" y="38262"/>
                  </a:lnTo>
                  <a:lnTo>
                    <a:pt x="1226868" y="38173"/>
                  </a:lnTo>
                  <a:lnTo>
                    <a:pt x="1234682" y="38084"/>
                  </a:lnTo>
                  <a:lnTo>
                    <a:pt x="1242497" y="37995"/>
                  </a:lnTo>
                  <a:lnTo>
                    <a:pt x="1250311" y="37907"/>
                  </a:lnTo>
                  <a:lnTo>
                    <a:pt x="1258126" y="37818"/>
                  </a:lnTo>
                  <a:lnTo>
                    <a:pt x="1265940" y="37729"/>
                  </a:lnTo>
                  <a:lnTo>
                    <a:pt x="1273755" y="37641"/>
                  </a:lnTo>
                  <a:lnTo>
                    <a:pt x="1281569" y="37552"/>
                  </a:lnTo>
                  <a:lnTo>
                    <a:pt x="1289384" y="37463"/>
                  </a:lnTo>
                  <a:lnTo>
                    <a:pt x="1297198" y="37375"/>
                  </a:lnTo>
                  <a:lnTo>
                    <a:pt x="1305012" y="37287"/>
                  </a:lnTo>
                  <a:lnTo>
                    <a:pt x="1312827" y="37198"/>
                  </a:lnTo>
                  <a:lnTo>
                    <a:pt x="1320641" y="37110"/>
                  </a:lnTo>
                  <a:lnTo>
                    <a:pt x="1328456" y="37022"/>
                  </a:lnTo>
                  <a:lnTo>
                    <a:pt x="1336270" y="36933"/>
                  </a:lnTo>
                  <a:lnTo>
                    <a:pt x="1344085" y="36845"/>
                  </a:lnTo>
                  <a:lnTo>
                    <a:pt x="1351899" y="36757"/>
                  </a:lnTo>
                  <a:lnTo>
                    <a:pt x="1359714" y="36669"/>
                  </a:lnTo>
                  <a:lnTo>
                    <a:pt x="1367528" y="36581"/>
                  </a:lnTo>
                  <a:lnTo>
                    <a:pt x="1375342" y="36493"/>
                  </a:lnTo>
                  <a:lnTo>
                    <a:pt x="1383157" y="36405"/>
                  </a:lnTo>
                  <a:lnTo>
                    <a:pt x="1390971" y="36317"/>
                  </a:lnTo>
                  <a:lnTo>
                    <a:pt x="1398786" y="36229"/>
                  </a:lnTo>
                  <a:lnTo>
                    <a:pt x="1406600" y="36142"/>
                  </a:lnTo>
                  <a:lnTo>
                    <a:pt x="1414415" y="36054"/>
                  </a:lnTo>
                  <a:lnTo>
                    <a:pt x="1422229" y="35966"/>
                  </a:lnTo>
                  <a:lnTo>
                    <a:pt x="1430044" y="35879"/>
                  </a:lnTo>
                  <a:lnTo>
                    <a:pt x="1437858" y="35791"/>
                  </a:lnTo>
                  <a:lnTo>
                    <a:pt x="1445672" y="35704"/>
                  </a:lnTo>
                  <a:lnTo>
                    <a:pt x="1453487" y="35616"/>
                  </a:lnTo>
                  <a:lnTo>
                    <a:pt x="1461301" y="35529"/>
                  </a:lnTo>
                  <a:lnTo>
                    <a:pt x="1469116" y="35441"/>
                  </a:lnTo>
                  <a:lnTo>
                    <a:pt x="1476930" y="35354"/>
                  </a:lnTo>
                  <a:lnTo>
                    <a:pt x="1484745" y="35267"/>
                  </a:lnTo>
                  <a:lnTo>
                    <a:pt x="1492559" y="35180"/>
                  </a:lnTo>
                  <a:lnTo>
                    <a:pt x="1500374" y="35093"/>
                  </a:lnTo>
                  <a:lnTo>
                    <a:pt x="1508188" y="35006"/>
                  </a:lnTo>
                  <a:lnTo>
                    <a:pt x="1516003" y="34919"/>
                  </a:lnTo>
                  <a:lnTo>
                    <a:pt x="1523817" y="34832"/>
                  </a:lnTo>
                  <a:lnTo>
                    <a:pt x="1531631" y="34745"/>
                  </a:lnTo>
                  <a:lnTo>
                    <a:pt x="1539446" y="34658"/>
                  </a:lnTo>
                  <a:lnTo>
                    <a:pt x="1547260" y="34571"/>
                  </a:lnTo>
                  <a:lnTo>
                    <a:pt x="1555075" y="34484"/>
                  </a:lnTo>
                  <a:lnTo>
                    <a:pt x="1562889" y="34398"/>
                  </a:lnTo>
                  <a:lnTo>
                    <a:pt x="1570704" y="34311"/>
                  </a:lnTo>
                  <a:lnTo>
                    <a:pt x="1578518" y="34224"/>
                  </a:lnTo>
                  <a:lnTo>
                    <a:pt x="1586333" y="34138"/>
                  </a:lnTo>
                  <a:lnTo>
                    <a:pt x="1594147" y="34051"/>
                  </a:lnTo>
                  <a:lnTo>
                    <a:pt x="1601961" y="33965"/>
                  </a:lnTo>
                  <a:lnTo>
                    <a:pt x="1609776" y="33879"/>
                  </a:lnTo>
                  <a:lnTo>
                    <a:pt x="1617590" y="33792"/>
                  </a:lnTo>
                  <a:lnTo>
                    <a:pt x="1625405" y="33706"/>
                  </a:lnTo>
                  <a:lnTo>
                    <a:pt x="1633219" y="33620"/>
                  </a:lnTo>
                  <a:lnTo>
                    <a:pt x="1641034" y="33534"/>
                  </a:lnTo>
                  <a:lnTo>
                    <a:pt x="1648848" y="33447"/>
                  </a:lnTo>
                  <a:lnTo>
                    <a:pt x="1656663" y="33361"/>
                  </a:lnTo>
                  <a:lnTo>
                    <a:pt x="1664477" y="33275"/>
                  </a:lnTo>
                  <a:lnTo>
                    <a:pt x="1672291" y="33189"/>
                  </a:lnTo>
                  <a:lnTo>
                    <a:pt x="1680106" y="33103"/>
                  </a:lnTo>
                  <a:lnTo>
                    <a:pt x="1687920" y="33015"/>
                  </a:lnTo>
                  <a:lnTo>
                    <a:pt x="1695735" y="32927"/>
                  </a:lnTo>
                  <a:lnTo>
                    <a:pt x="1703549" y="32838"/>
                  </a:lnTo>
                  <a:lnTo>
                    <a:pt x="1711364" y="32750"/>
                  </a:lnTo>
                  <a:lnTo>
                    <a:pt x="1719178" y="32662"/>
                  </a:lnTo>
                  <a:lnTo>
                    <a:pt x="1726993" y="32574"/>
                  </a:lnTo>
                  <a:lnTo>
                    <a:pt x="1734807" y="32486"/>
                  </a:lnTo>
                  <a:lnTo>
                    <a:pt x="1742622" y="32398"/>
                  </a:lnTo>
                  <a:lnTo>
                    <a:pt x="1750436" y="32310"/>
                  </a:lnTo>
                  <a:lnTo>
                    <a:pt x="1758250" y="32222"/>
                  </a:lnTo>
                  <a:lnTo>
                    <a:pt x="1766065" y="32134"/>
                  </a:lnTo>
                  <a:lnTo>
                    <a:pt x="1773879" y="32046"/>
                  </a:lnTo>
                  <a:lnTo>
                    <a:pt x="1781694" y="31958"/>
                  </a:lnTo>
                  <a:lnTo>
                    <a:pt x="1789508" y="31870"/>
                  </a:lnTo>
                  <a:lnTo>
                    <a:pt x="1797323" y="31782"/>
                  </a:lnTo>
                  <a:lnTo>
                    <a:pt x="1805137" y="31694"/>
                  </a:lnTo>
                  <a:lnTo>
                    <a:pt x="1812952" y="31606"/>
                  </a:lnTo>
                  <a:lnTo>
                    <a:pt x="1820766" y="31519"/>
                  </a:lnTo>
                  <a:lnTo>
                    <a:pt x="1828580" y="31431"/>
                  </a:lnTo>
                  <a:lnTo>
                    <a:pt x="1836395" y="31343"/>
                  </a:lnTo>
                  <a:lnTo>
                    <a:pt x="1844209" y="31255"/>
                  </a:lnTo>
                  <a:lnTo>
                    <a:pt x="1852024" y="31168"/>
                  </a:lnTo>
                  <a:lnTo>
                    <a:pt x="1859838" y="31080"/>
                  </a:lnTo>
                  <a:lnTo>
                    <a:pt x="1867653" y="30992"/>
                  </a:lnTo>
                  <a:lnTo>
                    <a:pt x="1875467" y="30905"/>
                  </a:lnTo>
                  <a:lnTo>
                    <a:pt x="1883282" y="30817"/>
                  </a:lnTo>
                  <a:lnTo>
                    <a:pt x="1891096" y="30729"/>
                  </a:lnTo>
                  <a:lnTo>
                    <a:pt x="1898910" y="30642"/>
                  </a:lnTo>
                  <a:lnTo>
                    <a:pt x="1906725" y="30554"/>
                  </a:lnTo>
                  <a:lnTo>
                    <a:pt x="1914539" y="30467"/>
                  </a:lnTo>
                  <a:lnTo>
                    <a:pt x="1922354" y="30379"/>
                  </a:lnTo>
                  <a:lnTo>
                    <a:pt x="1930168" y="30292"/>
                  </a:lnTo>
                  <a:lnTo>
                    <a:pt x="1937983" y="30204"/>
                  </a:lnTo>
                  <a:lnTo>
                    <a:pt x="1945797" y="30117"/>
                  </a:lnTo>
                  <a:lnTo>
                    <a:pt x="1953612" y="30030"/>
                  </a:lnTo>
                  <a:lnTo>
                    <a:pt x="1961426" y="29942"/>
                  </a:lnTo>
                  <a:lnTo>
                    <a:pt x="1969241" y="29855"/>
                  </a:lnTo>
                  <a:lnTo>
                    <a:pt x="1977055" y="29768"/>
                  </a:lnTo>
                  <a:lnTo>
                    <a:pt x="1984869" y="29680"/>
                  </a:lnTo>
                  <a:lnTo>
                    <a:pt x="1992684" y="29593"/>
                  </a:lnTo>
                  <a:lnTo>
                    <a:pt x="2000498" y="29506"/>
                  </a:lnTo>
                  <a:lnTo>
                    <a:pt x="2008313" y="29419"/>
                  </a:lnTo>
                  <a:lnTo>
                    <a:pt x="2016127" y="29331"/>
                  </a:lnTo>
                  <a:lnTo>
                    <a:pt x="2023942" y="292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04" name="pl203"/>
            <p:cNvSpPr/>
            <p:nvPr/>
          </p:nvSpPr>
          <p:spPr>
            <a:xfrm>
              <a:off x="6041499" y="2797453"/>
              <a:ext cx="2023942" cy="191394"/>
            </a:xfrm>
            <a:custGeom>
              <a:avLst/>
              <a:pathLst>
                <a:path w="2023942" h="191394">
                  <a:moveTo>
                    <a:pt x="2023942" y="191394"/>
                  </a:moveTo>
                  <a:lnTo>
                    <a:pt x="2016127" y="190841"/>
                  </a:lnTo>
                  <a:lnTo>
                    <a:pt x="2008313" y="190356"/>
                  </a:lnTo>
                  <a:lnTo>
                    <a:pt x="2000498" y="189705"/>
                  </a:lnTo>
                  <a:lnTo>
                    <a:pt x="1992684" y="189047"/>
                  </a:lnTo>
                  <a:lnTo>
                    <a:pt x="1984869" y="188384"/>
                  </a:lnTo>
                  <a:lnTo>
                    <a:pt x="1977055" y="187718"/>
                  </a:lnTo>
                  <a:lnTo>
                    <a:pt x="1969241" y="187047"/>
                  </a:lnTo>
                  <a:lnTo>
                    <a:pt x="1961426" y="186372"/>
                  </a:lnTo>
                  <a:lnTo>
                    <a:pt x="1953612" y="185692"/>
                  </a:lnTo>
                  <a:lnTo>
                    <a:pt x="1945797" y="185008"/>
                  </a:lnTo>
                  <a:lnTo>
                    <a:pt x="1937983" y="184320"/>
                  </a:lnTo>
                  <a:lnTo>
                    <a:pt x="1930168" y="183627"/>
                  </a:lnTo>
                  <a:lnTo>
                    <a:pt x="1922354" y="182929"/>
                  </a:lnTo>
                  <a:lnTo>
                    <a:pt x="1914539" y="182227"/>
                  </a:lnTo>
                  <a:lnTo>
                    <a:pt x="1906725" y="181520"/>
                  </a:lnTo>
                  <a:lnTo>
                    <a:pt x="1898910" y="180809"/>
                  </a:lnTo>
                  <a:lnTo>
                    <a:pt x="1891096" y="180094"/>
                  </a:lnTo>
                  <a:lnTo>
                    <a:pt x="1883282" y="179375"/>
                  </a:lnTo>
                  <a:lnTo>
                    <a:pt x="1875467" y="178651"/>
                  </a:lnTo>
                  <a:lnTo>
                    <a:pt x="1867653" y="177923"/>
                  </a:lnTo>
                  <a:lnTo>
                    <a:pt x="1859838" y="177190"/>
                  </a:lnTo>
                  <a:lnTo>
                    <a:pt x="1852024" y="176454"/>
                  </a:lnTo>
                  <a:lnTo>
                    <a:pt x="1844209" y="175713"/>
                  </a:lnTo>
                  <a:lnTo>
                    <a:pt x="1836395" y="174967"/>
                  </a:lnTo>
                  <a:lnTo>
                    <a:pt x="1828580" y="174218"/>
                  </a:lnTo>
                  <a:lnTo>
                    <a:pt x="1820766" y="173464"/>
                  </a:lnTo>
                  <a:lnTo>
                    <a:pt x="1812952" y="172706"/>
                  </a:lnTo>
                  <a:lnTo>
                    <a:pt x="1805137" y="171864"/>
                  </a:lnTo>
                  <a:lnTo>
                    <a:pt x="1797323" y="171144"/>
                  </a:lnTo>
                  <a:lnTo>
                    <a:pt x="1789508" y="170354"/>
                  </a:lnTo>
                  <a:lnTo>
                    <a:pt x="1781694" y="169560"/>
                  </a:lnTo>
                  <a:lnTo>
                    <a:pt x="1773879" y="168768"/>
                  </a:lnTo>
                  <a:lnTo>
                    <a:pt x="1766065" y="168012"/>
                  </a:lnTo>
                  <a:lnTo>
                    <a:pt x="1758250" y="167252"/>
                  </a:lnTo>
                  <a:lnTo>
                    <a:pt x="1750436" y="166487"/>
                  </a:lnTo>
                  <a:lnTo>
                    <a:pt x="1742622" y="165695"/>
                  </a:lnTo>
                  <a:lnTo>
                    <a:pt x="1734807" y="164896"/>
                  </a:lnTo>
                  <a:lnTo>
                    <a:pt x="1726993" y="164092"/>
                  </a:lnTo>
                  <a:lnTo>
                    <a:pt x="1719178" y="163283"/>
                  </a:lnTo>
                  <a:lnTo>
                    <a:pt x="1711364" y="162413"/>
                  </a:lnTo>
                  <a:lnTo>
                    <a:pt x="1703549" y="161510"/>
                  </a:lnTo>
                  <a:lnTo>
                    <a:pt x="1695735" y="160600"/>
                  </a:lnTo>
                  <a:lnTo>
                    <a:pt x="1687920" y="159688"/>
                  </a:lnTo>
                  <a:lnTo>
                    <a:pt x="1680106" y="158775"/>
                  </a:lnTo>
                  <a:lnTo>
                    <a:pt x="1672291" y="157858"/>
                  </a:lnTo>
                  <a:lnTo>
                    <a:pt x="1664477" y="156937"/>
                  </a:lnTo>
                  <a:lnTo>
                    <a:pt x="1656663" y="156014"/>
                  </a:lnTo>
                  <a:lnTo>
                    <a:pt x="1648848" y="155086"/>
                  </a:lnTo>
                  <a:lnTo>
                    <a:pt x="1641034" y="154156"/>
                  </a:lnTo>
                  <a:lnTo>
                    <a:pt x="1633219" y="153222"/>
                  </a:lnTo>
                  <a:lnTo>
                    <a:pt x="1625405" y="152285"/>
                  </a:lnTo>
                  <a:lnTo>
                    <a:pt x="1617590" y="151532"/>
                  </a:lnTo>
                  <a:lnTo>
                    <a:pt x="1609776" y="150845"/>
                  </a:lnTo>
                  <a:lnTo>
                    <a:pt x="1601961" y="150152"/>
                  </a:lnTo>
                  <a:lnTo>
                    <a:pt x="1594147" y="149290"/>
                  </a:lnTo>
                  <a:lnTo>
                    <a:pt x="1586333" y="148400"/>
                  </a:lnTo>
                  <a:lnTo>
                    <a:pt x="1578518" y="147502"/>
                  </a:lnTo>
                  <a:lnTo>
                    <a:pt x="1570704" y="146601"/>
                  </a:lnTo>
                  <a:lnTo>
                    <a:pt x="1562889" y="145696"/>
                  </a:lnTo>
                  <a:lnTo>
                    <a:pt x="1555075" y="144787"/>
                  </a:lnTo>
                  <a:lnTo>
                    <a:pt x="1547260" y="143930"/>
                  </a:lnTo>
                  <a:lnTo>
                    <a:pt x="1539446" y="142961"/>
                  </a:lnTo>
                  <a:lnTo>
                    <a:pt x="1531631" y="142042"/>
                  </a:lnTo>
                  <a:lnTo>
                    <a:pt x="1523817" y="141143"/>
                  </a:lnTo>
                  <a:lnTo>
                    <a:pt x="1516003" y="140227"/>
                  </a:lnTo>
                  <a:lnTo>
                    <a:pt x="1508188" y="139273"/>
                  </a:lnTo>
                  <a:lnTo>
                    <a:pt x="1500374" y="138334"/>
                  </a:lnTo>
                  <a:lnTo>
                    <a:pt x="1492559" y="137350"/>
                  </a:lnTo>
                  <a:lnTo>
                    <a:pt x="1484745" y="136385"/>
                  </a:lnTo>
                  <a:lnTo>
                    <a:pt x="1476930" y="135418"/>
                  </a:lnTo>
                  <a:lnTo>
                    <a:pt x="1469116" y="134448"/>
                  </a:lnTo>
                  <a:lnTo>
                    <a:pt x="1461301" y="133475"/>
                  </a:lnTo>
                  <a:lnTo>
                    <a:pt x="1453487" y="132499"/>
                  </a:lnTo>
                  <a:lnTo>
                    <a:pt x="1445672" y="131520"/>
                  </a:lnTo>
                  <a:lnTo>
                    <a:pt x="1437858" y="130608"/>
                  </a:lnTo>
                  <a:lnTo>
                    <a:pt x="1430044" y="129706"/>
                  </a:lnTo>
                  <a:lnTo>
                    <a:pt x="1422229" y="128801"/>
                  </a:lnTo>
                  <a:lnTo>
                    <a:pt x="1414415" y="127869"/>
                  </a:lnTo>
                  <a:lnTo>
                    <a:pt x="1406600" y="126901"/>
                  </a:lnTo>
                  <a:lnTo>
                    <a:pt x="1398786" y="125927"/>
                  </a:lnTo>
                  <a:lnTo>
                    <a:pt x="1390971" y="124933"/>
                  </a:lnTo>
                  <a:lnTo>
                    <a:pt x="1383157" y="123899"/>
                  </a:lnTo>
                  <a:lnTo>
                    <a:pt x="1375342" y="122867"/>
                  </a:lnTo>
                  <a:lnTo>
                    <a:pt x="1367528" y="122001"/>
                  </a:lnTo>
                  <a:lnTo>
                    <a:pt x="1359714" y="121024"/>
                  </a:lnTo>
                  <a:lnTo>
                    <a:pt x="1351899" y="120038"/>
                  </a:lnTo>
                  <a:lnTo>
                    <a:pt x="1344085" y="119049"/>
                  </a:lnTo>
                  <a:lnTo>
                    <a:pt x="1336270" y="118054"/>
                  </a:lnTo>
                  <a:lnTo>
                    <a:pt x="1328456" y="117056"/>
                  </a:lnTo>
                  <a:lnTo>
                    <a:pt x="1320641" y="116056"/>
                  </a:lnTo>
                  <a:lnTo>
                    <a:pt x="1312827" y="115054"/>
                  </a:lnTo>
                  <a:lnTo>
                    <a:pt x="1305012" y="114049"/>
                  </a:lnTo>
                  <a:lnTo>
                    <a:pt x="1297198" y="113042"/>
                  </a:lnTo>
                  <a:lnTo>
                    <a:pt x="1289384" y="112032"/>
                  </a:lnTo>
                  <a:lnTo>
                    <a:pt x="1281569" y="111020"/>
                  </a:lnTo>
                  <a:lnTo>
                    <a:pt x="1273755" y="110007"/>
                  </a:lnTo>
                  <a:lnTo>
                    <a:pt x="1265940" y="108991"/>
                  </a:lnTo>
                  <a:lnTo>
                    <a:pt x="1258126" y="107973"/>
                  </a:lnTo>
                  <a:lnTo>
                    <a:pt x="1250311" y="106919"/>
                  </a:lnTo>
                  <a:lnTo>
                    <a:pt x="1242497" y="105822"/>
                  </a:lnTo>
                  <a:lnTo>
                    <a:pt x="1234682" y="104724"/>
                  </a:lnTo>
                  <a:lnTo>
                    <a:pt x="1226868" y="103626"/>
                  </a:lnTo>
                  <a:lnTo>
                    <a:pt x="1219053" y="102527"/>
                  </a:lnTo>
                  <a:lnTo>
                    <a:pt x="1211239" y="101427"/>
                  </a:lnTo>
                  <a:lnTo>
                    <a:pt x="1203425" y="100400"/>
                  </a:lnTo>
                  <a:lnTo>
                    <a:pt x="1195610" y="99372"/>
                  </a:lnTo>
                  <a:lnTo>
                    <a:pt x="1187796" y="98343"/>
                  </a:lnTo>
                  <a:lnTo>
                    <a:pt x="1179981" y="97312"/>
                  </a:lnTo>
                  <a:lnTo>
                    <a:pt x="1172167" y="96280"/>
                  </a:lnTo>
                  <a:lnTo>
                    <a:pt x="1164352" y="95246"/>
                  </a:lnTo>
                  <a:lnTo>
                    <a:pt x="1156538" y="94211"/>
                  </a:lnTo>
                  <a:lnTo>
                    <a:pt x="1148723" y="93174"/>
                  </a:lnTo>
                  <a:lnTo>
                    <a:pt x="1140909" y="92155"/>
                  </a:lnTo>
                  <a:lnTo>
                    <a:pt x="1133095" y="91101"/>
                  </a:lnTo>
                  <a:lnTo>
                    <a:pt x="1125280" y="90064"/>
                  </a:lnTo>
                  <a:lnTo>
                    <a:pt x="1117466" y="89021"/>
                  </a:lnTo>
                  <a:lnTo>
                    <a:pt x="1109651" y="87976"/>
                  </a:lnTo>
                  <a:lnTo>
                    <a:pt x="1101837" y="86892"/>
                  </a:lnTo>
                  <a:lnTo>
                    <a:pt x="1094022" y="85764"/>
                  </a:lnTo>
                  <a:lnTo>
                    <a:pt x="1086208" y="84698"/>
                  </a:lnTo>
                  <a:lnTo>
                    <a:pt x="1078393" y="83676"/>
                  </a:lnTo>
                  <a:lnTo>
                    <a:pt x="1070579" y="82678"/>
                  </a:lnTo>
                  <a:lnTo>
                    <a:pt x="1062765" y="81681"/>
                  </a:lnTo>
                  <a:lnTo>
                    <a:pt x="1054950" y="80656"/>
                  </a:lnTo>
                  <a:lnTo>
                    <a:pt x="1047136" y="79621"/>
                  </a:lnTo>
                  <a:lnTo>
                    <a:pt x="1039321" y="78604"/>
                  </a:lnTo>
                  <a:lnTo>
                    <a:pt x="1031507" y="77587"/>
                  </a:lnTo>
                  <a:lnTo>
                    <a:pt x="1023692" y="76567"/>
                  </a:lnTo>
                  <a:lnTo>
                    <a:pt x="1015878" y="75547"/>
                  </a:lnTo>
                  <a:lnTo>
                    <a:pt x="1008063" y="74544"/>
                  </a:lnTo>
                  <a:lnTo>
                    <a:pt x="1000249" y="73571"/>
                  </a:lnTo>
                  <a:lnTo>
                    <a:pt x="992434" y="72516"/>
                  </a:lnTo>
                  <a:lnTo>
                    <a:pt x="984620" y="71462"/>
                  </a:lnTo>
                  <a:lnTo>
                    <a:pt x="976806" y="70429"/>
                  </a:lnTo>
                  <a:lnTo>
                    <a:pt x="968991" y="69403"/>
                  </a:lnTo>
                  <a:lnTo>
                    <a:pt x="961177" y="68375"/>
                  </a:lnTo>
                  <a:lnTo>
                    <a:pt x="953362" y="67387"/>
                  </a:lnTo>
                  <a:lnTo>
                    <a:pt x="945548" y="66424"/>
                  </a:lnTo>
                  <a:lnTo>
                    <a:pt x="937733" y="65458"/>
                  </a:lnTo>
                  <a:lnTo>
                    <a:pt x="929919" y="64458"/>
                  </a:lnTo>
                  <a:lnTo>
                    <a:pt x="922104" y="63355"/>
                  </a:lnTo>
                  <a:lnTo>
                    <a:pt x="914290" y="62253"/>
                  </a:lnTo>
                  <a:lnTo>
                    <a:pt x="906476" y="61165"/>
                  </a:lnTo>
                  <a:lnTo>
                    <a:pt x="898661" y="60132"/>
                  </a:lnTo>
                  <a:lnTo>
                    <a:pt x="890847" y="59099"/>
                  </a:lnTo>
                  <a:lnTo>
                    <a:pt x="883032" y="58065"/>
                  </a:lnTo>
                  <a:lnTo>
                    <a:pt x="875218" y="57030"/>
                  </a:lnTo>
                  <a:lnTo>
                    <a:pt x="867403" y="55996"/>
                  </a:lnTo>
                  <a:lnTo>
                    <a:pt x="859589" y="54961"/>
                  </a:lnTo>
                  <a:lnTo>
                    <a:pt x="851774" y="53926"/>
                  </a:lnTo>
                  <a:lnTo>
                    <a:pt x="843960" y="52891"/>
                  </a:lnTo>
                  <a:lnTo>
                    <a:pt x="836145" y="51842"/>
                  </a:lnTo>
                  <a:lnTo>
                    <a:pt x="828331" y="50771"/>
                  </a:lnTo>
                  <a:lnTo>
                    <a:pt x="820517" y="49701"/>
                  </a:lnTo>
                  <a:lnTo>
                    <a:pt x="812702" y="48634"/>
                  </a:lnTo>
                  <a:lnTo>
                    <a:pt x="804888" y="47568"/>
                  </a:lnTo>
                  <a:lnTo>
                    <a:pt x="797073" y="46503"/>
                  </a:lnTo>
                  <a:lnTo>
                    <a:pt x="789259" y="45441"/>
                  </a:lnTo>
                  <a:lnTo>
                    <a:pt x="781444" y="44381"/>
                  </a:lnTo>
                  <a:lnTo>
                    <a:pt x="773630" y="43357"/>
                  </a:lnTo>
                  <a:lnTo>
                    <a:pt x="765815" y="42351"/>
                  </a:lnTo>
                  <a:lnTo>
                    <a:pt x="758001" y="41345"/>
                  </a:lnTo>
                  <a:lnTo>
                    <a:pt x="750187" y="40339"/>
                  </a:lnTo>
                  <a:lnTo>
                    <a:pt x="742372" y="39332"/>
                  </a:lnTo>
                  <a:lnTo>
                    <a:pt x="734558" y="38325"/>
                  </a:lnTo>
                  <a:lnTo>
                    <a:pt x="726743" y="37317"/>
                  </a:lnTo>
                  <a:lnTo>
                    <a:pt x="718929" y="36293"/>
                  </a:lnTo>
                  <a:lnTo>
                    <a:pt x="711114" y="35223"/>
                  </a:lnTo>
                  <a:lnTo>
                    <a:pt x="703300" y="34158"/>
                  </a:lnTo>
                  <a:lnTo>
                    <a:pt x="695485" y="33095"/>
                  </a:lnTo>
                  <a:lnTo>
                    <a:pt x="687671" y="32061"/>
                  </a:lnTo>
                  <a:lnTo>
                    <a:pt x="679857" y="31043"/>
                  </a:lnTo>
                  <a:lnTo>
                    <a:pt x="672042" y="30027"/>
                  </a:lnTo>
                  <a:lnTo>
                    <a:pt x="664228" y="29003"/>
                  </a:lnTo>
                  <a:lnTo>
                    <a:pt x="656413" y="27979"/>
                  </a:lnTo>
                  <a:lnTo>
                    <a:pt x="648599" y="26972"/>
                  </a:lnTo>
                  <a:lnTo>
                    <a:pt x="640784" y="25967"/>
                  </a:lnTo>
                  <a:lnTo>
                    <a:pt x="632970" y="24962"/>
                  </a:lnTo>
                  <a:lnTo>
                    <a:pt x="625155" y="23939"/>
                  </a:lnTo>
                  <a:lnTo>
                    <a:pt x="617341" y="22918"/>
                  </a:lnTo>
                  <a:lnTo>
                    <a:pt x="609526" y="21933"/>
                  </a:lnTo>
                  <a:lnTo>
                    <a:pt x="601712" y="20949"/>
                  </a:lnTo>
                  <a:lnTo>
                    <a:pt x="593898" y="19957"/>
                  </a:lnTo>
                  <a:lnTo>
                    <a:pt x="586083" y="18959"/>
                  </a:lnTo>
                  <a:lnTo>
                    <a:pt x="578269" y="17963"/>
                  </a:lnTo>
                  <a:lnTo>
                    <a:pt x="570454" y="16969"/>
                  </a:lnTo>
                  <a:lnTo>
                    <a:pt x="562640" y="15976"/>
                  </a:lnTo>
                  <a:lnTo>
                    <a:pt x="554825" y="14986"/>
                  </a:lnTo>
                  <a:lnTo>
                    <a:pt x="547011" y="13997"/>
                  </a:lnTo>
                  <a:lnTo>
                    <a:pt x="539196" y="13010"/>
                  </a:lnTo>
                  <a:lnTo>
                    <a:pt x="531382" y="12026"/>
                  </a:lnTo>
                  <a:lnTo>
                    <a:pt x="523568" y="11044"/>
                  </a:lnTo>
                  <a:lnTo>
                    <a:pt x="515753" y="10063"/>
                  </a:lnTo>
                  <a:lnTo>
                    <a:pt x="507939" y="9081"/>
                  </a:lnTo>
                  <a:lnTo>
                    <a:pt x="500124" y="8100"/>
                  </a:lnTo>
                  <a:lnTo>
                    <a:pt x="492310" y="7130"/>
                  </a:lnTo>
                  <a:lnTo>
                    <a:pt x="484495" y="6163"/>
                  </a:lnTo>
                  <a:lnTo>
                    <a:pt x="476681" y="5196"/>
                  </a:lnTo>
                  <a:lnTo>
                    <a:pt x="468866" y="4230"/>
                  </a:lnTo>
                  <a:lnTo>
                    <a:pt x="461052" y="3266"/>
                  </a:lnTo>
                  <a:lnTo>
                    <a:pt x="453238" y="2304"/>
                  </a:lnTo>
                  <a:lnTo>
                    <a:pt x="445423" y="1345"/>
                  </a:lnTo>
                  <a:lnTo>
                    <a:pt x="437609" y="390"/>
                  </a:lnTo>
                  <a:lnTo>
                    <a:pt x="429794" y="0"/>
                  </a:lnTo>
                  <a:lnTo>
                    <a:pt x="421980" y="94"/>
                  </a:lnTo>
                  <a:lnTo>
                    <a:pt x="414165" y="188"/>
                  </a:lnTo>
                  <a:lnTo>
                    <a:pt x="406351" y="282"/>
                  </a:lnTo>
                  <a:lnTo>
                    <a:pt x="398536" y="376"/>
                  </a:lnTo>
                  <a:lnTo>
                    <a:pt x="390722" y="471"/>
                  </a:lnTo>
                  <a:lnTo>
                    <a:pt x="382907" y="565"/>
                  </a:lnTo>
                  <a:lnTo>
                    <a:pt x="375093" y="660"/>
                  </a:lnTo>
                  <a:lnTo>
                    <a:pt x="367279" y="754"/>
                  </a:lnTo>
                  <a:lnTo>
                    <a:pt x="359464" y="849"/>
                  </a:lnTo>
                  <a:lnTo>
                    <a:pt x="351650" y="943"/>
                  </a:lnTo>
                  <a:lnTo>
                    <a:pt x="343835" y="1038"/>
                  </a:lnTo>
                  <a:lnTo>
                    <a:pt x="336021" y="1133"/>
                  </a:lnTo>
                  <a:lnTo>
                    <a:pt x="328206" y="1228"/>
                  </a:lnTo>
                  <a:lnTo>
                    <a:pt x="320392" y="1322"/>
                  </a:lnTo>
                  <a:lnTo>
                    <a:pt x="312577" y="1417"/>
                  </a:lnTo>
                  <a:lnTo>
                    <a:pt x="304763" y="1512"/>
                  </a:lnTo>
                  <a:lnTo>
                    <a:pt x="296949" y="1607"/>
                  </a:lnTo>
                  <a:lnTo>
                    <a:pt x="289134" y="1702"/>
                  </a:lnTo>
                  <a:lnTo>
                    <a:pt x="281320" y="1797"/>
                  </a:lnTo>
                  <a:lnTo>
                    <a:pt x="273505" y="1892"/>
                  </a:lnTo>
                  <a:lnTo>
                    <a:pt x="265691" y="1987"/>
                  </a:lnTo>
                  <a:lnTo>
                    <a:pt x="257876" y="2083"/>
                  </a:lnTo>
                  <a:lnTo>
                    <a:pt x="250062" y="2178"/>
                  </a:lnTo>
                  <a:lnTo>
                    <a:pt x="242247" y="2273"/>
                  </a:lnTo>
                  <a:lnTo>
                    <a:pt x="234433" y="2369"/>
                  </a:lnTo>
                  <a:lnTo>
                    <a:pt x="226619" y="2464"/>
                  </a:lnTo>
                  <a:lnTo>
                    <a:pt x="218804" y="2559"/>
                  </a:lnTo>
                  <a:lnTo>
                    <a:pt x="210990" y="2655"/>
                  </a:lnTo>
                  <a:lnTo>
                    <a:pt x="203175" y="2750"/>
                  </a:lnTo>
                  <a:lnTo>
                    <a:pt x="195361" y="2846"/>
                  </a:lnTo>
                  <a:lnTo>
                    <a:pt x="187546" y="2942"/>
                  </a:lnTo>
                  <a:lnTo>
                    <a:pt x="179732" y="3037"/>
                  </a:lnTo>
                  <a:lnTo>
                    <a:pt x="171917" y="3133"/>
                  </a:lnTo>
                  <a:lnTo>
                    <a:pt x="164103" y="3229"/>
                  </a:lnTo>
                  <a:lnTo>
                    <a:pt x="156288" y="3325"/>
                  </a:lnTo>
                  <a:lnTo>
                    <a:pt x="148474" y="3421"/>
                  </a:lnTo>
                  <a:lnTo>
                    <a:pt x="140660" y="3517"/>
                  </a:lnTo>
                  <a:lnTo>
                    <a:pt x="132845" y="3613"/>
                  </a:lnTo>
                  <a:lnTo>
                    <a:pt x="125031" y="3709"/>
                  </a:lnTo>
                  <a:lnTo>
                    <a:pt x="117216" y="3805"/>
                  </a:lnTo>
                  <a:lnTo>
                    <a:pt x="109402" y="3901"/>
                  </a:lnTo>
                  <a:lnTo>
                    <a:pt x="101587" y="3997"/>
                  </a:lnTo>
                  <a:lnTo>
                    <a:pt x="93773" y="4093"/>
                  </a:lnTo>
                  <a:lnTo>
                    <a:pt x="85958" y="4190"/>
                  </a:lnTo>
                  <a:lnTo>
                    <a:pt x="78144" y="4286"/>
                  </a:lnTo>
                  <a:lnTo>
                    <a:pt x="70330" y="4382"/>
                  </a:lnTo>
                  <a:lnTo>
                    <a:pt x="62515" y="4479"/>
                  </a:lnTo>
                  <a:lnTo>
                    <a:pt x="54701" y="4575"/>
                  </a:lnTo>
                  <a:lnTo>
                    <a:pt x="46886" y="4672"/>
                  </a:lnTo>
                  <a:lnTo>
                    <a:pt x="39072" y="4768"/>
                  </a:lnTo>
                  <a:lnTo>
                    <a:pt x="31257" y="4865"/>
                  </a:lnTo>
                  <a:lnTo>
                    <a:pt x="23443" y="4961"/>
                  </a:lnTo>
                  <a:lnTo>
                    <a:pt x="15628" y="5058"/>
                  </a:lnTo>
                  <a:lnTo>
                    <a:pt x="7814" y="5155"/>
                  </a:lnTo>
                  <a:lnTo>
                    <a:pt x="0" y="52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05" name="pg204"/>
            <p:cNvSpPr/>
            <p:nvPr/>
          </p:nvSpPr>
          <p:spPr>
            <a:xfrm>
              <a:off x="6041499" y="2704613"/>
              <a:ext cx="2023942" cy="284265"/>
            </a:xfrm>
            <a:custGeom>
              <a:avLst/>
              <a:pathLst>
                <a:path w="2023942" h="284265">
                  <a:moveTo>
                    <a:pt x="0" y="7229"/>
                  </a:moveTo>
                  <a:lnTo>
                    <a:pt x="7814" y="7795"/>
                  </a:lnTo>
                  <a:lnTo>
                    <a:pt x="15628" y="8385"/>
                  </a:lnTo>
                  <a:lnTo>
                    <a:pt x="23443" y="8946"/>
                  </a:lnTo>
                  <a:lnTo>
                    <a:pt x="31257" y="9529"/>
                  </a:lnTo>
                  <a:lnTo>
                    <a:pt x="39072" y="9958"/>
                  </a:lnTo>
                  <a:lnTo>
                    <a:pt x="46886" y="10489"/>
                  </a:lnTo>
                  <a:lnTo>
                    <a:pt x="54701" y="11027"/>
                  </a:lnTo>
                  <a:lnTo>
                    <a:pt x="62515" y="11570"/>
                  </a:lnTo>
                  <a:lnTo>
                    <a:pt x="70330" y="11888"/>
                  </a:lnTo>
                  <a:lnTo>
                    <a:pt x="78144" y="12382"/>
                  </a:lnTo>
                  <a:lnTo>
                    <a:pt x="85958" y="12987"/>
                  </a:lnTo>
                  <a:lnTo>
                    <a:pt x="93773" y="13540"/>
                  </a:lnTo>
                  <a:lnTo>
                    <a:pt x="101587" y="14096"/>
                  </a:lnTo>
                  <a:lnTo>
                    <a:pt x="109402" y="14636"/>
                  </a:lnTo>
                  <a:lnTo>
                    <a:pt x="117216" y="15243"/>
                  </a:lnTo>
                  <a:lnTo>
                    <a:pt x="125031" y="15780"/>
                  </a:lnTo>
                  <a:lnTo>
                    <a:pt x="132845" y="16228"/>
                  </a:lnTo>
                  <a:lnTo>
                    <a:pt x="140660" y="16647"/>
                  </a:lnTo>
                  <a:lnTo>
                    <a:pt x="148474" y="17125"/>
                  </a:lnTo>
                  <a:lnTo>
                    <a:pt x="156288" y="17496"/>
                  </a:lnTo>
                  <a:lnTo>
                    <a:pt x="164103" y="17879"/>
                  </a:lnTo>
                  <a:lnTo>
                    <a:pt x="171917" y="18705"/>
                  </a:lnTo>
                  <a:lnTo>
                    <a:pt x="179732" y="19033"/>
                  </a:lnTo>
                  <a:lnTo>
                    <a:pt x="187546" y="19284"/>
                  </a:lnTo>
                  <a:lnTo>
                    <a:pt x="195361" y="19912"/>
                  </a:lnTo>
                  <a:lnTo>
                    <a:pt x="203175" y="20368"/>
                  </a:lnTo>
                  <a:lnTo>
                    <a:pt x="210990" y="20724"/>
                  </a:lnTo>
                  <a:lnTo>
                    <a:pt x="218804" y="21248"/>
                  </a:lnTo>
                  <a:lnTo>
                    <a:pt x="226619" y="21526"/>
                  </a:lnTo>
                  <a:lnTo>
                    <a:pt x="234433" y="21692"/>
                  </a:lnTo>
                  <a:lnTo>
                    <a:pt x="242247" y="21948"/>
                  </a:lnTo>
                  <a:lnTo>
                    <a:pt x="250062" y="22229"/>
                  </a:lnTo>
                  <a:lnTo>
                    <a:pt x="257876" y="22544"/>
                  </a:lnTo>
                  <a:lnTo>
                    <a:pt x="265691" y="22935"/>
                  </a:lnTo>
                  <a:lnTo>
                    <a:pt x="273505" y="23359"/>
                  </a:lnTo>
                  <a:lnTo>
                    <a:pt x="281320" y="23720"/>
                  </a:lnTo>
                  <a:lnTo>
                    <a:pt x="289134" y="24290"/>
                  </a:lnTo>
                  <a:lnTo>
                    <a:pt x="296949" y="24560"/>
                  </a:lnTo>
                  <a:lnTo>
                    <a:pt x="304763" y="25172"/>
                  </a:lnTo>
                  <a:lnTo>
                    <a:pt x="312577" y="25605"/>
                  </a:lnTo>
                  <a:lnTo>
                    <a:pt x="320392" y="25755"/>
                  </a:lnTo>
                  <a:lnTo>
                    <a:pt x="328206" y="25940"/>
                  </a:lnTo>
                  <a:lnTo>
                    <a:pt x="336021" y="26180"/>
                  </a:lnTo>
                  <a:lnTo>
                    <a:pt x="343835" y="26543"/>
                  </a:lnTo>
                  <a:lnTo>
                    <a:pt x="351650" y="26956"/>
                  </a:lnTo>
                  <a:lnTo>
                    <a:pt x="359464" y="27332"/>
                  </a:lnTo>
                  <a:lnTo>
                    <a:pt x="367279" y="27616"/>
                  </a:lnTo>
                  <a:lnTo>
                    <a:pt x="375093" y="27903"/>
                  </a:lnTo>
                  <a:lnTo>
                    <a:pt x="382907" y="28066"/>
                  </a:lnTo>
                  <a:lnTo>
                    <a:pt x="390722" y="28244"/>
                  </a:lnTo>
                  <a:lnTo>
                    <a:pt x="398536" y="28580"/>
                  </a:lnTo>
                  <a:lnTo>
                    <a:pt x="406351" y="28585"/>
                  </a:lnTo>
                  <a:lnTo>
                    <a:pt x="414165" y="28642"/>
                  </a:lnTo>
                  <a:lnTo>
                    <a:pt x="421980" y="28982"/>
                  </a:lnTo>
                  <a:lnTo>
                    <a:pt x="429794" y="29424"/>
                  </a:lnTo>
                  <a:lnTo>
                    <a:pt x="437609" y="29809"/>
                  </a:lnTo>
                  <a:lnTo>
                    <a:pt x="445423" y="30144"/>
                  </a:lnTo>
                  <a:lnTo>
                    <a:pt x="453238" y="30454"/>
                  </a:lnTo>
                  <a:lnTo>
                    <a:pt x="461052" y="30529"/>
                  </a:lnTo>
                  <a:lnTo>
                    <a:pt x="468866" y="30564"/>
                  </a:lnTo>
                  <a:lnTo>
                    <a:pt x="476681" y="30702"/>
                  </a:lnTo>
                  <a:lnTo>
                    <a:pt x="484495" y="30767"/>
                  </a:lnTo>
                  <a:lnTo>
                    <a:pt x="492310" y="30977"/>
                  </a:lnTo>
                  <a:lnTo>
                    <a:pt x="500124" y="31025"/>
                  </a:lnTo>
                  <a:lnTo>
                    <a:pt x="507939" y="31095"/>
                  </a:lnTo>
                  <a:lnTo>
                    <a:pt x="515753" y="31273"/>
                  </a:lnTo>
                  <a:lnTo>
                    <a:pt x="523568" y="30804"/>
                  </a:lnTo>
                  <a:lnTo>
                    <a:pt x="531382" y="30795"/>
                  </a:lnTo>
                  <a:lnTo>
                    <a:pt x="539196" y="31086"/>
                  </a:lnTo>
                  <a:lnTo>
                    <a:pt x="547011" y="31122"/>
                  </a:lnTo>
                  <a:lnTo>
                    <a:pt x="554825" y="30983"/>
                  </a:lnTo>
                  <a:lnTo>
                    <a:pt x="562640" y="31046"/>
                  </a:lnTo>
                  <a:lnTo>
                    <a:pt x="570454" y="31163"/>
                  </a:lnTo>
                  <a:lnTo>
                    <a:pt x="578269" y="30992"/>
                  </a:lnTo>
                  <a:lnTo>
                    <a:pt x="586083" y="30825"/>
                  </a:lnTo>
                  <a:lnTo>
                    <a:pt x="593898" y="30750"/>
                  </a:lnTo>
                  <a:lnTo>
                    <a:pt x="601712" y="30419"/>
                  </a:lnTo>
                  <a:lnTo>
                    <a:pt x="609526" y="30602"/>
                  </a:lnTo>
                  <a:lnTo>
                    <a:pt x="617341" y="30630"/>
                  </a:lnTo>
                  <a:lnTo>
                    <a:pt x="625155" y="30788"/>
                  </a:lnTo>
                  <a:lnTo>
                    <a:pt x="632970" y="30867"/>
                  </a:lnTo>
                  <a:lnTo>
                    <a:pt x="640784" y="30754"/>
                  </a:lnTo>
                  <a:lnTo>
                    <a:pt x="648599" y="30663"/>
                  </a:lnTo>
                  <a:lnTo>
                    <a:pt x="656413" y="30591"/>
                  </a:lnTo>
                  <a:lnTo>
                    <a:pt x="664228" y="30498"/>
                  </a:lnTo>
                  <a:lnTo>
                    <a:pt x="672042" y="30671"/>
                  </a:lnTo>
                  <a:lnTo>
                    <a:pt x="679857" y="31152"/>
                  </a:lnTo>
                  <a:lnTo>
                    <a:pt x="687671" y="31161"/>
                  </a:lnTo>
                  <a:lnTo>
                    <a:pt x="695485" y="31114"/>
                  </a:lnTo>
                  <a:lnTo>
                    <a:pt x="703300" y="30757"/>
                  </a:lnTo>
                  <a:lnTo>
                    <a:pt x="711114" y="30400"/>
                  </a:lnTo>
                  <a:lnTo>
                    <a:pt x="718929" y="30045"/>
                  </a:lnTo>
                  <a:lnTo>
                    <a:pt x="726743" y="29716"/>
                  </a:lnTo>
                  <a:lnTo>
                    <a:pt x="734558" y="29691"/>
                  </a:lnTo>
                  <a:lnTo>
                    <a:pt x="742372" y="29603"/>
                  </a:lnTo>
                  <a:lnTo>
                    <a:pt x="750187" y="29514"/>
                  </a:lnTo>
                  <a:lnTo>
                    <a:pt x="758001" y="29398"/>
                  </a:lnTo>
                  <a:lnTo>
                    <a:pt x="765815" y="29362"/>
                  </a:lnTo>
                  <a:lnTo>
                    <a:pt x="773630" y="29323"/>
                  </a:lnTo>
                  <a:lnTo>
                    <a:pt x="781444" y="29285"/>
                  </a:lnTo>
                  <a:lnTo>
                    <a:pt x="789259" y="29222"/>
                  </a:lnTo>
                  <a:lnTo>
                    <a:pt x="797073" y="28983"/>
                  </a:lnTo>
                  <a:lnTo>
                    <a:pt x="804888" y="28838"/>
                  </a:lnTo>
                  <a:lnTo>
                    <a:pt x="812702" y="28688"/>
                  </a:lnTo>
                  <a:lnTo>
                    <a:pt x="820517" y="28516"/>
                  </a:lnTo>
                  <a:lnTo>
                    <a:pt x="828331" y="28299"/>
                  </a:lnTo>
                  <a:lnTo>
                    <a:pt x="836145" y="28111"/>
                  </a:lnTo>
                  <a:lnTo>
                    <a:pt x="843960" y="27941"/>
                  </a:lnTo>
                  <a:lnTo>
                    <a:pt x="851774" y="27879"/>
                  </a:lnTo>
                  <a:lnTo>
                    <a:pt x="859589" y="27685"/>
                  </a:lnTo>
                  <a:lnTo>
                    <a:pt x="867403" y="27486"/>
                  </a:lnTo>
                  <a:lnTo>
                    <a:pt x="875218" y="27298"/>
                  </a:lnTo>
                  <a:lnTo>
                    <a:pt x="883032" y="27105"/>
                  </a:lnTo>
                  <a:lnTo>
                    <a:pt x="890847" y="26938"/>
                  </a:lnTo>
                  <a:lnTo>
                    <a:pt x="898661" y="26771"/>
                  </a:lnTo>
                  <a:lnTo>
                    <a:pt x="906476" y="26605"/>
                  </a:lnTo>
                  <a:lnTo>
                    <a:pt x="914290" y="26439"/>
                  </a:lnTo>
                  <a:lnTo>
                    <a:pt x="922104" y="26320"/>
                  </a:lnTo>
                  <a:lnTo>
                    <a:pt x="929919" y="26283"/>
                  </a:lnTo>
                  <a:lnTo>
                    <a:pt x="937733" y="26246"/>
                  </a:lnTo>
                  <a:lnTo>
                    <a:pt x="945548" y="26121"/>
                  </a:lnTo>
                  <a:lnTo>
                    <a:pt x="953362" y="25864"/>
                  </a:lnTo>
                  <a:lnTo>
                    <a:pt x="961177" y="25608"/>
                  </a:lnTo>
                  <a:lnTo>
                    <a:pt x="968991" y="25408"/>
                  </a:lnTo>
                  <a:lnTo>
                    <a:pt x="976806" y="25388"/>
                  </a:lnTo>
                  <a:lnTo>
                    <a:pt x="984620" y="25155"/>
                  </a:lnTo>
                  <a:lnTo>
                    <a:pt x="992434" y="24816"/>
                  </a:lnTo>
                  <a:lnTo>
                    <a:pt x="1000249" y="24704"/>
                  </a:lnTo>
                  <a:lnTo>
                    <a:pt x="1008063" y="24681"/>
                  </a:lnTo>
                  <a:lnTo>
                    <a:pt x="1015878" y="24589"/>
                  </a:lnTo>
                  <a:lnTo>
                    <a:pt x="1023692" y="24379"/>
                  </a:lnTo>
                  <a:lnTo>
                    <a:pt x="1031507" y="24169"/>
                  </a:lnTo>
                  <a:lnTo>
                    <a:pt x="1039321" y="23959"/>
                  </a:lnTo>
                  <a:lnTo>
                    <a:pt x="1047136" y="23750"/>
                  </a:lnTo>
                  <a:lnTo>
                    <a:pt x="1054950" y="23519"/>
                  </a:lnTo>
                  <a:lnTo>
                    <a:pt x="1062765" y="23341"/>
                  </a:lnTo>
                  <a:lnTo>
                    <a:pt x="1070579" y="23199"/>
                  </a:lnTo>
                  <a:lnTo>
                    <a:pt x="1078393" y="23040"/>
                  </a:lnTo>
                  <a:lnTo>
                    <a:pt x="1086208" y="22844"/>
                  </a:lnTo>
                  <a:lnTo>
                    <a:pt x="1094022" y="22575"/>
                  </a:lnTo>
                  <a:lnTo>
                    <a:pt x="1101837" y="22306"/>
                  </a:lnTo>
                  <a:lnTo>
                    <a:pt x="1109651" y="22074"/>
                  </a:lnTo>
                  <a:lnTo>
                    <a:pt x="1117466" y="21928"/>
                  </a:lnTo>
                  <a:lnTo>
                    <a:pt x="1125280" y="21852"/>
                  </a:lnTo>
                  <a:lnTo>
                    <a:pt x="1133095" y="21542"/>
                  </a:lnTo>
                  <a:lnTo>
                    <a:pt x="1140909" y="21241"/>
                  </a:lnTo>
                  <a:lnTo>
                    <a:pt x="1148723" y="21031"/>
                  </a:lnTo>
                  <a:lnTo>
                    <a:pt x="1156538" y="20820"/>
                  </a:lnTo>
                  <a:lnTo>
                    <a:pt x="1164352" y="20611"/>
                  </a:lnTo>
                  <a:lnTo>
                    <a:pt x="1172167" y="20405"/>
                  </a:lnTo>
                  <a:lnTo>
                    <a:pt x="1179981" y="20199"/>
                  </a:lnTo>
                  <a:lnTo>
                    <a:pt x="1187796" y="19866"/>
                  </a:lnTo>
                  <a:lnTo>
                    <a:pt x="1195610" y="19591"/>
                  </a:lnTo>
                  <a:lnTo>
                    <a:pt x="1203425" y="19464"/>
                  </a:lnTo>
                  <a:lnTo>
                    <a:pt x="1211239" y="19229"/>
                  </a:lnTo>
                  <a:lnTo>
                    <a:pt x="1219053" y="19045"/>
                  </a:lnTo>
                  <a:lnTo>
                    <a:pt x="1226868" y="18862"/>
                  </a:lnTo>
                  <a:lnTo>
                    <a:pt x="1234682" y="18679"/>
                  </a:lnTo>
                  <a:lnTo>
                    <a:pt x="1242497" y="18497"/>
                  </a:lnTo>
                  <a:lnTo>
                    <a:pt x="1250311" y="18314"/>
                  </a:lnTo>
                  <a:lnTo>
                    <a:pt x="1258126" y="18132"/>
                  </a:lnTo>
                  <a:lnTo>
                    <a:pt x="1265940" y="17927"/>
                  </a:lnTo>
                  <a:lnTo>
                    <a:pt x="1273755" y="17721"/>
                  </a:lnTo>
                  <a:lnTo>
                    <a:pt x="1281569" y="17517"/>
                  </a:lnTo>
                  <a:lnTo>
                    <a:pt x="1289384" y="17314"/>
                  </a:lnTo>
                  <a:lnTo>
                    <a:pt x="1297198" y="17112"/>
                  </a:lnTo>
                  <a:lnTo>
                    <a:pt x="1305012" y="16909"/>
                  </a:lnTo>
                  <a:lnTo>
                    <a:pt x="1312827" y="16707"/>
                  </a:lnTo>
                  <a:lnTo>
                    <a:pt x="1320641" y="16506"/>
                  </a:lnTo>
                  <a:lnTo>
                    <a:pt x="1328456" y="16304"/>
                  </a:lnTo>
                  <a:lnTo>
                    <a:pt x="1336270" y="16103"/>
                  </a:lnTo>
                  <a:lnTo>
                    <a:pt x="1344085" y="15884"/>
                  </a:lnTo>
                  <a:lnTo>
                    <a:pt x="1351899" y="15655"/>
                  </a:lnTo>
                  <a:lnTo>
                    <a:pt x="1359714" y="15427"/>
                  </a:lnTo>
                  <a:lnTo>
                    <a:pt x="1367528" y="15200"/>
                  </a:lnTo>
                  <a:lnTo>
                    <a:pt x="1375342" y="15068"/>
                  </a:lnTo>
                  <a:lnTo>
                    <a:pt x="1383157" y="14901"/>
                  </a:lnTo>
                  <a:lnTo>
                    <a:pt x="1390971" y="14700"/>
                  </a:lnTo>
                  <a:lnTo>
                    <a:pt x="1398786" y="14500"/>
                  </a:lnTo>
                  <a:lnTo>
                    <a:pt x="1406600" y="14301"/>
                  </a:lnTo>
                  <a:lnTo>
                    <a:pt x="1414415" y="14102"/>
                  </a:lnTo>
                  <a:lnTo>
                    <a:pt x="1422229" y="13903"/>
                  </a:lnTo>
                  <a:lnTo>
                    <a:pt x="1430044" y="13704"/>
                  </a:lnTo>
                  <a:lnTo>
                    <a:pt x="1437858" y="13536"/>
                  </a:lnTo>
                  <a:lnTo>
                    <a:pt x="1445672" y="13375"/>
                  </a:lnTo>
                  <a:lnTo>
                    <a:pt x="1453487" y="13214"/>
                  </a:lnTo>
                  <a:lnTo>
                    <a:pt x="1461301" y="13053"/>
                  </a:lnTo>
                  <a:lnTo>
                    <a:pt x="1469116" y="12893"/>
                  </a:lnTo>
                  <a:lnTo>
                    <a:pt x="1476930" y="12732"/>
                  </a:lnTo>
                  <a:lnTo>
                    <a:pt x="1484745" y="12576"/>
                  </a:lnTo>
                  <a:lnTo>
                    <a:pt x="1492559" y="12432"/>
                  </a:lnTo>
                  <a:lnTo>
                    <a:pt x="1500374" y="12303"/>
                  </a:lnTo>
                  <a:lnTo>
                    <a:pt x="1508188" y="12101"/>
                  </a:lnTo>
                  <a:lnTo>
                    <a:pt x="1516003" y="11940"/>
                  </a:lnTo>
                  <a:lnTo>
                    <a:pt x="1523817" y="11770"/>
                  </a:lnTo>
                  <a:lnTo>
                    <a:pt x="1531631" y="11503"/>
                  </a:lnTo>
                  <a:lnTo>
                    <a:pt x="1539446" y="11238"/>
                  </a:lnTo>
                  <a:lnTo>
                    <a:pt x="1547260" y="11002"/>
                  </a:lnTo>
                  <a:lnTo>
                    <a:pt x="1555075" y="10853"/>
                  </a:lnTo>
                  <a:lnTo>
                    <a:pt x="1562889" y="10704"/>
                  </a:lnTo>
                  <a:lnTo>
                    <a:pt x="1570704" y="10555"/>
                  </a:lnTo>
                  <a:lnTo>
                    <a:pt x="1578518" y="10408"/>
                  </a:lnTo>
                  <a:lnTo>
                    <a:pt x="1586333" y="10262"/>
                  </a:lnTo>
                  <a:lnTo>
                    <a:pt x="1594147" y="10116"/>
                  </a:lnTo>
                  <a:lnTo>
                    <a:pt x="1601961" y="9970"/>
                  </a:lnTo>
                  <a:lnTo>
                    <a:pt x="1609776" y="9825"/>
                  </a:lnTo>
                  <a:lnTo>
                    <a:pt x="1617590" y="9681"/>
                  </a:lnTo>
                  <a:lnTo>
                    <a:pt x="1625405" y="9536"/>
                  </a:lnTo>
                  <a:lnTo>
                    <a:pt x="1633219" y="9316"/>
                  </a:lnTo>
                  <a:lnTo>
                    <a:pt x="1641034" y="9084"/>
                  </a:lnTo>
                  <a:lnTo>
                    <a:pt x="1648848" y="8853"/>
                  </a:lnTo>
                  <a:lnTo>
                    <a:pt x="1656663" y="8622"/>
                  </a:lnTo>
                  <a:lnTo>
                    <a:pt x="1664477" y="8391"/>
                  </a:lnTo>
                  <a:lnTo>
                    <a:pt x="1672291" y="8161"/>
                  </a:lnTo>
                  <a:lnTo>
                    <a:pt x="1680106" y="7930"/>
                  </a:lnTo>
                  <a:lnTo>
                    <a:pt x="1687920" y="7701"/>
                  </a:lnTo>
                  <a:lnTo>
                    <a:pt x="1695735" y="7473"/>
                  </a:lnTo>
                  <a:lnTo>
                    <a:pt x="1703549" y="7246"/>
                  </a:lnTo>
                  <a:lnTo>
                    <a:pt x="1711364" y="7019"/>
                  </a:lnTo>
                  <a:lnTo>
                    <a:pt x="1719178" y="6857"/>
                  </a:lnTo>
                  <a:lnTo>
                    <a:pt x="1726993" y="6755"/>
                  </a:lnTo>
                  <a:lnTo>
                    <a:pt x="1734807" y="6652"/>
                  </a:lnTo>
                  <a:lnTo>
                    <a:pt x="1742622" y="6469"/>
                  </a:lnTo>
                  <a:lnTo>
                    <a:pt x="1750436" y="6247"/>
                  </a:lnTo>
                  <a:lnTo>
                    <a:pt x="1758250" y="6025"/>
                  </a:lnTo>
                  <a:lnTo>
                    <a:pt x="1766065" y="5804"/>
                  </a:lnTo>
                  <a:lnTo>
                    <a:pt x="1773879" y="5584"/>
                  </a:lnTo>
                  <a:lnTo>
                    <a:pt x="1781694" y="5364"/>
                  </a:lnTo>
                  <a:lnTo>
                    <a:pt x="1789508" y="5146"/>
                  </a:lnTo>
                  <a:lnTo>
                    <a:pt x="1797323" y="4928"/>
                  </a:lnTo>
                  <a:lnTo>
                    <a:pt x="1805137" y="4711"/>
                  </a:lnTo>
                  <a:lnTo>
                    <a:pt x="1812952" y="4495"/>
                  </a:lnTo>
                  <a:lnTo>
                    <a:pt x="1820766" y="4279"/>
                  </a:lnTo>
                  <a:lnTo>
                    <a:pt x="1828580" y="4064"/>
                  </a:lnTo>
                  <a:lnTo>
                    <a:pt x="1836395" y="3849"/>
                  </a:lnTo>
                  <a:lnTo>
                    <a:pt x="1844209" y="3635"/>
                  </a:lnTo>
                  <a:lnTo>
                    <a:pt x="1852024" y="3422"/>
                  </a:lnTo>
                  <a:lnTo>
                    <a:pt x="1859838" y="3209"/>
                  </a:lnTo>
                  <a:lnTo>
                    <a:pt x="1867653" y="2996"/>
                  </a:lnTo>
                  <a:lnTo>
                    <a:pt x="1875467" y="2785"/>
                  </a:lnTo>
                  <a:lnTo>
                    <a:pt x="1883282" y="2574"/>
                  </a:lnTo>
                  <a:lnTo>
                    <a:pt x="1891096" y="2363"/>
                  </a:lnTo>
                  <a:lnTo>
                    <a:pt x="1898910" y="2171"/>
                  </a:lnTo>
                  <a:lnTo>
                    <a:pt x="1906725" y="2033"/>
                  </a:lnTo>
                  <a:lnTo>
                    <a:pt x="1914539" y="1895"/>
                  </a:lnTo>
                  <a:lnTo>
                    <a:pt x="1922354" y="1758"/>
                  </a:lnTo>
                  <a:lnTo>
                    <a:pt x="1930168" y="1621"/>
                  </a:lnTo>
                  <a:lnTo>
                    <a:pt x="1937983" y="1484"/>
                  </a:lnTo>
                  <a:lnTo>
                    <a:pt x="1945797" y="1348"/>
                  </a:lnTo>
                  <a:lnTo>
                    <a:pt x="1953612" y="1211"/>
                  </a:lnTo>
                  <a:lnTo>
                    <a:pt x="1961426" y="1076"/>
                  </a:lnTo>
                  <a:lnTo>
                    <a:pt x="1969241" y="940"/>
                  </a:lnTo>
                  <a:lnTo>
                    <a:pt x="1977055" y="805"/>
                  </a:lnTo>
                  <a:lnTo>
                    <a:pt x="1984869" y="670"/>
                  </a:lnTo>
                  <a:lnTo>
                    <a:pt x="1992684" y="535"/>
                  </a:lnTo>
                  <a:lnTo>
                    <a:pt x="2000498" y="401"/>
                  </a:lnTo>
                  <a:lnTo>
                    <a:pt x="2008313" y="267"/>
                  </a:lnTo>
                  <a:lnTo>
                    <a:pt x="2016127" y="133"/>
                  </a:lnTo>
                  <a:lnTo>
                    <a:pt x="2023942" y="0"/>
                  </a:lnTo>
                  <a:lnTo>
                    <a:pt x="2023942" y="284265"/>
                  </a:lnTo>
                  <a:lnTo>
                    <a:pt x="2016127" y="283512"/>
                  </a:lnTo>
                  <a:lnTo>
                    <a:pt x="2008313" y="282753"/>
                  </a:lnTo>
                  <a:lnTo>
                    <a:pt x="2000498" y="281989"/>
                  </a:lnTo>
                  <a:lnTo>
                    <a:pt x="1992684" y="281165"/>
                  </a:lnTo>
                  <a:lnTo>
                    <a:pt x="1984869" y="280272"/>
                  </a:lnTo>
                  <a:lnTo>
                    <a:pt x="1977055" y="279498"/>
                  </a:lnTo>
                  <a:lnTo>
                    <a:pt x="1969241" y="278889"/>
                  </a:lnTo>
                  <a:lnTo>
                    <a:pt x="1961426" y="278101"/>
                  </a:lnTo>
                  <a:lnTo>
                    <a:pt x="1953612" y="277302"/>
                  </a:lnTo>
                  <a:lnTo>
                    <a:pt x="1945797" y="276498"/>
                  </a:lnTo>
                  <a:lnTo>
                    <a:pt x="1937983" y="275693"/>
                  </a:lnTo>
                  <a:lnTo>
                    <a:pt x="1930168" y="274883"/>
                  </a:lnTo>
                  <a:lnTo>
                    <a:pt x="1922354" y="274065"/>
                  </a:lnTo>
                  <a:lnTo>
                    <a:pt x="1914539" y="273267"/>
                  </a:lnTo>
                  <a:lnTo>
                    <a:pt x="1906725" y="272512"/>
                  </a:lnTo>
                  <a:lnTo>
                    <a:pt x="1898910" y="271582"/>
                  </a:lnTo>
                  <a:lnTo>
                    <a:pt x="1891096" y="270729"/>
                  </a:lnTo>
                  <a:lnTo>
                    <a:pt x="1883282" y="269957"/>
                  </a:lnTo>
                  <a:lnTo>
                    <a:pt x="1875467" y="269138"/>
                  </a:lnTo>
                  <a:lnTo>
                    <a:pt x="1867653" y="268258"/>
                  </a:lnTo>
                  <a:lnTo>
                    <a:pt x="1859838" y="267371"/>
                  </a:lnTo>
                  <a:lnTo>
                    <a:pt x="1852024" y="266478"/>
                  </a:lnTo>
                  <a:lnTo>
                    <a:pt x="1844209" y="265581"/>
                  </a:lnTo>
                  <a:lnTo>
                    <a:pt x="1836395" y="264710"/>
                  </a:lnTo>
                  <a:lnTo>
                    <a:pt x="1828580" y="264025"/>
                  </a:lnTo>
                  <a:lnTo>
                    <a:pt x="1820766" y="263335"/>
                  </a:lnTo>
                  <a:lnTo>
                    <a:pt x="1812952" y="262641"/>
                  </a:lnTo>
                  <a:lnTo>
                    <a:pt x="1805137" y="261942"/>
                  </a:lnTo>
                  <a:lnTo>
                    <a:pt x="1797323" y="261041"/>
                  </a:lnTo>
                  <a:lnTo>
                    <a:pt x="1789508" y="260051"/>
                  </a:lnTo>
                  <a:lnTo>
                    <a:pt x="1781694" y="259055"/>
                  </a:lnTo>
                  <a:lnTo>
                    <a:pt x="1773879" y="258056"/>
                  </a:lnTo>
                  <a:lnTo>
                    <a:pt x="1766065" y="257050"/>
                  </a:lnTo>
                  <a:lnTo>
                    <a:pt x="1758250" y="256035"/>
                  </a:lnTo>
                  <a:lnTo>
                    <a:pt x="1750436" y="255017"/>
                  </a:lnTo>
                  <a:lnTo>
                    <a:pt x="1742622" y="253992"/>
                  </a:lnTo>
                  <a:lnTo>
                    <a:pt x="1734807" y="252962"/>
                  </a:lnTo>
                  <a:lnTo>
                    <a:pt x="1726993" y="252118"/>
                  </a:lnTo>
                  <a:lnTo>
                    <a:pt x="1719178" y="251174"/>
                  </a:lnTo>
                  <a:lnTo>
                    <a:pt x="1711364" y="250106"/>
                  </a:lnTo>
                  <a:lnTo>
                    <a:pt x="1703549" y="249296"/>
                  </a:lnTo>
                  <a:lnTo>
                    <a:pt x="1695735" y="248228"/>
                  </a:lnTo>
                  <a:lnTo>
                    <a:pt x="1687920" y="247150"/>
                  </a:lnTo>
                  <a:lnTo>
                    <a:pt x="1680106" y="246169"/>
                  </a:lnTo>
                  <a:lnTo>
                    <a:pt x="1672291" y="245218"/>
                  </a:lnTo>
                  <a:lnTo>
                    <a:pt x="1664477" y="244176"/>
                  </a:lnTo>
                  <a:lnTo>
                    <a:pt x="1656663" y="243080"/>
                  </a:lnTo>
                  <a:lnTo>
                    <a:pt x="1648848" y="241974"/>
                  </a:lnTo>
                  <a:lnTo>
                    <a:pt x="1641034" y="240862"/>
                  </a:lnTo>
                  <a:lnTo>
                    <a:pt x="1633219" y="239782"/>
                  </a:lnTo>
                  <a:lnTo>
                    <a:pt x="1625405" y="238755"/>
                  </a:lnTo>
                  <a:lnTo>
                    <a:pt x="1617590" y="237750"/>
                  </a:lnTo>
                  <a:lnTo>
                    <a:pt x="1609776" y="236938"/>
                  </a:lnTo>
                  <a:lnTo>
                    <a:pt x="1601961" y="235869"/>
                  </a:lnTo>
                  <a:lnTo>
                    <a:pt x="1594147" y="234781"/>
                  </a:lnTo>
                  <a:lnTo>
                    <a:pt x="1586333" y="233793"/>
                  </a:lnTo>
                  <a:lnTo>
                    <a:pt x="1578518" y="232787"/>
                  </a:lnTo>
                  <a:lnTo>
                    <a:pt x="1570704" y="231790"/>
                  </a:lnTo>
                  <a:lnTo>
                    <a:pt x="1562889" y="230782"/>
                  </a:lnTo>
                  <a:lnTo>
                    <a:pt x="1555075" y="229750"/>
                  </a:lnTo>
                  <a:lnTo>
                    <a:pt x="1547260" y="228534"/>
                  </a:lnTo>
                  <a:lnTo>
                    <a:pt x="1539446" y="227377"/>
                  </a:lnTo>
                  <a:lnTo>
                    <a:pt x="1531631" y="226364"/>
                  </a:lnTo>
                  <a:lnTo>
                    <a:pt x="1523817" y="225346"/>
                  </a:lnTo>
                  <a:lnTo>
                    <a:pt x="1516003" y="224323"/>
                  </a:lnTo>
                  <a:lnTo>
                    <a:pt x="1508188" y="223296"/>
                  </a:lnTo>
                  <a:lnTo>
                    <a:pt x="1500374" y="222263"/>
                  </a:lnTo>
                  <a:lnTo>
                    <a:pt x="1492559" y="221225"/>
                  </a:lnTo>
                  <a:lnTo>
                    <a:pt x="1484745" y="220180"/>
                  </a:lnTo>
                  <a:lnTo>
                    <a:pt x="1476930" y="219216"/>
                  </a:lnTo>
                  <a:lnTo>
                    <a:pt x="1469116" y="218170"/>
                  </a:lnTo>
                  <a:lnTo>
                    <a:pt x="1461301" y="217182"/>
                  </a:lnTo>
                  <a:lnTo>
                    <a:pt x="1453487" y="216189"/>
                  </a:lnTo>
                  <a:lnTo>
                    <a:pt x="1445672" y="215192"/>
                  </a:lnTo>
                  <a:lnTo>
                    <a:pt x="1437858" y="214191"/>
                  </a:lnTo>
                  <a:lnTo>
                    <a:pt x="1430044" y="213157"/>
                  </a:lnTo>
                  <a:lnTo>
                    <a:pt x="1422229" y="212182"/>
                  </a:lnTo>
                  <a:lnTo>
                    <a:pt x="1414415" y="211174"/>
                  </a:lnTo>
                  <a:lnTo>
                    <a:pt x="1406600" y="210162"/>
                  </a:lnTo>
                  <a:lnTo>
                    <a:pt x="1398786" y="209141"/>
                  </a:lnTo>
                  <a:lnTo>
                    <a:pt x="1390971" y="208114"/>
                  </a:lnTo>
                  <a:lnTo>
                    <a:pt x="1383157" y="207084"/>
                  </a:lnTo>
                  <a:lnTo>
                    <a:pt x="1375342" y="205913"/>
                  </a:lnTo>
                  <a:lnTo>
                    <a:pt x="1367528" y="204677"/>
                  </a:lnTo>
                  <a:lnTo>
                    <a:pt x="1359714" y="203474"/>
                  </a:lnTo>
                  <a:lnTo>
                    <a:pt x="1351899" y="202383"/>
                  </a:lnTo>
                  <a:lnTo>
                    <a:pt x="1344085" y="201245"/>
                  </a:lnTo>
                  <a:lnTo>
                    <a:pt x="1336270" y="200067"/>
                  </a:lnTo>
                  <a:lnTo>
                    <a:pt x="1328456" y="198886"/>
                  </a:lnTo>
                  <a:lnTo>
                    <a:pt x="1320641" y="197702"/>
                  </a:lnTo>
                  <a:lnTo>
                    <a:pt x="1312827" y="196516"/>
                  </a:lnTo>
                  <a:lnTo>
                    <a:pt x="1305012" y="195327"/>
                  </a:lnTo>
                  <a:lnTo>
                    <a:pt x="1297198" y="194245"/>
                  </a:lnTo>
                  <a:lnTo>
                    <a:pt x="1289384" y="193273"/>
                  </a:lnTo>
                  <a:lnTo>
                    <a:pt x="1281569" y="192300"/>
                  </a:lnTo>
                  <a:lnTo>
                    <a:pt x="1273755" y="191326"/>
                  </a:lnTo>
                  <a:lnTo>
                    <a:pt x="1265940" y="190266"/>
                  </a:lnTo>
                  <a:lnTo>
                    <a:pt x="1258126" y="189266"/>
                  </a:lnTo>
                  <a:lnTo>
                    <a:pt x="1250311" y="188316"/>
                  </a:lnTo>
                  <a:lnTo>
                    <a:pt x="1242497" y="187362"/>
                  </a:lnTo>
                  <a:lnTo>
                    <a:pt x="1234682" y="186404"/>
                  </a:lnTo>
                  <a:lnTo>
                    <a:pt x="1226868" y="185433"/>
                  </a:lnTo>
                  <a:lnTo>
                    <a:pt x="1219053" y="184313"/>
                  </a:lnTo>
                  <a:lnTo>
                    <a:pt x="1211239" y="183169"/>
                  </a:lnTo>
                  <a:lnTo>
                    <a:pt x="1203425" y="181974"/>
                  </a:lnTo>
                  <a:lnTo>
                    <a:pt x="1195610" y="180766"/>
                  </a:lnTo>
                  <a:lnTo>
                    <a:pt x="1187796" y="179558"/>
                  </a:lnTo>
                  <a:lnTo>
                    <a:pt x="1179981" y="178349"/>
                  </a:lnTo>
                  <a:lnTo>
                    <a:pt x="1172167" y="177141"/>
                  </a:lnTo>
                  <a:lnTo>
                    <a:pt x="1164352" y="175932"/>
                  </a:lnTo>
                  <a:lnTo>
                    <a:pt x="1156538" y="174595"/>
                  </a:lnTo>
                  <a:lnTo>
                    <a:pt x="1148723" y="173444"/>
                  </a:lnTo>
                  <a:lnTo>
                    <a:pt x="1140909" y="172305"/>
                  </a:lnTo>
                  <a:lnTo>
                    <a:pt x="1133095" y="171077"/>
                  </a:lnTo>
                  <a:lnTo>
                    <a:pt x="1125280" y="169845"/>
                  </a:lnTo>
                  <a:lnTo>
                    <a:pt x="1117466" y="168611"/>
                  </a:lnTo>
                  <a:lnTo>
                    <a:pt x="1109651" y="167376"/>
                  </a:lnTo>
                  <a:lnTo>
                    <a:pt x="1101837" y="166139"/>
                  </a:lnTo>
                  <a:lnTo>
                    <a:pt x="1094022" y="164900"/>
                  </a:lnTo>
                  <a:lnTo>
                    <a:pt x="1086208" y="163664"/>
                  </a:lnTo>
                  <a:lnTo>
                    <a:pt x="1078393" y="162658"/>
                  </a:lnTo>
                  <a:lnTo>
                    <a:pt x="1070579" y="161461"/>
                  </a:lnTo>
                  <a:lnTo>
                    <a:pt x="1062765" y="160266"/>
                  </a:lnTo>
                  <a:lnTo>
                    <a:pt x="1054950" y="159071"/>
                  </a:lnTo>
                  <a:lnTo>
                    <a:pt x="1047136" y="157874"/>
                  </a:lnTo>
                  <a:lnTo>
                    <a:pt x="1039321" y="156678"/>
                  </a:lnTo>
                  <a:lnTo>
                    <a:pt x="1031507" y="155483"/>
                  </a:lnTo>
                  <a:lnTo>
                    <a:pt x="1023692" y="154494"/>
                  </a:lnTo>
                  <a:lnTo>
                    <a:pt x="1015878" y="153671"/>
                  </a:lnTo>
                  <a:lnTo>
                    <a:pt x="1008063" y="152838"/>
                  </a:lnTo>
                  <a:lnTo>
                    <a:pt x="1000249" y="151592"/>
                  </a:lnTo>
                  <a:lnTo>
                    <a:pt x="992434" y="150469"/>
                  </a:lnTo>
                  <a:lnTo>
                    <a:pt x="984620" y="149134"/>
                  </a:lnTo>
                  <a:lnTo>
                    <a:pt x="976806" y="147811"/>
                  </a:lnTo>
                  <a:lnTo>
                    <a:pt x="968991" y="146486"/>
                  </a:lnTo>
                  <a:lnTo>
                    <a:pt x="961177" y="145164"/>
                  </a:lnTo>
                  <a:lnTo>
                    <a:pt x="953362" y="143874"/>
                  </a:lnTo>
                  <a:lnTo>
                    <a:pt x="945548" y="142774"/>
                  </a:lnTo>
                  <a:lnTo>
                    <a:pt x="937733" y="141567"/>
                  </a:lnTo>
                  <a:lnTo>
                    <a:pt x="929919" y="140318"/>
                  </a:lnTo>
                  <a:lnTo>
                    <a:pt x="922104" y="139069"/>
                  </a:lnTo>
                  <a:lnTo>
                    <a:pt x="914290" y="137821"/>
                  </a:lnTo>
                  <a:lnTo>
                    <a:pt x="906476" y="136580"/>
                  </a:lnTo>
                  <a:lnTo>
                    <a:pt x="898661" y="135421"/>
                  </a:lnTo>
                  <a:lnTo>
                    <a:pt x="890847" y="134385"/>
                  </a:lnTo>
                  <a:lnTo>
                    <a:pt x="883032" y="133525"/>
                  </a:lnTo>
                  <a:lnTo>
                    <a:pt x="875218" y="132666"/>
                  </a:lnTo>
                  <a:lnTo>
                    <a:pt x="867403" y="131857"/>
                  </a:lnTo>
                  <a:lnTo>
                    <a:pt x="859589" y="130952"/>
                  </a:lnTo>
                  <a:lnTo>
                    <a:pt x="851774" y="130063"/>
                  </a:lnTo>
                  <a:lnTo>
                    <a:pt x="843960" y="129238"/>
                  </a:lnTo>
                  <a:lnTo>
                    <a:pt x="836145" y="128382"/>
                  </a:lnTo>
                  <a:lnTo>
                    <a:pt x="828331" y="127484"/>
                  </a:lnTo>
                  <a:lnTo>
                    <a:pt x="820517" y="126395"/>
                  </a:lnTo>
                  <a:lnTo>
                    <a:pt x="812702" y="125555"/>
                  </a:lnTo>
                  <a:lnTo>
                    <a:pt x="804888" y="124722"/>
                  </a:lnTo>
                  <a:lnTo>
                    <a:pt x="797073" y="123607"/>
                  </a:lnTo>
                  <a:lnTo>
                    <a:pt x="789259" y="122474"/>
                  </a:lnTo>
                  <a:lnTo>
                    <a:pt x="781444" y="121457"/>
                  </a:lnTo>
                  <a:lnTo>
                    <a:pt x="773630" y="120212"/>
                  </a:lnTo>
                  <a:lnTo>
                    <a:pt x="765815" y="119084"/>
                  </a:lnTo>
                  <a:lnTo>
                    <a:pt x="758001" y="117955"/>
                  </a:lnTo>
                  <a:lnTo>
                    <a:pt x="750187" y="116794"/>
                  </a:lnTo>
                  <a:lnTo>
                    <a:pt x="742372" y="115599"/>
                  </a:lnTo>
                  <a:lnTo>
                    <a:pt x="734558" y="114577"/>
                  </a:lnTo>
                  <a:lnTo>
                    <a:pt x="726743" y="113454"/>
                  </a:lnTo>
                  <a:lnTo>
                    <a:pt x="718929" y="112354"/>
                  </a:lnTo>
                  <a:lnTo>
                    <a:pt x="711114" y="111375"/>
                  </a:lnTo>
                  <a:lnTo>
                    <a:pt x="703300" y="110617"/>
                  </a:lnTo>
                  <a:lnTo>
                    <a:pt x="695485" y="109733"/>
                  </a:lnTo>
                  <a:lnTo>
                    <a:pt x="687671" y="108907"/>
                  </a:lnTo>
                  <a:lnTo>
                    <a:pt x="679857" y="107863"/>
                  </a:lnTo>
                  <a:lnTo>
                    <a:pt x="672042" y="106761"/>
                  </a:lnTo>
                  <a:lnTo>
                    <a:pt x="664228" y="105625"/>
                  </a:lnTo>
                  <a:lnTo>
                    <a:pt x="656413" y="104909"/>
                  </a:lnTo>
                  <a:lnTo>
                    <a:pt x="648599" y="104200"/>
                  </a:lnTo>
                  <a:lnTo>
                    <a:pt x="640784" y="103486"/>
                  </a:lnTo>
                  <a:lnTo>
                    <a:pt x="632970" y="102710"/>
                  </a:lnTo>
                  <a:lnTo>
                    <a:pt x="625155" y="101922"/>
                  </a:lnTo>
                  <a:lnTo>
                    <a:pt x="617341" y="100861"/>
                  </a:lnTo>
                  <a:lnTo>
                    <a:pt x="609526" y="99827"/>
                  </a:lnTo>
                  <a:lnTo>
                    <a:pt x="601712" y="99027"/>
                  </a:lnTo>
                  <a:lnTo>
                    <a:pt x="593898" y="98791"/>
                  </a:lnTo>
                  <a:lnTo>
                    <a:pt x="586083" y="98008"/>
                  </a:lnTo>
                  <a:lnTo>
                    <a:pt x="578269" y="97484"/>
                  </a:lnTo>
                  <a:lnTo>
                    <a:pt x="570454" y="96789"/>
                  </a:lnTo>
                  <a:lnTo>
                    <a:pt x="562640" y="96060"/>
                  </a:lnTo>
                  <a:lnTo>
                    <a:pt x="554825" y="95338"/>
                  </a:lnTo>
                  <a:lnTo>
                    <a:pt x="547011" y="94801"/>
                  </a:lnTo>
                  <a:lnTo>
                    <a:pt x="539196" y="94111"/>
                  </a:lnTo>
                  <a:lnTo>
                    <a:pt x="531382" y="93065"/>
                  </a:lnTo>
                  <a:lnTo>
                    <a:pt x="523568" y="92252"/>
                  </a:lnTo>
                  <a:lnTo>
                    <a:pt x="515753" y="91493"/>
                  </a:lnTo>
                  <a:lnTo>
                    <a:pt x="507939" y="91109"/>
                  </a:lnTo>
                  <a:lnTo>
                    <a:pt x="500124" y="90391"/>
                  </a:lnTo>
                  <a:lnTo>
                    <a:pt x="492310" y="89735"/>
                  </a:lnTo>
                  <a:lnTo>
                    <a:pt x="484495" y="88884"/>
                  </a:lnTo>
                  <a:lnTo>
                    <a:pt x="476681" y="88275"/>
                  </a:lnTo>
                  <a:lnTo>
                    <a:pt x="468866" y="87283"/>
                  </a:lnTo>
                  <a:lnTo>
                    <a:pt x="461052" y="87006"/>
                  </a:lnTo>
                  <a:lnTo>
                    <a:pt x="453238" y="86490"/>
                  </a:lnTo>
                  <a:lnTo>
                    <a:pt x="445423" y="86050"/>
                  </a:lnTo>
                  <a:lnTo>
                    <a:pt x="437609" y="85460"/>
                  </a:lnTo>
                  <a:lnTo>
                    <a:pt x="429794" y="84857"/>
                  </a:lnTo>
                  <a:lnTo>
                    <a:pt x="421980" y="84198"/>
                  </a:lnTo>
                  <a:lnTo>
                    <a:pt x="414165" y="83475"/>
                  </a:lnTo>
                  <a:lnTo>
                    <a:pt x="406351" y="82980"/>
                  </a:lnTo>
                  <a:lnTo>
                    <a:pt x="398536" y="82349"/>
                  </a:lnTo>
                  <a:lnTo>
                    <a:pt x="390722" y="82002"/>
                  </a:lnTo>
                  <a:lnTo>
                    <a:pt x="382907" y="81512"/>
                  </a:lnTo>
                  <a:lnTo>
                    <a:pt x="375093" y="80953"/>
                  </a:lnTo>
                  <a:lnTo>
                    <a:pt x="367279" y="80394"/>
                  </a:lnTo>
                  <a:lnTo>
                    <a:pt x="359464" y="79886"/>
                  </a:lnTo>
                  <a:lnTo>
                    <a:pt x="351650" y="79569"/>
                  </a:lnTo>
                  <a:lnTo>
                    <a:pt x="343835" y="79172"/>
                  </a:lnTo>
                  <a:lnTo>
                    <a:pt x="336021" y="78816"/>
                  </a:lnTo>
                  <a:lnTo>
                    <a:pt x="328206" y="78500"/>
                  </a:lnTo>
                  <a:lnTo>
                    <a:pt x="320392" y="78105"/>
                  </a:lnTo>
                  <a:lnTo>
                    <a:pt x="312577" y="77750"/>
                  </a:lnTo>
                  <a:lnTo>
                    <a:pt x="304763" y="77402"/>
                  </a:lnTo>
                  <a:lnTo>
                    <a:pt x="296949" y="77035"/>
                  </a:lnTo>
                  <a:lnTo>
                    <a:pt x="289134" y="76671"/>
                  </a:lnTo>
                  <a:lnTo>
                    <a:pt x="281320" y="76308"/>
                  </a:lnTo>
                  <a:lnTo>
                    <a:pt x="273505" y="75818"/>
                  </a:lnTo>
                  <a:lnTo>
                    <a:pt x="265691" y="75408"/>
                  </a:lnTo>
                  <a:lnTo>
                    <a:pt x="257876" y="75224"/>
                  </a:lnTo>
                  <a:lnTo>
                    <a:pt x="250062" y="74924"/>
                  </a:lnTo>
                  <a:lnTo>
                    <a:pt x="242247" y="74504"/>
                  </a:lnTo>
                  <a:lnTo>
                    <a:pt x="234433" y="74231"/>
                  </a:lnTo>
                  <a:lnTo>
                    <a:pt x="226619" y="73788"/>
                  </a:lnTo>
                  <a:lnTo>
                    <a:pt x="218804" y="73608"/>
                  </a:lnTo>
                  <a:lnTo>
                    <a:pt x="210990" y="73517"/>
                  </a:lnTo>
                  <a:lnTo>
                    <a:pt x="203175" y="73195"/>
                  </a:lnTo>
                  <a:lnTo>
                    <a:pt x="195361" y="72899"/>
                  </a:lnTo>
                  <a:lnTo>
                    <a:pt x="187546" y="72764"/>
                  </a:lnTo>
                  <a:lnTo>
                    <a:pt x="179732" y="72622"/>
                  </a:lnTo>
                  <a:lnTo>
                    <a:pt x="171917" y="72668"/>
                  </a:lnTo>
                  <a:lnTo>
                    <a:pt x="164103" y="72285"/>
                  </a:lnTo>
                  <a:lnTo>
                    <a:pt x="156288" y="72185"/>
                  </a:lnTo>
                  <a:lnTo>
                    <a:pt x="148474" y="72091"/>
                  </a:lnTo>
                  <a:lnTo>
                    <a:pt x="140660" y="71899"/>
                  </a:lnTo>
                  <a:lnTo>
                    <a:pt x="132845" y="72312"/>
                  </a:lnTo>
                  <a:lnTo>
                    <a:pt x="125031" y="72361"/>
                  </a:lnTo>
                  <a:lnTo>
                    <a:pt x="117216" y="72408"/>
                  </a:lnTo>
                  <a:lnTo>
                    <a:pt x="109402" y="72449"/>
                  </a:lnTo>
                  <a:lnTo>
                    <a:pt x="101587" y="72485"/>
                  </a:lnTo>
                  <a:lnTo>
                    <a:pt x="93773" y="72517"/>
                  </a:lnTo>
                  <a:lnTo>
                    <a:pt x="85958" y="72471"/>
                  </a:lnTo>
                  <a:lnTo>
                    <a:pt x="78144" y="72610"/>
                  </a:lnTo>
                  <a:lnTo>
                    <a:pt x="70330" y="72657"/>
                  </a:lnTo>
                  <a:lnTo>
                    <a:pt x="62515" y="72700"/>
                  </a:lnTo>
                  <a:lnTo>
                    <a:pt x="54701" y="72736"/>
                  </a:lnTo>
                  <a:lnTo>
                    <a:pt x="46886" y="72779"/>
                  </a:lnTo>
                  <a:lnTo>
                    <a:pt x="39072" y="72758"/>
                  </a:lnTo>
                  <a:lnTo>
                    <a:pt x="31257" y="72685"/>
                  </a:lnTo>
                  <a:lnTo>
                    <a:pt x="23443" y="72488"/>
                  </a:lnTo>
                  <a:lnTo>
                    <a:pt x="15628" y="72522"/>
                  </a:lnTo>
                  <a:lnTo>
                    <a:pt x="7814" y="72438"/>
                  </a:lnTo>
                  <a:lnTo>
                    <a:pt x="0" y="72322"/>
                  </a:lnTo>
                  <a:close/>
                </a:path>
              </a:pathLst>
            </a:custGeom>
            <a:solidFill>
              <a:srgbClr val="0072B2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206" name="pl205"/>
            <p:cNvSpPr/>
            <p:nvPr/>
          </p:nvSpPr>
          <p:spPr>
            <a:xfrm>
              <a:off x="6041499" y="2704613"/>
              <a:ext cx="2023942" cy="31273"/>
            </a:xfrm>
            <a:custGeom>
              <a:avLst/>
              <a:pathLst>
                <a:path w="2023942" h="31273">
                  <a:moveTo>
                    <a:pt x="0" y="7229"/>
                  </a:moveTo>
                  <a:lnTo>
                    <a:pt x="7814" y="7795"/>
                  </a:lnTo>
                  <a:lnTo>
                    <a:pt x="15628" y="8385"/>
                  </a:lnTo>
                  <a:lnTo>
                    <a:pt x="23443" y="8946"/>
                  </a:lnTo>
                  <a:lnTo>
                    <a:pt x="31257" y="9529"/>
                  </a:lnTo>
                  <a:lnTo>
                    <a:pt x="39072" y="9958"/>
                  </a:lnTo>
                  <a:lnTo>
                    <a:pt x="46886" y="10489"/>
                  </a:lnTo>
                  <a:lnTo>
                    <a:pt x="54701" y="11027"/>
                  </a:lnTo>
                  <a:lnTo>
                    <a:pt x="62515" y="11570"/>
                  </a:lnTo>
                  <a:lnTo>
                    <a:pt x="70330" y="11888"/>
                  </a:lnTo>
                  <a:lnTo>
                    <a:pt x="78144" y="12382"/>
                  </a:lnTo>
                  <a:lnTo>
                    <a:pt x="85958" y="12987"/>
                  </a:lnTo>
                  <a:lnTo>
                    <a:pt x="93773" y="13540"/>
                  </a:lnTo>
                  <a:lnTo>
                    <a:pt x="101587" y="14096"/>
                  </a:lnTo>
                  <a:lnTo>
                    <a:pt x="109402" y="14636"/>
                  </a:lnTo>
                  <a:lnTo>
                    <a:pt x="117216" y="15243"/>
                  </a:lnTo>
                  <a:lnTo>
                    <a:pt x="125031" y="15780"/>
                  </a:lnTo>
                  <a:lnTo>
                    <a:pt x="132845" y="16228"/>
                  </a:lnTo>
                  <a:lnTo>
                    <a:pt x="140660" y="16647"/>
                  </a:lnTo>
                  <a:lnTo>
                    <a:pt x="148474" y="17125"/>
                  </a:lnTo>
                  <a:lnTo>
                    <a:pt x="156288" y="17496"/>
                  </a:lnTo>
                  <a:lnTo>
                    <a:pt x="164103" y="17879"/>
                  </a:lnTo>
                  <a:lnTo>
                    <a:pt x="171917" y="18705"/>
                  </a:lnTo>
                  <a:lnTo>
                    <a:pt x="179732" y="19033"/>
                  </a:lnTo>
                  <a:lnTo>
                    <a:pt x="187546" y="19284"/>
                  </a:lnTo>
                  <a:lnTo>
                    <a:pt x="195361" y="19912"/>
                  </a:lnTo>
                  <a:lnTo>
                    <a:pt x="203175" y="20368"/>
                  </a:lnTo>
                  <a:lnTo>
                    <a:pt x="210990" y="20724"/>
                  </a:lnTo>
                  <a:lnTo>
                    <a:pt x="218804" y="21248"/>
                  </a:lnTo>
                  <a:lnTo>
                    <a:pt x="226619" y="21526"/>
                  </a:lnTo>
                  <a:lnTo>
                    <a:pt x="234433" y="21692"/>
                  </a:lnTo>
                  <a:lnTo>
                    <a:pt x="242247" y="21948"/>
                  </a:lnTo>
                  <a:lnTo>
                    <a:pt x="250062" y="22229"/>
                  </a:lnTo>
                  <a:lnTo>
                    <a:pt x="257876" y="22544"/>
                  </a:lnTo>
                  <a:lnTo>
                    <a:pt x="265691" y="22935"/>
                  </a:lnTo>
                  <a:lnTo>
                    <a:pt x="273505" y="23359"/>
                  </a:lnTo>
                  <a:lnTo>
                    <a:pt x="281320" y="23720"/>
                  </a:lnTo>
                  <a:lnTo>
                    <a:pt x="289134" y="24290"/>
                  </a:lnTo>
                  <a:lnTo>
                    <a:pt x="296949" y="24560"/>
                  </a:lnTo>
                  <a:lnTo>
                    <a:pt x="304763" y="25172"/>
                  </a:lnTo>
                  <a:lnTo>
                    <a:pt x="312577" y="25605"/>
                  </a:lnTo>
                  <a:lnTo>
                    <a:pt x="320392" y="25755"/>
                  </a:lnTo>
                  <a:lnTo>
                    <a:pt x="328206" y="25940"/>
                  </a:lnTo>
                  <a:lnTo>
                    <a:pt x="336021" y="26180"/>
                  </a:lnTo>
                  <a:lnTo>
                    <a:pt x="343835" y="26543"/>
                  </a:lnTo>
                  <a:lnTo>
                    <a:pt x="351650" y="26956"/>
                  </a:lnTo>
                  <a:lnTo>
                    <a:pt x="359464" y="27332"/>
                  </a:lnTo>
                  <a:lnTo>
                    <a:pt x="367279" y="27616"/>
                  </a:lnTo>
                  <a:lnTo>
                    <a:pt x="375093" y="27903"/>
                  </a:lnTo>
                  <a:lnTo>
                    <a:pt x="382907" y="28066"/>
                  </a:lnTo>
                  <a:lnTo>
                    <a:pt x="390722" y="28244"/>
                  </a:lnTo>
                  <a:lnTo>
                    <a:pt x="398536" y="28580"/>
                  </a:lnTo>
                  <a:lnTo>
                    <a:pt x="406351" y="28585"/>
                  </a:lnTo>
                  <a:lnTo>
                    <a:pt x="414165" y="28642"/>
                  </a:lnTo>
                  <a:lnTo>
                    <a:pt x="421980" y="28982"/>
                  </a:lnTo>
                  <a:lnTo>
                    <a:pt x="429794" y="29424"/>
                  </a:lnTo>
                  <a:lnTo>
                    <a:pt x="437609" y="29809"/>
                  </a:lnTo>
                  <a:lnTo>
                    <a:pt x="445423" y="30144"/>
                  </a:lnTo>
                  <a:lnTo>
                    <a:pt x="453238" y="30454"/>
                  </a:lnTo>
                  <a:lnTo>
                    <a:pt x="461052" y="30529"/>
                  </a:lnTo>
                  <a:lnTo>
                    <a:pt x="468866" y="30564"/>
                  </a:lnTo>
                  <a:lnTo>
                    <a:pt x="476681" y="30702"/>
                  </a:lnTo>
                  <a:lnTo>
                    <a:pt x="484495" y="30767"/>
                  </a:lnTo>
                  <a:lnTo>
                    <a:pt x="492310" y="30977"/>
                  </a:lnTo>
                  <a:lnTo>
                    <a:pt x="500124" y="31025"/>
                  </a:lnTo>
                  <a:lnTo>
                    <a:pt x="507939" y="31095"/>
                  </a:lnTo>
                  <a:lnTo>
                    <a:pt x="515753" y="31273"/>
                  </a:lnTo>
                  <a:lnTo>
                    <a:pt x="523568" y="30804"/>
                  </a:lnTo>
                  <a:lnTo>
                    <a:pt x="531382" y="30795"/>
                  </a:lnTo>
                  <a:lnTo>
                    <a:pt x="539196" y="31086"/>
                  </a:lnTo>
                  <a:lnTo>
                    <a:pt x="547011" y="31122"/>
                  </a:lnTo>
                  <a:lnTo>
                    <a:pt x="554825" y="30983"/>
                  </a:lnTo>
                  <a:lnTo>
                    <a:pt x="562640" y="31046"/>
                  </a:lnTo>
                  <a:lnTo>
                    <a:pt x="570454" y="31163"/>
                  </a:lnTo>
                  <a:lnTo>
                    <a:pt x="578269" y="30992"/>
                  </a:lnTo>
                  <a:lnTo>
                    <a:pt x="586083" y="30825"/>
                  </a:lnTo>
                  <a:lnTo>
                    <a:pt x="593898" y="30750"/>
                  </a:lnTo>
                  <a:lnTo>
                    <a:pt x="601712" y="30419"/>
                  </a:lnTo>
                  <a:lnTo>
                    <a:pt x="609526" y="30602"/>
                  </a:lnTo>
                  <a:lnTo>
                    <a:pt x="617341" y="30630"/>
                  </a:lnTo>
                  <a:lnTo>
                    <a:pt x="625155" y="30788"/>
                  </a:lnTo>
                  <a:lnTo>
                    <a:pt x="632970" y="30867"/>
                  </a:lnTo>
                  <a:lnTo>
                    <a:pt x="640784" y="30754"/>
                  </a:lnTo>
                  <a:lnTo>
                    <a:pt x="648599" y="30663"/>
                  </a:lnTo>
                  <a:lnTo>
                    <a:pt x="656413" y="30591"/>
                  </a:lnTo>
                  <a:lnTo>
                    <a:pt x="664228" y="30498"/>
                  </a:lnTo>
                  <a:lnTo>
                    <a:pt x="672042" y="30671"/>
                  </a:lnTo>
                  <a:lnTo>
                    <a:pt x="679857" y="31152"/>
                  </a:lnTo>
                  <a:lnTo>
                    <a:pt x="687671" y="31161"/>
                  </a:lnTo>
                  <a:lnTo>
                    <a:pt x="695485" y="31114"/>
                  </a:lnTo>
                  <a:lnTo>
                    <a:pt x="703300" y="30757"/>
                  </a:lnTo>
                  <a:lnTo>
                    <a:pt x="711114" y="30400"/>
                  </a:lnTo>
                  <a:lnTo>
                    <a:pt x="718929" y="30045"/>
                  </a:lnTo>
                  <a:lnTo>
                    <a:pt x="726743" y="29716"/>
                  </a:lnTo>
                  <a:lnTo>
                    <a:pt x="734558" y="29691"/>
                  </a:lnTo>
                  <a:lnTo>
                    <a:pt x="742372" y="29603"/>
                  </a:lnTo>
                  <a:lnTo>
                    <a:pt x="750187" y="29514"/>
                  </a:lnTo>
                  <a:lnTo>
                    <a:pt x="758001" y="29398"/>
                  </a:lnTo>
                  <a:lnTo>
                    <a:pt x="765815" y="29362"/>
                  </a:lnTo>
                  <a:lnTo>
                    <a:pt x="773630" y="29323"/>
                  </a:lnTo>
                  <a:lnTo>
                    <a:pt x="781444" y="29285"/>
                  </a:lnTo>
                  <a:lnTo>
                    <a:pt x="789259" y="29222"/>
                  </a:lnTo>
                  <a:lnTo>
                    <a:pt x="797073" y="28983"/>
                  </a:lnTo>
                  <a:lnTo>
                    <a:pt x="804888" y="28838"/>
                  </a:lnTo>
                  <a:lnTo>
                    <a:pt x="812702" y="28688"/>
                  </a:lnTo>
                  <a:lnTo>
                    <a:pt x="820517" y="28516"/>
                  </a:lnTo>
                  <a:lnTo>
                    <a:pt x="828331" y="28299"/>
                  </a:lnTo>
                  <a:lnTo>
                    <a:pt x="836145" y="28111"/>
                  </a:lnTo>
                  <a:lnTo>
                    <a:pt x="843960" y="27941"/>
                  </a:lnTo>
                  <a:lnTo>
                    <a:pt x="851774" y="27879"/>
                  </a:lnTo>
                  <a:lnTo>
                    <a:pt x="859589" y="27685"/>
                  </a:lnTo>
                  <a:lnTo>
                    <a:pt x="867403" y="27486"/>
                  </a:lnTo>
                  <a:lnTo>
                    <a:pt x="875218" y="27298"/>
                  </a:lnTo>
                  <a:lnTo>
                    <a:pt x="883032" y="27105"/>
                  </a:lnTo>
                  <a:lnTo>
                    <a:pt x="890847" y="26938"/>
                  </a:lnTo>
                  <a:lnTo>
                    <a:pt x="898661" y="26771"/>
                  </a:lnTo>
                  <a:lnTo>
                    <a:pt x="906476" y="26605"/>
                  </a:lnTo>
                  <a:lnTo>
                    <a:pt x="914290" y="26439"/>
                  </a:lnTo>
                  <a:lnTo>
                    <a:pt x="922104" y="26320"/>
                  </a:lnTo>
                  <a:lnTo>
                    <a:pt x="929919" y="26283"/>
                  </a:lnTo>
                  <a:lnTo>
                    <a:pt x="937733" y="26246"/>
                  </a:lnTo>
                  <a:lnTo>
                    <a:pt x="945548" y="26121"/>
                  </a:lnTo>
                  <a:lnTo>
                    <a:pt x="953362" y="25864"/>
                  </a:lnTo>
                  <a:lnTo>
                    <a:pt x="961177" y="25608"/>
                  </a:lnTo>
                  <a:lnTo>
                    <a:pt x="968991" y="25408"/>
                  </a:lnTo>
                  <a:lnTo>
                    <a:pt x="976806" y="25388"/>
                  </a:lnTo>
                  <a:lnTo>
                    <a:pt x="984620" y="25155"/>
                  </a:lnTo>
                  <a:lnTo>
                    <a:pt x="992434" y="24816"/>
                  </a:lnTo>
                  <a:lnTo>
                    <a:pt x="1000249" y="24704"/>
                  </a:lnTo>
                  <a:lnTo>
                    <a:pt x="1008063" y="24681"/>
                  </a:lnTo>
                  <a:lnTo>
                    <a:pt x="1015878" y="24589"/>
                  </a:lnTo>
                  <a:lnTo>
                    <a:pt x="1023692" y="24379"/>
                  </a:lnTo>
                  <a:lnTo>
                    <a:pt x="1031507" y="24169"/>
                  </a:lnTo>
                  <a:lnTo>
                    <a:pt x="1039321" y="23959"/>
                  </a:lnTo>
                  <a:lnTo>
                    <a:pt x="1047136" y="23750"/>
                  </a:lnTo>
                  <a:lnTo>
                    <a:pt x="1054950" y="23519"/>
                  </a:lnTo>
                  <a:lnTo>
                    <a:pt x="1062765" y="23341"/>
                  </a:lnTo>
                  <a:lnTo>
                    <a:pt x="1070579" y="23199"/>
                  </a:lnTo>
                  <a:lnTo>
                    <a:pt x="1078393" y="23040"/>
                  </a:lnTo>
                  <a:lnTo>
                    <a:pt x="1086208" y="22844"/>
                  </a:lnTo>
                  <a:lnTo>
                    <a:pt x="1094022" y="22575"/>
                  </a:lnTo>
                  <a:lnTo>
                    <a:pt x="1101837" y="22306"/>
                  </a:lnTo>
                  <a:lnTo>
                    <a:pt x="1109651" y="22074"/>
                  </a:lnTo>
                  <a:lnTo>
                    <a:pt x="1117466" y="21928"/>
                  </a:lnTo>
                  <a:lnTo>
                    <a:pt x="1125280" y="21852"/>
                  </a:lnTo>
                  <a:lnTo>
                    <a:pt x="1133095" y="21542"/>
                  </a:lnTo>
                  <a:lnTo>
                    <a:pt x="1140909" y="21241"/>
                  </a:lnTo>
                  <a:lnTo>
                    <a:pt x="1148723" y="21031"/>
                  </a:lnTo>
                  <a:lnTo>
                    <a:pt x="1156538" y="20820"/>
                  </a:lnTo>
                  <a:lnTo>
                    <a:pt x="1164352" y="20611"/>
                  </a:lnTo>
                  <a:lnTo>
                    <a:pt x="1172167" y="20405"/>
                  </a:lnTo>
                  <a:lnTo>
                    <a:pt x="1179981" y="20199"/>
                  </a:lnTo>
                  <a:lnTo>
                    <a:pt x="1187796" y="19866"/>
                  </a:lnTo>
                  <a:lnTo>
                    <a:pt x="1195610" y="19591"/>
                  </a:lnTo>
                  <a:lnTo>
                    <a:pt x="1203425" y="19464"/>
                  </a:lnTo>
                  <a:lnTo>
                    <a:pt x="1211239" y="19229"/>
                  </a:lnTo>
                  <a:lnTo>
                    <a:pt x="1219053" y="19045"/>
                  </a:lnTo>
                  <a:lnTo>
                    <a:pt x="1226868" y="18862"/>
                  </a:lnTo>
                  <a:lnTo>
                    <a:pt x="1234682" y="18679"/>
                  </a:lnTo>
                  <a:lnTo>
                    <a:pt x="1242497" y="18497"/>
                  </a:lnTo>
                  <a:lnTo>
                    <a:pt x="1250311" y="18314"/>
                  </a:lnTo>
                  <a:lnTo>
                    <a:pt x="1258126" y="18132"/>
                  </a:lnTo>
                  <a:lnTo>
                    <a:pt x="1265940" y="17927"/>
                  </a:lnTo>
                  <a:lnTo>
                    <a:pt x="1273755" y="17721"/>
                  </a:lnTo>
                  <a:lnTo>
                    <a:pt x="1281569" y="17517"/>
                  </a:lnTo>
                  <a:lnTo>
                    <a:pt x="1289384" y="17314"/>
                  </a:lnTo>
                  <a:lnTo>
                    <a:pt x="1297198" y="17112"/>
                  </a:lnTo>
                  <a:lnTo>
                    <a:pt x="1305012" y="16909"/>
                  </a:lnTo>
                  <a:lnTo>
                    <a:pt x="1312827" y="16707"/>
                  </a:lnTo>
                  <a:lnTo>
                    <a:pt x="1320641" y="16506"/>
                  </a:lnTo>
                  <a:lnTo>
                    <a:pt x="1328456" y="16304"/>
                  </a:lnTo>
                  <a:lnTo>
                    <a:pt x="1336270" y="16103"/>
                  </a:lnTo>
                  <a:lnTo>
                    <a:pt x="1344085" y="15884"/>
                  </a:lnTo>
                  <a:lnTo>
                    <a:pt x="1351899" y="15655"/>
                  </a:lnTo>
                  <a:lnTo>
                    <a:pt x="1359714" y="15427"/>
                  </a:lnTo>
                  <a:lnTo>
                    <a:pt x="1367528" y="15200"/>
                  </a:lnTo>
                  <a:lnTo>
                    <a:pt x="1375342" y="15068"/>
                  </a:lnTo>
                  <a:lnTo>
                    <a:pt x="1383157" y="14901"/>
                  </a:lnTo>
                  <a:lnTo>
                    <a:pt x="1390971" y="14700"/>
                  </a:lnTo>
                  <a:lnTo>
                    <a:pt x="1398786" y="14500"/>
                  </a:lnTo>
                  <a:lnTo>
                    <a:pt x="1406600" y="14301"/>
                  </a:lnTo>
                  <a:lnTo>
                    <a:pt x="1414415" y="14102"/>
                  </a:lnTo>
                  <a:lnTo>
                    <a:pt x="1422229" y="13903"/>
                  </a:lnTo>
                  <a:lnTo>
                    <a:pt x="1430044" y="13704"/>
                  </a:lnTo>
                  <a:lnTo>
                    <a:pt x="1437858" y="13536"/>
                  </a:lnTo>
                  <a:lnTo>
                    <a:pt x="1445672" y="13375"/>
                  </a:lnTo>
                  <a:lnTo>
                    <a:pt x="1453487" y="13214"/>
                  </a:lnTo>
                  <a:lnTo>
                    <a:pt x="1461301" y="13053"/>
                  </a:lnTo>
                  <a:lnTo>
                    <a:pt x="1469116" y="12893"/>
                  </a:lnTo>
                  <a:lnTo>
                    <a:pt x="1476930" y="12732"/>
                  </a:lnTo>
                  <a:lnTo>
                    <a:pt x="1484745" y="12576"/>
                  </a:lnTo>
                  <a:lnTo>
                    <a:pt x="1492559" y="12432"/>
                  </a:lnTo>
                  <a:lnTo>
                    <a:pt x="1500374" y="12303"/>
                  </a:lnTo>
                  <a:lnTo>
                    <a:pt x="1508188" y="12101"/>
                  </a:lnTo>
                  <a:lnTo>
                    <a:pt x="1516003" y="11940"/>
                  </a:lnTo>
                  <a:lnTo>
                    <a:pt x="1523817" y="11770"/>
                  </a:lnTo>
                  <a:lnTo>
                    <a:pt x="1531631" y="11503"/>
                  </a:lnTo>
                  <a:lnTo>
                    <a:pt x="1539446" y="11238"/>
                  </a:lnTo>
                  <a:lnTo>
                    <a:pt x="1547260" y="11002"/>
                  </a:lnTo>
                  <a:lnTo>
                    <a:pt x="1555075" y="10853"/>
                  </a:lnTo>
                  <a:lnTo>
                    <a:pt x="1562889" y="10704"/>
                  </a:lnTo>
                  <a:lnTo>
                    <a:pt x="1570704" y="10555"/>
                  </a:lnTo>
                  <a:lnTo>
                    <a:pt x="1578518" y="10408"/>
                  </a:lnTo>
                  <a:lnTo>
                    <a:pt x="1586333" y="10262"/>
                  </a:lnTo>
                  <a:lnTo>
                    <a:pt x="1594147" y="10116"/>
                  </a:lnTo>
                  <a:lnTo>
                    <a:pt x="1601961" y="9970"/>
                  </a:lnTo>
                  <a:lnTo>
                    <a:pt x="1609776" y="9825"/>
                  </a:lnTo>
                  <a:lnTo>
                    <a:pt x="1617590" y="9681"/>
                  </a:lnTo>
                  <a:lnTo>
                    <a:pt x="1625405" y="9536"/>
                  </a:lnTo>
                  <a:lnTo>
                    <a:pt x="1633219" y="9316"/>
                  </a:lnTo>
                  <a:lnTo>
                    <a:pt x="1641034" y="9084"/>
                  </a:lnTo>
                  <a:lnTo>
                    <a:pt x="1648848" y="8853"/>
                  </a:lnTo>
                  <a:lnTo>
                    <a:pt x="1656663" y="8622"/>
                  </a:lnTo>
                  <a:lnTo>
                    <a:pt x="1664477" y="8391"/>
                  </a:lnTo>
                  <a:lnTo>
                    <a:pt x="1672291" y="8161"/>
                  </a:lnTo>
                  <a:lnTo>
                    <a:pt x="1680106" y="7930"/>
                  </a:lnTo>
                  <a:lnTo>
                    <a:pt x="1687920" y="7701"/>
                  </a:lnTo>
                  <a:lnTo>
                    <a:pt x="1695735" y="7473"/>
                  </a:lnTo>
                  <a:lnTo>
                    <a:pt x="1703549" y="7246"/>
                  </a:lnTo>
                  <a:lnTo>
                    <a:pt x="1711364" y="7019"/>
                  </a:lnTo>
                  <a:lnTo>
                    <a:pt x="1719178" y="6857"/>
                  </a:lnTo>
                  <a:lnTo>
                    <a:pt x="1726993" y="6755"/>
                  </a:lnTo>
                  <a:lnTo>
                    <a:pt x="1734807" y="6652"/>
                  </a:lnTo>
                  <a:lnTo>
                    <a:pt x="1742622" y="6469"/>
                  </a:lnTo>
                  <a:lnTo>
                    <a:pt x="1750436" y="6247"/>
                  </a:lnTo>
                  <a:lnTo>
                    <a:pt x="1758250" y="6025"/>
                  </a:lnTo>
                  <a:lnTo>
                    <a:pt x="1766065" y="5804"/>
                  </a:lnTo>
                  <a:lnTo>
                    <a:pt x="1773879" y="5584"/>
                  </a:lnTo>
                  <a:lnTo>
                    <a:pt x="1781694" y="5364"/>
                  </a:lnTo>
                  <a:lnTo>
                    <a:pt x="1789508" y="5146"/>
                  </a:lnTo>
                  <a:lnTo>
                    <a:pt x="1797323" y="4928"/>
                  </a:lnTo>
                  <a:lnTo>
                    <a:pt x="1805137" y="4711"/>
                  </a:lnTo>
                  <a:lnTo>
                    <a:pt x="1812952" y="4495"/>
                  </a:lnTo>
                  <a:lnTo>
                    <a:pt x="1820766" y="4279"/>
                  </a:lnTo>
                  <a:lnTo>
                    <a:pt x="1828580" y="4064"/>
                  </a:lnTo>
                  <a:lnTo>
                    <a:pt x="1836395" y="3849"/>
                  </a:lnTo>
                  <a:lnTo>
                    <a:pt x="1844209" y="3635"/>
                  </a:lnTo>
                  <a:lnTo>
                    <a:pt x="1852024" y="3422"/>
                  </a:lnTo>
                  <a:lnTo>
                    <a:pt x="1859838" y="3209"/>
                  </a:lnTo>
                  <a:lnTo>
                    <a:pt x="1867653" y="2996"/>
                  </a:lnTo>
                  <a:lnTo>
                    <a:pt x="1875467" y="2785"/>
                  </a:lnTo>
                  <a:lnTo>
                    <a:pt x="1883282" y="2574"/>
                  </a:lnTo>
                  <a:lnTo>
                    <a:pt x="1891096" y="2363"/>
                  </a:lnTo>
                  <a:lnTo>
                    <a:pt x="1898910" y="2171"/>
                  </a:lnTo>
                  <a:lnTo>
                    <a:pt x="1906725" y="2033"/>
                  </a:lnTo>
                  <a:lnTo>
                    <a:pt x="1914539" y="1895"/>
                  </a:lnTo>
                  <a:lnTo>
                    <a:pt x="1922354" y="1758"/>
                  </a:lnTo>
                  <a:lnTo>
                    <a:pt x="1930168" y="1621"/>
                  </a:lnTo>
                  <a:lnTo>
                    <a:pt x="1937983" y="1484"/>
                  </a:lnTo>
                  <a:lnTo>
                    <a:pt x="1945797" y="1348"/>
                  </a:lnTo>
                  <a:lnTo>
                    <a:pt x="1953612" y="1211"/>
                  </a:lnTo>
                  <a:lnTo>
                    <a:pt x="1961426" y="1076"/>
                  </a:lnTo>
                  <a:lnTo>
                    <a:pt x="1969241" y="940"/>
                  </a:lnTo>
                  <a:lnTo>
                    <a:pt x="1977055" y="805"/>
                  </a:lnTo>
                  <a:lnTo>
                    <a:pt x="1984869" y="670"/>
                  </a:lnTo>
                  <a:lnTo>
                    <a:pt x="1992684" y="535"/>
                  </a:lnTo>
                  <a:lnTo>
                    <a:pt x="2000498" y="401"/>
                  </a:lnTo>
                  <a:lnTo>
                    <a:pt x="2008313" y="267"/>
                  </a:lnTo>
                  <a:lnTo>
                    <a:pt x="2016127" y="133"/>
                  </a:lnTo>
                  <a:lnTo>
                    <a:pt x="202394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07" name="pl206"/>
            <p:cNvSpPr/>
            <p:nvPr/>
          </p:nvSpPr>
          <p:spPr>
            <a:xfrm>
              <a:off x="6041499" y="2776513"/>
              <a:ext cx="2023942" cy="212365"/>
            </a:xfrm>
            <a:custGeom>
              <a:avLst/>
              <a:pathLst>
                <a:path w="2023942" h="212365">
                  <a:moveTo>
                    <a:pt x="2023942" y="212365"/>
                  </a:moveTo>
                  <a:lnTo>
                    <a:pt x="2016127" y="211612"/>
                  </a:lnTo>
                  <a:lnTo>
                    <a:pt x="2008313" y="210854"/>
                  </a:lnTo>
                  <a:lnTo>
                    <a:pt x="2000498" y="210089"/>
                  </a:lnTo>
                  <a:lnTo>
                    <a:pt x="1992684" y="209265"/>
                  </a:lnTo>
                  <a:lnTo>
                    <a:pt x="1984869" y="208372"/>
                  </a:lnTo>
                  <a:lnTo>
                    <a:pt x="1977055" y="207598"/>
                  </a:lnTo>
                  <a:lnTo>
                    <a:pt x="1969241" y="206989"/>
                  </a:lnTo>
                  <a:lnTo>
                    <a:pt x="1961426" y="206201"/>
                  </a:lnTo>
                  <a:lnTo>
                    <a:pt x="1953612" y="205402"/>
                  </a:lnTo>
                  <a:lnTo>
                    <a:pt x="1945797" y="204598"/>
                  </a:lnTo>
                  <a:lnTo>
                    <a:pt x="1937983" y="203793"/>
                  </a:lnTo>
                  <a:lnTo>
                    <a:pt x="1930168" y="202983"/>
                  </a:lnTo>
                  <a:lnTo>
                    <a:pt x="1922354" y="202165"/>
                  </a:lnTo>
                  <a:lnTo>
                    <a:pt x="1914539" y="201367"/>
                  </a:lnTo>
                  <a:lnTo>
                    <a:pt x="1906725" y="200612"/>
                  </a:lnTo>
                  <a:lnTo>
                    <a:pt x="1898910" y="199682"/>
                  </a:lnTo>
                  <a:lnTo>
                    <a:pt x="1891096" y="198829"/>
                  </a:lnTo>
                  <a:lnTo>
                    <a:pt x="1883282" y="198057"/>
                  </a:lnTo>
                  <a:lnTo>
                    <a:pt x="1875467" y="197238"/>
                  </a:lnTo>
                  <a:lnTo>
                    <a:pt x="1867653" y="196358"/>
                  </a:lnTo>
                  <a:lnTo>
                    <a:pt x="1859838" y="195471"/>
                  </a:lnTo>
                  <a:lnTo>
                    <a:pt x="1852024" y="194579"/>
                  </a:lnTo>
                  <a:lnTo>
                    <a:pt x="1844209" y="193681"/>
                  </a:lnTo>
                  <a:lnTo>
                    <a:pt x="1836395" y="192810"/>
                  </a:lnTo>
                  <a:lnTo>
                    <a:pt x="1828580" y="192125"/>
                  </a:lnTo>
                  <a:lnTo>
                    <a:pt x="1820766" y="191436"/>
                  </a:lnTo>
                  <a:lnTo>
                    <a:pt x="1812952" y="190741"/>
                  </a:lnTo>
                  <a:lnTo>
                    <a:pt x="1805137" y="190042"/>
                  </a:lnTo>
                  <a:lnTo>
                    <a:pt x="1797323" y="189141"/>
                  </a:lnTo>
                  <a:lnTo>
                    <a:pt x="1789508" y="188151"/>
                  </a:lnTo>
                  <a:lnTo>
                    <a:pt x="1781694" y="187156"/>
                  </a:lnTo>
                  <a:lnTo>
                    <a:pt x="1773879" y="186156"/>
                  </a:lnTo>
                  <a:lnTo>
                    <a:pt x="1766065" y="185150"/>
                  </a:lnTo>
                  <a:lnTo>
                    <a:pt x="1758250" y="184136"/>
                  </a:lnTo>
                  <a:lnTo>
                    <a:pt x="1750436" y="183117"/>
                  </a:lnTo>
                  <a:lnTo>
                    <a:pt x="1742622" y="182092"/>
                  </a:lnTo>
                  <a:lnTo>
                    <a:pt x="1734807" y="181062"/>
                  </a:lnTo>
                  <a:lnTo>
                    <a:pt x="1726993" y="180218"/>
                  </a:lnTo>
                  <a:lnTo>
                    <a:pt x="1719178" y="179274"/>
                  </a:lnTo>
                  <a:lnTo>
                    <a:pt x="1711364" y="178206"/>
                  </a:lnTo>
                  <a:lnTo>
                    <a:pt x="1703549" y="177396"/>
                  </a:lnTo>
                  <a:lnTo>
                    <a:pt x="1695735" y="176328"/>
                  </a:lnTo>
                  <a:lnTo>
                    <a:pt x="1687920" y="175250"/>
                  </a:lnTo>
                  <a:lnTo>
                    <a:pt x="1680106" y="174269"/>
                  </a:lnTo>
                  <a:lnTo>
                    <a:pt x="1672291" y="173318"/>
                  </a:lnTo>
                  <a:lnTo>
                    <a:pt x="1664477" y="172277"/>
                  </a:lnTo>
                  <a:lnTo>
                    <a:pt x="1656663" y="171180"/>
                  </a:lnTo>
                  <a:lnTo>
                    <a:pt x="1648848" y="170074"/>
                  </a:lnTo>
                  <a:lnTo>
                    <a:pt x="1641034" y="168963"/>
                  </a:lnTo>
                  <a:lnTo>
                    <a:pt x="1633219" y="167883"/>
                  </a:lnTo>
                  <a:lnTo>
                    <a:pt x="1625405" y="166855"/>
                  </a:lnTo>
                  <a:lnTo>
                    <a:pt x="1617590" y="165851"/>
                  </a:lnTo>
                  <a:lnTo>
                    <a:pt x="1609776" y="165038"/>
                  </a:lnTo>
                  <a:lnTo>
                    <a:pt x="1601961" y="163969"/>
                  </a:lnTo>
                  <a:lnTo>
                    <a:pt x="1594147" y="162882"/>
                  </a:lnTo>
                  <a:lnTo>
                    <a:pt x="1586333" y="161893"/>
                  </a:lnTo>
                  <a:lnTo>
                    <a:pt x="1578518" y="160887"/>
                  </a:lnTo>
                  <a:lnTo>
                    <a:pt x="1570704" y="159890"/>
                  </a:lnTo>
                  <a:lnTo>
                    <a:pt x="1562889" y="158882"/>
                  </a:lnTo>
                  <a:lnTo>
                    <a:pt x="1555075" y="157850"/>
                  </a:lnTo>
                  <a:lnTo>
                    <a:pt x="1547260" y="156634"/>
                  </a:lnTo>
                  <a:lnTo>
                    <a:pt x="1539446" y="155477"/>
                  </a:lnTo>
                  <a:lnTo>
                    <a:pt x="1531631" y="154464"/>
                  </a:lnTo>
                  <a:lnTo>
                    <a:pt x="1523817" y="153446"/>
                  </a:lnTo>
                  <a:lnTo>
                    <a:pt x="1516003" y="152423"/>
                  </a:lnTo>
                  <a:lnTo>
                    <a:pt x="1508188" y="151396"/>
                  </a:lnTo>
                  <a:lnTo>
                    <a:pt x="1500374" y="150363"/>
                  </a:lnTo>
                  <a:lnTo>
                    <a:pt x="1492559" y="149326"/>
                  </a:lnTo>
                  <a:lnTo>
                    <a:pt x="1484745" y="148280"/>
                  </a:lnTo>
                  <a:lnTo>
                    <a:pt x="1476930" y="147316"/>
                  </a:lnTo>
                  <a:lnTo>
                    <a:pt x="1469116" y="146270"/>
                  </a:lnTo>
                  <a:lnTo>
                    <a:pt x="1461301" y="145283"/>
                  </a:lnTo>
                  <a:lnTo>
                    <a:pt x="1453487" y="144290"/>
                  </a:lnTo>
                  <a:lnTo>
                    <a:pt x="1445672" y="143293"/>
                  </a:lnTo>
                  <a:lnTo>
                    <a:pt x="1437858" y="142292"/>
                  </a:lnTo>
                  <a:lnTo>
                    <a:pt x="1430044" y="141257"/>
                  </a:lnTo>
                  <a:lnTo>
                    <a:pt x="1422229" y="140282"/>
                  </a:lnTo>
                  <a:lnTo>
                    <a:pt x="1414415" y="139274"/>
                  </a:lnTo>
                  <a:lnTo>
                    <a:pt x="1406600" y="138262"/>
                  </a:lnTo>
                  <a:lnTo>
                    <a:pt x="1398786" y="137241"/>
                  </a:lnTo>
                  <a:lnTo>
                    <a:pt x="1390971" y="136215"/>
                  </a:lnTo>
                  <a:lnTo>
                    <a:pt x="1383157" y="135184"/>
                  </a:lnTo>
                  <a:lnTo>
                    <a:pt x="1375342" y="134013"/>
                  </a:lnTo>
                  <a:lnTo>
                    <a:pt x="1367528" y="132778"/>
                  </a:lnTo>
                  <a:lnTo>
                    <a:pt x="1359714" y="131574"/>
                  </a:lnTo>
                  <a:lnTo>
                    <a:pt x="1351899" y="130483"/>
                  </a:lnTo>
                  <a:lnTo>
                    <a:pt x="1344085" y="129346"/>
                  </a:lnTo>
                  <a:lnTo>
                    <a:pt x="1336270" y="128167"/>
                  </a:lnTo>
                  <a:lnTo>
                    <a:pt x="1328456" y="126986"/>
                  </a:lnTo>
                  <a:lnTo>
                    <a:pt x="1320641" y="125802"/>
                  </a:lnTo>
                  <a:lnTo>
                    <a:pt x="1312827" y="124616"/>
                  </a:lnTo>
                  <a:lnTo>
                    <a:pt x="1305012" y="123427"/>
                  </a:lnTo>
                  <a:lnTo>
                    <a:pt x="1297198" y="122346"/>
                  </a:lnTo>
                  <a:lnTo>
                    <a:pt x="1289384" y="121373"/>
                  </a:lnTo>
                  <a:lnTo>
                    <a:pt x="1281569" y="120400"/>
                  </a:lnTo>
                  <a:lnTo>
                    <a:pt x="1273755" y="119426"/>
                  </a:lnTo>
                  <a:lnTo>
                    <a:pt x="1265940" y="118367"/>
                  </a:lnTo>
                  <a:lnTo>
                    <a:pt x="1258126" y="117366"/>
                  </a:lnTo>
                  <a:lnTo>
                    <a:pt x="1250311" y="116416"/>
                  </a:lnTo>
                  <a:lnTo>
                    <a:pt x="1242497" y="115462"/>
                  </a:lnTo>
                  <a:lnTo>
                    <a:pt x="1234682" y="114505"/>
                  </a:lnTo>
                  <a:lnTo>
                    <a:pt x="1226868" y="113533"/>
                  </a:lnTo>
                  <a:lnTo>
                    <a:pt x="1219053" y="112414"/>
                  </a:lnTo>
                  <a:lnTo>
                    <a:pt x="1211239" y="111269"/>
                  </a:lnTo>
                  <a:lnTo>
                    <a:pt x="1203425" y="110074"/>
                  </a:lnTo>
                  <a:lnTo>
                    <a:pt x="1195610" y="108866"/>
                  </a:lnTo>
                  <a:lnTo>
                    <a:pt x="1187796" y="107658"/>
                  </a:lnTo>
                  <a:lnTo>
                    <a:pt x="1179981" y="106450"/>
                  </a:lnTo>
                  <a:lnTo>
                    <a:pt x="1172167" y="105241"/>
                  </a:lnTo>
                  <a:lnTo>
                    <a:pt x="1164352" y="104032"/>
                  </a:lnTo>
                  <a:lnTo>
                    <a:pt x="1156538" y="102695"/>
                  </a:lnTo>
                  <a:lnTo>
                    <a:pt x="1148723" y="101544"/>
                  </a:lnTo>
                  <a:lnTo>
                    <a:pt x="1140909" y="100406"/>
                  </a:lnTo>
                  <a:lnTo>
                    <a:pt x="1133095" y="99177"/>
                  </a:lnTo>
                  <a:lnTo>
                    <a:pt x="1125280" y="97945"/>
                  </a:lnTo>
                  <a:lnTo>
                    <a:pt x="1117466" y="96711"/>
                  </a:lnTo>
                  <a:lnTo>
                    <a:pt x="1109651" y="95476"/>
                  </a:lnTo>
                  <a:lnTo>
                    <a:pt x="1101837" y="94239"/>
                  </a:lnTo>
                  <a:lnTo>
                    <a:pt x="1094022" y="93000"/>
                  </a:lnTo>
                  <a:lnTo>
                    <a:pt x="1086208" y="91764"/>
                  </a:lnTo>
                  <a:lnTo>
                    <a:pt x="1078393" y="90758"/>
                  </a:lnTo>
                  <a:lnTo>
                    <a:pt x="1070579" y="89561"/>
                  </a:lnTo>
                  <a:lnTo>
                    <a:pt x="1062765" y="88366"/>
                  </a:lnTo>
                  <a:lnTo>
                    <a:pt x="1054950" y="87172"/>
                  </a:lnTo>
                  <a:lnTo>
                    <a:pt x="1047136" y="85974"/>
                  </a:lnTo>
                  <a:lnTo>
                    <a:pt x="1039321" y="84778"/>
                  </a:lnTo>
                  <a:lnTo>
                    <a:pt x="1031507" y="83583"/>
                  </a:lnTo>
                  <a:lnTo>
                    <a:pt x="1023692" y="82594"/>
                  </a:lnTo>
                  <a:lnTo>
                    <a:pt x="1015878" y="81771"/>
                  </a:lnTo>
                  <a:lnTo>
                    <a:pt x="1008063" y="80938"/>
                  </a:lnTo>
                  <a:lnTo>
                    <a:pt x="1000249" y="79693"/>
                  </a:lnTo>
                  <a:lnTo>
                    <a:pt x="992434" y="78569"/>
                  </a:lnTo>
                  <a:lnTo>
                    <a:pt x="984620" y="77234"/>
                  </a:lnTo>
                  <a:lnTo>
                    <a:pt x="976806" y="75911"/>
                  </a:lnTo>
                  <a:lnTo>
                    <a:pt x="968991" y="74586"/>
                  </a:lnTo>
                  <a:lnTo>
                    <a:pt x="961177" y="73264"/>
                  </a:lnTo>
                  <a:lnTo>
                    <a:pt x="953362" y="71974"/>
                  </a:lnTo>
                  <a:lnTo>
                    <a:pt x="945548" y="70874"/>
                  </a:lnTo>
                  <a:lnTo>
                    <a:pt x="937733" y="69668"/>
                  </a:lnTo>
                  <a:lnTo>
                    <a:pt x="929919" y="68418"/>
                  </a:lnTo>
                  <a:lnTo>
                    <a:pt x="922104" y="67169"/>
                  </a:lnTo>
                  <a:lnTo>
                    <a:pt x="914290" y="65921"/>
                  </a:lnTo>
                  <a:lnTo>
                    <a:pt x="906476" y="64681"/>
                  </a:lnTo>
                  <a:lnTo>
                    <a:pt x="898661" y="63521"/>
                  </a:lnTo>
                  <a:lnTo>
                    <a:pt x="890847" y="62485"/>
                  </a:lnTo>
                  <a:lnTo>
                    <a:pt x="883032" y="61626"/>
                  </a:lnTo>
                  <a:lnTo>
                    <a:pt x="875218" y="60766"/>
                  </a:lnTo>
                  <a:lnTo>
                    <a:pt x="867403" y="59957"/>
                  </a:lnTo>
                  <a:lnTo>
                    <a:pt x="859589" y="59052"/>
                  </a:lnTo>
                  <a:lnTo>
                    <a:pt x="851774" y="58163"/>
                  </a:lnTo>
                  <a:lnTo>
                    <a:pt x="843960" y="57338"/>
                  </a:lnTo>
                  <a:lnTo>
                    <a:pt x="836145" y="56483"/>
                  </a:lnTo>
                  <a:lnTo>
                    <a:pt x="828331" y="55584"/>
                  </a:lnTo>
                  <a:lnTo>
                    <a:pt x="820517" y="54496"/>
                  </a:lnTo>
                  <a:lnTo>
                    <a:pt x="812702" y="53655"/>
                  </a:lnTo>
                  <a:lnTo>
                    <a:pt x="804888" y="52822"/>
                  </a:lnTo>
                  <a:lnTo>
                    <a:pt x="797073" y="51707"/>
                  </a:lnTo>
                  <a:lnTo>
                    <a:pt x="789259" y="50574"/>
                  </a:lnTo>
                  <a:lnTo>
                    <a:pt x="781444" y="49557"/>
                  </a:lnTo>
                  <a:lnTo>
                    <a:pt x="773630" y="48313"/>
                  </a:lnTo>
                  <a:lnTo>
                    <a:pt x="765815" y="47184"/>
                  </a:lnTo>
                  <a:lnTo>
                    <a:pt x="758001" y="46055"/>
                  </a:lnTo>
                  <a:lnTo>
                    <a:pt x="750187" y="44894"/>
                  </a:lnTo>
                  <a:lnTo>
                    <a:pt x="742372" y="43699"/>
                  </a:lnTo>
                  <a:lnTo>
                    <a:pt x="734558" y="42677"/>
                  </a:lnTo>
                  <a:lnTo>
                    <a:pt x="726743" y="41554"/>
                  </a:lnTo>
                  <a:lnTo>
                    <a:pt x="718929" y="40454"/>
                  </a:lnTo>
                  <a:lnTo>
                    <a:pt x="711114" y="39475"/>
                  </a:lnTo>
                  <a:lnTo>
                    <a:pt x="703300" y="38718"/>
                  </a:lnTo>
                  <a:lnTo>
                    <a:pt x="695485" y="37833"/>
                  </a:lnTo>
                  <a:lnTo>
                    <a:pt x="687671" y="37007"/>
                  </a:lnTo>
                  <a:lnTo>
                    <a:pt x="679857" y="35964"/>
                  </a:lnTo>
                  <a:lnTo>
                    <a:pt x="672042" y="34861"/>
                  </a:lnTo>
                  <a:lnTo>
                    <a:pt x="664228" y="33725"/>
                  </a:lnTo>
                  <a:lnTo>
                    <a:pt x="656413" y="33009"/>
                  </a:lnTo>
                  <a:lnTo>
                    <a:pt x="648599" y="32300"/>
                  </a:lnTo>
                  <a:lnTo>
                    <a:pt x="640784" y="31586"/>
                  </a:lnTo>
                  <a:lnTo>
                    <a:pt x="632970" y="30810"/>
                  </a:lnTo>
                  <a:lnTo>
                    <a:pt x="625155" y="30022"/>
                  </a:lnTo>
                  <a:lnTo>
                    <a:pt x="617341" y="28961"/>
                  </a:lnTo>
                  <a:lnTo>
                    <a:pt x="609526" y="27928"/>
                  </a:lnTo>
                  <a:lnTo>
                    <a:pt x="601712" y="27127"/>
                  </a:lnTo>
                  <a:lnTo>
                    <a:pt x="593898" y="26891"/>
                  </a:lnTo>
                  <a:lnTo>
                    <a:pt x="586083" y="26109"/>
                  </a:lnTo>
                  <a:lnTo>
                    <a:pt x="578269" y="25584"/>
                  </a:lnTo>
                  <a:lnTo>
                    <a:pt x="570454" y="24890"/>
                  </a:lnTo>
                  <a:lnTo>
                    <a:pt x="562640" y="24160"/>
                  </a:lnTo>
                  <a:lnTo>
                    <a:pt x="554825" y="23438"/>
                  </a:lnTo>
                  <a:lnTo>
                    <a:pt x="547011" y="22901"/>
                  </a:lnTo>
                  <a:lnTo>
                    <a:pt x="539196" y="22211"/>
                  </a:lnTo>
                  <a:lnTo>
                    <a:pt x="531382" y="21165"/>
                  </a:lnTo>
                  <a:lnTo>
                    <a:pt x="523568" y="20353"/>
                  </a:lnTo>
                  <a:lnTo>
                    <a:pt x="515753" y="19593"/>
                  </a:lnTo>
                  <a:lnTo>
                    <a:pt x="507939" y="19209"/>
                  </a:lnTo>
                  <a:lnTo>
                    <a:pt x="500124" y="18491"/>
                  </a:lnTo>
                  <a:lnTo>
                    <a:pt x="492310" y="17835"/>
                  </a:lnTo>
                  <a:lnTo>
                    <a:pt x="484495" y="16985"/>
                  </a:lnTo>
                  <a:lnTo>
                    <a:pt x="476681" y="16375"/>
                  </a:lnTo>
                  <a:lnTo>
                    <a:pt x="468866" y="15383"/>
                  </a:lnTo>
                  <a:lnTo>
                    <a:pt x="461052" y="15107"/>
                  </a:lnTo>
                  <a:lnTo>
                    <a:pt x="453238" y="14590"/>
                  </a:lnTo>
                  <a:lnTo>
                    <a:pt x="445423" y="14150"/>
                  </a:lnTo>
                  <a:lnTo>
                    <a:pt x="437609" y="13560"/>
                  </a:lnTo>
                  <a:lnTo>
                    <a:pt x="429794" y="12957"/>
                  </a:lnTo>
                  <a:lnTo>
                    <a:pt x="421980" y="12298"/>
                  </a:lnTo>
                  <a:lnTo>
                    <a:pt x="414165" y="11576"/>
                  </a:lnTo>
                  <a:lnTo>
                    <a:pt x="406351" y="11080"/>
                  </a:lnTo>
                  <a:lnTo>
                    <a:pt x="398536" y="10449"/>
                  </a:lnTo>
                  <a:lnTo>
                    <a:pt x="390722" y="10102"/>
                  </a:lnTo>
                  <a:lnTo>
                    <a:pt x="382907" y="9612"/>
                  </a:lnTo>
                  <a:lnTo>
                    <a:pt x="375093" y="9053"/>
                  </a:lnTo>
                  <a:lnTo>
                    <a:pt x="367279" y="8494"/>
                  </a:lnTo>
                  <a:lnTo>
                    <a:pt x="359464" y="7987"/>
                  </a:lnTo>
                  <a:lnTo>
                    <a:pt x="351650" y="7669"/>
                  </a:lnTo>
                  <a:lnTo>
                    <a:pt x="343835" y="7272"/>
                  </a:lnTo>
                  <a:lnTo>
                    <a:pt x="336021" y="6916"/>
                  </a:lnTo>
                  <a:lnTo>
                    <a:pt x="328206" y="6600"/>
                  </a:lnTo>
                  <a:lnTo>
                    <a:pt x="320392" y="6205"/>
                  </a:lnTo>
                  <a:lnTo>
                    <a:pt x="312577" y="5850"/>
                  </a:lnTo>
                  <a:lnTo>
                    <a:pt x="304763" y="5502"/>
                  </a:lnTo>
                  <a:lnTo>
                    <a:pt x="296949" y="5135"/>
                  </a:lnTo>
                  <a:lnTo>
                    <a:pt x="289134" y="4771"/>
                  </a:lnTo>
                  <a:lnTo>
                    <a:pt x="281320" y="4408"/>
                  </a:lnTo>
                  <a:lnTo>
                    <a:pt x="273505" y="3918"/>
                  </a:lnTo>
                  <a:lnTo>
                    <a:pt x="265691" y="3509"/>
                  </a:lnTo>
                  <a:lnTo>
                    <a:pt x="257876" y="3324"/>
                  </a:lnTo>
                  <a:lnTo>
                    <a:pt x="250062" y="3024"/>
                  </a:lnTo>
                  <a:lnTo>
                    <a:pt x="242247" y="2604"/>
                  </a:lnTo>
                  <a:lnTo>
                    <a:pt x="234433" y="2331"/>
                  </a:lnTo>
                  <a:lnTo>
                    <a:pt x="226619" y="1888"/>
                  </a:lnTo>
                  <a:lnTo>
                    <a:pt x="218804" y="1708"/>
                  </a:lnTo>
                  <a:lnTo>
                    <a:pt x="210990" y="1618"/>
                  </a:lnTo>
                  <a:lnTo>
                    <a:pt x="203175" y="1295"/>
                  </a:lnTo>
                  <a:lnTo>
                    <a:pt x="195361" y="999"/>
                  </a:lnTo>
                  <a:lnTo>
                    <a:pt x="187546" y="865"/>
                  </a:lnTo>
                  <a:lnTo>
                    <a:pt x="179732" y="722"/>
                  </a:lnTo>
                  <a:lnTo>
                    <a:pt x="171917" y="769"/>
                  </a:lnTo>
                  <a:lnTo>
                    <a:pt x="164103" y="385"/>
                  </a:lnTo>
                  <a:lnTo>
                    <a:pt x="156288" y="285"/>
                  </a:lnTo>
                  <a:lnTo>
                    <a:pt x="148474" y="191"/>
                  </a:lnTo>
                  <a:lnTo>
                    <a:pt x="140660" y="0"/>
                  </a:lnTo>
                  <a:lnTo>
                    <a:pt x="132845" y="412"/>
                  </a:lnTo>
                  <a:lnTo>
                    <a:pt x="125031" y="462"/>
                  </a:lnTo>
                  <a:lnTo>
                    <a:pt x="117216" y="508"/>
                  </a:lnTo>
                  <a:lnTo>
                    <a:pt x="109402" y="549"/>
                  </a:lnTo>
                  <a:lnTo>
                    <a:pt x="101587" y="586"/>
                  </a:lnTo>
                  <a:lnTo>
                    <a:pt x="93773" y="617"/>
                  </a:lnTo>
                  <a:lnTo>
                    <a:pt x="85958" y="571"/>
                  </a:lnTo>
                  <a:lnTo>
                    <a:pt x="78144" y="710"/>
                  </a:lnTo>
                  <a:lnTo>
                    <a:pt x="70330" y="757"/>
                  </a:lnTo>
                  <a:lnTo>
                    <a:pt x="62515" y="800"/>
                  </a:lnTo>
                  <a:lnTo>
                    <a:pt x="54701" y="836"/>
                  </a:lnTo>
                  <a:lnTo>
                    <a:pt x="46886" y="880"/>
                  </a:lnTo>
                  <a:lnTo>
                    <a:pt x="39072" y="858"/>
                  </a:lnTo>
                  <a:lnTo>
                    <a:pt x="31257" y="786"/>
                  </a:lnTo>
                  <a:lnTo>
                    <a:pt x="23443" y="588"/>
                  </a:lnTo>
                  <a:lnTo>
                    <a:pt x="15628" y="622"/>
                  </a:lnTo>
                  <a:lnTo>
                    <a:pt x="7814" y="538"/>
                  </a:lnTo>
                  <a:lnTo>
                    <a:pt x="0" y="4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08" name="pg207"/>
            <p:cNvSpPr/>
            <p:nvPr/>
          </p:nvSpPr>
          <p:spPr>
            <a:xfrm>
              <a:off x="6041499" y="2711611"/>
              <a:ext cx="2023942" cy="273143"/>
            </a:xfrm>
            <a:custGeom>
              <a:avLst/>
              <a:pathLst>
                <a:path w="2023942" h="273143">
                  <a:moveTo>
                    <a:pt x="0" y="0"/>
                  </a:moveTo>
                  <a:lnTo>
                    <a:pt x="7814" y="639"/>
                  </a:lnTo>
                  <a:lnTo>
                    <a:pt x="15628" y="925"/>
                  </a:lnTo>
                  <a:lnTo>
                    <a:pt x="23443" y="1314"/>
                  </a:lnTo>
                  <a:lnTo>
                    <a:pt x="31257" y="1873"/>
                  </a:lnTo>
                  <a:lnTo>
                    <a:pt x="39072" y="2442"/>
                  </a:lnTo>
                  <a:lnTo>
                    <a:pt x="46886" y="3021"/>
                  </a:lnTo>
                  <a:lnTo>
                    <a:pt x="54701" y="3601"/>
                  </a:lnTo>
                  <a:lnTo>
                    <a:pt x="62515" y="4252"/>
                  </a:lnTo>
                  <a:lnTo>
                    <a:pt x="70330" y="5167"/>
                  </a:lnTo>
                  <a:lnTo>
                    <a:pt x="78144" y="5860"/>
                  </a:lnTo>
                  <a:lnTo>
                    <a:pt x="85958" y="6286"/>
                  </a:lnTo>
                  <a:lnTo>
                    <a:pt x="93773" y="6714"/>
                  </a:lnTo>
                  <a:lnTo>
                    <a:pt x="101587" y="7164"/>
                  </a:lnTo>
                  <a:lnTo>
                    <a:pt x="109402" y="7844"/>
                  </a:lnTo>
                  <a:lnTo>
                    <a:pt x="117216" y="8548"/>
                  </a:lnTo>
                  <a:lnTo>
                    <a:pt x="125031" y="9196"/>
                  </a:lnTo>
                  <a:lnTo>
                    <a:pt x="132845" y="9970"/>
                  </a:lnTo>
                  <a:lnTo>
                    <a:pt x="140660" y="10635"/>
                  </a:lnTo>
                  <a:lnTo>
                    <a:pt x="148474" y="11344"/>
                  </a:lnTo>
                  <a:lnTo>
                    <a:pt x="156288" y="12056"/>
                  </a:lnTo>
                  <a:lnTo>
                    <a:pt x="164103" y="12575"/>
                  </a:lnTo>
                  <a:lnTo>
                    <a:pt x="171917" y="13013"/>
                  </a:lnTo>
                  <a:lnTo>
                    <a:pt x="179732" y="13589"/>
                  </a:lnTo>
                  <a:lnTo>
                    <a:pt x="187546" y="14198"/>
                  </a:lnTo>
                  <a:lnTo>
                    <a:pt x="195361" y="14561"/>
                  </a:lnTo>
                  <a:lnTo>
                    <a:pt x="203175" y="15249"/>
                  </a:lnTo>
                  <a:lnTo>
                    <a:pt x="210990" y="15879"/>
                  </a:lnTo>
                  <a:lnTo>
                    <a:pt x="218804" y="16500"/>
                  </a:lnTo>
                  <a:lnTo>
                    <a:pt x="226619" y="16986"/>
                  </a:lnTo>
                  <a:lnTo>
                    <a:pt x="234433" y="17468"/>
                  </a:lnTo>
                  <a:lnTo>
                    <a:pt x="242247" y="18045"/>
                  </a:lnTo>
                  <a:lnTo>
                    <a:pt x="250062" y="18620"/>
                  </a:lnTo>
                  <a:lnTo>
                    <a:pt x="257876" y="19131"/>
                  </a:lnTo>
                  <a:lnTo>
                    <a:pt x="265691" y="19687"/>
                  </a:lnTo>
                  <a:lnTo>
                    <a:pt x="273505" y="20248"/>
                  </a:lnTo>
                  <a:lnTo>
                    <a:pt x="281320" y="20780"/>
                  </a:lnTo>
                  <a:lnTo>
                    <a:pt x="289134" y="21276"/>
                  </a:lnTo>
                  <a:lnTo>
                    <a:pt x="296949" y="21764"/>
                  </a:lnTo>
                  <a:lnTo>
                    <a:pt x="304763" y="22415"/>
                  </a:lnTo>
                  <a:lnTo>
                    <a:pt x="312577" y="22755"/>
                  </a:lnTo>
                  <a:lnTo>
                    <a:pt x="320392" y="23391"/>
                  </a:lnTo>
                  <a:lnTo>
                    <a:pt x="328206" y="24074"/>
                  </a:lnTo>
                  <a:lnTo>
                    <a:pt x="336021" y="24535"/>
                  </a:lnTo>
                  <a:lnTo>
                    <a:pt x="343835" y="25135"/>
                  </a:lnTo>
                  <a:lnTo>
                    <a:pt x="351650" y="25546"/>
                  </a:lnTo>
                  <a:lnTo>
                    <a:pt x="359464" y="25913"/>
                  </a:lnTo>
                  <a:lnTo>
                    <a:pt x="367279" y="26281"/>
                  </a:lnTo>
                  <a:lnTo>
                    <a:pt x="375093" y="26752"/>
                  </a:lnTo>
                  <a:lnTo>
                    <a:pt x="382907" y="27377"/>
                  </a:lnTo>
                  <a:lnTo>
                    <a:pt x="390722" y="27905"/>
                  </a:lnTo>
                  <a:lnTo>
                    <a:pt x="398536" y="28612"/>
                  </a:lnTo>
                  <a:lnTo>
                    <a:pt x="406351" y="29365"/>
                  </a:lnTo>
                  <a:lnTo>
                    <a:pt x="414165" y="29736"/>
                  </a:lnTo>
                  <a:lnTo>
                    <a:pt x="421980" y="30314"/>
                  </a:lnTo>
                  <a:lnTo>
                    <a:pt x="429794" y="30726"/>
                  </a:lnTo>
                  <a:lnTo>
                    <a:pt x="437609" y="31216"/>
                  </a:lnTo>
                  <a:lnTo>
                    <a:pt x="445423" y="31559"/>
                  </a:lnTo>
                  <a:lnTo>
                    <a:pt x="453238" y="31967"/>
                  </a:lnTo>
                  <a:lnTo>
                    <a:pt x="461052" y="32404"/>
                  </a:lnTo>
                  <a:lnTo>
                    <a:pt x="468866" y="32762"/>
                  </a:lnTo>
                  <a:lnTo>
                    <a:pt x="476681" y="33182"/>
                  </a:lnTo>
                  <a:lnTo>
                    <a:pt x="484495" y="33620"/>
                  </a:lnTo>
                  <a:lnTo>
                    <a:pt x="492310" y="34038"/>
                  </a:lnTo>
                  <a:lnTo>
                    <a:pt x="500124" y="34445"/>
                  </a:lnTo>
                  <a:lnTo>
                    <a:pt x="507939" y="34864"/>
                  </a:lnTo>
                  <a:lnTo>
                    <a:pt x="515753" y="35099"/>
                  </a:lnTo>
                  <a:lnTo>
                    <a:pt x="523568" y="35594"/>
                  </a:lnTo>
                  <a:lnTo>
                    <a:pt x="531382" y="36060"/>
                  </a:lnTo>
                  <a:lnTo>
                    <a:pt x="539196" y="36430"/>
                  </a:lnTo>
                  <a:lnTo>
                    <a:pt x="547011" y="36991"/>
                  </a:lnTo>
                  <a:lnTo>
                    <a:pt x="554825" y="37411"/>
                  </a:lnTo>
                  <a:lnTo>
                    <a:pt x="562640" y="37840"/>
                  </a:lnTo>
                  <a:lnTo>
                    <a:pt x="570454" y="38271"/>
                  </a:lnTo>
                  <a:lnTo>
                    <a:pt x="578269" y="38703"/>
                  </a:lnTo>
                  <a:lnTo>
                    <a:pt x="586083" y="39118"/>
                  </a:lnTo>
                  <a:lnTo>
                    <a:pt x="593898" y="39536"/>
                  </a:lnTo>
                  <a:lnTo>
                    <a:pt x="601712" y="39903"/>
                  </a:lnTo>
                  <a:lnTo>
                    <a:pt x="609526" y="40274"/>
                  </a:lnTo>
                  <a:lnTo>
                    <a:pt x="617341" y="40346"/>
                  </a:lnTo>
                  <a:lnTo>
                    <a:pt x="625155" y="40587"/>
                  </a:lnTo>
                  <a:lnTo>
                    <a:pt x="632970" y="40837"/>
                  </a:lnTo>
                  <a:lnTo>
                    <a:pt x="640784" y="41082"/>
                  </a:lnTo>
                  <a:lnTo>
                    <a:pt x="648599" y="41352"/>
                  </a:lnTo>
                  <a:lnTo>
                    <a:pt x="656413" y="41940"/>
                  </a:lnTo>
                  <a:lnTo>
                    <a:pt x="664228" y="42468"/>
                  </a:lnTo>
                  <a:lnTo>
                    <a:pt x="672042" y="43031"/>
                  </a:lnTo>
                  <a:lnTo>
                    <a:pt x="679857" y="43234"/>
                  </a:lnTo>
                  <a:lnTo>
                    <a:pt x="687671" y="43317"/>
                  </a:lnTo>
                  <a:lnTo>
                    <a:pt x="695485" y="43640"/>
                  </a:lnTo>
                  <a:lnTo>
                    <a:pt x="703300" y="44017"/>
                  </a:lnTo>
                  <a:lnTo>
                    <a:pt x="711114" y="44415"/>
                  </a:lnTo>
                  <a:lnTo>
                    <a:pt x="718929" y="44827"/>
                  </a:lnTo>
                  <a:lnTo>
                    <a:pt x="726743" y="45194"/>
                  </a:lnTo>
                  <a:lnTo>
                    <a:pt x="734558" y="45609"/>
                  </a:lnTo>
                  <a:lnTo>
                    <a:pt x="742372" y="45979"/>
                  </a:lnTo>
                  <a:lnTo>
                    <a:pt x="750187" y="46264"/>
                  </a:lnTo>
                  <a:lnTo>
                    <a:pt x="758001" y="46456"/>
                  </a:lnTo>
                  <a:lnTo>
                    <a:pt x="765815" y="46967"/>
                  </a:lnTo>
                  <a:lnTo>
                    <a:pt x="773630" y="47467"/>
                  </a:lnTo>
                  <a:lnTo>
                    <a:pt x="781444" y="47474"/>
                  </a:lnTo>
                  <a:lnTo>
                    <a:pt x="789259" y="47551"/>
                  </a:lnTo>
                  <a:lnTo>
                    <a:pt x="797073" y="47772"/>
                  </a:lnTo>
                  <a:lnTo>
                    <a:pt x="804888" y="48004"/>
                  </a:lnTo>
                  <a:lnTo>
                    <a:pt x="812702" y="48192"/>
                  </a:lnTo>
                  <a:lnTo>
                    <a:pt x="820517" y="48548"/>
                  </a:lnTo>
                  <a:lnTo>
                    <a:pt x="828331" y="48677"/>
                  </a:lnTo>
                  <a:lnTo>
                    <a:pt x="836145" y="48847"/>
                  </a:lnTo>
                  <a:lnTo>
                    <a:pt x="843960" y="48998"/>
                  </a:lnTo>
                  <a:lnTo>
                    <a:pt x="851774" y="49206"/>
                  </a:lnTo>
                  <a:lnTo>
                    <a:pt x="859589" y="49433"/>
                  </a:lnTo>
                  <a:lnTo>
                    <a:pt x="867403" y="49493"/>
                  </a:lnTo>
                  <a:lnTo>
                    <a:pt x="875218" y="49699"/>
                  </a:lnTo>
                  <a:lnTo>
                    <a:pt x="883032" y="50089"/>
                  </a:lnTo>
                  <a:lnTo>
                    <a:pt x="890847" y="50308"/>
                  </a:lnTo>
                  <a:lnTo>
                    <a:pt x="898661" y="50449"/>
                  </a:lnTo>
                  <a:lnTo>
                    <a:pt x="906476" y="50579"/>
                  </a:lnTo>
                  <a:lnTo>
                    <a:pt x="914290" y="50702"/>
                  </a:lnTo>
                  <a:lnTo>
                    <a:pt x="922104" y="50825"/>
                  </a:lnTo>
                  <a:lnTo>
                    <a:pt x="929919" y="50916"/>
                  </a:lnTo>
                  <a:lnTo>
                    <a:pt x="937733" y="51078"/>
                  </a:lnTo>
                  <a:lnTo>
                    <a:pt x="945548" y="51205"/>
                  </a:lnTo>
                  <a:lnTo>
                    <a:pt x="953362" y="51332"/>
                  </a:lnTo>
                  <a:lnTo>
                    <a:pt x="961177" y="51458"/>
                  </a:lnTo>
                  <a:lnTo>
                    <a:pt x="968991" y="51583"/>
                  </a:lnTo>
                  <a:lnTo>
                    <a:pt x="976806" y="51708"/>
                  </a:lnTo>
                  <a:lnTo>
                    <a:pt x="984620" y="51994"/>
                  </a:lnTo>
                  <a:lnTo>
                    <a:pt x="992434" y="51997"/>
                  </a:lnTo>
                  <a:lnTo>
                    <a:pt x="1000249" y="52088"/>
                  </a:lnTo>
                  <a:lnTo>
                    <a:pt x="1008063" y="52212"/>
                  </a:lnTo>
                  <a:lnTo>
                    <a:pt x="1015878" y="52340"/>
                  </a:lnTo>
                  <a:lnTo>
                    <a:pt x="1023692" y="52469"/>
                  </a:lnTo>
                  <a:lnTo>
                    <a:pt x="1031507" y="52616"/>
                  </a:lnTo>
                  <a:lnTo>
                    <a:pt x="1039321" y="52965"/>
                  </a:lnTo>
                  <a:lnTo>
                    <a:pt x="1047136" y="53318"/>
                  </a:lnTo>
                  <a:lnTo>
                    <a:pt x="1054950" y="53612"/>
                  </a:lnTo>
                  <a:lnTo>
                    <a:pt x="1062765" y="53845"/>
                  </a:lnTo>
                  <a:lnTo>
                    <a:pt x="1070579" y="54006"/>
                  </a:lnTo>
                  <a:lnTo>
                    <a:pt x="1078393" y="54170"/>
                  </a:lnTo>
                  <a:lnTo>
                    <a:pt x="1086208" y="54333"/>
                  </a:lnTo>
                  <a:lnTo>
                    <a:pt x="1094022" y="54411"/>
                  </a:lnTo>
                  <a:lnTo>
                    <a:pt x="1101837" y="54435"/>
                  </a:lnTo>
                  <a:lnTo>
                    <a:pt x="1109651" y="54449"/>
                  </a:lnTo>
                  <a:lnTo>
                    <a:pt x="1117466" y="54462"/>
                  </a:lnTo>
                  <a:lnTo>
                    <a:pt x="1125280" y="54482"/>
                  </a:lnTo>
                  <a:lnTo>
                    <a:pt x="1133095" y="54504"/>
                  </a:lnTo>
                  <a:lnTo>
                    <a:pt x="1140909" y="54706"/>
                  </a:lnTo>
                  <a:lnTo>
                    <a:pt x="1148723" y="54917"/>
                  </a:lnTo>
                  <a:lnTo>
                    <a:pt x="1156538" y="54867"/>
                  </a:lnTo>
                  <a:lnTo>
                    <a:pt x="1164352" y="55065"/>
                  </a:lnTo>
                  <a:lnTo>
                    <a:pt x="1172167" y="55267"/>
                  </a:lnTo>
                  <a:lnTo>
                    <a:pt x="1179981" y="55469"/>
                  </a:lnTo>
                  <a:lnTo>
                    <a:pt x="1187796" y="55671"/>
                  </a:lnTo>
                  <a:lnTo>
                    <a:pt x="1195610" y="55873"/>
                  </a:lnTo>
                  <a:lnTo>
                    <a:pt x="1203425" y="56060"/>
                  </a:lnTo>
                  <a:lnTo>
                    <a:pt x="1211239" y="55975"/>
                  </a:lnTo>
                  <a:lnTo>
                    <a:pt x="1219053" y="55979"/>
                  </a:lnTo>
                  <a:lnTo>
                    <a:pt x="1226868" y="56188"/>
                  </a:lnTo>
                  <a:lnTo>
                    <a:pt x="1234682" y="56399"/>
                  </a:lnTo>
                  <a:lnTo>
                    <a:pt x="1242497" y="56610"/>
                  </a:lnTo>
                  <a:lnTo>
                    <a:pt x="1250311" y="56697"/>
                  </a:lnTo>
                  <a:lnTo>
                    <a:pt x="1258126" y="56716"/>
                  </a:lnTo>
                  <a:lnTo>
                    <a:pt x="1265940" y="56765"/>
                  </a:lnTo>
                  <a:lnTo>
                    <a:pt x="1273755" y="57074"/>
                  </a:lnTo>
                  <a:lnTo>
                    <a:pt x="1281569" y="57382"/>
                  </a:lnTo>
                  <a:lnTo>
                    <a:pt x="1289384" y="57692"/>
                  </a:lnTo>
                  <a:lnTo>
                    <a:pt x="1297198" y="58003"/>
                  </a:lnTo>
                  <a:lnTo>
                    <a:pt x="1305012" y="58312"/>
                  </a:lnTo>
                  <a:lnTo>
                    <a:pt x="1312827" y="58528"/>
                  </a:lnTo>
                  <a:lnTo>
                    <a:pt x="1320641" y="58744"/>
                  </a:lnTo>
                  <a:lnTo>
                    <a:pt x="1328456" y="58960"/>
                  </a:lnTo>
                  <a:lnTo>
                    <a:pt x="1336270" y="59177"/>
                  </a:lnTo>
                  <a:lnTo>
                    <a:pt x="1344085" y="59361"/>
                  </a:lnTo>
                  <a:lnTo>
                    <a:pt x="1351899" y="59478"/>
                  </a:lnTo>
                  <a:lnTo>
                    <a:pt x="1359714" y="59595"/>
                  </a:lnTo>
                  <a:lnTo>
                    <a:pt x="1367528" y="59712"/>
                  </a:lnTo>
                  <a:lnTo>
                    <a:pt x="1375342" y="59864"/>
                  </a:lnTo>
                  <a:lnTo>
                    <a:pt x="1383157" y="60107"/>
                  </a:lnTo>
                  <a:lnTo>
                    <a:pt x="1390971" y="60324"/>
                  </a:lnTo>
                  <a:lnTo>
                    <a:pt x="1398786" y="60330"/>
                  </a:lnTo>
                  <a:lnTo>
                    <a:pt x="1406600" y="60337"/>
                  </a:lnTo>
                  <a:lnTo>
                    <a:pt x="1414415" y="60341"/>
                  </a:lnTo>
                  <a:lnTo>
                    <a:pt x="1422229" y="60355"/>
                  </a:lnTo>
                  <a:lnTo>
                    <a:pt x="1430044" y="60554"/>
                  </a:lnTo>
                  <a:lnTo>
                    <a:pt x="1437858" y="60489"/>
                  </a:lnTo>
                  <a:lnTo>
                    <a:pt x="1445672" y="60424"/>
                  </a:lnTo>
                  <a:lnTo>
                    <a:pt x="1453487" y="60361"/>
                  </a:lnTo>
                  <a:lnTo>
                    <a:pt x="1461301" y="60422"/>
                  </a:lnTo>
                  <a:lnTo>
                    <a:pt x="1469116" y="60569"/>
                  </a:lnTo>
                  <a:lnTo>
                    <a:pt x="1476930" y="60778"/>
                  </a:lnTo>
                  <a:lnTo>
                    <a:pt x="1484745" y="61126"/>
                  </a:lnTo>
                  <a:lnTo>
                    <a:pt x="1492559" y="61475"/>
                  </a:lnTo>
                  <a:lnTo>
                    <a:pt x="1500374" y="61642"/>
                  </a:lnTo>
                  <a:lnTo>
                    <a:pt x="1508188" y="61667"/>
                  </a:lnTo>
                  <a:lnTo>
                    <a:pt x="1516003" y="61517"/>
                  </a:lnTo>
                  <a:lnTo>
                    <a:pt x="1523817" y="61612"/>
                  </a:lnTo>
                  <a:lnTo>
                    <a:pt x="1531631" y="61762"/>
                  </a:lnTo>
                  <a:lnTo>
                    <a:pt x="1539446" y="61914"/>
                  </a:lnTo>
                  <a:lnTo>
                    <a:pt x="1547260" y="61992"/>
                  </a:lnTo>
                  <a:lnTo>
                    <a:pt x="1555075" y="62213"/>
                  </a:lnTo>
                  <a:lnTo>
                    <a:pt x="1562889" y="62312"/>
                  </a:lnTo>
                  <a:lnTo>
                    <a:pt x="1570704" y="62513"/>
                  </a:lnTo>
                  <a:lnTo>
                    <a:pt x="1578518" y="62658"/>
                  </a:lnTo>
                  <a:lnTo>
                    <a:pt x="1586333" y="62804"/>
                  </a:lnTo>
                  <a:lnTo>
                    <a:pt x="1594147" y="62950"/>
                  </a:lnTo>
                  <a:lnTo>
                    <a:pt x="1601961" y="63096"/>
                  </a:lnTo>
                  <a:lnTo>
                    <a:pt x="1609776" y="63234"/>
                  </a:lnTo>
                  <a:lnTo>
                    <a:pt x="1617590" y="63350"/>
                  </a:lnTo>
                  <a:lnTo>
                    <a:pt x="1625405" y="63465"/>
                  </a:lnTo>
                  <a:lnTo>
                    <a:pt x="1633219" y="63581"/>
                  </a:lnTo>
                  <a:lnTo>
                    <a:pt x="1641034" y="63699"/>
                  </a:lnTo>
                  <a:lnTo>
                    <a:pt x="1648848" y="63817"/>
                  </a:lnTo>
                  <a:lnTo>
                    <a:pt x="1656663" y="63935"/>
                  </a:lnTo>
                  <a:lnTo>
                    <a:pt x="1664477" y="64053"/>
                  </a:lnTo>
                  <a:lnTo>
                    <a:pt x="1672291" y="64171"/>
                  </a:lnTo>
                  <a:lnTo>
                    <a:pt x="1680106" y="64290"/>
                  </a:lnTo>
                  <a:lnTo>
                    <a:pt x="1687920" y="64408"/>
                  </a:lnTo>
                  <a:lnTo>
                    <a:pt x="1695735" y="64526"/>
                  </a:lnTo>
                  <a:lnTo>
                    <a:pt x="1703549" y="64697"/>
                  </a:lnTo>
                  <a:lnTo>
                    <a:pt x="1711364" y="64926"/>
                  </a:lnTo>
                  <a:lnTo>
                    <a:pt x="1719178" y="65155"/>
                  </a:lnTo>
                  <a:lnTo>
                    <a:pt x="1726993" y="65252"/>
                  </a:lnTo>
                  <a:lnTo>
                    <a:pt x="1734807" y="65321"/>
                  </a:lnTo>
                  <a:lnTo>
                    <a:pt x="1742622" y="65221"/>
                  </a:lnTo>
                  <a:lnTo>
                    <a:pt x="1750436" y="65330"/>
                  </a:lnTo>
                  <a:lnTo>
                    <a:pt x="1758250" y="65439"/>
                  </a:lnTo>
                  <a:lnTo>
                    <a:pt x="1766065" y="65484"/>
                  </a:lnTo>
                  <a:lnTo>
                    <a:pt x="1773879" y="65475"/>
                  </a:lnTo>
                  <a:lnTo>
                    <a:pt x="1781694" y="65466"/>
                  </a:lnTo>
                  <a:lnTo>
                    <a:pt x="1789508" y="65456"/>
                  </a:lnTo>
                  <a:lnTo>
                    <a:pt x="1797323" y="65449"/>
                  </a:lnTo>
                  <a:lnTo>
                    <a:pt x="1805137" y="65581"/>
                  </a:lnTo>
                  <a:lnTo>
                    <a:pt x="1812952" y="65713"/>
                  </a:lnTo>
                  <a:lnTo>
                    <a:pt x="1820766" y="65845"/>
                  </a:lnTo>
                  <a:lnTo>
                    <a:pt x="1828580" y="65976"/>
                  </a:lnTo>
                  <a:lnTo>
                    <a:pt x="1836395" y="66108"/>
                  </a:lnTo>
                  <a:lnTo>
                    <a:pt x="1844209" y="66241"/>
                  </a:lnTo>
                  <a:lnTo>
                    <a:pt x="1852024" y="66324"/>
                  </a:lnTo>
                  <a:lnTo>
                    <a:pt x="1859838" y="66391"/>
                  </a:lnTo>
                  <a:lnTo>
                    <a:pt x="1867653" y="66457"/>
                  </a:lnTo>
                  <a:lnTo>
                    <a:pt x="1875467" y="66527"/>
                  </a:lnTo>
                  <a:lnTo>
                    <a:pt x="1883282" y="66599"/>
                  </a:lnTo>
                  <a:lnTo>
                    <a:pt x="1891096" y="66671"/>
                  </a:lnTo>
                  <a:lnTo>
                    <a:pt x="1898910" y="66742"/>
                  </a:lnTo>
                  <a:lnTo>
                    <a:pt x="1906725" y="66814"/>
                  </a:lnTo>
                  <a:lnTo>
                    <a:pt x="1914539" y="66886"/>
                  </a:lnTo>
                  <a:lnTo>
                    <a:pt x="1922354" y="66958"/>
                  </a:lnTo>
                  <a:lnTo>
                    <a:pt x="1930168" y="67029"/>
                  </a:lnTo>
                  <a:lnTo>
                    <a:pt x="1937983" y="67101"/>
                  </a:lnTo>
                  <a:lnTo>
                    <a:pt x="1945797" y="67240"/>
                  </a:lnTo>
                  <a:lnTo>
                    <a:pt x="1953612" y="67434"/>
                  </a:lnTo>
                  <a:lnTo>
                    <a:pt x="1961426" y="67628"/>
                  </a:lnTo>
                  <a:lnTo>
                    <a:pt x="1969241" y="67822"/>
                  </a:lnTo>
                  <a:lnTo>
                    <a:pt x="1977055" y="68016"/>
                  </a:lnTo>
                  <a:lnTo>
                    <a:pt x="1984869" y="68029"/>
                  </a:lnTo>
                  <a:lnTo>
                    <a:pt x="1992684" y="67963"/>
                  </a:lnTo>
                  <a:lnTo>
                    <a:pt x="2000498" y="67897"/>
                  </a:lnTo>
                  <a:lnTo>
                    <a:pt x="2008313" y="67831"/>
                  </a:lnTo>
                  <a:lnTo>
                    <a:pt x="2016127" y="67790"/>
                  </a:lnTo>
                  <a:lnTo>
                    <a:pt x="2023942" y="67856"/>
                  </a:lnTo>
                  <a:lnTo>
                    <a:pt x="2023942" y="273143"/>
                  </a:lnTo>
                  <a:lnTo>
                    <a:pt x="2016127" y="272411"/>
                  </a:lnTo>
                  <a:lnTo>
                    <a:pt x="2008313" y="271670"/>
                  </a:lnTo>
                  <a:lnTo>
                    <a:pt x="2000498" y="270865"/>
                  </a:lnTo>
                  <a:lnTo>
                    <a:pt x="1992684" y="269878"/>
                  </a:lnTo>
                  <a:lnTo>
                    <a:pt x="1984869" y="268885"/>
                  </a:lnTo>
                  <a:lnTo>
                    <a:pt x="1977055" y="267979"/>
                  </a:lnTo>
                  <a:lnTo>
                    <a:pt x="1969241" y="267254"/>
                  </a:lnTo>
                  <a:lnTo>
                    <a:pt x="1961426" y="266584"/>
                  </a:lnTo>
                  <a:lnTo>
                    <a:pt x="1953612" y="265826"/>
                  </a:lnTo>
                  <a:lnTo>
                    <a:pt x="1945797" y="265063"/>
                  </a:lnTo>
                  <a:lnTo>
                    <a:pt x="1937983" y="264295"/>
                  </a:lnTo>
                  <a:lnTo>
                    <a:pt x="1930168" y="263292"/>
                  </a:lnTo>
                  <a:lnTo>
                    <a:pt x="1922354" y="262291"/>
                  </a:lnTo>
                  <a:lnTo>
                    <a:pt x="1914539" y="261434"/>
                  </a:lnTo>
                  <a:lnTo>
                    <a:pt x="1906725" y="260482"/>
                  </a:lnTo>
                  <a:lnTo>
                    <a:pt x="1898910" y="259642"/>
                  </a:lnTo>
                  <a:lnTo>
                    <a:pt x="1891096" y="258878"/>
                  </a:lnTo>
                  <a:lnTo>
                    <a:pt x="1883282" y="258091"/>
                  </a:lnTo>
                  <a:lnTo>
                    <a:pt x="1875467" y="257174"/>
                  </a:lnTo>
                  <a:lnTo>
                    <a:pt x="1867653" y="256253"/>
                  </a:lnTo>
                  <a:lnTo>
                    <a:pt x="1859838" y="255611"/>
                  </a:lnTo>
                  <a:lnTo>
                    <a:pt x="1852024" y="254971"/>
                  </a:lnTo>
                  <a:lnTo>
                    <a:pt x="1844209" y="254266"/>
                  </a:lnTo>
                  <a:lnTo>
                    <a:pt x="1836395" y="253432"/>
                  </a:lnTo>
                  <a:lnTo>
                    <a:pt x="1828580" y="252678"/>
                  </a:lnTo>
                  <a:lnTo>
                    <a:pt x="1820766" y="251961"/>
                  </a:lnTo>
                  <a:lnTo>
                    <a:pt x="1812952" y="251173"/>
                  </a:lnTo>
                  <a:lnTo>
                    <a:pt x="1805137" y="250379"/>
                  </a:lnTo>
                  <a:lnTo>
                    <a:pt x="1797323" y="249573"/>
                  </a:lnTo>
                  <a:lnTo>
                    <a:pt x="1789508" y="248616"/>
                  </a:lnTo>
                  <a:lnTo>
                    <a:pt x="1781694" y="247439"/>
                  </a:lnTo>
                  <a:lnTo>
                    <a:pt x="1773879" y="246539"/>
                  </a:lnTo>
                  <a:lnTo>
                    <a:pt x="1766065" y="245646"/>
                  </a:lnTo>
                  <a:lnTo>
                    <a:pt x="1758250" y="244746"/>
                  </a:lnTo>
                  <a:lnTo>
                    <a:pt x="1750436" y="243840"/>
                  </a:lnTo>
                  <a:lnTo>
                    <a:pt x="1742622" y="242928"/>
                  </a:lnTo>
                  <a:lnTo>
                    <a:pt x="1734807" y="242010"/>
                  </a:lnTo>
                  <a:lnTo>
                    <a:pt x="1726993" y="240992"/>
                  </a:lnTo>
                  <a:lnTo>
                    <a:pt x="1719178" y="240087"/>
                  </a:lnTo>
                  <a:lnTo>
                    <a:pt x="1711364" y="239197"/>
                  </a:lnTo>
                  <a:lnTo>
                    <a:pt x="1703549" y="238290"/>
                  </a:lnTo>
                  <a:lnTo>
                    <a:pt x="1695735" y="237346"/>
                  </a:lnTo>
                  <a:lnTo>
                    <a:pt x="1687920" y="236443"/>
                  </a:lnTo>
                  <a:lnTo>
                    <a:pt x="1680106" y="235561"/>
                  </a:lnTo>
                  <a:lnTo>
                    <a:pt x="1672291" y="234677"/>
                  </a:lnTo>
                  <a:lnTo>
                    <a:pt x="1664477" y="233567"/>
                  </a:lnTo>
                  <a:lnTo>
                    <a:pt x="1656663" y="232539"/>
                  </a:lnTo>
                  <a:lnTo>
                    <a:pt x="1648848" y="231560"/>
                  </a:lnTo>
                  <a:lnTo>
                    <a:pt x="1641034" y="230571"/>
                  </a:lnTo>
                  <a:lnTo>
                    <a:pt x="1633219" y="229577"/>
                  </a:lnTo>
                  <a:lnTo>
                    <a:pt x="1625405" y="228577"/>
                  </a:lnTo>
                  <a:lnTo>
                    <a:pt x="1617590" y="227572"/>
                  </a:lnTo>
                  <a:lnTo>
                    <a:pt x="1609776" y="226537"/>
                  </a:lnTo>
                  <a:lnTo>
                    <a:pt x="1601961" y="225450"/>
                  </a:lnTo>
                  <a:lnTo>
                    <a:pt x="1594147" y="224360"/>
                  </a:lnTo>
                  <a:lnTo>
                    <a:pt x="1586333" y="223369"/>
                  </a:lnTo>
                  <a:lnTo>
                    <a:pt x="1578518" y="222445"/>
                  </a:lnTo>
                  <a:lnTo>
                    <a:pt x="1570704" y="221433"/>
                  </a:lnTo>
                  <a:lnTo>
                    <a:pt x="1562889" y="220393"/>
                  </a:lnTo>
                  <a:lnTo>
                    <a:pt x="1555075" y="219347"/>
                  </a:lnTo>
                  <a:lnTo>
                    <a:pt x="1547260" y="218333"/>
                  </a:lnTo>
                  <a:lnTo>
                    <a:pt x="1539446" y="217394"/>
                  </a:lnTo>
                  <a:lnTo>
                    <a:pt x="1531631" y="216409"/>
                  </a:lnTo>
                  <a:lnTo>
                    <a:pt x="1523817" y="215301"/>
                  </a:lnTo>
                  <a:lnTo>
                    <a:pt x="1516003" y="214186"/>
                  </a:lnTo>
                  <a:lnTo>
                    <a:pt x="1508188" y="213063"/>
                  </a:lnTo>
                  <a:lnTo>
                    <a:pt x="1500374" y="211935"/>
                  </a:lnTo>
                  <a:lnTo>
                    <a:pt x="1492559" y="210802"/>
                  </a:lnTo>
                  <a:lnTo>
                    <a:pt x="1484745" y="209724"/>
                  </a:lnTo>
                  <a:lnTo>
                    <a:pt x="1476930" y="208662"/>
                  </a:lnTo>
                  <a:lnTo>
                    <a:pt x="1469116" y="207665"/>
                  </a:lnTo>
                  <a:lnTo>
                    <a:pt x="1461301" y="206631"/>
                  </a:lnTo>
                  <a:lnTo>
                    <a:pt x="1453487" y="205594"/>
                  </a:lnTo>
                  <a:lnTo>
                    <a:pt x="1445672" y="204555"/>
                  </a:lnTo>
                  <a:lnTo>
                    <a:pt x="1437858" y="203578"/>
                  </a:lnTo>
                  <a:lnTo>
                    <a:pt x="1430044" y="202606"/>
                  </a:lnTo>
                  <a:lnTo>
                    <a:pt x="1422229" y="201626"/>
                  </a:lnTo>
                  <a:lnTo>
                    <a:pt x="1414415" y="200485"/>
                  </a:lnTo>
                  <a:lnTo>
                    <a:pt x="1406600" y="199345"/>
                  </a:lnTo>
                  <a:lnTo>
                    <a:pt x="1398786" y="198393"/>
                  </a:lnTo>
                  <a:lnTo>
                    <a:pt x="1390971" y="197340"/>
                  </a:lnTo>
                  <a:lnTo>
                    <a:pt x="1383157" y="196198"/>
                  </a:lnTo>
                  <a:lnTo>
                    <a:pt x="1375342" y="195127"/>
                  </a:lnTo>
                  <a:lnTo>
                    <a:pt x="1367528" y="194069"/>
                  </a:lnTo>
                  <a:lnTo>
                    <a:pt x="1359714" y="193008"/>
                  </a:lnTo>
                  <a:lnTo>
                    <a:pt x="1351899" y="191858"/>
                  </a:lnTo>
                  <a:lnTo>
                    <a:pt x="1344085" y="190785"/>
                  </a:lnTo>
                  <a:lnTo>
                    <a:pt x="1336270" y="189711"/>
                  </a:lnTo>
                  <a:lnTo>
                    <a:pt x="1328456" y="188635"/>
                  </a:lnTo>
                  <a:lnTo>
                    <a:pt x="1320641" y="187557"/>
                  </a:lnTo>
                  <a:lnTo>
                    <a:pt x="1312827" y="186478"/>
                  </a:lnTo>
                  <a:lnTo>
                    <a:pt x="1305012" y="185396"/>
                  </a:lnTo>
                  <a:lnTo>
                    <a:pt x="1297198" y="184319"/>
                  </a:lnTo>
                  <a:lnTo>
                    <a:pt x="1289384" y="183228"/>
                  </a:lnTo>
                  <a:lnTo>
                    <a:pt x="1281569" y="182166"/>
                  </a:lnTo>
                  <a:lnTo>
                    <a:pt x="1273755" y="181150"/>
                  </a:lnTo>
                  <a:lnTo>
                    <a:pt x="1265940" y="180111"/>
                  </a:lnTo>
                  <a:lnTo>
                    <a:pt x="1258126" y="178991"/>
                  </a:lnTo>
                  <a:lnTo>
                    <a:pt x="1250311" y="177836"/>
                  </a:lnTo>
                  <a:lnTo>
                    <a:pt x="1242497" y="176687"/>
                  </a:lnTo>
                  <a:lnTo>
                    <a:pt x="1234682" y="175594"/>
                  </a:lnTo>
                  <a:lnTo>
                    <a:pt x="1226868" y="174499"/>
                  </a:lnTo>
                  <a:lnTo>
                    <a:pt x="1219053" y="173402"/>
                  </a:lnTo>
                  <a:lnTo>
                    <a:pt x="1211239" y="172304"/>
                  </a:lnTo>
                  <a:lnTo>
                    <a:pt x="1203425" y="171206"/>
                  </a:lnTo>
                  <a:lnTo>
                    <a:pt x="1195610" y="170122"/>
                  </a:lnTo>
                  <a:lnTo>
                    <a:pt x="1187796" y="169070"/>
                  </a:lnTo>
                  <a:lnTo>
                    <a:pt x="1179981" y="168014"/>
                  </a:lnTo>
                  <a:lnTo>
                    <a:pt x="1172167" y="166937"/>
                  </a:lnTo>
                  <a:lnTo>
                    <a:pt x="1164352" y="165874"/>
                  </a:lnTo>
                  <a:lnTo>
                    <a:pt x="1156538" y="164863"/>
                  </a:lnTo>
                  <a:lnTo>
                    <a:pt x="1148723" y="163790"/>
                  </a:lnTo>
                  <a:lnTo>
                    <a:pt x="1140909" y="162646"/>
                  </a:lnTo>
                  <a:lnTo>
                    <a:pt x="1133095" y="161687"/>
                  </a:lnTo>
                  <a:lnTo>
                    <a:pt x="1125280" y="160599"/>
                  </a:lnTo>
                  <a:lnTo>
                    <a:pt x="1117466" y="159596"/>
                  </a:lnTo>
                  <a:lnTo>
                    <a:pt x="1109651" y="158583"/>
                  </a:lnTo>
                  <a:lnTo>
                    <a:pt x="1101837" y="157492"/>
                  </a:lnTo>
                  <a:lnTo>
                    <a:pt x="1094022" y="156438"/>
                  </a:lnTo>
                  <a:lnTo>
                    <a:pt x="1086208" y="155384"/>
                  </a:lnTo>
                  <a:lnTo>
                    <a:pt x="1078393" y="154290"/>
                  </a:lnTo>
                  <a:lnTo>
                    <a:pt x="1070579" y="153070"/>
                  </a:lnTo>
                  <a:lnTo>
                    <a:pt x="1062765" y="152173"/>
                  </a:lnTo>
                  <a:lnTo>
                    <a:pt x="1054950" y="151049"/>
                  </a:lnTo>
                  <a:lnTo>
                    <a:pt x="1047136" y="149823"/>
                  </a:lnTo>
                  <a:lnTo>
                    <a:pt x="1039321" y="148590"/>
                  </a:lnTo>
                  <a:lnTo>
                    <a:pt x="1031507" y="147124"/>
                  </a:lnTo>
                  <a:lnTo>
                    <a:pt x="1023692" y="145840"/>
                  </a:lnTo>
                  <a:lnTo>
                    <a:pt x="1015878" y="144733"/>
                  </a:lnTo>
                  <a:lnTo>
                    <a:pt x="1008063" y="143699"/>
                  </a:lnTo>
                  <a:lnTo>
                    <a:pt x="1000249" y="142558"/>
                  </a:lnTo>
                  <a:lnTo>
                    <a:pt x="992434" y="141631"/>
                  </a:lnTo>
                  <a:lnTo>
                    <a:pt x="984620" y="140728"/>
                  </a:lnTo>
                  <a:lnTo>
                    <a:pt x="976806" y="139722"/>
                  </a:lnTo>
                  <a:lnTo>
                    <a:pt x="968991" y="138604"/>
                  </a:lnTo>
                  <a:lnTo>
                    <a:pt x="961177" y="137776"/>
                  </a:lnTo>
                  <a:lnTo>
                    <a:pt x="953362" y="136758"/>
                  </a:lnTo>
                  <a:lnTo>
                    <a:pt x="945548" y="136045"/>
                  </a:lnTo>
                  <a:lnTo>
                    <a:pt x="937733" y="135022"/>
                  </a:lnTo>
                  <a:lnTo>
                    <a:pt x="929919" y="133707"/>
                  </a:lnTo>
                  <a:lnTo>
                    <a:pt x="922104" y="132769"/>
                  </a:lnTo>
                  <a:lnTo>
                    <a:pt x="914290" y="131670"/>
                  </a:lnTo>
                  <a:lnTo>
                    <a:pt x="906476" y="130695"/>
                  </a:lnTo>
                  <a:lnTo>
                    <a:pt x="898661" y="129634"/>
                  </a:lnTo>
                  <a:lnTo>
                    <a:pt x="890847" y="128718"/>
                  </a:lnTo>
                  <a:lnTo>
                    <a:pt x="883032" y="127836"/>
                  </a:lnTo>
                  <a:lnTo>
                    <a:pt x="875218" y="126755"/>
                  </a:lnTo>
                  <a:lnTo>
                    <a:pt x="867403" y="125554"/>
                  </a:lnTo>
                  <a:lnTo>
                    <a:pt x="859589" y="124582"/>
                  </a:lnTo>
                  <a:lnTo>
                    <a:pt x="851774" y="123884"/>
                  </a:lnTo>
                  <a:lnTo>
                    <a:pt x="843960" y="122787"/>
                  </a:lnTo>
                  <a:lnTo>
                    <a:pt x="836145" y="121819"/>
                  </a:lnTo>
                  <a:lnTo>
                    <a:pt x="828331" y="120945"/>
                  </a:lnTo>
                  <a:lnTo>
                    <a:pt x="820517" y="119943"/>
                  </a:lnTo>
                  <a:lnTo>
                    <a:pt x="812702" y="118942"/>
                  </a:lnTo>
                  <a:lnTo>
                    <a:pt x="804888" y="117915"/>
                  </a:lnTo>
                  <a:lnTo>
                    <a:pt x="797073" y="117011"/>
                  </a:lnTo>
                  <a:lnTo>
                    <a:pt x="789259" y="115963"/>
                  </a:lnTo>
                  <a:lnTo>
                    <a:pt x="781444" y="115043"/>
                  </a:lnTo>
                  <a:lnTo>
                    <a:pt x="773630" y="114059"/>
                  </a:lnTo>
                  <a:lnTo>
                    <a:pt x="765815" y="113063"/>
                  </a:lnTo>
                  <a:lnTo>
                    <a:pt x="758001" y="112122"/>
                  </a:lnTo>
                  <a:lnTo>
                    <a:pt x="750187" y="111200"/>
                  </a:lnTo>
                  <a:lnTo>
                    <a:pt x="742372" y="110155"/>
                  </a:lnTo>
                  <a:lnTo>
                    <a:pt x="734558" y="109154"/>
                  </a:lnTo>
                  <a:lnTo>
                    <a:pt x="726743" y="108327"/>
                  </a:lnTo>
                  <a:lnTo>
                    <a:pt x="718929" y="107464"/>
                  </a:lnTo>
                  <a:lnTo>
                    <a:pt x="711114" y="106341"/>
                  </a:lnTo>
                  <a:lnTo>
                    <a:pt x="703300" y="105727"/>
                  </a:lnTo>
                  <a:lnTo>
                    <a:pt x="695485" y="104897"/>
                  </a:lnTo>
                  <a:lnTo>
                    <a:pt x="687671" y="104221"/>
                  </a:lnTo>
                  <a:lnTo>
                    <a:pt x="679857" y="103368"/>
                  </a:lnTo>
                  <a:lnTo>
                    <a:pt x="672042" y="102535"/>
                  </a:lnTo>
                  <a:lnTo>
                    <a:pt x="664228" y="101800"/>
                  </a:lnTo>
                  <a:lnTo>
                    <a:pt x="656413" y="101093"/>
                  </a:lnTo>
                  <a:lnTo>
                    <a:pt x="648599" y="100267"/>
                  </a:lnTo>
                  <a:lnTo>
                    <a:pt x="640784" y="99594"/>
                  </a:lnTo>
                  <a:lnTo>
                    <a:pt x="632970" y="99149"/>
                  </a:lnTo>
                  <a:lnTo>
                    <a:pt x="625155" y="98275"/>
                  </a:lnTo>
                  <a:lnTo>
                    <a:pt x="617341" y="97402"/>
                  </a:lnTo>
                  <a:lnTo>
                    <a:pt x="609526" y="96578"/>
                  </a:lnTo>
                  <a:lnTo>
                    <a:pt x="601712" y="95661"/>
                  </a:lnTo>
                  <a:lnTo>
                    <a:pt x="593898" y="94793"/>
                  </a:lnTo>
                  <a:lnTo>
                    <a:pt x="586083" y="93923"/>
                  </a:lnTo>
                  <a:lnTo>
                    <a:pt x="578269" y="93067"/>
                  </a:lnTo>
                  <a:lnTo>
                    <a:pt x="570454" y="92299"/>
                  </a:lnTo>
                  <a:lnTo>
                    <a:pt x="562640" y="91438"/>
                  </a:lnTo>
                  <a:lnTo>
                    <a:pt x="554825" y="90799"/>
                  </a:lnTo>
                  <a:lnTo>
                    <a:pt x="547011" y="90020"/>
                  </a:lnTo>
                  <a:lnTo>
                    <a:pt x="539196" y="89245"/>
                  </a:lnTo>
                  <a:lnTo>
                    <a:pt x="531382" y="88680"/>
                  </a:lnTo>
                  <a:lnTo>
                    <a:pt x="523568" y="88000"/>
                  </a:lnTo>
                  <a:lnTo>
                    <a:pt x="515753" y="87367"/>
                  </a:lnTo>
                  <a:lnTo>
                    <a:pt x="507939" y="86645"/>
                  </a:lnTo>
                  <a:lnTo>
                    <a:pt x="500124" y="86063"/>
                  </a:lnTo>
                  <a:lnTo>
                    <a:pt x="492310" y="85436"/>
                  </a:lnTo>
                  <a:lnTo>
                    <a:pt x="484495" y="84821"/>
                  </a:lnTo>
                  <a:lnTo>
                    <a:pt x="476681" y="84265"/>
                  </a:lnTo>
                  <a:lnTo>
                    <a:pt x="468866" y="83708"/>
                  </a:lnTo>
                  <a:lnTo>
                    <a:pt x="461052" y="83367"/>
                  </a:lnTo>
                  <a:lnTo>
                    <a:pt x="453238" y="82618"/>
                  </a:lnTo>
                  <a:lnTo>
                    <a:pt x="445423" y="82177"/>
                  </a:lnTo>
                  <a:lnTo>
                    <a:pt x="437609" y="81860"/>
                  </a:lnTo>
                  <a:lnTo>
                    <a:pt x="429794" y="81240"/>
                  </a:lnTo>
                  <a:lnTo>
                    <a:pt x="421980" y="80690"/>
                  </a:lnTo>
                  <a:lnTo>
                    <a:pt x="414165" y="80112"/>
                  </a:lnTo>
                  <a:lnTo>
                    <a:pt x="406351" y="79667"/>
                  </a:lnTo>
                  <a:lnTo>
                    <a:pt x="398536" y="79383"/>
                  </a:lnTo>
                  <a:lnTo>
                    <a:pt x="390722" y="79081"/>
                  </a:lnTo>
                  <a:lnTo>
                    <a:pt x="382907" y="78492"/>
                  </a:lnTo>
                  <a:lnTo>
                    <a:pt x="375093" y="78176"/>
                  </a:lnTo>
                  <a:lnTo>
                    <a:pt x="367279" y="77978"/>
                  </a:lnTo>
                  <a:lnTo>
                    <a:pt x="359464" y="77611"/>
                  </a:lnTo>
                  <a:lnTo>
                    <a:pt x="351650" y="77329"/>
                  </a:lnTo>
                  <a:lnTo>
                    <a:pt x="343835" y="77047"/>
                  </a:lnTo>
                  <a:lnTo>
                    <a:pt x="336021" y="76720"/>
                  </a:lnTo>
                  <a:lnTo>
                    <a:pt x="328206" y="76428"/>
                  </a:lnTo>
                  <a:lnTo>
                    <a:pt x="320392" y="76081"/>
                  </a:lnTo>
                  <a:lnTo>
                    <a:pt x="312577" y="75680"/>
                  </a:lnTo>
                  <a:lnTo>
                    <a:pt x="304763" y="75277"/>
                  </a:lnTo>
                  <a:lnTo>
                    <a:pt x="296949" y="74872"/>
                  </a:lnTo>
                  <a:lnTo>
                    <a:pt x="289134" y="74598"/>
                  </a:lnTo>
                  <a:lnTo>
                    <a:pt x="281320" y="74072"/>
                  </a:lnTo>
                  <a:lnTo>
                    <a:pt x="273505" y="73681"/>
                  </a:lnTo>
                  <a:lnTo>
                    <a:pt x="265691" y="73469"/>
                  </a:lnTo>
                  <a:lnTo>
                    <a:pt x="257876" y="73330"/>
                  </a:lnTo>
                  <a:lnTo>
                    <a:pt x="250062" y="73037"/>
                  </a:lnTo>
                  <a:lnTo>
                    <a:pt x="242247" y="72613"/>
                  </a:lnTo>
                  <a:lnTo>
                    <a:pt x="234433" y="72069"/>
                  </a:lnTo>
                  <a:lnTo>
                    <a:pt x="226619" y="71808"/>
                  </a:lnTo>
                  <a:lnTo>
                    <a:pt x="218804" y="71547"/>
                  </a:lnTo>
                  <a:lnTo>
                    <a:pt x="210990" y="71275"/>
                  </a:lnTo>
                  <a:lnTo>
                    <a:pt x="203175" y="71036"/>
                  </a:lnTo>
                  <a:lnTo>
                    <a:pt x="195361" y="70788"/>
                  </a:lnTo>
                  <a:lnTo>
                    <a:pt x="187546" y="70593"/>
                  </a:lnTo>
                  <a:lnTo>
                    <a:pt x="179732" y="70397"/>
                  </a:lnTo>
                  <a:lnTo>
                    <a:pt x="171917" y="70228"/>
                  </a:lnTo>
                  <a:lnTo>
                    <a:pt x="164103" y="70088"/>
                  </a:lnTo>
                  <a:lnTo>
                    <a:pt x="156288" y="69826"/>
                  </a:lnTo>
                  <a:lnTo>
                    <a:pt x="148474" y="69638"/>
                  </a:lnTo>
                  <a:lnTo>
                    <a:pt x="140660" y="69446"/>
                  </a:lnTo>
                  <a:lnTo>
                    <a:pt x="132845" y="69255"/>
                  </a:lnTo>
                  <a:lnTo>
                    <a:pt x="125031" y="68996"/>
                  </a:lnTo>
                  <a:lnTo>
                    <a:pt x="117216" y="68727"/>
                  </a:lnTo>
                  <a:lnTo>
                    <a:pt x="109402" y="68463"/>
                  </a:lnTo>
                  <a:lnTo>
                    <a:pt x="101587" y="68195"/>
                  </a:lnTo>
                  <a:lnTo>
                    <a:pt x="93773" y="67928"/>
                  </a:lnTo>
                  <a:lnTo>
                    <a:pt x="85958" y="67663"/>
                  </a:lnTo>
                  <a:lnTo>
                    <a:pt x="78144" y="67406"/>
                  </a:lnTo>
                  <a:lnTo>
                    <a:pt x="70330" y="67143"/>
                  </a:lnTo>
                  <a:lnTo>
                    <a:pt x="62515" y="66877"/>
                  </a:lnTo>
                  <a:lnTo>
                    <a:pt x="54701" y="66612"/>
                  </a:lnTo>
                  <a:lnTo>
                    <a:pt x="46886" y="66348"/>
                  </a:lnTo>
                  <a:lnTo>
                    <a:pt x="39072" y="66084"/>
                  </a:lnTo>
                  <a:lnTo>
                    <a:pt x="31257" y="65858"/>
                  </a:lnTo>
                  <a:lnTo>
                    <a:pt x="23443" y="65655"/>
                  </a:lnTo>
                  <a:lnTo>
                    <a:pt x="15628" y="65460"/>
                  </a:lnTo>
                  <a:lnTo>
                    <a:pt x="7814" y="65272"/>
                  </a:lnTo>
                  <a:lnTo>
                    <a:pt x="0" y="65074"/>
                  </a:lnTo>
                  <a:close/>
                </a:path>
              </a:pathLst>
            </a:custGeom>
            <a:solidFill>
              <a:srgbClr val="E69F00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209" name="pl208"/>
            <p:cNvSpPr/>
            <p:nvPr/>
          </p:nvSpPr>
          <p:spPr>
            <a:xfrm>
              <a:off x="6041499" y="2711611"/>
              <a:ext cx="2023942" cy="68029"/>
            </a:xfrm>
            <a:custGeom>
              <a:avLst/>
              <a:pathLst>
                <a:path w="2023942" h="68029">
                  <a:moveTo>
                    <a:pt x="0" y="0"/>
                  </a:moveTo>
                  <a:lnTo>
                    <a:pt x="7814" y="639"/>
                  </a:lnTo>
                  <a:lnTo>
                    <a:pt x="15628" y="925"/>
                  </a:lnTo>
                  <a:lnTo>
                    <a:pt x="23443" y="1314"/>
                  </a:lnTo>
                  <a:lnTo>
                    <a:pt x="31257" y="1873"/>
                  </a:lnTo>
                  <a:lnTo>
                    <a:pt x="39072" y="2442"/>
                  </a:lnTo>
                  <a:lnTo>
                    <a:pt x="46886" y="3021"/>
                  </a:lnTo>
                  <a:lnTo>
                    <a:pt x="54701" y="3601"/>
                  </a:lnTo>
                  <a:lnTo>
                    <a:pt x="62515" y="4252"/>
                  </a:lnTo>
                  <a:lnTo>
                    <a:pt x="70330" y="5167"/>
                  </a:lnTo>
                  <a:lnTo>
                    <a:pt x="78144" y="5860"/>
                  </a:lnTo>
                  <a:lnTo>
                    <a:pt x="85958" y="6286"/>
                  </a:lnTo>
                  <a:lnTo>
                    <a:pt x="93773" y="6714"/>
                  </a:lnTo>
                  <a:lnTo>
                    <a:pt x="101587" y="7164"/>
                  </a:lnTo>
                  <a:lnTo>
                    <a:pt x="109402" y="7844"/>
                  </a:lnTo>
                  <a:lnTo>
                    <a:pt x="117216" y="8548"/>
                  </a:lnTo>
                  <a:lnTo>
                    <a:pt x="125031" y="9196"/>
                  </a:lnTo>
                  <a:lnTo>
                    <a:pt x="132845" y="9970"/>
                  </a:lnTo>
                  <a:lnTo>
                    <a:pt x="140660" y="10635"/>
                  </a:lnTo>
                  <a:lnTo>
                    <a:pt x="148474" y="11344"/>
                  </a:lnTo>
                  <a:lnTo>
                    <a:pt x="156288" y="12056"/>
                  </a:lnTo>
                  <a:lnTo>
                    <a:pt x="164103" y="12575"/>
                  </a:lnTo>
                  <a:lnTo>
                    <a:pt x="171917" y="13013"/>
                  </a:lnTo>
                  <a:lnTo>
                    <a:pt x="179732" y="13589"/>
                  </a:lnTo>
                  <a:lnTo>
                    <a:pt x="187546" y="14198"/>
                  </a:lnTo>
                  <a:lnTo>
                    <a:pt x="195361" y="14561"/>
                  </a:lnTo>
                  <a:lnTo>
                    <a:pt x="203175" y="15249"/>
                  </a:lnTo>
                  <a:lnTo>
                    <a:pt x="210990" y="15879"/>
                  </a:lnTo>
                  <a:lnTo>
                    <a:pt x="218804" y="16500"/>
                  </a:lnTo>
                  <a:lnTo>
                    <a:pt x="226619" y="16986"/>
                  </a:lnTo>
                  <a:lnTo>
                    <a:pt x="234433" y="17468"/>
                  </a:lnTo>
                  <a:lnTo>
                    <a:pt x="242247" y="18045"/>
                  </a:lnTo>
                  <a:lnTo>
                    <a:pt x="250062" y="18620"/>
                  </a:lnTo>
                  <a:lnTo>
                    <a:pt x="257876" y="19131"/>
                  </a:lnTo>
                  <a:lnTo>
                    <a:pt x="265691" y="19687"/>
                  </a:lnTo>
                  <a:lnTo>
                    <a:pt x="273505" y="20248"/>
                  </a:lnTo>
                  <a:lnTo>
                    <a:pt x="281320" y="20780"/>
                  </a:lnTo>
                  <a:lnTo>
                    <a:pt x="289134" y="21276"/>
                  </a:lnTo>
                  <a:lnTo>
                    <a:pt x="296949" y="21764"/>
                  </a:lnTo>
                  <a:lnTo>
                    <a:pt x="304763" y="22415"/>
                  </a:lnTo>
                  <a:lnTo>
                    <a:pt x="312577" y="22755"/>
                  </a:lnTo>
                  <a:lnTo>
                    <a:pt x="320392" y="23391"/>
                  </a:lnTo>
                  <a:lnTo>
                    <a:pt x="328206" y="24074"/>
                  </a:lnTo>
                  <a:lnTo>
                    <a:pt x="336021" y="24535"/>
                  </a:lnTo>
                  <a:lnTo>
                    <a:pt x="343835" y="25135"/>
                  </a:lnTo>
                  <a:lnTo>
                    <a:pt x="351650" y="25546"/>
                  </a:lnTo>
                  <a:lnTo>
                    <a:pt x="359464" y="25913"/>
                  </a:lnTo>
                  <a:lnTo>
                    <a:pt x="367279" y="26281"/>
                  </a:lnTo>
                  <a:lnTo>
                    <a:pt x="375093" y="26752"/>
                  </a:lnTo>
                  <a:lnTo>
                    <a:pt x="382907" y="27377"/>
                  </a:lnTo>
                  <a:lnTo>
                    <a:pt x="390722" y="27905"/>
                  </a:lnTo>
                  <a:lnTo>
                    <a:pt x="398536" y="28612"/>
                  </a:lnTo>
                  <a:lnTo>
                    <a:pt x="406351" y="29365"/>
                  </a:lnTo>
                  <a:lnTo>
                    <a:pt x="414165" y="29736"/>
                  </a:lnTo>
                  <a:lnTo>
                    <a:pt x="421980" y="30314"/>
                  </a:lnTo>
                  <a:lnTo>
                    <a:pt x="429794" y="30726"/>
                  </a:lnTo>
                  <a:lnTo>
                    <a:pt x="437609" y="31216"/>
                  </a:lnTo>
                  <a:lnTo>
                    <a:pt x="445423" y="31559"/>
                  </a:lnTo>
                  <a:lnTo>
                    <a:pt x="453238" y="31967"/>
                  </a:lnTo>
                  <a:lnTo>
                    <a:pt x="461052" y="32404"/>
                  </a:lnTo>
                  <a:lnTo>
                    <a:pt x="468866" y="32762"/>
                  </a:lnTo>
                  <a:lnTo>
                    <a:pt x="476681" y="33182"/>
                  </a:lnTo>
                  <a:lnTo>
                    <a:pt x="484495" y="33620"/>
                  </a:lnTo>
                  <a:lnTo>
                    <a:pt x="492310" y="34038"/>
                  </a:lnTo>
                  <a:lnTo>
                    <a:pt x="500124" y="34445"/>
                  </a:lnTo>
                  <a:lnTo>
                    <a:pt x="507939" y="34864"/>
                  </a:lnTo>
                  <a:lnTo>
                    <a:pt x="515753" y="35099"/>
                  </a:lnTo>
                  <a:lnTo>
                    <a:pt x="523568" y="35594"/>
                  </a:lnTo>
                  <a:lnTo>
                    <a:pt x="531382" y="36060"/>
                  </a:lnTo>
                  <a:lnTo>
                    <a:pt x="539196" y="36430"/>
                  </a:lnTo>
                  <a:lnTo>
                    <a:pt x="547011" y="36991"/>
                  </a:lnTo>
                  <a:lnTo>
                    <a:pt x="554825" y="37411"/>
                  </a:lnTo>
                  <a:lnTo>
                    <a:pt x="562640" y="37840"/>
                  </a:lnTo>
                  <a:lnTo>
                    <a:pt x="570454" y="38271"/>
                  </a:lnTo>
                  <a:lnTo>
                    <a:pt x="578269" y="38703"/>
                  </a:lnTo>
                  <a:lnTo>
                    <a:pt x="586083" y="39118"/>
                  </a:lnTo>
                  <a:lnTo>
                    <a:pt x="593898" y="39536"/>
                  </a:lnTo>
                  <a:lnTo>
                    <a:pt x="601712" y="39903"/>
                  </a:lnTo>
                  <a:lnTo>
                    <a:pt x="609526" y="40274"/>
                  </a:lnTo>
                  <a:lnTo>
                    <a:pt x="617341" y="40346"/>
                  </a:lnTo>
                  <a:lnTo>
                    <a:pt x="625155" y="40587"/>
                  </a:lnTo>
                  <a:lnTo>
                    <a:pt x="632970" y="40837"/>
                  </a:lnTo>
                  <a:lnTo>
                    <a:pt x="640784" y="41082"/>
                  </a:lnTo>
                  <a:lnTo>
                    <a:pt x="648599" y="41352"/>
                  </a:lnTo>
                  <a:lnTo>
                    <a:pt x="656413" y="41940"/>
                  </a:lnTo>
                  <a:lnTo>
                    <a:pt x="664228" y="42468"/>
                  </a:lnTo>
                  <a:lnTo>
                    <a:pt x="672042" y="43031"/>
                  </a:lnTo>
                  <a:lnTo>
                    <a:pt x="679857" y="43234"/>
                  </a:lnTo>
                  <a:lnTo>
                    <a:pt x="687671" y="43317"/>
                  </a:lnTo>
                  <a:lnTo>
                    <a:pt x="695485" y="43640"/>
                  </a:lnTo>
                  <a:lnTo>
                    <a:pt x="703300" y="44017"/>
                  </a:lnTo>
                  <a:lnTo>
                    <a:pt x="711114" y="44415"/>
                  </a:lnTo>
                  <a:lnTo>
                    <a:pt x="718929" y="44827"/>
                  </a:lnTo>
                  <a:lnTo>
                    <a:pt x="726743" y="45194"/>
                  </a:lnTo>
                  <a:lnTo>
                    <a:pt x="734558" y="45609"/>
                  </a:lnTo>
                  <a:lnTo>
                    <a:pt x="742372" y="45979"/>
                  </a:lnTo>
                  <a:lnTo>
                    <a:pt x="750187" y="46264"/>
                  </a:lnTo>
                  <a:lnTo>
                    <a:pt x="758001" y="46456"/>
                  </a:lnTo>
                  <a:lnTo>
                    <a:pt x="765815" y="46967"/>
                  </a:lnTo>
                  <a:lnTo>
                    <a:pt x="773630" y="47467"/>
                  </a:lnTo>
                  <a:lnTo>
                    <a:pt x="781444" y="47474"/>
                  </a:lnTo>
                  <a:lnTo>
                    <a:pt x="789259" y="47551"/>
                  </a:lnTo>
                  <a:lnTo>
                    <a:pt x="797073" y="47772"/>
                  </a:lnTo>
                  <a:lnTo>
                    <a:pt x="804888" y="48004"/>
                  </a:lnTo>
                  <a:lnTo>
                    <a:pt x="812702" y="48192"/>
                  </a:lnTo>
                  <a:lnTo>
                    <a:pt x="820517" y="48548"/>
                  </a:lnTo>
                  <a:lnTo>
                    <a:pt x="828331" y="48677"/>
                  </a:lnTo>
                  <a:lnTo>
                    <a:pt x="836145" y="48847"/>
                  </a:lnTo>
                  <a:lnTo>
                    <a:pt x="843960" y="48998"/>
                  </a:lnTo>
                  <a:lnTo>
                    <a:pt x="851774" y="49206"/>
                  </a:lnTo>
                  <a:lnTo>
                    <a:pt x="859589" y="49433"/>
                  </a:lnTo>
                  <a:lnTo>
                    <a:pt x="867403" y="49493"/>
                  </a:lnTo>
                  <a:lnTo>
                    <a:pt x="875218" y="49699"/>
                  </a:lnTo>
                  <a:lnTo>
                    <a:pt x="883032" y="50089"/>
                  </a:lnTo>
                  <a:lnTo>
                    <a:pt x="890847" y="50308"/>
                  </a:lnTo>
                  <a:lnTo>
                    <a:pt x="898661" y="50449"/>
                  </a:lnTo>
                  <a:lnTo>
                    <a:pt x="906476" y="50579"/>
                  </a:lnTo>
                  <a:lnTo>
                    <a:pt x="914290" y="50702"/>
                  </a:lnTo>
                  <a:lnTo>
                    <a:pt x="922104" y="50825"/>
                  </a:lnTo>
                  <a:lnTo>
                    <a:pt x="929919" y="50916"/>
                  </a:lnTo>
                  <a:lnTo>
                    <a:pt x="937733" y="51078"/>
                  </a:lnTo>
                  <a:lnTo>
                    <a:pt x="945548" y="51205"/>
                  </a:lnTo>
                  <a:lnTo>
                    <a:pt x="953362" y="51332"/>
                  </a:lnTo>
                  <a:lnTo>
                    <a:pt x="961177" y="51458"/>
                  </a:lnTo>
                  <a:lnTo>
                    <a:pt x="968991" y="51583"/>
                  </a:lnTo>
                  <a:lnTo>
                    <a:pt x="976806" y="51708"/>
                  </a:lnTo>
                  <a:lnTo>
                    <a:pt x="984620" y="51994"/>
                  </a:lnTo>
                  <a:lnTo>
                    <a:pt x="992434" y="51997"/>
                  </a:lnTo>
                  <a:lnTo>
                    <a:pt x="1000249" y="52088"/>
                  </a:lnTo>
                  <a:lnTo>
                    <a:pt x="1008063" y="52212"/>
                  </a:lnTo>
                  <a:lnTo>
                    <a:pt x="1015878" y="52340"/>
                  </a:lnTo>
                  <a:lnTo>
                    <a:pt x="1023692" y="52469"/>
                  </a:lnTo>
                  <a:lnTo>
                    <a:pt x="1031507" y="52616"/>
                  </a:lnTo>
                  <a:lnTo>
                    <a:pt x="1039321" y="52965"/>
                  </a:lnTo>
                  <a:lnTo>
                    <a:pt x="1047136" y="53318"/>
                  </a:lnTo>
                  <a:lnTo>
                    <a:pt x="1054950" y="53612"/>
                  </a:lnTo>
                  <a:lnTo>
                    <a:pt x="1062765" y="53845"/>
                  </a:lnTo>
                  <a:lnTo>
                    <a:pt x="1070579" y="54006"/>
                  </a:lnTo>
                  <a:lnTo>
                    <a:pt x="1078393" y="54170"/>
                  </a:lnTo>
                  <a:lnTo>
                    <a:pt x="1086208" y="54333"/>
                  </a:lnTo>
                  <a:lnTo>
                    <a:pt x="1094022" y="54411"/>
                  </a:lnTo>
                  <a:lnTo>
                    <a:pt x="1101837" y="54435"/>
                  </a:lnTo>
                  <a:lnTo>
                    <a:pt x="1109651" y="54449"/>
                  </a:lnTo>
                  <a:lnTo>
                    <a:pt x="1117466" y="54462"/>
                  </a:lnTo>
                  <a:lnTo>
                    <a:pt x="1125280" y="54482"/>
                  </a:lnTo>
                  <a:lnTo>
                    <a:pt x="1133095" y="54504"/>
                  </a:lnTo>
                  <a:lnTo>
                    <a:pt x="1140909" y="54706"/>
                  </a:lnTo>
                  <a:lnTo>
                    <a:pt x="1148723" y="54917"/>
                  </a:lnTo>
                  <a:lnTo>
                    <a:pt x="1156538" y="54867"/>
                  </a:lnTo>
                  <a:lnTo>
                    <a:pt x="1164352" y="55065"/>
                  </a:lnTo>
                  <a:lnTo>
                    <a:pt x="1172167" y="55267"/>
                  </a:lnTo>
                  <a:lnTo>
                    <a:pt x="1179981" y="55469"/>
                  </a:lnTo>
                  <a:lnTo>
                    <a:pt x="1187796" y="55671"/>
                  </a:lnTo>
                  <a:lnTo>
                    <a:pt x="1195610" y="55873"/>
                  </a:lnTo>
                  <a:lnTo>
                    <a:pt x="1203425" y="56060"/>
                  </a:lnTo>
                  <a:lnTo>
                    <a:pt x="1211239" y="55975"/>
                  </a:lnTo>
                  <a:lnTo>
                    <a:pt x="1219053" y="55979"/>
                  </a:lnTo>
                  <a:lnTo>
                    <a:pt x="1226868" y="56188"/>
                  </a:lnTo>
                  <a:lnTo>
                    <a:pt x="1234682" y="56399"/>
                  </a:lnTo>
                  <a:lnTo>
                    <a:pt x="1242497" y="56610"/>
                  </a:lnTo>
                  <a:lnTo>
                    <a:pt x="1250311" y="56697"/>
                  </a:lnTo>
                  <a:lnTo>
                    <a:pt x="1258126" y="56716"/>
                  </a:lnTo>
                  <a:lnTo>
                    <a:pt x="1265940" y="56765"/>
                  </a:lnTo>
                  <a:lnTo>
                    <a:pt x="1273755" y="57074"/>
                  </a:lnTo>
                  <a:lnTo>
                    <a:pt x="1281569" y="57382"/>
                  </a:lnTo>
                  <a:lnTo>
                    <a:pt x="1289384" y="57692"/>
                  </a:lnTo>
                  <a:lnTo>
                    <a:pt x="1297198" y="58003"/>
                  </a:lnTo>
                  <a:lnTo>
                    <a:pt x="1305012" y="58312"/>
                  </a:lnTo>
                  <a:lnTo>
                    <a:pt x="1312827" y="58528"/>
                  </a:lnTo>
                  <a:lnTo>
                    <a:pt x="1320641" y="58744"/>
                  </a:lnTo>
                  <a:lnTo>
                    <a:pt x="1328456" y="58960"/>
                  </a:lnTo>
                  <a:lnTo>
                    <a:pt x="1336270" y="59177"/>
                  </a:lnTo>
                  <a:lnTo>
                    <a:pt x="1344085" y="59361"/>
                  </a:lnTo>
                  <a:lnTo>
                    <a:pt x="1351899" y="59478"/>
                  </a:lnTo>
                  <a:lnTo>
                    <a:pt x="1359714" y="59595"/>
                  </a:lnTo>
                  <a:lnTo>
                    <a:pt x="1367528" y="59712"/>
                  </a:lnTo>
                  <a:lnTo>
                    <a:pt x="1375342" y="59864"/>
                  </a:lnTo>
                  <a:lnTo>
                    <a:pt x="1383157" y="60107"/>
                  </a:lnTo>
                  <a:lnTo>
                    <a:pt x="1390971" y="60324"/>
                  </a:lnTo>
                  <a:lnTo>
                    <a:pt x="1398786" y="60330"/>
                  </a:lnTo>
                  <a:lnTo>
                    <a:pt x="1406600" y="60337"/>
                  </a:lnTo>
                  <a:lnTo>
                    <a:pt x="1414415" y="60341"/>
                  </a:lnTo>
                  <a:lnTo>
                    <a:pt x="1422229" y="60355"/>
                  </a:lnTo>
                  <a:lnTo>
                    <a:pt x="1430044" y="60554"/>
                  </a:lnTo>
                  <a:lnTo>
                    <a:pt x="1437858" y="60489"/>
                  </a:lnTo>
                  <a:lnTo>
                    <a:pt x="1445672" y="60424"/>
                  </a:lnTo>
                  <a:lnTo>
                    <a:pt x="1453487" y="60361"/>
                  </a:lnTo>
                  <a:lnTo>
                    <a:pt x="1461301" y="60422"/>
                  </a:lnTo>
                  <a:lnTo>
                    <a:pt x="1469116" y="60569"/>
                  </a:lnTo>
                  <a:lnTo>
                    <a:pt x="1476930" y="60778"/>
                  </a:lnTo>
                  <a:lnTo>
                    <a:pt x="1484745" y="61126"/>
                  </a:lnTo>
                  <a:lnTo>
                    <a:pt x="1492559" y="61475"/>
                  </a:lnTo>
                  <a:lnTo>
                    <a:pt x="1500374" y="61642"/>
                  </a:lnTo>
                  <a:lnTo>
                    <a:pt x="1508188" y="61667"/>
                  </a:lnTo>
                  <a:lnTo>
                    <a:pt x="1516003" y="61517"/>
                  </a:lnTo>
                  <a:lnTo>
                    <a:pt x="1523817" y="61612"/>
                  </a:lnTo>
                  <a:lnTo>
                    <a:pt x="1531631" y="61762"/>
                  </a:lnTo>
                  <a:lnTo>
                    <a:pt x="1539446" y="61914"/>
                  </a:lnTo>
                  <a:lnTo>
                    <a:pt x="1547260" y="61992"/>
                  </a:lnTo>
                  <a:lnTo>
                    <a:pt x="1555075" y="62213"/>
                  </a:lnTo>
                  <a:lnTo>
                    <a:pt x="1562889" y="62312"/>
                  </a:lnTo>
                  <a:lnTo>
                    <a:pt x="1570704" y="62513"/>
                  </a:lnTo>
                  <a:lnTo>
                    <a:pt x="1578518" y="62658"/>
                  </a:lnTo>
                  <a:lnTo>
                    <a:pt x="1586333" y="62804"/>
                  </a:lnTo>
                  <a:lnTo>
                    <a:pt x="1594147" y="62950"/>
                  </a:lnTo>
                  <a:lnTo>
                    <a:pt x="1601961" y="63096"/>
                  </a:lnTo>
                  <a:lnTo>
                    <a:pt x="1609776" y="63234"/>
                  </a:lnTo>
                  <a:lnTo>
                    <a:pt x="1617590" y="63350"/>
                  </a:lnTo>
                  <a:lnTo>
                    <a:pt x="1625405" y="63465"/>
                  </a:lnTo>
                  <a:lnTo>
                    <a:pt x="1633219" y="63581"/>
                  </a:lnTo>
                  <a:lnTo>
                    <a:pt x="1641034" y="63699"/>
                  </a:lnTo>
                  <a:lnTo>
                    <a:pt x="1648848" y="63817"/>
                  </a:lnTo>
                  <a:lnTo>
                    <a:pt x="1656663" y="63935"/>
                  </a:lnTo>
                  <a:lnTo>
                    <a:pt x="1664477" y="64053"/>
                  </a:lnTo>
                  <a:lnTo>
                    <a:pt x="1672291" y="64171"/>
                  </a:lnTo>
                  <a:lnTo>
                    <a:pt x="1680106" y="64290"/>
                  </a:lnTo>
                  <a:lnTo>
                    <a:pt x="1687920" y="64408"/>
                  </a:lnTo>
                  <a:lnTo>
                    <a:pt x="1695735" y="64526"/>
                  </a:lnTo>
                  <a:lnTo>
                    <a:pt x="1703549" y="64697"/>
                  </a:lnTo>
                  <a:lnTo>
                    <a:pt x="1711364" y="64926"/>
                  </a:lnTo>
                  <a:lnTo>
                    <a:pt x="1719178" y="65155"/>
                  </a:lnTo>
                  <a:lnTo>
                    <a:pt x="1726993" y="65252"/>
                  </a:lnTo>
                  <a:lnTo>
                    <a:pt x="1734807" y="65321"/>
                  </a:lnTo>
                  <a:lnTo>
                    <a:pt x="1742622" y="65221"/>
                  </a:lnTo>
                  <a:lnTo>
                    <a:pt x="1750436" y="65330"/>
                  </a:lnTo>
                  <a:lnTo>
                    <a:pt x="1758250" y="65439"/>
                  </a:lnTo>
                  <a:lnTo>
                    <a:pt x="1766065" y="65484"/>
                  </a:lnTo>
                  <a:lnTo>
                    <a:pt x="1773879" y="65475"/>
                  </a:lnTo>
                  <a:lnTo>
                    <a:pt x="1781694" y="65466"/>
                  </a:lnTo>
                  <a:lnTo>
                    <a:pt x="1789508" y="65456"/>
                  </a:lnTo>
                  <a:lnTo>
                    <a:pt x="1797323" y="65449"/>
                  </a:lnTo>
                  <a:lnTo>
                    <a:pt x="1805137" y="65581"/>
                  </a:lnTo>
                  <a:lnTo>
                    <a:pt x="1812952" y="65713"/>
                  </a:lnTo>
                  <a:lnTo>
                    <a:pt x="1820766" y="65845"/>
                  </a:lnTo>
                  <a:lnTo>
                    <a:pt x="1828580" y="65976"/>
                  </a:lnTo>
                  <a:lnTo>
                    <a:pt x="1836395" y="66108"/>
                  </a:lnTo>
                  <a:lnTo>
                    <a:pt x="1844209" y="66241"/>
                  </a:lnTo>
                  <a:lnTo>
                    <a:pt x="1852024" y="66324"/>
                  </a:lnTo>
                  <a:lnTo>
                    <a:pt x="1859838" y="66391"/>
                  </a:lnTo>
                  <a:lnTo>
                    <a:pt x="1867653" y="66457"/>
                  </a:lnTo>
                  <a:lnTo>
                    <a:pt x="1875467" y="66527"/>
                  </a:lnTo>
                  <a:lnTo>
                    <a:pt x="1883282" y="66599"/>
                  </a:lnTo>
                  <a:lnTo>
                    <a:pt x="1891096" y="66671"/>
                  </a:lnTo>
                  <a:lnTo>
                    <a:pt x="1898910" y="66742"/>
                  </a:lnTo>
                  <a:lnTo>
                    <a:pt x="1906725" y="66814"/>
                  </a:lnTo>
                  <a:lnTo>
                    <a:pt x="1914539" y="66886"/>
                  </a:lnTo>
                  <a:lnTo>
                    <a:pt x="1922354" y="66958"/>
                  </a:lnTo>
                  <a:lnTo>
                    <a:pt x="1930168" y="67029"/>
                  </a:lnTo>
                  <a:lnTo>
                    <a:pt x="1937983" y="67101"/>
                  </a:lnTo>
                  <a:lnTo>
                    <a:pt x="1945797" y="67240"/>
                  </a:lnTo>
                  <a:lnTo>
                    <a:pt x="1953612" y="67434"/>
                  </a:lnTo>
                  <a:lnTo>
                    <a:pt x="1961426" y="67628"/>
                  </a:lnTo>
                  <a:lnTo>
                    <a:pt x="1969241" y="67822"/>
                  </a:lnTo>
                  <a:lnTo>
                    <a:pt x="1977055" y="68016"/>
                  </a:lnTo>
                  <a:lnTo>
                    <a:pt x="1984869" y="68029"/>
                  </a:lnTo>
                  <a:lnTo>
                    <a:pt x="1992684" y="67963"/>
                  </a:lnTo>
                  <a:lnTo>
                    <a:pt x="2000498" y="67897"/>
                  </a:lnTo>
                  <a:lnTo>
                    <a:pt x="2008313" y="67831"/>
                  </a:lnTo>
                  <a:lnTo>
                    <a:pt x="2016127" y="67790"/>
                  </a:lnTo>
                  <a:lnTo>
                    <a:pt x="2023942" y="678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0" name="pl209"/>
            <p:cNvSpPr/>
            <p:nvPr/>
          </p:nvSpPr>
          <p:spPr>
            <a:xfrm>
              <a:off x="6041499" y="2776686"/>
              <a:ext cx="2023942" cy="208068"/>
            </a:xfrm>
            <a:custGeom>
              <a:avLst/>
              <a:pathLst>
                <a:path w="2023942" h="208068">
                  <a:moveTo>
                    <a:pt x="2023942" y="208068"/>
                  </a:moveTo>
                  <a:lnTo>
                    <a:pt x="2016127" y="207336"/>
                  </a:lnTo>
                  <a:lnTo>
                    <a:pt x="2008313" y="206595"/>
                  </a:lnTo>
                  <a:lnTo>
                    <a:pt x="2000498" y="205790"/>
                  </a:lnTo>
                  <a:lnTo>
                    <a:pt x="1992684" y="204803"/>
                  </a:lnTo>
                  <a:lnTo>
                    <a:pt x="1984869" y="203810"/>
                  </a:lnTo>
                  <a:lnTo>
                    <a:pt x="1977055" y="202904"/>
                  </a:lnTo>
                  <a:lnTo>
                    <a:pt x="1969241" y="202179"/>
                  </a:lnTo>
                  <a:lnTo>
                    <a:pt x="1961426" y="201509"/>
                  </a:lnTo>
                  <a:lnTo>
                    <a:pt x="1953612" y="200751"/>
                  </a:lnTo>
                  <a:lnTo>
                    <a:pt x="1945797" y="199988"/>
                  </a:lnTo>
                  <a:lnTo>
                    <a:pt x="1937983" y="199220"/>
                  </a:lnTo>
                  <a:lnTo>
                    <a:pt x="1930168" y="198217"/>
                  </a:lnTo>
                  <a:lnTo>
                    <a:pt x="1922354" y="197216"/>
                  </a:lnTo>
                  <a:lnTo>
                    <a:pt x="1914539" y="196359"/>
                  </a:lnTo>
                  <a:lnTo>
                    <a:pt x="1906725" y="195407"/>
                  </a:lnTo>
                  <a:lnTo>
                    <a:pt x="1898910" y="194567"/>
                  </a:lnTo>
                  <a:lnTo>
                    <a:pt x="1891096" y="193803"/>
                  </a:lnTo>
                  <a:lnTo>
                    <a:pt x="1883282" y="193016"/>
                  </a:lnTo>
                  <a:lnTo>
                    <a:pt x="1875467" y="192099"/>
                  </a:lnTo>
                  <a:lnTo>
                    <a:pt x="1867653" y="191178"/>
                  </a:lnTo>
                  <a:lnTo>
                    <a:pt x="1859838" y="190536"/>
                  </a:lnTo>
                  <a:lnTo>
                    <a:pt x="1852024" y="189896"/>
                  </a:lnTo>
                  <a:lnTo>
                    <a:pt x="1844209" y="189191"/>
                  </a:lnTo>
                  <a:lnTo>
                    <a:pt x="1836395" y="188357"/>
                  </a:lnTo>
                  <a:lnTo>
                    <a:pt x="1828580" y="187603"/>
                  </a:lnTo>
                  <a:lnTo>
                    <a:pt x="1820766" y="186886"/>
                  </a:lnTo>
                  <a:lnTo>
                    <a:pt x="1812952" y="186098"/>
                  </a:lnTo>
                  <a:lnTo>
                    <a:pt x="1805137" y="185304"/>
                  </a:lnTo>
                  <a:lnTo>
                    <a:pt x="1797323" y="184498"/>
                  </a:lnTo>
                  <a:lnTo>
                    <a:pt x="1789508" y="183541"/>
                  </a:lnTo>
                  <a:lnTo>
                    <a:pt x="1781694" y="182364"/>
                  </a:lnTo>
                  <a:lnTo>
                    <a:pt x="1773879" y="181464"/>
                  </a:lnTo>
                  <a:lnTo>
                    <a:pt x="1766065" y="180571"/>
                  </a:lnTo>
                  <a:lnTo>
                    <a:pt x="1758250" y="179671"/>
                  </a:lnTo>
                  <a:lnTo>
                    <a:pt x="1750436" y="178765"/>
                  </a:lnTo>
                  <a:lnTo>
                    <a:pt x="1742622" y="177853"/>
                  </a:lnTo>
                  <a:lnTo>
                    <a:pt x="1734807" y="176935"/>
                  </a:lnTo>
                  <a:lnTo>
                    <a:pt x="1726993" y="175917"/>
                  </a:lnTo>
                  <a:lnTo>
                    <a:pt x="1719178" y="175012"/>
                  </a:lnTo>
                  <a:lnTo>
                    <a:pt x="1711364" y="174122"/>
                  </a:lnTo>
                  <a:lnTo>
                    <a:pt x="1703549" y="173215"/>
                  </a:lnTo>
                  <a:lnTo>
                    <a:pt x="1695735" y="172271"/>
                  </a:lnTo>
                  <a:lnTo>
                    <a:pt x="1687920" y="171368"/>
                  </a:lnTo>
                  <a:lnTo>
                    <a:pt x="1680106" y="170487"/>
                  </a:lnTo>
                  <a:lnTo>
                    <a:pt x="1672291" y="169602"/>
                  </a:lnTo>
                  <a:lnTo>
                    <a:pt x="1664477" y="168492"/>
                  </a:lnTo>
                  <a:lnTo>
                    <a:pt x="1656663" y="167464"/>
                  </a:lnTo>
                  <a:lnTo>
                    <a:pt x="1648848" y="166485"/>
                  </a:lnTo>
                  <a:lnTo>
                    <a:pt x="1641034" y="165496"/>
                  </a:lnTo>
                  <a:lnTo>
                    <a:pt x="1633219" y="164502"/>
                  </a:lnTo>
                  <a:lnTo>
                    <a:pt x="1625405" y="163502"/>
                  </a:lnTo>
                  <a:lnTo>
                    <a:pt x="1617590" y="162497"/>
                  </a:lnTo>
                  <a:lnTo>
                    <a:pt x="1609776" y="161462"/>
                  </a:lnTo>
                  <a:lnTo>
                    <a:pt x="1601961" y="160375"/>
                  </a:lnTo>
                  <a:lnTo>
                    <a:pt x="1594147" y="159285"/>
                  </a:lnTo>
                  <a:lnTo>
                    <a:pt x="1586333" y="158294"/>
                  </a:lnTo>
                  <a:lnTo>
                    <a:pt x="1578518" y="157370"/>
                  </a:lnTo>
                  <a:lnTo>
                    <a:pt x="1570704" y="156358"/>
                  </a:lnTo>
                  <a:lnTo>
                    <a:pt x="1562889" y="155318"/>
                  </a:lnTo>
                  <a:lnTo>
                    <a:pt x="1555075" y="154272"/>
                  </a:lnTo>
                  <a:lnTo>
                    <a:pt x="1547260" y="153258"/>
                  </a:lnTo>
                  <a:lnTo>
                    <a:pt x="1539446" y="152319"/>
                  </a:lnTo>
                  <a:lnTo>
                    <a:pt x="1531631" y="151334"/>
                  </a:lnTo>
                  <a:lnTo>
                    <a:pt x="1523817" y="150226"/>
                  </a:lnTo>
                  <a:lnTo>
                    <a:pt x="1516003" y="149111"/>
                  </a:lnTo>
                  <a:lnTo>
                    <a:pt x="1508188" y="147988"/>
                  </a:lnTo>
                  <a:lnTo>
                    <a:pt x="1500374" y="146860"/>
                  </a:lnTo>
                  <a:lnTo>
                    <a:pt x="1492559" y="145727"/>
                  </a:lnTo>
                  <a:lnTo>
                    <a:pt x="1484745" y="144649"/>
                  </a:lnTo>
                  <a:lnTo>
                    <a:pt x="1476930" y="143587"/>
                  </a:lnTo>
                  <a:lnTo>
                    <a:pt x="1469116" y="142590"/>
                  </a:lnTo>
                  <a:lnTo>
                    <a:pt x="1461301" y="141556"/>
                  </a:lnTo>
                  <a:lnTo>
                    <a:pt x="1453487" y="140520"/>
                  </a:lnTo>
                  <a:lnTo>
                    <a:pt x="1445672" y="139480"/>
                  </a:lnTo>
                  <a:lnTo>
                    <a:pt x="1437858" y="138503"/>
                  </a:lnTo>
                  <a:lnTo>
                    <a:pt x="1430044" y="137531"/>
                  </a:lnTo>
                  <a:lnTo>
                    <a:pt x="1422229" y="136551"/>
                  </a:lnTo>
                  <a:lnTo>
                    <a:pt x="1414415" y="135410"/>
                  </a:lnTo>
                  <a:lnTo>
                    <a:pt x="1406600" y="134270"/>
                  </a:lnTo>
                  <a:lnTo>
                    <a:pt x="1398786" y="133318"/>
                  </a:lnTo>
                  <a:lnTo>
                    <a:pt x="1390971" y="132265"/>
                  </a:lnTo>
                  <a:lnTo>
                    <a:pt x="1383157" y="131123"/>
                  </a:lnTo>
                  <a:lnTo>
                    <a:pt x="1375342" y="130052"/>
                  </a:lnTo>
                  <a:lnTo>
                    <a:pt x="1367528" y="128994"/>
                  </a:lnTo>
                  <a:lnTo>
                    <a:pt x="1359714" y="127934"/>
                  </a:lnTo>
                  <a:lnTo>
                    <a:pt x="1351899" y="126783"/>
                  </a:lnTo>
                  <a:lnTo>
                    <a:pt x="1344085" y="125710"/>
                  </a:lnTo>
                  <a:lnTo>
                    <a:pt x="1336270" y="124636"/>
                  </a:lnTo>
                  <a:lnTo>
                    <a:pt x="1328456" y="123560"/>
                  </a:lnTo>
                  <a:lnTo>
                    <a:pt x="1320641" y="122483"/>
                  </a:lnTo>
                  <a:lnTo>
                    <a:pt x="1312827" y="121403"/>
                  </a:lnTo>
                  <a:lnTo>
                    <a:pt x="1305012" y="120321"/>
                  </a:lnTo>
                  <a:lnTo>
                    <a:pt x="1297198" y="119244"/>
                  </a:lnTo>
                  <a:lnTo>
                    <a:pt x="1289384" y="118153"/>
                  </a:lnTo>
                  <a:lnTo>
                    <a:pt x="1281569" y="117091"/>
                  </a:lnTo>
                  <a:lnTo>
                    <a:pt x="1273755" y="116075"/>
                  </a:lnTo>
                  <a:lnTo>
                    <a:pt x="1265940" y="115036"/>
                  </a:lnTo>
                  <a:lnTo>
                    <a:pt x="1258126" y="113916"/>
                  </a:lnTo>
                  <a:lnTo>
                    <a:pt x="1250311" y="112761"/>
                  </a:lnTo>
                  <a:lnTo>
                    <a:pt x="1242497" y="111612"/>
                  </a:lnTo>
                  <a:lnTo>
                    <a:pt x="1234682" y="110519"/>
                  </a:lnTo>
                  <a:lnTo>
                    <a:pt x="1226868" y="109424"/>
                  </a:lnTo>
                  <a:lnTo>
                    <a:pt x="1219053" y="108327"/>
                  </a:lnTo>
                  <a:lnTo>
                    <a:pt x="1211239" y="107229"/>
                  </a:lnTo>
                  <a:lnTo>
                    <a:pt x="1203425" y="106131"/>
                  </a:lnTo>
                  <a:lnTo>
                    <a:pt x="1195610" y="105047"/>
                  </a:lnTo>
                  <a:lnTo>
                    <a:pt x="1187796" y="103995"/>
                  </a:lnTo>
                  <a:lnTo>
                    <a:pt x="1179981" y="102939"/>
                  </a:lnTo>
                  <a:lnTo>
                    <a:pt x="1172167" y="101862"/>
                  </a:lnTo>
                  <a:lnTo>
                    <a:pt x="1164352" y="100799"/>
                  </a:lnTo>
                  <a:lnTo>
                    <a:pt x="1156538" y="99788"/>
                  </a:lnTo>
                  <a:lnTo>
                    <a:pt x="1148723" y="98715"/>
                  </a:lnTo>
                  <a:lnTo>
                    <a:pt x="1140909" y="97571"/>
                  </a:lnTo>
                  <a:lnTo>
                    <a:pt x="1133095" y="96612"/>
                  </a:lnTo>
                  <a:lnTo>
                    <a:pt x="1125280" y="95525"/>
                  </a:lnTo>
                  <a:lnTo>
                    <a:pt x="1117466" y="94521"/>
                  </a:lnTo>
                  <a:lnTo>
                    <a:pt x="1109651" y="93508"/>
                  </a:lnTo>
                  <a:lnTo>
                    <a:pt x="1101837" y="92417"/>
                  </a:lnTo>
                  <a:lnTo>
                    <a:pt x="1094022" y="91363"/>
                  </a:lnTo>
                  <a:lnTo>
                    <a:pt x="1086208" y="90309"/>
                  </a:lnTo>
                  <a:lnTo>
                    <a:pt x="1078393" y="89215"/>
                  </a:lnTo>
                  <a:lnTo>
                    <a:pt x="1070579" y="87995"/>
                  </a:lnTo>
                  <a:lnTo>
                    <a:pt x="1062765" y="87099"/>
                  </a:lnTo>
                  <a:lnTo>
                    <a:pt x="1054950" y="85974"/>
                  </a:lnTo>
                  <a:lnTo>
                    <a:pt x="1047136" y="84748"/>
                  </a:lnTo>
                  <a:lnTo>
                    <a:pt x="1039321" y="83515"/>
                  </a:lnTo>
                  <a:lnTo>
                    <a:pt x="1031507" y="82049"/>
                  </a:lnTo>
                  <a:lnTo>
                    <a:pt x="1023692" y="80765"/>
                  </a:lnTo>
                  <a:lnTo>
                    <a:pt x="1015878" y="79658"/>
                  </a:lnTo>
                  <a:lnTo>
                    <a:pt x="1008063" y="78624"/>
                  </a:lnTo>
                  <a:lnTo>
                    <a:pt x="1000249" y="77483"/>
                  </a:lnTo>
                  <a:lnTo>
                    <a:pt x="992434" y="76556"/>
                  </a:lnTo>
                  <a:lnTo>
                    <a:pt x="984620" y="75653"/>
                  </a:lnTo>
                  <a:lnTo>
                    <a:pt x="976806" y="74647"/>
                  </a:lnTo>
                  <a:lnTo>
                    <a:pt x="968991" y="73530"/>
                  </a:lnTo>
                  <a:lnTo>
                    <a:pt x="961177" y="72701"/>
                  </a:lnTo>
                  <a:lnTo>
                    <a:pt x="953362" y="71683"/>
                  </a:lnTo>
                  <a:lnTo>
                    <a:pt x="945548" y="70970"/>
                  </a:lnTo>
                  <a:lnTo>
                    <a:pt x="937733" y="69947"/>
                  </a:lnTo>
                  <a:lnTo>
                    <a:pt x="929919" y="68632"/>
                  </a:lnTo>
                  <a:lnTo>
                    <a:pt x="922104" y="67694"/>
                  </a:lnTo>
                  <a:lnTo>
                    <a:pt x="914290" y="66595"/>
                  </a:lnTo>
                  <a:lnTo>
                    <a:pt x="906476" y="65620"/>
                  </a:lnTo>
                  <a:lnTo>
                    <a:pt x="898661" y="64559"/>
                  </a:lnTo>
                  <a:lnTo>
                    <a:pt x="890847" y="63643"/>
                  </a:lnTo>
                  <a:lnTo>
                    <a:pt x="883032" y="62762"/>
                  </a:lnTo>
                  <a:lnTo>
                    <a:pt x="875218" y="61680"/>
                  </a:lnTo>
                  <a:lnTo>
                    <a:pt x="867403" y="60479"/>
                  </a:lnTo>
                  <a:lnTo>
                    <a:pt x="859589" y="59508"/>
                  </a:lnTo>
                  <a:lnTo>
                    <a:pt x="851774" y="58809"/>
                  </a:lnTo>
                  <a:lnTo>
                    <a:pt x="843960" y="57712"/>
                  </a:lnTo>
                  <a:lnTo>
                    <a:pt x="836145" y="56744"/>
                  </a:lnTo>
                  <a:lnTo>
                    <a:pt x="828331" y="55870"/>
                  </a:lnTo>
                  <a:lnTo>
                    <a:pt x="820517" y="54869"/>
                  </a:lnTo>
                  <a:lnTo>
                    <a:pt x="812702" y="53867"/>
                  </a:lnTo>
                  <a:lnTo>
                    <a:pt x="804888" y="52840"/>
                  </a:lnTo>
                  <a:lnTo>
                    <a:pt x="797073" y="51936"/>
                  </a:lnTo>
                  <a:lnTo>
                    <a:pt x="789259" y="50888"/>
                  </a:lnTo>
                  <a:lnTo>
                    <a:pt x="781444" y="49968"/>
                  </a:lnTo>
                  <a:lnTo>
                    <a:pt x="773630" y="48984"/>
                  </a:lnTo>
                  <a:lnTo>
                    <a:pt x="765815" y="47988"/>
                  </a:lnTo>
                  <a:lnTo>
                    <a:pt x="758001" y="47047"/>
                  </a:lnTo>
                  <a:lnTo>
                    <a:pt x="750187" y="46125"/>
                  </a:lnTo>
                  <a:lnTo>
                    <a:pt x="742372" y="45080"/>
                  </a:lnTo>
                  <a:lnTo>
                    <a:pt x="734558" y="44079"/>
                  </a:lnTo>
                  <a:lnTo>
                    <a:pt x="726743" y="43252"/>
                  </a:lnTo>
                  <a:lnTo>
                    <a:pt x="718929" y="42389"/>
                  </a:lnTo>
                  <a:lnTo>
                    <a:pt x="711114" y="41266"/>
                  </a:lnTo>
                  <a:lnTo>
                    <a:pt x="703300" y="40652"/>
                  </a:lnTo>
                  <a:lnTo>
                    <a:pt x="695485" y="39822"/>
                  </a:lnTo>
                  <a:lnTo>
                    <a:pt x="687671" y="39146"/>
                  </a:lnTo>
                  <a:lnTo>
                    <a:pt x="679857" y="38293"/>
                  </a:lnTo>
                  <a:lnTo>
                    <a:pt x="672042" y="37460"/>
                  </a:lnTo>
                  <a:lnTo>
                    <a:pt x="664228" y="36725"/>
                  </a:lnTo>
                  <a:lnTo>
                    <a:pt x="656413" y="36018"/>
                  </a:lnTo>
                  <a:lnTo>
                    <a:pt x="648599" y="35192"/>
                  </a:lnTo>
                  <a:lnTo>
                    <a:pt x="640784" y="34519"/>
                  </a:lnTo>
                  <a:lnTo>
                    <a:pt x="632970" y="34074"/>
                  </a:lnTo>
                  <a:lnTo>
                    <a:pt x="625155" y="33200"/>
                  </a:lnTo>
                  <a:lnTo>
                    <a:pt x="617341" y="32327"/>
                  </a:lnTo>
                  <a:lnTo>
                    <a:pt x="609526" y="31503"/>
                  </a:lnTo>
                  <a:lnTo>
                    <a:pt x="601712" y="30586"/>
                  </a:lnTo>
                  <a:lnTo>
                    <a:pt x="593898" y="29718"/>
                  </a:lnTo>
                  <a:lnTo>
                    <a:pt x="586083" y="28849"/>
                  </a:lnTo>
                  <a:lnTo>
                    <a:pt x="578269" y="27992"/>
                  </a:lnTo>
                  <a:lnTo>
                    <a:pt x="570454" y="27224"/>
                  </a:lnTo>
                  <a:lnTo>
                    <a:pt x="562640" y="26363"/>
                  </a:lnTo>
                  <a:lnTo>
                    <a:pt x="554825" y="25724"/>
                  </a:lnTo>
                  <a:lnTo>
                    <a:pt x="547011" y="24945"/>
                  </a:lnTo>
                  <a:lnTo>
                    <a:pt x="539196" y="24170"/>
                  </a:lnTo>
                  <a:lnTo>
                    <a:pt x="531382" y="23605"/>
                  </a:lnTo>
                  <a:lnTo>
                    <a:pt x="523568" y="22925"/>
                  </a:lnTo>
                  <a:lnTo>
                    <a:pt x="515753" y="22292"/>
                  </a:lnTo>
                  <a:lnTo>
                    <a:pt x="507939" y="21571"/>
                  </a:lnTo>
                  <a:lnTo>
                    <a:pt x="500124" y="20988"/>
                  </a:lnTo>
                  <a:lnTo>
                    <a:pt x="492310" y="20361"/>
                  </a:lnTo>
                  <a:lnTo>
                    <a:pt x="484495" y="19746"/>
                  </a:lnTo>
                  <a:lnTo>
                    <a:pt x="476681" y="19190"/>
                  </a:lnTo>
                  <a:lnTo>
                    <a:pt x="468866" y="18633"/>
                  </a:lnTo>
                  <a:lnTo>
                    <a:pt x="461052" y="18292"/>
                  </a:lnTo>
                  <a:lnTo>
                    <a:pt x="453238" y="17543"/>
                  </a:lnTo>
                  <a:lnTo>
                    <a:pt x="445423" y="17102"/>
                  </a:lnTo>
                  <a:lnTo>
                    <a:pt x="437609" y="16785"/>
                  </a:lnTo>
                  <a:lnTo>
                    <a:pt x="429794" y="16166"/>
                  </a:lnTo>
                  <a:lnTo>
                    <a:pt x="421980" y="15615"/>
                  </a:lnTo>
                  <a:lnTo>
                    <a:pt x="414165" y="15037"/>
                  </a:lnTo>
                  <a:lnTo>
                    <a:pt x="406351" y="14592"/>
                  </a:lnTo>
                  <a:lnTo>
                    <a:pt x="398536" y="14308"/>
                  </a:lnTo>
                  <a:lnTo>
                    <a:pt x="390722" y="14006"/>
                  </a:lnTo>
                  <a:lnTo>
                    <a:pt x="382907" y="13417"/>
                  </a:lnTo>
                  <a:lnTo>
                    <a:pt x="375093" y="13101"/>
                  </a:lnTo>
                  <a:lnTo>
                    <a:pt x="367279" y="12903"/>
                  </a:lnTo>
                  <a:lnTo>
                    <a:pt x="359464" y="12536"/>
                  </a:lnTo>
                  <a:lnTo>
                    <a:pt x="351650" y="12254"/>
                  </a:lnTo>
                  <a:lnTo>
                    <a:pt x="343835" y="11972"/>
                  </a:lnTo>
                  <a:lnTo>
                    <a:pt x="336021" y="11645"/>
                  </a:lnTo>
                  <a:lnTo>
                    <a:pt x="328206" y="11353"/>
                  </a:lnTo>
                  <a:lnTo>
                    <a:pt x="320392" y="11007"/>
                  </a:lnTo>
                  <a:lnTo>
                    <a:pt x="312577" y="10606"/>
                  </a:lnTo>
                  <a:lnTo>
                    <a:pt x="304763" y="10202"/>
                  </a:lnTo>
                  <a:lnTo>
                    <a:pt x="296949" y="9797"/>
                  </a:lnTo>
                  <a:lnTo>
                    <a:pt x="289134" y="9523"/>
                  </a:lnTo>
                  <a:lnTo>
                    <a:pt x="281320" y="8997"/>
                  </a:lnTo>
                  <a:lnTo>
                    <a:pt x="273505" y="8606"/>
                  </a:lnTo>
                  <a:lnTo>
                    <a:pt x="265691" y="8394"/>
                  </a:lnTo>
                  <a:lnTo>
                    <a:pt x="257876" y="8255"/>
                  </a:lnTo>
                  <a:lnTo>
                    <a:pt x="250062" y="7962"/>
                  </a:lnTo>
                  <a:lnTo>
                    <a:pt x="242247" y="7538"/>
                  </a:lnTo>
                  <a:lnTo>
                    <a:pt x="234433" y="6995"/>
                  </a:lnTo>
                  <a:lnTo>
                    <a:pt x="226619" y="6733"/>
                  </a:lnTo>
                  <a:lnTo>
                    <a:pt x="218804" y="6472"/>
                  </a:lnTo>
                  <a:lnTo>
                    <a:pt x="210990" y="6200"/>
                  </a:lnTo>
                  <a:lnTo>
                    <a:pt x="203175" y="5961"/>
                  </a:lnTo>
                  <a:lnTo>
                    <a:pt x="195361" y="5713"/>
                  </a:lnTo>
                  <a:lnTo>
                    <a:pt x="187546" y="5518"/>
                  </a:lnTo>
                  <a:lnTo>
                    <a:pt x="179732" y="5322"/>
                  </a:lnTo>
                  <a:lnTo>
                    <a:pt x="171917" y="5153"/>
                  </a:lnTo>
                  <a:lnTo>
                    <a:pt x="164103" y="5013"/>
                  </a:lnTo>
                  <a:lnTo>
                    <a:pt x="156288" y="4751"/>
                  </a:lnTo>
                  <a:lnTo>
                    <a:pt x="148474" y="4563"/>
                  </a:lnTo>
                  <a:lnTo>
                    <a:pt x="140660" y="4371"/>
                  </a:lnTo>
                  <a:lnTo>
                    <a:pt x="132845" y="4180"/>
                  </a:lnTo>
                  <a:lnTo>
                    <a:pt x="125031" y="3921"/>
                  </a:lnTo>
                  <a:lnTo>
                    <a:pt x="117216" y="3653"/>
                  </a:lnTo>
                  <a:lnTo>
                    <a:pt x="109402" y="3388"/>
                  </a:lnTo>
                  <a:lnTo>
                    <a:pt x="101587" y="3120"/>
                  </a:lnTo>
                  <a:lnTo>
                    <a:pt x="93773" y="2853"/>
                  </a:lnTo>
                  <a:lnTo>
                    <a:pt x="85958" y="2588"/>
                  </a:lnTo>
                  <a:lnTo>
                    <a:pt x="78144" y="2331"/>
                  </a:lnTo>
                  <a:lnTo>
                    <a:pt x="70330" y="2068"/>
                  </a:lnTo>
                  <a:lnTo>
                    <a:pt x="62515" y="1802"/>
                  </a:lnTo>
                  <a:lnTo>
                    <a:pt x="54701" y="1537"/>
                  </a:lnTo>
                  <a:lnTo>
                    <a:pt x="46886" y="1273"/>
                  </a:lnTo>
                  <a:lnTo>
                    <a:pt x="39072" y="1009"/>
                  </a:lnTo>
                  <a:lnTo>
                    <a:pt x="31257" y="783"/>
                  </a:lnTo>
                  <a:lnTo>
                    <a:pt x="23443" y="580"/>
                  </a:lnTo>
                  <a:lnTo>
                    <a:pt x="15628" y="385"/>
                  </a:lnTo>
                  <a:lnTo>
                    <a:pt x="7814" y="19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1" name="pg210"/>
            <p:cNvSpPr/>
            <p:nvPr/>
          </p:nvSpPr>
          <p:spPr>
            <a:xfrm>
              <a:off x="6041499" y="2717828"/>
              <a:ext cx="2023942" cy="259367"/>
            </a:xfrm>
            <a:custGeom>
              <a:avLst/>
              <a:pathLst>
                <a:path w="2023942" h="259367">
                  <a:moveTo>
                    <a:pt x="0" y="0"/>
                  </a:moveTo>
                  <a:lnTo>
                    <a:pt x="7814" y="512"/>
                  </a:lnTo>
                  <a:lnTo>
                    <a:pt x="15628" y="975"/>
                  </a:lnTo>
                  <a:lnTo>
                    <a:pt x="23443" y="1469"/>
                  </a:lnTo>
                  <a:lnTo>
                    <a:pt x="31257" y="2030"/>
                  </a:lnTo>
                  <a:lnTo>
                    <a:pt x="39072" y="2476"/>
                  </a:lnTo>
                  <a:lnTo>
                    <a:pt x="46886" y="2950"/>
                  </a:lnTo>
                  <a:lnTo>
                    <a:pt x="54701" y="3427"/>
                  </a:lnTo>
                  <a:lnTo>
                    <a:pt x="62515" y="3979"/>
                  </a:lnTo>
                  <a:lnTo>
                    <a:pt x="70330" y="4498"/>
                  </a:lnTo>
                  <a:lnTo>
                    <a:pt x="78144" y="5000"/>
                  </a:lnTo>
                  <a:lnTo>
                    <a:pt x="85958" y="5438"/>
                  </a:lnTo>
                  <a:lnTo>
                    <a:pt x="93773" y="5970"/>
                  </a:lnTo>
                  <a:lnTo>
                    <a:pt x="101587" y="6635"/>
                  </a:lnTo>
                  <a:lnTo>
                    <a:pt x="109402" y="7193"/>
                  </a:lnTo>
                  <a:lnTo>
                    <a:pt x="117216" y="7737"/>
                  </a:lnTo>
                  <a:lnTo>
                    <a:pt x="125031" y="8246"/>
                  </a:lnTo>
                  <a:lnTo>
                    <a:pt x="132845" y="8823"/>
                  </a:lnTo>
                  <a:lnTo>
                    <a:pt x="140660" y="9403"/>
                  </a:lnTo>
                  <a:lnTo>
                    <a:pt x="148474" y="9986"/>
                  </a:lnTo>
                  <a:lnTo>
                    <a:pt x="156288" y="10375"/>
                  </a:lnTo>
                  <a:lnTo>
                    <a:pt x="164103" y="10763"/>
                  </a:lnTo>
                  <a:lnTo>
                    <a:pt x="171917" y="11175"/>
                  </a:lnTo>
                  <a:lnTo>
                    <a:pt x="179732" y="11731"/>
                  </a:lnTo>
                  <a:lnTo>
                    <a:pt x="187546" y="12302"/>
                  </a:lnTo>
                  <a:lnTo>
                    <a:pt x="195361" y="12694"/>
                  </a:lnTo>
                  <a:lnTo>
                    <a:pt x="203175" y="13281"/>
                  </a:lnTo>
                  <a:lnTo>
                    <a:pt x="210990" y="13873"/>
                  </a:lnTo>
                  <a:lnTo>
                    <a:pt x="218804" y="14416"/>
                  </a:lnTo>
                  <a:lnTo>
                    <a:pt x="226619" y="14982"/>
                  </a:lnTo>
                  <a:lnTo>
                    <a:pt x="234433" y="15579"/>
                  </a:lnTo>
                  <a:lnTo>
                    <a:pt x="242247" y="16182"/>
                  </a:lnTo>
                  <a:lnTo>
                    <a:pt x="250062" y="16787"/>
                  </a:lnTo>
                  <a:lnTo>
                    <a:pt x="257876" y="17308"/>
                  </a:lnTo>
                  <a:lnTo>
                    <a:pt x="265691" y="17948"/>
                  </a:lnTo>
                  <a:lnTo>
                    <a:pt x="273505" y="18621"/>
                  </a:lnTo>
                  <a:lnTo>
                    <a:pt x="281320" y="19233"/>
                  </a:lnTo>
                  <a:lnTo>
                    <a:pt x="289134" y="19849"/>
                  </a:lnTo>
                  <a:lnTo>
                    <a:pt x="296949" y="20347"/>
                  </a:lnTo>
                  <a:lnTo>
                    <a:pt x="304763" y="20621"/>
                  </a:lnTo>
                  <a:lnTo>
                    <a:pt x="312577" y="20900"/>
                  </a:lnTo>
                  <a:lnTo>
                    <a:pt x="320392" y="21451"/>
                  </a:lnTo>
                  <a:lnTo>
                    <a:pt x="328206" y="21604"/>
                  </a:lnTo>
                  <a:lnTo>
                    <a:pt x="336021" y="22092"/>
                  </a:lnTo>
                  <a:lnTo>
                    <a:pt x="343835" y="22635"/>
                  </a:lnTo>
                  <a:lnTo>
                    <a:pt x="351650" y="23194"/>
                  </a:lnTo>
                  <a:lnTo>
                    <a:pt x="359464" y="23727"/>
                  </a:lnTo>
                  <a:lnTo>
                    <a:pt x="367279" y="24277"/>
                  </a:lnTo>
                  <a:lnTo>
                    <a:pt x="375093" y="24749"/>
                  </a:lnTo>
                  <a:lnTo>
                    <a:pt x="382907" y="25117"/>
                  </a:lnTo>
                  <a:lnTo>
                    <a:pt x="390722" y="25489"/>
                  </a:lnTo>
                  <a:lnTo>
                    <a:pt x="398536" y="25858"/>
                  </a:lnTo>
                  <a:lnTo>
                    <a:pt x="406351" y="26204"/>
                  </a:lnTo>
                  <a:lnTo>
                    <a:pt x="414165" y="26616"/>
                  </a:lnTo>
                  <a:lnTo>
                    <a:pt x="421980" y="27332"/>
                  </a:lnTo>
                  <a:lnTo>
                    <a:pt x="429794" y="27723"/>
                  </a:lnTo>
                  <a:lnTo>
                    <a:pt x="437609" y="28024"/>
                  </a:lnTo>
                  <a:lnTo>
                    <a:pt x="445423" y="28801"/>
                  </a:lnTo>
                  <a:lnTo>
                    <a:pt x="453238" y="29143"/>
                  </a:lnTo>
                  <a:lnTo>
                    <a:pt x="461052" y="29485"/>
                  </a:lnTo>
                  <a:lnTo>
                    <a:pt x="468866" y="30036"/>
                  </a:lnTo>
                  <a:lnTo>
                    <a:pt x="476681" y="30459"/>
                  </a:lnTo>
                  <a:lnTo>
                    <a:pt x="484495" y="30806"/>
                  </a:lnTo>
                  <a:lnTo>
                    <a:pt x="492310" y="31227"/>
                  </a:lnTo>
                  <a:lnTo>
                    <a:pt x="500124" y="31656"/>
                  </a:lnTo>
                  <a:lnTo>
                    <a:pt x="507939" y="32201"/>
                  </a:lnTo>
                  <a:lnTo>
                    <a:pt x="515753" y="32580"/>
                  </a:lnTo>
                  <a:lnTo>
                    <a:pt x="523568" y="33075"/>
                  </a:lnTo>
                  <a:lnTo>
                    <a:pt x="531382" y="33440"/>
                  </a:lnTo>
                  <a:lnTo>
                    <a:pt x="539196" y="33771"/>
                  </a:lnTo>
                  <a:lnTo>
                    <a:pt x="547011" y="34056"/>
                  </a:lnTo>
                  <a:lnTo>
                    <a:pt x="554825" y="34228"/>
                  </a:lnTo>
                  <a:lnTo>
                    <a:pt x="562640" y="34536"/>
                  </a:lnTo>
                  <a:lnTo>
                    <a:pt x="570454" y="35023"/>
                  </a:lnTo>
                  <a:lnTo>
                    <a:pt x="578269" y="35351"/>
                  </a:lnTo>
                  <a:lnTo>
                    <a:pt x="586083" y="35667"/>
                  </a:lnTo>
                  <a:lnTo>
                    <a:pt x="593898" y="35771"/>
                  </a:lnTo>
                  <a:lnTo>
                    <a:pt x="601712" y="36077"/>
                  </a:lnTo>
                  <a:lnTo>
                    <a:pt x="609526" y="36390"/>
                  </a:lnTo>
                  <a:lnTo>
                    <a:pt x="617341" y="36726"/>
                  </a:lnTo>
                  <a:lnTo>
                    <a:pt x="625155" y="37126"/>
                  </a:lnTo>
                  <a:lnTo>
                    <a:pt x="632970" y="37327"/>
                  </a:lnTo>
                  <a:lnTo>
                    <a:pt x="640784" y="37660"/>
                  </a:lnTo>
                  <a:lnTo>
                    <a:pt x="648599" y="38046"/>
                  </a:lnTo>
                  <a:lnTo>
                    <a:pt x="656413" y="38261"/>
                  </a:lnTo>
                  <a:lnTo>
                    <a:pt x="664228" y="38381"/>
                  </a:lnTo>
                  <a:lnTo>
                    <a:pt x="672042" y="38508"/>
                  </a:lnTo>
                  <a:lnTo>
                    <a:pt x="679857" y="38502"/>
                  </a:lnTo>
                  <a:lnTo>
                    <a:pt x="687671" y="38643"/>
                  </a:lnTo>
                  <a:lnTo>
                    <a:pt x="695485" y="38953"/>
                  </a:lnTo>
                  <a:lnTo>
                    <a:pt x="703300" y="39268"/>
                  </a:lnTo>
                  <a:lnTo>
                    <a:pt x="711114" y="39168"/>
                  </a:lnTo>
                  <a:lnTo>
                    <a:pt x="718929" y="39413"/>
                  </a:lnTo>
                  <a:lnTo>
                    <a:pt x="726743" y="39506"/>
                  </a:lnTo>
                  <a:lnTo>
                    <a:pt x="734558" y="39806"/>
                  </a:lnTo>
                  <a:lnTo>
                    <a:pt x="742372" y="40048"/>
                  </a:lnTo>
                  <a:lnTo>
                    <a:pt x="750187" y="40095"/>
                  </a:lnTo>
                  <a:lnTo>
                    <a:pt x="758001" y="40151"/>
                  </a:lnTo>
                  <a:lnTo>
                    <a:pt x="765815" y="40651"/>
                  </a:lnTo>
                  <a:lnTo>
                    <a:pt x="773630" y="41030"/>
                  </a:lnTo>
                  <a:lnTo>
                    <a:pt x="781444" y="41581"/>
                  </a:lnTo>
                  <a:lnTo>
                    <a:pt x="789259" y="41515"/>
                  </a:lnTo>
                  <a:lnTo>
                    <a:pt x="797073" y="41539"/>
                  </a:lnTo>
                  <a:lnTo>
                    <a:pt x="804888" y="41932"/>
                  </a:lnTo>
                  <a:lnTo>
                    <a:pt x="812702" y="42179"/>
                  </a:lnTo>
                  <a:lnTo>
                    <a:pt x="820517" y="42279"/>
                  </a:lnTo>
                  <a:lnTo>
                    <a:pt x="828331" y="42305"/>
                  </a:lnTo>
                  <a:lnTo>
                    <a:pt x="836145" y="42400"/>
                  </a:lnTo>
                  <a:lnTo>
                    <a:pt x="843960" y="42680"/>
                  </a:lnTo>
                  <a:lnTo>
                    <a:pt x="851774" y="42719"/>
                  </a:lnTo>
                  <a:lnTo>
                    <a:pt x="859589" y="42663"/>
                  </a:lnTo>
                  <a:lnTo>
                    <a:pt x="867403" y="42896"/>
                  </a:lnTo>
                  <a:lnTo>
                    <a:pt x="875218" y="42892"/>
                  </a:lnTo>
                  <a:lnTo>
                    <a:pt x="883032" y="42882"/>
                  </a:lnTo>
                  <a:lnTo>
                    <a:pt x="890847" y="43116"/>
                  </a:lnTo>
                  <a:lnTo>
                    <a:pt x="898661" y="42903"/>
                  </a:lnTo>
                  <a:lnTo>
                    <a:pt x="906476" y="43187"/>
                  </a:lnTo>
                  <a:lnTo>
                    <a:pt x="914290" y="43486"/>
                  </a:lnTo>
                  <a:lnTo>
                    <a:pt x="922104" y="43804"/>
                  </a:lnTo>
                  <a:lnTo>
                    <a:pt x="929919" y="43834"/>
                  </a:lnTo>
                  <a:lnTo>
                    <a:pt x="937733" y="43796"/>
                  </a:lnTo>
                  <a:lnTo>
                    <a:pt x="945548" y="43969"/>
                  </a:lnTo>
                  <a:lnTo>
                    <a:pt x="953362" y="44004"/>
                  </a:lnTo>
                  <a:lnTo>
                    <a:pt x="961177" y="43961"/>
                  </a:lnTo>
                  <a:lnTo>
                    <a:pt x="968991" y="43951"/>
                  </a:lnTo>
                  <a:lnTo>
                    <a:pt x="976806" y="43931"/>
                  </a:lnTo>
                  <a:lnTo>
                    <a:pt x="984620" y="44045"/>
                  </a:lnTo>
                  <a:lnTo>
                    <a:pt x="992434" y="43873"/>
                  </a:lnTo>
                  <a:lnTo>
                    <a:pt x="1000249" y="44250"/>
                  </a:lnTo>
                  <a:lnTo>
                    <a:pt x="1008063" y="44458"/>
                  </a:lnTo>
                  <a:lnTo>
                    <a:pt x="1015878" y="44761"/>
                  </a:lnTo>
                  <a:lnTo>
                    <a:pt x="1023692" y="44957"/>
                  </a:lnTo>
                  <a:lnTo>
                    <a:pt x="1031507" y="44903"/>
                  </a:lnTo>
                  <a:lnTo>
                    <a:pt x="1039321" y="44919"/>
                  </a:lnTo>
                  <a:lnTo>
                    <a:pt x="1047136" y="44765"/>
                  </a:lnTo>
                  <a:lnTo>
                    <a:pt x="1054950" y="44860"/>
                  </a:lnTo>
                  <a:lnTo>
                    <a:pt x="1062765" y="45016"/>
                  </a:lnTo>
                  <a:lnTo>
                    <a:pt x="1070579" y="44986"/>
                  </a:lnTo>
                  <a:lnTo>
                    <a:pt x="1078393" y="44961"/>
                  </a:lnTo>
                  <a:lnTo>
                    <a:pt x="1086208" y="44941"/>
                  </a:lnTo>
                  <a:lnTo>
                    <a:pt x="1094022" y="45097"/>
                  </a:lnTo>
                  <a:lnTo>
                    <a:pt x="1101837" y="45168"/>
                  </a:lnTo>
                  <a:lnTo>
                    <a:pt x="1109651" y="45255"/>
                  </a:lnTo>
                  <a:lnTo>
                    <a:pt x="1117466" y="45440"/>
                  </a:lnTo>
                  <a:lnTo>
                    <a:pt x="1125280" y="45307"/>
                  </a:lnTo>
                  <a:lnTo>
                    <a:pt x="1133095" y="45190"/>
                  </a:lnTo>
                  <a:lnTo>
                    <a:pt x="1140909" y="45061"/>
                  </a:lnTo>
                  <a:lnTo>
                    <a:pt x="1148723" y="45057"/>
                  </a:lnTo>
                  <a:lnTo>
                    <a:pt x="1156538" y="45073"/>
                  </a:lnTo>
                  <a:lnTo>
                    <a:pt x="1164352" y="45378"/>
                  </a:lnTo>
                  <a:lnTo>
                    <a:pt x="1172167" y="45350"/>
                  </a:lnTo>
                  <a:lnTo>
                    <a:pt x="1179981" y="45272"/>
                  </a:lnTo>
                  <a:lnTo>
                    <a:pt x="1187796" y="45201"/>
                  </a:lnTo>
                  <a:lnTo>
                    <a:pt x="1195610" y="45131"/>
                  </a:lnTo>
                  <a:lnTo>
                    <a:pt x="1203425" y="45100"/>
                  </a:lnTo>
                  <a:lnTo>
                    <a:pt x="1211239" y="45278"/>
                  </a:lnTo>
                  <a:lnTo>
                    <a:pt x="1219053" y="45455"/>
                  </a:lnTo>
                  <a:lnTo>
                    <a:pt x="1226868" y="45379"/>
                  </a:lnTo>
                  <a:lnTo>
                    <a:pt x="1234682" y="45298"/>
                  </a:lnTo>
                  <a:lnTo>
                    <a:pt x="1242497" y="45218"/>
                  </a:lnTo>
                  <a:lnTo>
                    <a:pt x="1250311" y="45384"/>
                  </a:lnTo>
                  <a:lnTo>
                    <a:pt x="1258126" y="45439"/>
                  </a:lnTo>
                  <a:lnTo>
                    <a:pt x="1265940" y="45537"/>
                  </a:lnTo>
                  <a:lnTo>
                    <a:pt x="1273755" y="45670"/>
                  </a:lnTo>
                  <a:lnTo>
                    <a:pt x="1281569" y="45802"/>
                  </a:lnTo>
                  <a:lnTo>
                    <a:pt x="1289384" y="45939"/>
                  </a:lnTo>
                  <a:lnTo>
                    <a:pt x="1297198" y="46077"/>
                  </a:lnTo>
                  <a:lnTo>
                    <a:pt x="1305012" y="46030"/>
                  </a:lnTo>
                  <a:lnTo>
                    <a:pt x="1312827" y="45978"/>
                  </a:lnTo>
                  <a:lnTo>
                    <a:pt x="1320641" y="45927"/>
                  </a:lnTo>
                  <a:lnTo>
                    <a:pt x="1328456" y="45868"/>
                  </a:lnTo>
                  <a:lnTo>
                    <a:pt x="1336270" y="45799"/>
                  </a:lnTo>
                  <a:lnTo>
                    <a:pt x="1344085" y="45730"/>
                  </a:lnTo>
                  <a:lnTo>
                    <a:pt x="1351899" y="45661"/>
                  </a:lnTo>
                  <a:lnTo>
                    <a:pt x="1359714" y="45592"/>
                  </a:lnTo>
                  <a:lnTo>
                    <a:pt x="1367528" y="45524"/>
                  </a:lnTo>
                  <a:lnTo>
                    <a:pt x="1375342" y="45541"/>
                  </a:lnTo>
                  <a:lnTo>
                    <a:pt x="1383157" y="45514"/>
                  </a:lnTo>
                  <a:lnTo>
                    <a:pt x="1390971" y="45461"/>
                  </a:lnTo>
                  <a:lnTo>
                    <a:pt x="1398786" y="45549"/>
                  </a:lnTo>
                  <a:lnTo>
                    <a:pt x="1406600" y="45736"/>
                  </a:lnTo>
                  <a:lnTo>
                    <a:pt x="1414415" y="45784"/>
                  </a:lnTo>
                  <a:lnTo>
                    <a:pt x="1422229" y="45810"/>
                  </a:lnTo>
                  <a:lnTo>
                    <a:pt x="1430044" y="45791"/>
                  </a:lnTo>
                  <a:lnTo>
                    <a:pt x="1437858" y="45773"/>
                  </a:lnTo>
                  <a:lnTo>
                    <a:pt x="1445672" y="45754"/>
                  </a:lnTo>
                  <a:lnTo>
                    <a:pt x="1453487" y="45631"/>
                  </a:lnTo>
                  <a:lnTo>
                    <a:pt x="1461301" y="45464"/>
                  </a:lnTo>
                  <a:lnTo>
                    <a:pt x="1469116" y="45301"/>
                  </a:lnTo>
                  <a:lnTo>
                    <a:pt x="1476930" y="45241"/>
                  </a:lnTo>
                  <a:lnTo>
                    <a:pt x="1484745" y="45261"/>
                  </a:lnTo>
                  <a:lnTo>
                    <a:pt x="1492559" y="45143"/>
                  </a:lnTo>
                  <a:lnTo>
                    <a:pt x="1500374" y="45031"/>
                  </a:lnTo>
                  <a:lnTo>
                    <a:pt x="1508188" y="44963"/>
                  </a:lnTo>
                  <a:lnTo>
                    <a:pt x="1516003" y="44833"/>
                  </a:lnTo>
                  <a:lnTo>
                    <a:pt x="1523817" y="44977"/>
                  </a:lnTo>
                  <a:lnTo>
                    <a:pt x="1531631" y="45127"/>
                  </a:lnTo>
                  <a:lnTo>
                    <a:pt x="1539446" y="45277"/>
                  </a:lnTo>
                  <a:lnTo>
                    <a:pt x="1547260" y="45428"/>
                  </a:lnTo>
                  <a:lnTo>
                    <a:pt x="1555075" y="45518"/>
                  </a:lnTo>
                  <a:lnTo>
                    <a:pt x="1562889" y="45504"/>
                  </a:lnTo>
                  <a:lnTo>
                    <a:pt x="1570704" y="45515"/>
                  </a:lnTo>
                  <a:lnTo>
                    <a:pt x="1578518" y="45570"/>
                  </a:lnTo>
                  <a:lnTo>
                    <a:pt x="1586333" y="45494"/>
                  </a:lnTo>
                  <a:lnTo>
                    <a:pt x="1594147" y="45436"/>
                  </a:lnTo>
                  <a:lnTo>
                    <a:pt x="1601961" y="45417"/>
                  </a:lnTo>
                  <a:lnTo>
                    <a:pt x="1609776" y="45398"/>
                  </a:lnTo>
                  <a:lnTo>
                    <a:pt x="1617590" y="45379"/>
                  </a:lnTo>
                  <a:lnTo>
                    <a:pt x="1625405" y="45363"/>
                  </a:lnTo>
                  <a:lnTo>
                    <a:pt x="1633219" y="45347"/>
                  </a:lnTo>
                  <a:lnTo>
                    <a:pt x="1641034" y="45348"/>
                  </a:lnTo>
                  <a:lnTo>
                    <a:pt x="1648848" y="45490"/>
                  </a:lnTo>
                  <a:lnTo>
                    <a:pt x="1656663" y="45451"/>
                  </a:lnTo>
                  <a:lnTo>
                    <a:pt x="1664477" y="45443"/>
                  </a:lnTo>
                  <a:lnTo>
                    <a:pt x="1672291" y="45487"/>
                  </a:lnTo>
                  <a:lnTo>
                    <a:pt x="1680106" y="45531"/>
                  </a:lnTo>
                  <a:lnTo>
                    <a:pt x="1687920" y="45575"/>
                  </a:lnTo>
                  <a:lnTo>
                    <a:pt x="1695735" y="45619"/>
                  </a:lnTo>
                  <a:lnTo>
                    <a:pt x="1703549" y="45663"/>
                  </a:lnTo>
                  <a:lnTo>
                    <a:pt x="1711364" y="45707"/>
                  </a:lnTo>
                  <a:lnTo>
                    <a:pt x="1719178" y="45752"/>
                  </a:lnTo>
                  <a:lnTo>
                    <a:pt x="1726993" y="45797"/>
                  </a:lnTo>
                  <a:lnTo>
                    <a:pt x="1734807" y="45842"/>
                  </a:lnTo>
                  <a:lnTo>
                    <a:pt x="1742622" y="45717"/>
                  </a:lnTo>
                  <a:lnTo>
                    <a:pt x="1750436" y="45580"/>
                  </a:lnTo>
                  <a:lnTo>
                    <a:pt x="1758250" y="45442"/>
                  </a:lnTo>
                  <a:lnTo>
                    <a:pt x="1766065" y="45305"/>
                  </a:lnTo>
                  <a:lnTo>
                    <a:pt x="1773879" y="45168"/>
                  </a:lnTo>
                  <a:lnTo>
                    <a:pt x="1781694" y="45030"/>
                  </a:lnTo>
                  <a:lnTo>
                    <a:pt x="1789508" y="44996"/>
                  </a:lnTo>
                  <a:lnTo>
                    <a:pt x="1797323" y="44979"/>
                  </a:lnTo>
                  <a:lnTo>
                    <a:pt x="1805137" y="44963"/>
                  </a:lnTo>
                  <a:lnTo>
                    <a:pt x="1812952" y="44946"/>
                  </a:lnTo>
                  <a:lnTo>
                    <a:pt x="1820766" y="44966"/>
                  </a:lnTo>
                  <a:lnTo>
                    <a:pt x="1828580" y="44986"/>
                  </a:lnTo>
                  <a:lnTo>
                    <a:pt x="1836395" y="45006"/>
                  </a:lnTo>
                  <a:lnTo>
                    <a:pt x="1844209" y="45026"/>
                  </a:lnTo>
                  <a:lnTo>
                    <a:pt x="1852024" y="45046"/>
                  </a:lnTo>
                  <a:lnTo>
                    <a:pt x="1859838" y="45067"/>
                  </a:lnTo>
                  <a:lnTo>
                    <a:pt x="1867653" y="45087"/>
                  </a:lnTo>
                  <a:lnTo>
                    <a:pt x="1875467" y="45107"/>
                  </a:lnTo>
                  <a:lnTo>
                    <a:pt x="1883282" y="45127"/>
                  </a:lnTo>
                  <a:lnTo>
                    <a:pt x="1891096" y="45119"/>
                  </a:lnTo>
                  <a:lnTo>
                    <a:pt x="1898910" y="45077"/>
                  </a:lnTo>
                  <a:lnTo>
                    <a:pt x="1906725" y="45036"/>
                  </a:lnTo>
                  <a:lnTo>
                    <a:pt x="1914539" y="44994"/>
                  </a:lnTo>
                  <a:lnTo>
                    <a:pt x="1922354" y="44953"/>
                  </a:lnTo>
                  <a:lnTo>
                    <a:pt x="1930168" y="44912"/>
                  </a:lnTo>
                  <a:lnTo>
                    <a:pt x="1937983" y="44870"/>
                  </a:lnTo>
                  <a:lnTo>
                    <a:pt x="1945797" y="44830"/>
                  </a:lnTo>
                  <a:lnTo>
                    <a:pt x="1953612" y="44791"/>
                  </a:lnTo>
                  <a:lnTo>
                    <a:pt x="1961426" y="44891"/>
                  </a:lnTo>
                  <a:lnTo>
                    <a:pt x="1969241" y="44991"/>
                  </a:lnTo>
                  <a:lnTo>
                    <a:pt x="1977055" y="45093"/>
                  </a:lnTo>
                  <a:lnTo>
                    <a:pt x="1984869" y="45194"/>
                  </a:lnTo>
                  <a:lnTo>
                    <a:pt x="1992684" y="45295"/>
                  </a:lnTo>
                  <a:lnTo>
                    <a:pt x="2000498" y="45397"/>
                  </a:lnTo>
                  <a:lnTo>
                    <a:pt x="2008313" y="45454"/>
                  </a:lnTo>
                  <a:lnTo>
                    <a:pt x="2016127" y="45476"/>
                  </a:lnTo>
                  <a:lnTo>
                    <a:pt x="2023942" y="45499"/>
                  </a:lnTo>
                  <a:lnTo>
                    <a:pt x="2023942" y="259367"/>
                  </a:lnTo>
                  <a:lnTo>
                    <a:pt x="2016127" y="258704"/>
                  </a:lnTo>
                  <a:lnTo>
                    <a:pt x="2008313" y="257918"/>
                  </a:lnTo>
                  <a:lnTo>
                    <a:pt x="2000498" y="257038"/>
                  </a:lnTo>
                  <a:lnTo>
                    <a:pt x="1992684" y="256153"/>
                  </a:lnTo>
                  <a:lnTo>
                    <a:pt x="1984869" y="255263"/>
                  </a:lnTo>
                  <a:lnTo>
                    <a:pt x="1977055" y="254435"/>
                  </a:lnTo>
                  <a:lnTo>
                    <a:pt x="1969241" y="253604"/>
                  </a:lnTo>
                  <a:lnTo>
                    <a:pt x="1961426" y="252769"/>
                  </a:lnTo>
                  <a:lnTo>
                    <a:pt x="1953612" y="251927"/>
                  </a:lnTo>
                  <a:lnTo>
                    <a:pt x="1945797" y="251081"/>
                  </a:lnTo>
                  <a:lnTo>
                    <a:pt x="1937983" y="250231"/>
                  </a:lnTo>
                  <a:lnTo>
                    <a:pt x="1930168" y="249243"/>
                  </a:lnTo>
                  <a:lnTo>
                    <a:pt x="1922354" y="248252"/>
                  </a:lnTo>
                  <a:lnTo>
                    <a:pt x="1914539" y="247257"/>
                  </a:lnTo>
                  <a:lnTo>
                    <a:pt x="1906725" y="246619"/>
                  </a:lnTo>
                  <a:lnTo>
                    <a:pt x="1898910" y="245952"/>
                  </a:lnTo>
                  <a:lnTo>
                    <a:pt x="1891096" y="245084"/>
                  </a:lnTo>
                  <a:lnTo>
                    <a:pt x="1883282" y="244185"/>
                  </a:lnTo>
                  <a:lnTo>
                    <a:pt x="1875467" y="243252"/>
                  </a:lnTo>
                  <a:lnTo>
                    <a:pt x="1867653" y="242313"/>
                  </a:lnTo>
                  <a:lnTo>
                    <a:pt x="1859838" y="241369"/>
                  </a:lnTo>
                  <a:lnTo>
                    <a:pt x="1852024" y="240471"/>
                  </a:lnTo>
                  <a:lnTo>
                    <a:pt x="1844209" y="239726"/>
                  </a:lnTo>
                  <a:lnTo>
                    <a:pt x="1836395" y="238925"/>
                  </a:lnTo>
                  <a:lnTo>
                    <a:pt x="1828580" y="238036"/>
                  </a:lnTo>
                  <a:lnTo>
                    <a:pt x="1820766" y="237143"/>
                  </a:lnTo>
                  <a:lnTo>
                    <a:pt x="1812952" y="236247"/>
                  </a:lnTo>
                  <a:lnTo>
                    <a:pt x="1805137" y="235397"/>
                  </a:lnTo>
                  <a:lnTo>
                    <a:pt x="1797323" y="234620"/>
                  </a:lnTo>
                  <a:lnTo>
                    <a:pt x="1789508" y="233839"/>
                  </a:lnTo>
                  <a:lnTo>
                    <a:pt x="1781694" y="233054"/>
                  </a:lnTo>
                  <a:lnTo>
                    <a:pt x="1773879" y="232050"/>
                  </a:lnTo>
                  <a:lnTo>
                    <a:pt x="1766065" y="230851"/>
                  </a:lnTo>
                  <a:lnTo>
                    <a:pt x="1758250" y="229867"/>
                  </a:lnTo>
                  <a:lnTo>
                    <a:pt x="1750436" y="228943"/>
                  </a:lnTo>
                  <a:lnTo>
                    <a:pt x="1742622" y="228016"/>
                  </a:lnTo>
                  <a:lnTo>
                    <a:pt x="1734807" y="227199"/>
                  </a:lnTo>
                  <a:lnTo>
                    <a:pt x="1726993" y="226421"/>
                  </a:lnTo>
                  <a:lnTo>
                    <a:pt x="1719178" y="225548"/>
                  </a:lnTo>
                  <a:lnTo>
                    <a:pt x="1711364" y="224667"/>
                  </a:lnTo>
                  <a:lnTo>
                    <a:pt x="1703549" y="223861"/>
                  </a:lnTo>
                  <a:lnTo>
                    <a:pt x="1695735" y="222661"/>
                  </a:lnTo>
                  <a:lnTo>
                    <a:pt x="1687920" y="221651"/>
                  </a:lnTo>
                  <a:lnTo>
                    <a:pt x="1680106" y="220661"/>
                  </a:lnTo>
                  <a:lnTo>
                    <a:pt x="1672291" y="219667"/>
                  </a:lnTo>
                  <a:lnTo>
                    <a:pt x="1664477" y="218668"/>
                  </a:lnTo>
                  <a:lnTo>
                    <a:pt x="1656663" y="217665"/>
                  </a:lnTo>
                  <a:lnTo>
                    <a:pt x="1648848" y="216691"/>
                  </a:lnTo>
                  <a:lnTo>
                    <a:pt x="1641034" y="215728"/>
                  </a:lnTo>
                  <a:lnTo>
                    <a:pt x="1633219" y="214764"/>
                  </a:lnTo>
                  <a:lnTo>
                    <a:pt x="1625405" y="213797"/>
                  </a:lnTo>
                  <a:lnTo>
                    <a:pt x="1617590" y="212828"/>
                  </a:lnTo>
                  <a:lnTo>
                    <a:pt x="1609776" y="211808"/>
                  </a:lnTo>
                  <a:lnTo>
                    <a:pt x="1601961" y="210749"/>
                  </a:lnTo>
                  <a:lnTo>
                    <a:pt x="1594147" y="209682"/>
                  </a:lnTo>
                  <a:lnTo>
                    <a:pt x="1586333" y="208735"/>
                  </a:lnTo>
                  <a:lnTo>
                    <a:pt x="1578518" y="207755"/>
                  </a:lnTo>
                  <a:lnTo>
                    <a:pt x="1570704" y="206767"/>
                  </a:lnTo>
                  <a:lnTo>
                    <a:pt x="1562889" y="205773"/>
                  </a:lnTo>
                  <a:lnTo>
                    <a:pt x="1555075" y="204776"/>
                  </a:lnTo>
                  <a:lnTo>
                    <a:pt x="1547260" y="203772"/>
                  </a:lnTo>
                  <a:lnTo>
                    <a:pt x="1539446" y="202764"/>
                  </a:lnTo>
                  <a:lnTo>
                    <a:pt x="1531631" y="201726"/>
                  </a:lnTo>
                  <a:lnTo>
                    <a:pt x="1523817" y="200692"/>
                  </a:lnTo>
                  <a:lnTo>
                    <a:pt x="1516003" y="199558"/>
                  </a:lnTo>
                  <a:lnTo>
                    <a:pt x="1508188" y="198476"/>
                  </a:lnTo>
                  <a:lnTo>
                    <a:pt x="1500374" y="197444"/>
                  </a:lnTo>
                  <a:lnTo>
                    <a:pt x="1492559" y="196344"/>
                  </a:lnTo>
                  <a:lnTo>
                    <a:pt x="1484745" y="195243"/>
                  </a:lnTo>
                  <a:lnTo>
                    <a:pt x="1476930" y="194290"/>
                  </a:lnTo>
                  <a:lnTo>
                    <a:pt x="1469116" y="193413"/>
                  </a:lnTo>
                  <a:lnTo>
                    <a:pt x="1461301" y="192407"/>
                  </a:lnTo>
                  <a:lnTo>
                    <a:pt x="1453487" y="191457"/>
                  </a:lnTo>
                  <a:lnTo>
                    <a:pt x="1445672" y="190411"/>
                  </a:lnTo>
                  <a:lnTo>
                    <a:pt x="1437858" y="189496"/>
                  </a:lnTo>
                  <a:lnTo>
                    <a:pt x="1430044" y="188603"/>
                  </a:lnTo>
                  <a:lnTo>
                    <a:pt x="1422229" y="187710"/>
                  </a:lnTo>
                  <a:lnTo>
                    <a:pt x="1414415" y="186927"/>
                  </a:lnTo>
                  <a:lnTo>
                    <a:pt x="1406600" y="186072"/>
                  </a:lnTo>
                  <a:lnTo>
                    <a:pt x="1398786" y="185352"/>
                  </a:lnTo>
                  <a:lnTo>
                    <a:pt x="1390971" y="184627"/>
                  </a:lnTo>
                  <a:lnTo>
                    <a:pt x="1383157" y="183561"/>
                  </a:lnTo>
                  <a:lnTo>
                    <a:pt x="1375342" y="182480"/>
                  </a:lnTo>
                  <a:lnTo>
                    <a:pt x="1367528" y="181553"/>
                  </a:lnTo>
                  <a:lnTo>
                    <a:pt x="1359714" y="180741"/>
                  </a:lnTo>
                  <a:lnTo>
                    <a:pt x="1351899" y="179928"/>
                  </a:lnTo>
                  <a:lnTo>
                    <a:pt x="1344085" y="179114"/>
                  </a:lnTo>
                  <a:lnTo>
                    <a:pt x="1336270" y="178127"/>
                  </a:lnTo>
                  <a:lnTo>
                    <a:pt x="1328456" y="177048"/>
                  </a:lnTo>
                  <a:lnTo>
                    <a:pt x="1320641" y="176048"/>
                  </a:lnTo>
                  <a:lnTo>
                    <a:pt x="1312827" y="175148"/>
                  </a:lnTo>
                  <a:lnTo>
                    <a:pt x="1305012" y="174248"/>
                  </a:lnTo>
                  <a:lnTo>
                    <a:pt x="1297198" y="173347"/>
                  </a:lnTo>
                  <a:lnTo>
                    <a:pt x="1289384" y="172444"/>
                  </a:lnTo>
                  <a:lnTo>
                    <a:pt x="1281569" y="171532"/>
                  </a:lnTo>
                  <a:lnTo>
                    <a:pt x="1273755" y="170722"/>
                  </a:lnTo>
                  <a:lnTo>
                    <a:pt x="1265940" y="169734"/>
                  </a:lnTo>
                  <a:lnTo>
                    <a:pt x="1258126" y="168811"/>
                  </a:lnTo>
                  <a:lnTo>
                    <a:pt x="1250311" y="167901"/>
                  </a:lnTo>
                  <a:lnTo>
                    <a:pt x="1242497" y="166938"/>
                  </a:lnTo>
                  <a:lnTo>
                    <a:pt x="1234682" y="165839"/>
                  </a:lnTo>
                  <a:lnTo>
                    <a:pt x="1226868" y="164739"/>
                  </a:lnTo>
                  <a:lnTo>
                    <a:pt x="1219053" y="163690"/>
                  </a:lnTo>
                  <a:lnTo>
                    <a:pt x="1211239" y="162894"/>
                  </a:lnTo>
                  <a:lnTo>
                    <a:pt x="1203425" y="162091"/>
                  </a:lnTo>
                  <a:lnTo>
                    <a:pt x="1195610" y="161072"/>
                  </a:lnTo>
                  <a:lnTo>
                    <a:pt x="1187796" y="159924"/>
                  </a:lnTo>
                  <a:lnTo>
                    <a:pt x="1179981" y="158766"/>
                  </a:lnTo>
                  <a:lnTo>
                    <a:pt x="1172167" y="157630"/>
                  </a:lnTo>
                  <a:lnTo>
                    <a:pt x="1164352" y="156888"/>
                  </a:lnTo>
                  <a:lnTo>
                    <a:pt x="1156538" y="155932"/>
                  </a:lnTo>
                  <a:lnTo>
                    <a:pt x="1148723" y="154606"/>
                  </a:lnTo>
                  <a:lnTo>
                    <a:pt x="1140909" y="153550"/>
                  </a:lnTo>
                  <a:lnTo>
                    <a:pt x="1133095" y="152658"/>
                  </a:lnTo>
                  <a:lnTo>
                    <a:pt x="1125280" y="151758"/>
                  </a:lnTo>
                  <a:lnTo>
                    <a:pt x="1117466" y="150746"/>
                  </a:lnTo>
                  <a:lnTo>
                    <a:pt x="1109651" y="149331"/>
                  </a:lnTo>
                  <a:lnTo>
                    <a:pt x="1101837" y="148443"/>
                  </a:lnTo>
                  <a:lnTo>
                    <a:pt x="1094022" y="147751"/>
                  </a:lnTo>
                  <a:lnTo>
                    <a:pt x="1086208" y="147059"/>
                  </a:lnTo>
                  <a:lnTo>
                    <a:pt x="1078393" y="146323"/>
                  </a:lnTo>
                  <a:lnTo>
                    <a:pt x="1070579" y="145135"/>
                  </a:lnTo>
                  <a:lnTo>
                    <a:pt x="1062765" y="143944"/>
                  </a:lnTo>
                  <a:lnTo>
                    <a:pt x="1054950" y="143167"/>
                  </a:lnTo>
                  <a:lnTo>
                    <a:pt x="1047136" y="142550"/>
                  </a:lnTo>
                  <a:lnTo>
                    <a:pt x="1039321" y="141933"/>
                  </a:lnTo>
                  <a:lnTo>
                    <a:pt x="1031507" y="141258"/>
                  </a:lnTo>
                  <a:lnTo>
                    <a:pt x="1023692" y="140640"/>
                  </a:lnTo>
                  <a:lnTo>
                    <a:pt x="1015878" y="140022"/>
                  </a:lnTo>
                  <a:lnTo>
                    <a:pt x="1008063" y="139146"/>
                  </a:lnTo>
                  <a:lnTo>
                    <a:pt x="1000249" y="138302"/>
                  </a:lnTo>
                  <a:lnTo>
                    <a:pt x="992434" y="137606"/>
                  </a:lnTo>
                  <a:lnTo>
                    <a:pt x="984620" y="136649"/>
                  </a:lnTo>
                  <a:lnTo>
                    <a:pt x="976806" y="135607"/>
                  </a:lnTo>
                  <a:lnTo>
                    <a:pt x="968991" y="134565"/>
                  </a:lnTo>
                  <a:lnTo>
                    <a:pt x="961177" y="133523"/>
                  </a:lnTo>
                  <a:lnTo>
                    <a:pt x="953362" y="132550"/>
                  </a:lnTo>
                  <a:lnTo>
                    <a:pt x="945548" y="131497"/>
                  </a:lnTo>
                  <a:lnTo>
                    <a:pt x="937733" y="130524"/>
                  </a:lnTo>
                  <a:lnTo>
                    <a:pt x="929919" y="129739"/>
                  </a:lnTo>
                  <a:lnTo>
                    <a:pt x="922104" y="128956"/>
                  </a:lnTo>
                  <a:lnTo>
                    <a:pt x="914290" y="128174"/>
                  </a:lnTo>
                  <a:lnTo>
                    <a:pt x="906476" y="127190"/>
                  </a:lnTo>
                  <a:lnTo>
                    <a:pt x="898661" y="126272"/>
                  </a:lnTo>
                  <a:lnTo>
                    <a:pt x="890847" y="125492"/>
                  </a:lnTo>
                  <a:lnTo>
                    <a:pt x="883032" y="124692"/>
                  </a:lnTo>
                  <a:lnTo>
                    <a:pt x="875218" y="123932"/>
                  </a:lnTo>
                  <a:lnTo>
                    <a:pt x="867403" y="123156"/>
                  </a:lnTo>
                  <a:lnTo>
                    <a:pt x="859589" y="122101"/>
                  </a:lnTo>
                  <a:lnTo>
                    <a:pt x="851774" y="121444"/>
                  </a:lnTo>
                  <a:lnTo>
                    <a:pt x="843960" y="120741"/>
                  </a:lnTo>
                  <a:lnTo>
                    <a:pt x="836145" y="119913"/>
                  </a:lnTo>
                  <a:lnTo>
                    <a:pt x="828331" y="119089"/>
                  </a:lnTo>
                  <a:lnTo>
                    <a:pt x="820517" y="118500"/>
                  </a:lnTo>
                  <a:lnTo>
                    <a:pt x="812702" y="117445"/>
                  </a:lnTo>
                  <a:lnTo>
                    <a:pt x="804888" y="116625"/>
                  </a:lnTo>
                  <a:lnTo>
                    <a:pt x="797073" y="115843"/>
                  </a:lnTo>
                  <a:lnTo>
                    <a:pt x="789259" y="114985"/>
                  </a:lnTo>
                  <a:lnTo>
                    <a:pt x="781444" y="113891"/>
                  </a:lnTo>
                  <a:lnTo>
                    <a:pt x="773630" y="112756"/>
                  </a:lnTo>
                  <a:lnTo>
                    <a:pt x="765815" y="111832"/>
                  </a:lnTo>
                  <a:lnTo>
                    <a:pt x="758001" y="111019"/>
                  </a:lnTo>
                  <a:lnTo>
                    <a:pt x="750187" y="110576"/>
                  </a:lnTo>
                  <a:lnTo>
                    <a:pt x="742372" y="109823"/>
                  </a:lnTo>
                  <a:lnTo>
                    <a:pt x="734558" y="109084"/>
                  </a:lnTo>
                  <a:lnTo>
                    <a:pt x="726743" y="108277"/>
                  </a:lnTo>
                  <a:lnTo>
                    <a:pt x="718929" y="107430"/>
                  </a:lnTo>
                  <a:lnTo>
                    <a:pt x="711114" y="106758"/>
                  </a:lnTo>
                  <a:lnTo>
                    <a:pt x="703300" y="106081"/>
                  </a:lnTo>
                  <a:lnTo>
                    <a:pt x="695485" y="105305"/>
                  </a:lnTo>
                  <a:lnTo>
                    <a:pt x="687671" y="104396"/>
                  </a:lnTo>
                  <a:lnTo>
                    <a:pt x="679857" y="103550"/>
                  </a:lnTo>
                  <a:lnTo>
                    <a:pt x="672042" y="102835"/>
                  </a:lnTo>
                  <a:lnTo>
                    <a:pt x="664228" y="102120"/>
                  </a:lnTo>
                  <a:lnTo>
                    <a:pt x="656413" y="101453"/>
                  </a:lnTo>
                  <a:lnTo>
                    <a:pt x="648599" y="100791"/>
                  </a:lnTo>
                  <a:lnTo>
                    <a:pt x="640784" y="100213"/>
                  </a:lnTo>
                  <a:lnTo>
                    <a:pt x="632970" y="99470"/>
                  </a:lnTo>
                  <a:lnTo>
                    <a:pt x="625155" y="98802"/>
                  </a:lnTo>
                  <a:lnTo>
                    <a:pt x="617341" y="98314"/>
                  </a:lnTo>
                  <a:lnTo>
                    <a:pt x="609526" y="97655"/>
                  </a:lnTo>
                  <a:lnTo>
                    <a:pt x="601712" y="96976"/>
                  </a:lnTo>
                  <a:lnTo>
                    <a:pt x="593898" y="96141"/>
                  </a:lnTo>
                  <a:lnTo>
                    <a:pt x="586083" y="95478"/>
                  </a:lnTo>
                  <a:lnTo>
                    <a:pt x="578269" y="94961"/>
                  </a:lnTo>
                  <a:lnTo>
                    <a:pt x="570454" y="94418"/>
                  </a:lnTo>
                  <a:lnTo>
                    <a:pt x="562640" y="93623"/>
                  </a:lnTo>
                  <a:lnTo>
                    <a:pt x="554825" y="92912"/>
                  </a:lnTo>
                  <a:lnTo>
                    <a:pt x="547011" y="92123"/>
                  </a:lnTo>
                  <a:lnTo>
                    <a:pt x="539196" y="91523"/>
                  </a:lnTo>
                  <a:lnTo>
                    <a:pt x="531382" y="90898"/>
                  </a:lnTo>
                  <a:lnTo>
                    <a:pt x="523568" y="90660"/>
                  </a:lnTo>
                  <a:lnTo>
                    <a:pt x="515753" y="90358"/>
                  </a:lnTo>
                  <a:lnTo>
                    <a:pt x="507939" y="89798"/>
                  </a:lnTo>
                  <a:lnTo>
                    <a:pt x="500124" y="89364"/>
                  </a:lnTo>
                  <a:lnTo>
                    <a:pt x="492310" y="89008"/>
                  </a:lnTo>
                  <a:lnTo>
                    <a:pt x="484495" y="88369"/>
                  </a:lnTo>
                  <a:lnTo>
                    <a:pt x="476681" y="88242"/>
                  </a:lnTo>
                  <a:lnTo>
                    <a:pt x="468866" y="87846"/>
                  </a:lnTo>
                  <a:lnTo>
                    <a:pt x="461052" y="87351"/>
                  </a:lnTo>
                  <a:lnTo>
                    <a:pt x="453238" y="86997"/>
                  </a:lnTo>
                  <a:lnTo>
                    <a:pt x="445423" y="86641"/>
                  </a:lnTo>
                  <a:lnTo>
                    <a:pt x="437609" y="86378"/>
                  </a:lnTo>
                  <a:lnTo>
                    <a:pt x="429794" y="85899"/>
                  </a:lnTo>
                  <a:lnTo>
                    <a:pt x="421980" y="85456"/>
                  </a:lnTo>
                  <a:lnTo>
                    <a:pt x="414165" y="85054"/>
                  </a:lnTo>
                  <a:lnTo>
                    <a:pt x="406351" y="84832"/>
                  </a:lnTo>
                  <a:lnTo>
                    <a:pt x="398536" y="84287"/>
                  </a:lnTo>
                  <a:lnTo>
                    <a:pt x="390722" y="83785"/>
                  </a:lnTo>
                  <a:lnTo>
                    <a:pt x="382907" y="83489"/>
                  </a:lnTo>
                  <a:lnTo>
                    <a:pt x="375093" y="83212"/>
                  </a:lnTo>
                  <a:lnTo>
                    <a:pt x="367279" y="82896"/>
                  </a:lnTo>
                  <a:lnTo>
                    <a:pt x="359464" y="82485"/>
                  </a:lnTo>
                  <a:lnTo>
                    <a:pt x="351650" y="82241"/>
                  </a:lnTo>
                  <a:lnTo>
                    <a:pt x="343835" y="82005"/>
                  </a:lnTo>
                  <a:lnTo>
                    <a:pt x="336021" y="81708"/>
                  </a:lnTo>
                  <a:lnTo>
                    <a:pt x="328206" y="81415"/>
                  </a:lnTo>
                  <a:lnTo>
                    <a:pt x="320392" y="81224"/>
                  </a:lnTo>
                  <a:lnTo>
                    <a:pt x="312577" y="80990"/>
                  </a:lnTo>
                  <a:lnTo>
                    <a:pt x="304763" y="80704"/>
                  </a:lnTo>
                  <a:lnTo>
                    <a:pt x="296949" y="80434"/>
                  </a:lnTo>
                  <a:lnTo>
                    <a:pt x="289134" y="80065"/>
                  </a:lnTo>
                  <a:lnTo>
                    <a:pt x="281320" y="79879"/>
                  </a:lnTo>
                  <a:lnTo>
                    <a:pt x="273505" y="79550"/>
                  </a:lnTo>
                  <a:lnTo>
                    <a:pt x="265691" y="79298"/>
                  </a:lnTo>
                  <a:lnTo>
                    <a:pt x="257876" y="79312"/>
                  </a:lnTo>
                  <a:lnTo>
                    <a:pt x="250062" y="79081"/>
                  </a:lnTo>
                  <a:lnTo>
                    <a:pt x="242247" y="78920"/>
                  </a:lnTo>
                  <a:lnTo>
                    <a:pt x="234433" y="78644"/>
                  </a:lnTo>
                  <a:lnTo>
                    <a:pt x="226619" y="78368"/>
                  </a:lnTo>
                  <a:lnTo>
                    <a:pt x="218804" y="78084"/>
                  </a:lnTo>
                  <a:lnTo>
                    <a:pt x="210990" y="77799"/>
                  </a:lnTo>
                  <a:lnTo>
                    <a:pt x="203175" y="77536"/>
                  </a:lnTo>
                  <a:lnTo>
                    <a:pt x="195361" y="77558"/>
                  </a:lnTo>
                  <a:lnTo>
                    <a:pt x="187546" y="77358"/>
                  </a:lnTo>
                  <a:lnTo>
                    <a:pt x="179732" y="77431"/>
                  </a:lnTo>
                  <a:lnTo>
                    <a:pt x="171917" y="77195"/>
                  </a:lnTo>
                  <a:lnTo>
                    <a:pt x="164103" y="76913"/>
                  </a:lnTo>
                  <a:lnTo>
                    <a:pt x="156288" y="76858"/>
                  </a:lnTo>
                  <a:lnTo>
                    <a:pt x="148474" y="76800"/>
                  </a:lnTo>
                  <a:lnTo>
                    <a:pt x="140660" y="76565"/>
                  </a:lnTo>
                  <a:lnTo>
                    <a:pt x="132845" y="76226"/>
                  </a:lnTo>
                  <a:lnTo>
                    <a:pt x="125031" y="75939"/>
                  </a:lnTo>
                  <a:lnTo>
                    <a:pt x="117216" y="75863"/>
                  </a:lnTo>
                  <a:lnTo>
                    <a:pt x="109402" y="75629"/>
                  </a:lnTo>
                  <a:lnTo>
                    <a:pt x="101587" y="75419"/>
                  </a:lnTo>
                  <a:lnTo>
                    <a:pt x="93773" y="75364"/>
                  </a:lnTo>
                  <a:lnTo>
                    <a:pt x="85958" y="75248"/>
                  </a:lnTo>
                  <a:lnTo>
                    <a:pt x="78144" y="75075"/>
                  </a:lnTo>
                  <a:lnTo>
                    <a:pt x="70330" y="74698"/>
                  </a:lnTo>
                  <a:lnTo>
                    <a:pt x="62515" y="74575"/>
                  </a:lnTo>
                  <a:lnTo>
                    <a:pt x="54701" y="74441"/>
                  </a:lnTo>
                  <a:lnTo>
                    <a:pt x="46886" y="74184"/>
                  </a:lnTo>
                  <a:lnTo>
                    <a:pt x="39072" y="73980"/>
                  </a:lnTo>
                  <a:lnTo>
                    <a:pt x="31257" y="73941"/>
                  </a:lnTo>
                  <a:lnTo>
                    <a:pt x="23443" y="73907"/>
                  </a:lnTo>
                  <a:lnTo>
                    <a:pt x="15628" y="73877"/>
                  </a:lnTo>
                  <a:lnTo>
                    <a:pt x="7814" y="73847"/>
                  </a:lnTo>
                  <a:lnTo>
                    <a:pt x="0" y="73813"/>
                  </a:lnTo>
                  <a:close/>
                </a:path>
              </a:pathLst>
            </a:custGeom>
            <a:solidFill>
              <a:srgbClr val="D55E00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212" name="pl211"/>
            <p:cNvSpPr/>
            <p:nvPr/>
          </p:nvSpPr>
          <p:spPr>
            <a:xfrm>
              <a:off x="6041499" y="2717828"/>
              <a:ext cx="2023942" cy="46077"/>
            </a:xfrm>
            <a:custGeom>
              <a:avLst/>
              <a:pathLst>
                <a:path w="2023942" h="46077">
                  <a:moveTo>
                    <a:pt x="0" y="0"/>
                  </a:moveTo>
                  <a:lnTo>
                    <a:pt x="7814" y="512"/>
                  </a:lnTo>
                  <a:lnTo>
                    <a:pt x="15628" y="975"/>
                  </a:lnTo>
                  <a:lnTo>
                    <a:pt x="23443" y="1469"/>
                  </a:lnTo>
                  <a:lnTo>
                    <a:pt x="31257" y="2030"/>
                  </a:lnTo>
                  <a:lnTo>
                    <a:pt x="39072" y="2476"/>
                  </a:lnTo>
                  <a:lnTo>
                    <a:pt x="46886" y="2950"/>
                  </a:lnTo>
                  <a:lnTo>
                    <a:pt x="54701" y="3427"/>
                  </a:lnTo>
                  <a:lnTo>
                    <a:pt x="62515" y="3979"/>
                  </a:lnTo>
                  <a:lnTo>
                    <a:pt x="70330" y="4498"/>
                  </a:lnTo>
                  <a:lnTo>
                    <a:pt x="78144" y="5000"/>
                  </a:lnTo>
                  <a:lnTo>
                    <a:pt x="85958" y="5438"/>
                  </a:lnTo>
                  <a:lnTo>
                    <a:pt x="93773" y="5970"/>
                  </a:lnTo>
                  <a:lnTo>
                    <a:pt x="101587" y="6635"/>
                  </a:lnTo>
                  <a:lnTo>
                    <a:pt x="109402" y="7193"/>
                  </a:lnTo>
                  <a:lnTo>
                    <a:pt x="117216" y="7737"/>
                  </a:lnTo>
                  <a:lnTo>
                    <a:pt x="125031" y="8246"/>
                  </a:lnTo>
                  <a:lnTo>
                    <a:pt x="132845" y="8823"/>
                  </a:lnTo>
                  <a:lnTo>
                    <a:pt x="140660" y="9403"/>
                  </a:lnTo>
                  <a:lnTo>
                    <a:pt x="148474" y="9986"/>
                  </a:lnTo>
                  <a:lnTo>
                    <a:pt x="156288" y="10375"/>
                  </a:lnTo>
                  <a:lnTo>
                    <a:pt x="164103" y="10763"/>
                  </a:lnTo>
                  <a:lnTo>
                    <a:pt x="171917" y="11175"/>
                  </a:lnTo>
                  <a:lnTo>
                    <a:pt x="179732" y="11731"/>
                  </a:lnTo>
                  <a:lnTo>
                    <a:pt x="187546" y="12302"/>
                  </a:lnTo>
                  <a:lnTo>
                    <a:pt x="195361" y="12694"/>
                  </a:lnTo>
                  <a:lnTo>
                    <a:pt x="203175" y="13281"/>
                  </a:lnTo>
                  <a:lnTo>
                    <a:pt x="210990" y="13873"/>
                  </a:lnTo>
                  <a:lnTo>
                    <a:pt x="218804" y="14416"/>
                  </a:lnTo>
                  <a:lnTo>
                    <a:pt x="226619" y="14982"/>
                  </a:lnTo>
                  <a:lnTo>
                    <a:pt x="234433" y="15579"/>
                  </a:lnTo>
                  <a:lnTo>
                    <a:pt x="242247" y="16182"/>
                  </a:lnTo>
                  <a:lnTo>
                    <a:pt x="250062" y="16787"/>
                  </a:lnTo>
                  <a:lnTo>
                    <a:pt x="257876" y="17308"/>
                  </a:lnTo>
                  <a:lnTo>
                    <a:pt x="265691" y="17948"/>
                  </a:lnTo>
                  <a:lnTo>
                    <a:pt x="273505" y="18621"/>
                  </a:lnTo>
                  <a:lnTo>
                    <a:pt x="281320" y="19233"/>
                  </a:lnTo>
                  <a:lnTo>
                    <a:pt x="289134" y="19849"/>
                  </a:lnTo>
                  <a:lnTo>
                    <a:pt x="296949" y="20347"/>
                  </a:lnTo>
                  <a:lnTo>
                    <a:pt x="304763" y="20621"/>
                  </a:lnTo>
                  <a:lnTo>
                    <a:pt x="312577" y="20900"/>
                  </a:lnTo>
                  <a:lnTo>
                    <a:pt x="320392" y="21451"/>
                  </a:lnTo>
                  <a:lnTo>
                    <a:pt x="328206" y="21604"/>
                  </a:lnTo>
                  <a:lnTo>
                    <a:pt x="336021" y="22092"/>
                  </a:lnTo>
                  <a:lnTo>
                    <a:pt x="343835" y="22635"/>
                  </a:lnTo>
                  <a:lnTo>
                    <a:pt x="351650" y="23194"/>
                  </a:lnTo>
                  <a:lnTo>
                    <a:pt x="359464" y="23727"/>
                  </a:lnTo>
                  <a:lnTo>
                    <a:pt x="367279" y="24277"/>
                  </a:lnTo>
                  <a:lnTo>
                    <a:pt x="375093" y="24749"/>
                  </a:lnTo>
                  <a:lnTo>
                    <a:pt x="382907" y="25117"/>
                  </a:lnTo>
                  <a:lnTo>
                    <a:pt x="390722" y="25489"/>
                  </a:lnTo>
                  <a:lnTo>
                    <a:pt x="398536" y="25858"/>
                  </a:lnTo>
                  <a:lnTo>
                    <a:pt x="406351" y="26204"/>
                  </a:lnTo>
                  <a:lnTo>
                    <a:pt x="414165" y="26616"/>
                  </a:lnTo>
                  <a:lnTo>
                    <a:pt x="421980" y="27332"/>
                  </a:lnTo>
                  <a:lnTo>
                    <a:pt x="429794" y="27723"/>
                  </a:lnTo>
                  <a:lnTo>
                    <a:pt x="437609" y="28024"/>
                  </a:lnTo>
                  <a:lnTo>
                    <a:pt x="445423" y="28801"/>
                  </a:lnTo>
                  <a:lnTo>
                    <a:pt x="453238" y="29143"/>
                  </a:lnTo>
                  <a:lnTo>
                    <a:pt x="461052" y="29485"/>
                  </a:lnTo>
                  <a:lnTo>
                    <a:pt x="468866" y="30036"/>
                  </a:lnTo>
                  <a:lnTo>
                    <a:pt x="476681" y="30459"/>
                  </a:lnTo>
                  <a:lnTo>
                    <a:pt x="484495" y="30806"/>
                  </a:lnTo>
                  <a:lnTo>
                    <a:pt x="492310" y="31227"/>
                  </a:lnTo>
                  <a:lnTo>
                    <a:pt x="500124" y="31656"/>
                  </a:lnTo>
                  <a:lnTo>
                    <a:pt x="507939" y="32201"/>
                  </a:lnTo>
                  <a:lnTo>
                    <a:pt x="515753" y="32580"/>
                  </a:lnTo>
                  <a:lnTo>
                    <a:pt x="523568" y="33075"/>
                  </a:lnTo>
                  <a:lnTo>
                    <a:pt x="531382" y="33440"/>
                  </a:lnTo>
                  <a:lnTo>
                    <a:pt x="539196" y="33771"/>
                  </a:lnTo>
                  <a:lnTo>
                    <a:pt x="547011" y="34056"/>
                  </a:lnTo>
                  <a:lnTo>
                    <a:pt x="554825" y="34228"/>
                  </a:lnTo>
                  <a:lnTo>
                    <a:pt x="562640" y="34536"/>
                  </a:lnTo>
                  <a:lnTo>
                    <a:pt x="570454" y="35023"/>
                  </a:lnTo>
                  <a:lnTo>
                    <a:pt x="578269" y="35351"/>
                  </a:lnTo>
                  <a:lnTo>
                    <a:pt x="586083" y="35667"/>
                  </a:lnTo>
                  <a:lnTo>
                    <a:pt x="593898" y="35771"/>
                  </a:lnTo>
                  <a:lnTo>
                    <a:pt x="601712" y="36077"/>
                  </a:lnTo>
                  <a:lnTo>
                    <a:pt x="609526" y="36390"/>
                  </a:lnTo>
                  <a:lnTo>
                    <a:pt x="617341" y="36726"/>
                  </a:lnTo>
                  <a:lnTo>
                    <a:pt x="625155" y="37126"/>
                  </a:lnTo>
                  <a:lnTo>
                    <a:pt x="632970" y="37327"/>
                  </a:lnTo>
                  <a:lnTo>
                    <a:pt x="640784" y="37660"/>
                  </a:lnTo>
                  <a:lnTo>
                    <a:pt x="648599" y="38046"/>
                  </a:lnTo>
                  <a:lnTo>
                    <a:pt x="656413" y="38261"/>
                  </a:lnTo>
                  <a:lnTo>
                    <a:pt x="664228" y="38381"/>
                  </a:lnTo>
                  <a:lnTo>
                    <a:pt x="672042" y="38508"/>
                  </a:lnTo>
                  <a:lnTo>
                    <a:pt x="679857" y="38502"/>
                  </a:lnTo>
                  <a:lnTo>
                    <a:pt x="687671" y="38643"/>
                  </a:lnTo>
                  <a:lnTo>
                    <a:pt x="695485" y="38953"/>
                  </a:lnTo>
                  <a:lnTo>
                    <a:pt x="703300" y="39268"/>
                  </a:lnTo>
                  <a:lnTo>
                    <a:pt x="711114" y="39168"/>
                  </a:lnTo>
                  <a:lnTo>
                    <a:pt x="718929" y="39413"/>
                  </a:lnTo>
                  <a:lnTo>
                    <a:pt x="726743" y="39506"/>
                  </a:lnTo>
                  <a:lnTo>
                    <a:pt x="734558" y="39806"/>
                  </a:lnTo>
                  <a:lnTo>
                    <a:pt x="742372" y="40048"/>
                  </a:lnTo>
                  <a:lnTo>
                    <a:pt x="750187" y="40095"/>
                  </a:lnTo>
                  <a:lnTo>
                    <a:pt x="758001" y="40151"/>
                  </a:lnTo>
                  <a:lnTo>
                    <a:pt x="765815" y="40651"/>
                  </a:lnTo>
                  <a:lnTo>
                    <a:pt x="773630" y="41030"/>
                  </a:lnTo>
                  <a:lnTo>
                    <a:pt x="781444" y="41581"/>
                  </a:lnTo>
                  <a:lnTo>
                    <a:pt x="789259" y="41515"/>
                  </a:lnTo>
                  <a:lnTo>
                    <a:pt x="797073" y="41539"/>
                  </a:lnTo>
                  <a:lnTo>
                    <a:pt x="804888" y="41932"/>
                  </a:lnTo>
                  <a:lnTo>
                    <a:pt x="812702" y="42179"/>
                  </a:lnTo>
                  <a:lnTo>
                    <a:pt x="820517" y="42279"/>
                  </a:lnTo>
                  <a:lnTo>
                    <a:pt x="828331" y="42305"/>
                  </a:lnTo>
                  <a:lnTo>
                    <a:pt x="836145" y="42400"/>
                  </a:lnTo>
                  <a:lnTo>
                    <a:pt x="843960" y="42680"/>
                  </a:lnTo>
                  <a:lnTo>
                    <a:pt x="851774" y="42719"/>
                  </a:lnTo>
                  <a:lnTo>
                    <a:pt x="859589" y="42663"/>
                  </a:lnTo>
                  <a:lnTo>
                    <a:pt x="867403" y="42896"/>
                  </a:lnTo>
                  <a:lnTo>
                    <a:pt x="875218" y="42892"/>
                  </a:lnTo>
                  <a:lnTo>
                    <a:pt x="883032" y="42882"/>
                  </a:lnTo>
                  <a:lnTo>
                    <a:pt x="890847" y="43116"/>
                  </a:lnTo>
                  <a:lnTo>
                    <a:pt x="898661" y="42903"/>
                  </a:lnTo>
                  <a:lnTo>
                    <a:pt x="906476" y="43187"/>
                  </a:lnTo>
                  <a:lnTo>
                    <a:pt x="914290" y="43486"/>
                  </a:lnTo>
                  <a:lnTo>
                    <a:pt x="922104" y="43804"/>
                  </a:lnTo>
                  <a:lnTo>
                    <a:pt x="929919" y="43834"/>
                  </a:lnTo>
                  <a:lnTo>
                    <a:pt x="937733" y="43796"/>
                  </a:lnTo>
                  <a:lnTo>
                    <a:pt x="945548" y="43969"/>
                  </a:lnTo>
                  <a:lnTo>
                    <a:pt x="953362" y="44004"/>
                  </a:lnTo>
                  <a:lnTo>
                    <a:pt x="961177" y="43961"/>
                  </a:lnTo>
                  <a:lnTo>
                    <a:pt x="968991" y="43951"/>
                  </a:lnTo>
                  <a:lnTo>
                    <a:pt x="976806" y="43931"/>
                  </a:lnTo>
                  <a:lnTo>
                    <a:pt x="984620" y="44045"/>
                  </a:lnTo>
                  <a:lnTo>
                    <a:pt x="992434" y="43873"/>
                  </a:lnTo>
                  <a:lnTo>
                    <a:pt x="1000249" y="44250"/>
                  </a:lnTo>
                  <a:lnTo>
                    <a:pt x="1008063" y="44458"/>
                  </a:lnTo>
                  <a:lnTo>
                    <a:pt x="1015878" y="44761"/>
                  </a:lnTo>
                  <a:lnTo>
                    <a:pt x="1023692" y="44957"/>
                  </a:lnTo>
                  <a:lnTo>
                    <a:pt x="1031507" y="44903"/>
                  </a:lnTo>
                  <a:lnTo>
                    <a:pt x="1039321" y="44919"/>
                  </a:lnTo>
                  <a:lnTo>
                    <a:pt x="1047136" y="44765"/>
                  </a:lnTo>
                  <a:lnTo>
                    <a:pt x="1054950" y="44860"/>
                  </a:lnTo>
                  <a:lnTo>
                    <a:pt x="1062765" y="45016"/>
                  </a:lnTo>
                  <a:lnTo>
                    <a:pt x="1070579" y="44986"/>
                  </a:lnTo>
                  <a:lnTo>
                    <a:pt x="1078393" y="44961"/>
                  </a:lnTo>
                  <a:lnTo>
                    <a:pt x="1086208" y="44941"/>
                  </a:lnTo>
                  <a:lnTo>
                    <a:pt x="1094022" y="45097"/>
                  </a:lnTo>
                  <a:lnTo>
                    <a:pt x="1101837" y="45168"/>
                  </a:lnTo>
                  <a:lnTo>
                    <a:pt x="1109651" y="45255"/>
                  </a:lnTo>
                  <a:lnTo>
                    <a:pt x="1117466" y="45440"/>
                  </a:lnTo>
                  <a:lnTo>
                    <a:pt x="1125280" y="45307"/>
                  </a:lnTo>
                  <a:lnTo>
                    <a:pt x="1133095" y="45190"/>
                  </a:lnTo>
                  <a:lnTo>
                    <a:pt x="1140909" y="45061"/>
                  </a:lnTo>
                  <a:lnTo>
                    <a:pt x="1148723" y="45057"/>
                  </a:lnTo>
                  <a:lnTo>
                    <a:pt x="1156538" y="45073"/>
                  </a:lnTo>
                  <a:lnTo>
                    <a:pt x="1164352" y="45378"/>
                  </a:lnTo>
                  <a:lnTo>
                    <a:pt x="1172167" y="45350"/>
                  </a:lnTo>
                  <a:lnTo>
                    <a:pt x="1179981" y="45272"/>
                  </a:lnTo>
                  <a:lnTo>
                    <a:pt x="1187796" y="45201"/>
                  </a:lnTo>
                  <a:lnTo>
                    <a:pt x="1195610" y="45131"/>
                  </a:lnTo>
                  <a:lnTo>
                    <a:pt x="1203425" y="45100"/>
                  </a:lnTo>
                  <a:lnTo>
                    <a:pt x="1211239" y="45278"/>
                  </a:lnTo>
                  <a:lnTo>
                    <a:pt x="1219053" y="45455"/>
                  </a:lnTo>
                  <a:lnTo>
                    <a:pt x="1226868" y="45379"/>
                  </a:lnTo>
                  <a:lnTo>
                    <a:pt x="1234682" y="45298"/>
                  </a:lnTo>
                  <a:lnTo>
                    <a:pt x="1242497" y="45218"/>
                  </a:lnTo>
                  <a:lnTo>
                    <a:pt x="1250311" y="45384"/>
                  </a:lnTo>
                  <a:lnTo>
                    <a:pt x="1258126" y="45439"/>
                  </a:lnTo>
                  <a:lnTo>
                    <a:pt x="1265940" y="45537"/>
                  </a:lnTo>
                  <a:lnTo>
                    <a:pt x="1273755" y="45670"/>
                  </a:lnTo>
                  <a:lnTo>
                    <a:pt x="1281569" y="45802"/>
                  </a:lnTo>
                  <a:lnTo>
                    <a:pt x="1289384" y="45939"/>
                  </a:lnTo>
                  <a:lnTo>
                    <a:pt x="1297198" y="46077"/>
                  </a:lnTo>
                  <a:lnTo>
                    <a:pt x="1305012" y="46030"/>
                  </a:lnTo>
                  <a:lnTo>
                    <a:pt x="1312827" y="45978"/>
                  </a:lnTo>
                  <a:lnTo>
                    <a:pt x="1320641" y="45927"/>
                  </a:lnTo>
                  <a:lnTo>
                    <a:pt x="1328456" y="45868"/>
                  </a:lnTo>
                  <a:lnTo>
                    <a:pt x="1336270" y="45799"/>
                  </a:lnTo>
                  <a:lnTo>
                    <a:pt x="1344085" y="45730"/>
                  </a:lnTo>
                  <a:lnTo>
                    <a:pt x="1351899" y="45661"/>
                  </a:lnTo>
                  <a:lnTo>
                    <a:pt x="1359714" y="45592"/>
                  </a:lnTo>
                  <a:lnTo>
                    <a:pt x="1367528" y="45524"/>
                  </a:lnTo>
                  <a:lnTo>
                    <a:pt x="1375342" y="45541"/>
                  </a:lnTo>
                  <a:lnTo>
                    <a:pt x="1383157" y="45514"/>
                  </a:lnTo>
                  <a:lnTo>
                    <a:pt x="1390971" y="45461"/>
                  </a:lnTo>
                  <a:lnTo>
                    <a:pt x="1398786" y="45549"/>
                  </a:lnTo>
                  <a:lnTo>
                    <a:pt x="1406600" y="45736"/>
                  </a:lnTo>
                  <a:lnTo>
                    <a:pt x="1414415" y="45784"/>
                  </a:lnTo>
                  <a:lnTo>
                    <a:pt x="1422229" y="45810"/>
                  </a:lnTo>
                  <a:lnTo>
                    <a:pt x="1430044" y="45791"/>
                  </a:lnTo>
                  <a:lnTo>
                    <a:pt x="1437858" y="45773"/>
                  </a:lnTo>
                  <a:lnTo>
                    <a:pt x="1445672" y="45754"/>
                  </a:lnTo>
                  <a:lnTo>
                    <a:pt x="1453487" y="45631"/>
                  </a:lnTo>
                  <a:lnTo>
                    <a:pt x="1461301" y="45464"/>
                  </a:lnTo>
                  <a:lnTo>
                    <a:pt x="1469116" y="45301"/>
                  </a:lnTo>
                  <a:lnTo>
                    <a:pt x="1476930" y="45241"/>
                  </a:lnTo>
                  <a:lnTo>
                    <a:pt x="1484745" y="45261"/>
                  </a:lnTo>
                  <a:lnTo>
                    <a:pt x="1492559" y="45143"/>
                  </a:lnTo>
                  <a:lnTo>
                    <a:pt x="1500374" y="45031"/>
                  </a:lnTo>
                  <a:lnTo>
                    <a:pt x="1508188" y="44963"/>
                  </a:lnTo>
                  <a:lnTo>
                    <a:pt x="1516003" y="44833"/>
                  </a:lnTo>
                  <a:lnTo>
                    <a:pt x="1523817" y="44977"/>
                  </a:lnTo>
                  <a:lnTo>
                    <a:pt x="1531631" y="45127"/>
                  </a:lnTo>
                  <a:lnTo>
                    <a:pt x="1539446" y="45277"/>
                  </a:lnTo>
                  <a:lnTo>
                    <a:pt x="1547260" y="45428"/>
                  </a:lnTo>
                  <a:lnTo>
                    <a:pt x="1555075" y="45518"/>
                  </a:lnTo>
                  <a:lnTo>
                    <a:pt x="1562889" y="45504"/>
                  </a:lnTo>
                  <a:lnTo>
                    <a:pt x="1570704" y="45515"/>
                  </a:lnTo>
                  <a:lnTo>
                    <a:pt x="1578518" y="45570"/>
                  </a:lnTo>
                  <a:lnTo>
                    <a:pt x="1586333" y="45494"/>
                  </a:lnTo>
                  <a:lnTo>
                    <a:pt x="1594147" y="45436"/>
                  </a:lnTo>
                  <a:lnTo>
                    <a:pt x="1601961" y="45417"/>
                  </a:lnTo>
                  <a:lnTo>
                    <a:pt x="1609776" y="45398"/>
                  </a:lnTo>
                  <a:lnTo>
                    <a:pt x="1617590" y="45379"/>
                  </a:lnTo>
                  <a:lnTo>
                    <a:pt x="1625405" y="45363"/>
                  </a:lnTo>
                  <a:lnTo>
                    <a:pt x="1633219" y="45347"/>
                  </a:lnTo>
                  <a:lnTo>
                    <a:pt x="1641034" y="45348"/>
                  </a:lnTo>
                  <a:lnTo>
                    <a:pt x="1648848" y="45490"/>
                  </a:lnTo>
                  <a:lnTo>
                    <a:pt x="1656663" y="45451"/>
                  </a:lnTo>
                  <a:lnTo>
                    <a:pt x="1664477" y="45443"/>
                  </a:lnTo>
                  <a:lnTo>
                    <a:pt x="1672291" y="45487"/>
                  </a:lnTo>
                  <a:lnTo>
                    <a:pt x="1680106" y="45531"/>
                  </a:lnTo>
                  <a:lnTo>
                    <a:pt x="1687920" y="45575"/>
                  </a:lnTo>
                  <a:lnTo>
                    <a:pt x="1695735" y="45619"/>
                  </a:lnTo>
                  <a:lnTo>
                    <a:pt x="1703549" y="45663"/>
                  </a:lnTo>
                  <a:lnTo>
                    <a:pt x="1711364" y="45707"/>
                  </a:lnTo>
                  <a:lnTo>
                    <a:pt x="1719178" y="45752"/>
                  </a:lnTo>
                  <a:lnTo>
                    <a:pt x="1726993" y="45797"/>
                  </a:lnTo>
                  <a:lnTo>
                    <a:pt x="1734807" y="45842"/>
                  </a:lnTo>
                  <a:lnTo>
                    <a:pt x="1742622" y="45717"/>
                  </a:lnTo>
                  <a:lnTo>
                    <a:pt x="1750436" y="45580"/>
                  </a:lnTo>
                  <a:lnTo>
                    <a:pt x="1758250" y="45442"/>
                  </a:lnTo>
                  <a:lnTo>
                    <a:pt x="1766065" y="45305"/>
                  </a:lnTo>
                  <a:lnTo>
                    <a:pt x="1773879" y="45168"/>
                  </a:lnTo>
                  <a:lnTo>
                    <a:pt x="1781694" y="45030"/>
                  </a:lnTo>
                  <a:lnTo>
                    <a:pt x="1789508" y="44996"/>
                  </a:lnTo>
                  <a:lnTo>
                    <a:pt x="1797323" y="44979"/>
                  </a:lnTo>
                  <a:lnTo>
                    <a:pt x="1805137" y="44963"/>
                  </a:lnTo>
                  <a:lnTo>
                    <a:pt x="1812952" y="44946"/>
                  </a:lnTo>
                  <a:lnTo>
                    <a:pt x="1820766" y="44966"/>
                  </a:lnTo>
                  <a:lnTo>
                    <a:pt x="1828580" y="44986"/>
                  </a:lnTo>
                  <a:lnTo>
                    <a:pt x="1836395" y="45006"/>
                  </a:lnTo>
                  <a:lnTo>
                    <a:pt x="1844209" y="45026"/>
                  </a:lnTo>
                  <a:lnTo>
                    <a:pt x="1852024" y="45046"/>
                  </a:lnTo>
                  <a:lnTo>
                    <a:pt x="1859838" y="45067"/>
                  </a:lnTo>
                  <a:lnTo>
                    <a:pt x="1867653" y="45087"/>
                  </a:lnTo>
                  <a:lnTo>
                    <a:pt x="1875467" y="45107"/>
                  </a:lnTo>
                  <a:lnTo>
                    <a:pt x="1883282" y="45127"/>
                  </a:lnTo>
                  <a:lnTo>
                    <a:pt x="1891096" y="45119"/>
                  </a:lnTo>
                  <a:lnTo>
                    <a:pt x="1898910" y="45077"/>
                  </a:lnTo>
                  <a:lnTo>
                    <a:pt x="1906725" y="45036"/>
                  </a:lnTo>
                  <a:lnTo>
                    <a:pt x="1914539" y="44994"/>
                  </a:lnTo>
                  <a:lnTo>
                    <a:pt x="1922354" y="44953"/>
                  </a:lnTo>
                  <a:lnTo>
                    <a:pt x="1930168" y="44912"/>
                  </a:lnTo>
                  <a:lnTo>
                    <a:pt x="1937983" y="44870"/>
                  </a:lnTo>
                  <a:lnTo>
                    <a:pt x="1945797" y="44830"/>
                  </a:lnTo>
                  <a:lnTo>
                    <a:pt x="1953612" y="44791"/>
                  </a:lnTo>
                  <a:lnTo>
                    <a:pt x="1961426" y="44891"/>
                  </a:lnTo>
                  <a:lnTo>
                    <a:pt x="1969241" y="44991"/>
                  </a:lnTo>
                  <a:lnTo>
                    <a:pt x="1977055" y="45093"/>
                  </a:lnTo>
                  <a:lnTo>
                    <a:pt x="1984869" y="45194"/>
                  </a:lnTo>
                  <a:lnTo>
                    <a:pt x="1992684" y="45295"/>
                  </a:lnTo>
                  <a:lnTo>
                    <a:pt x="2000498" y="45397"/>
                  </a:lnTo>
                  <a:lnTo>
                    <a:pt x="2008313" y="45454"/>
                  </a:lnTo>
                  <a:lnTo>
                    <a:pt x="2016127" y="45476"/>
                  </a:lnTo>
                  <a:lnTo>
                    <a:pt x="2023942" y="454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3" name="pl212"/>
            <p:cNvSpPr/>
            <p:nvPr/>
          </p:nvSpPr>
          <p:spPr>
            <a:xfrm>
              <a:off x="6041499" y="2791642"/>
              <a:ext cx="2023942" cy="185553"/>
            </a:xfrm>
            <a:custGeom>
              <a:avLst/>
              <a:pathLst>
                <a:path w="2023942" h="185553">
                  <a:moveTo>
                    <a:pt x="2023942" y="185553"/>
                  </a:moveTo>
                  <a:lnTo>
                    <a:pt x="2016127" y="184890"/>
                  </a:lnTo>
                  <a:lnTo>
                    <a:pt x="2008313" y="184104"/>
                  </a:lnTo>
                  <a:lnTo>
                    <a:pt x="2000498" y="183224"/>
                  </a:lnTo>
                  <a:lnTo>
                    <a:pt x="1992684" y="182339"/>
                  </a:lnTo>
                  <a:lnTo>
                    <a:pt x="1984869" y="181449"/>
                  </a:lnTo>
                  <a:lnTo>
                    <a:pt x="1977055" y="180621"/>
                  </a:lnTo>
                  <a:lnTo>
                    <a:pt x="1969241" y="179790"/>
                  </a:lnTo>
                  <a:lnTo>
                    <a:pt x="1961426" y="178955"/>
                  </a:lnTo>
                  <a:lnTo>
                    <a:pt x="1953612" y="178113"/>
                  </a:lnTo>
                  <a:lnTo>
                    <a:pt x="1945797" y="177267"/>
                  </a:lnTo>
                  <a:lnTo>
                    <a:pt x="1937983" y="176417"/>
                  </a:lnTo>
                  <a:lnTo>
                    <a:pt x="1930168" y="175429"/>
                  </a:lnTo>
                  <a:lnTo>
                    <a:pt x="1922354" y="174438"/>
                  </a:lnTo>
                  <a:lnTo>
                    <a:pt x="1914539" y="173443"/>
                  </a:lnTo>
                  <a:lnTo>
                    <a:pt x="1906725" y="172806"/>
                  </a:lnTo>
                  <a:lnTo>
                    <a:pt x="1898910" y="172138"/>
                  </a:lnTo>
                  <a:lnTo>
                    <a:pt x="1891096" y="171270"/>
                  </a:lnTo>
                  <a:lnTo>
                    <a:pt x="1883282" y="170371"/>
                  </a:lnTo>
                  <a:lnTo>
                    <a:pt x="1875467" y="169438"/>
                  </a:lnTo>
                  <a:lnTo>
                    <a:pt x="1867653" y="168499"/>
                  </a:lnTo>
                  <a:lnTo>
                    <a:pt x="1859838" y="167556"/>
                  </a:lnTo>
                  <a:lnTo>
                    <a:pt x="1852024" y="166657"/>
                  </a:lnTo>
                  <a:lnTo>
                    <a:pt x="1844209" y="165912"/>
                  </a:lnTo>
                  <a:lnTo>
                    <a:pt x="1836395" y="165111"/>
                  </a:lnTo>
                  <a:lnTo>
                    <a:pt x="1828580" y="164222"/>
                  </a:lnTo>
                  <a:lnTo>
                    <a:pt x="1820766" y="163329"/>
                  </a:lnTo>
                  <a:lnTo>
                    <a:pt x="1812952" y="162434"/>
                  </a:lnTo>
                  <a:lnTo>
                    <a:pt x="1805137" y="161583"/>
                  </a:lnTo>
                  <a:lnTo>
                    <a:pt x="1797323" y="160806"/>
                  </a:lnTo>
                  <a:lnTo>
                    <a:pt x="1789508" y="160025"/>
                  </a:lnTo>
                  <a:lnTo>
                    <a:pt x="1781694" y="159240"/>
                  </a:lnTo>
                  <a:lnTo>
                    <a:pt x="1773879" y="158237"/>
                  </a:lnTo>
                  <a:lnTo>
                    <a:pt x="1766065" y="157037"/>
                  </a:lnTo>
                  <a:lnTo>
                    <a:pt x="1758250" y="156053"/>
                  </a:lnTo>
                  <a:lnTo>
                    <a:pt x="1750436" y="155129"/>
                  </a:lnTo>
                  <a:lnTo>
                    <a:pt x="1742622" y="154202"/>
                  </a:lnTo>
                  <a:lnTo>
                    <a:pt x="1734807" y="153385"/>
                  </a:lnTo>
                  <a:lnTo>
                    <a:pt x="1726993" y="152607"/>
                  </a:lnTo>
                  <a:lnTo>
                    <a:pt x="1719178" y="151734"/>
                  </a:lnTo>
                  <a:lnTo>
                    <a:pt x="1711364" y="150853"/>
                  </a:lnTo>
                  <a:lnTo>
                    <a:pt x="1703549" y="150047"/>
                  </a:lnTo>
                  <a:lnTo>
                    <a:pt x="1695735" y="148847"/>
                  </a:lnTo>
                  <a:lnTo>
                    <a:pt x="1687920" y="147837"/>
                  </a:lnTo>
                  <a:lnTo>
                    <a:pt x="1680106" y="146847"/>
                  </a:lnTo>
                  <a:lnTo>
                    <a:pt x="1672291" y="145853"/>
                  </a:lnTo>
                  <a:lnTo>
                    <a:pt x="1664477" y="144854"/>
                  </a:lnTo>
                  <a:lnTo>
                    <a:pt x="1656663" y="143851"/>
                  </a:lnTo>
                  <a:lnTo>
                    <a:pt x="1648848" y="142877"/>
                  </a:lnTo>
                  <a:lnTo>
                    <a:pt x="1641034" y="141915"/>
                  </a:lnTo>
                  <a:lnTo>
                    <a:pt x="1633219" y="140950"/>
                  </a:lnTo>
                  <a:lnTo>
                    <a:pt x="1625405" y="139983"/>
                  </a:lnTo>
                  <a:lnTo>
                    <a:pt x="1617590" y="139014"/>
                  </a:lnTo>
                  <a:lnTo>
                    <a:pt x="1609776" y="137994"/>
                  </a:lnTo>
                  <a:lnTo>
                    <a:pt x="1601961" y="136935"/>
                  </a:lnTo>
                  <a:lnTo>
                    <a:pt x="1594147" y="135869"/>
                  </a:lnTo>
                  <a:lnTo>
                    <a:pt x="1586333" y="134921"/>
                  </a:lnTo>
                  <a:lnTo>
                    <a:pt x="1578518" y="133941"/>
                  </a:lnTo>
                  <a:lnTo>
                    <a:pt x="1570704" y="132953"/>
                  </a:lnTo>
                  <a:lnTo>
                    <a:pt x="1562889" y="131959"/>
                  </a:lnTo>
                  <a:lnTo>
                    <a:pt x="1555075" y="130962"/>
                  </a:lnTo>
                  <a:lnTo>
                    <a:pt x="1547260" y="129958"/>
                  </a:lnTo>
                  <a:lnTo>
                    <a:pt x="1539446" y="128951"/>
                  </a:lnTo>
                  <a:lnTo>
                    <a:pt x="1531631" y="127912"/>
                  </a:lnTo>
                  <a:lnTo>
                    <a:pt x="1523817" y="126878"/>
                  </a:lnTo>
                  <a:lnTo>
                    <a:pt x="1516003" y="125744"/>
                  </a:lnTo>
                  <a:lnTo>
                    <a:pt x="1508188" y="124662"/>
                  </a:lnTo>
                  <a:lnTo>
                    <a:pt x="1500374" y="123630"/>
                  </a:lnTo>
                  <a:lnTo>
                    <a:pt x="1492559" y="122530"/>
                  </a:lnTo>
                  <a:lnTo>
                    <a:pt x="1484745" y="121429"/>
                  </a:lnTo>
                  <a:lnTo>
                    <a:pt x="1476930" y="120476"/>
                  </a:lnTo>
                  <a:lnTo>
                    <a:pt x="1469116" y="119599"/>
                  </a:lnTo>
                  <a:lnTo>
                    <a:pt x="1461301" y="118593"/>
                  </a:lnTo>
                  <a:lnTo>
                    <a:pt x="1453487" y="117643"/>
                  </a:lnTo>
                  <a:lnTo>
                    <a:pt x="1445672" y="116597"/>
                  </a:lnTo>
                  <a:lnTo>
                    <a:pt x="1437858" y="115682"/>
                  </a:lnTo>
                  <a:lnTo>
                    <a:pt x="1430044" y="114789"/>
                  </a:lnTo>
                  <a:lnTo>
                    <a:pt x="1422229" y="113896"/>
                  </a:lnTo>
                  <a:lnTo>
                    <a:pt x="1414415" y="113113"/>
                  </a:lnTo>
                  <a:lnTo>
                    <a:pt x="1406600" y="112258"/>
                  </a:lnTo>
                  <a:lnTo>
                    <a:pt x="1398786" y="111538"/>
                  </a:lnTo>
                  <a:lnTo>
                    <a:pt x="1390971" y="110813"/>
                  </a:lnTo>
                  <a:lnTo>
                    <a:pt x="1383157" y="109748"/>
                  </a:lnTo>
                  <a:lnTo>
                    <a:pt x="1375342" y="108666"/>
                  </a:lnTo>
                  <a:lnTo>
                    <a:pt x="1367528" y="107739"/>
                  </a:lnTo>
                  <a:lnTo>
                    <a:pt x="1359714" y="106927"/>
                  </a:lnTo>
                  <a:lnTo>
                    <a:pt x="1351899" y="106114"/>
                  </a:lnTo>
                  <a:lnTo>
                    <a:pt x="1344085" y="105300"/>
                  </a:lnTo>
                  <a:lnTo>
                    <a:pt x="1336270" y="104313"/>
                  </a:lnTo>
                  <a:lnTo>
                    <a:pt x="1328456" y="103234"/>
                  </a:lnTo>
                  <a:lnTo>
                    <a:pt x="1320641" y="102235"/>
                  </a:lnTo>
                  <a:lnTo>
                    <a:pt x="1312827" y="101334"/>
                  </a:lnTo>
                  <a:lnTo>
                    <a:pt x="1305012" y="100434"/>
                  </a:lnTo>
                  <a:lnTo>
                    <a:pt x="1297198" y="99533"/>
                  </a:lnTo>
                  <a:lnTo>
                    <a:pt x="1289384" y="98630"/>
                  </a:lnTo>
                  <a:lnTo>
                    <a:pt x="1281569" y="97719"/>
                  </a:lnTo>
                  <a:lnTo>
                    <a:pt x="1273755" y="96908"/>
                  </a:lnTo>
                  <a:lnTo>
                    <a:pt x="1265940" y="95920"/>
                  </a:lnTo>
                  <a:lnTo>
                    <a:pt x="1258126" y="94997"/>
                  </a:lnTo>
                  <a:lnTo>
                    <a:pt x="1250311" y="94088"/>
                  </a:lnTo>
                  <a:lnTo>
                    <a:pt x="1242497" y="93125"/>
                  </a:lnTo>
                  <a:lnTo>
                    <a:pt x="1234682" y="92025"/>
                  </a:lnTo>
                  <a:lnTo>
                    <a:pt x="1226868" y="90925"/>
                  </a:lnTo>
                  <a:lnTo>
                    <a:pt x="1219053" y="89876"/>
                  </a:lnTo>
                  <a:lnTo>
                    <a:pt x="1211239" y="89080"/>
                  </a:lnTo>
                  <a:lnTo>
                    <a:pt x="1203425" y="88277"/>
                  </a:lnTo>
                  <a:lnTo>
                    <a:pt x="1195610" y="87258"/>
                  </a:lnTo>
                  <a:lnTo>
                    <a:pt x="1187796" y="86110"/>
                  </a:lnTo>
                  <a:lnTo>
                    <a:pt x="1179981" y="84952"/>
                  </a:lnTo>
                  <a:lnTo>
                    <a:pt x="1172167" y="83816"/>
                  </a:lnTo>
                  <a:lnTo>
                    <a:pt x="1164352" y="83074"/>
                  </a:lnTo>
                  <a:lnTo>
                    <a:pt x="1156538" y="82118"/>
                  </a:lnTo>
                  <a:lnTo>
                    <a:pt x="1148723" y="80792"/>
                  </a:lnTo>
                  <a:lnTo>
                    <a:pt x="1140909" y="79736"/>
                  </a:lnTo>
                  <a:lnTo>
                    <a:pt x="1133095" y="78844"/>
                  </a:lnTo>
                  <a:lnTo>
                    <a:pt x="1125280" y="77944"/>
                  </a:lnTo>
                  <a:lnTo>
                    <a:pt x="1117466" y="76932"/>
                  </a:lnTo>
                  <a:lnTo>
                    <a:pt x="1109651" y="75517"/>
                  </a:lnTo>
                  <a:lnTo>
                    <a:pt x="1101837" y="74629"/>
                  </a:lnTo>
                  <a:lnTo>
                    <a:pt x="1094022" y="73937"/>
                  </a:lnTo>
                  <a:lnTo>
                    <a:pt x="1086208" y="73245"/>
                  </a:lnTo>
                  <a:lnTo>
                    <a:pt x="1078393" y="72509"/>
                  </a:lnTo>
                  <a:lnTo>
                    <a:pt x="1070579" y="71321"/>
                  </a:lnTo>
                  <a:lnTo>
                    <a:pt x="1062765" y="70130"/>
                  </a:lnTo>
                  <a:lnTo>
                    <a:pt x="1054950" y="69353"/>
                  </a:lnTo>
                  <a:lnTo>
                    <a:pt x="1047136" y="68736"/>
                  </a:lnTo>
                  <a:lnTo>
                    <a:pt x="1039321" y="68119"/>
                  </a:lnTo>
                  <a:lnTo>
                    <a:pt x="1031507" y="67444"/>
                  </a:lnTo>
                  <a:lnTo>
                    <a:pt x="1023692" y="66826"/>
                  </a:lnTo>
                  <a:lnTo>
                    <a:pt x="1015878" y="66208"/>
                  </a:lnTo>
                  <a:lnTo>
                    <a:pt x="1008063" y="65332"/>
                  </a:lnTo>
                  <a:lnTo>
                    <a:pt x="1000249" y="64488"/>
                  </a:lnTo>
                  <a:lnTo>
                    <a:pt x="992434" y="63792"/>
                  </a:lnTo>
                  <a:lnTo>
                    <a:pt x="984620" y="62835"/>
                  </a:lnTo>
                  <a:lnTo>
                    <a:pt x="976806" y="61793"/>
                  </a:lnTo>
                  <a:lnTo>
                    <a:pt x="968991" y="60751"/>
                  </a:lnTo>
                  <a:lnTo>
                    <a:pt x="961177" y="59710"/>
                  </a:lnTo>
                  <a:lnTo>
                    <a:pt x="953362" y="58736"/>
                  </a:lnTo>
                  <a:lnTo>
                    <a:pt x="945548" y="57684"/>
                  </a:lnTo>
                  <a:lnTo>
                    <a:pt x="937733" y="56710"/>
                  </a:lnTo>
                  <a:lnTo>
                    <a:pt x="929919" y="55925"/>
                  </a:lnTo>
                  <a:lnTo>
                    <a:pt x="922104" y="55142"/>
                  </a:lnTo>
                  <a:lnTo>
                    <a:pt x="914290" y="54360"/>
                  </a:lnTo>
                  <a:lnTo>
                    <a:pt x="906476" y="53376"/>
                  </a:lnTo>
                  <a:lnTo>
                    <a:pt x="898661" y="52459"/>
                  </a:lnTo>
                  <a:lnTo>
                    <a:pt x="890847" y="51679"/>
                  </a:lnTo>
                  <a:lnTo>
                    <a:pt x="883032" y="50878"/>
                  </a:lnTo>
                  <a:lnTo>
                    <a:pt x="875218" y="50118"/>
                  </a:lnTo>
                  <a:lnTo>
                    <a:pt x="867403" y="49342"/>
                  </a:lnTo>
                  <a:lnTo>
                    <a:pt x="859589" y="48288"/>
                  </a:lnTo>
                  <a:lnTo>
                    <a:pt x="851774" y="47630"/>
                  </a:lnTo>
                  <a:lnTo>
                    <a:pt x="843960" y="46927"/>
                  </a:lnTo>
                  <a:lnTo>
                    <a:pt x="836145" y="46099"/>
                  </a:lnTo>
                  <a:lnTo>
                    <a:pt x="828331" y="45275"/>
                  </a:lnTo>
                  <a:lnTo>
                    <a:pt x="820517" y="44686"/>
                  </a:lnTo>
                  <a:lnTo>
                    <a:pt x="812702" y="43631"/>
                  </a:lnTo>
                  <a:lnTo>
                    <a:pt x="804888" y="42811"/>
                  </a:lnTo>
                  <a:lnTo>
                    <a:pt x="797073" y="42029"/>
                  </a:lnTo>
                  <a:lnTo>
                    <a:pt x="789259" y="41171"/>
                  </a:lnTo>
                  <a:lnTo>
                    <a:pt x="781444" y="40077"/>
                  </a:lnTo>
                  <a:lnTo>
                    <a:pt x="773630" y="38943"/>
                  </a:lnTo>
                  <a:lnTo>
                    <a:pt x="765815" y="38018"/>
                  </a:lnTo>
                  <a:lnTo>
                    <a:pt x="758001" y="37205"/>
                  </a:lnTo>
                  <a:lnTo>
                    <a:pt x="750187" y="36763"/>
                  </a:lnTo>
                  <a:lnTo>
                    <a:pt x="742372" y="36009"/>
                  </a:lnTo>
                  <a:lnTo>
                    <a:pt x="734558" y="35270"/>
                  </a:lnTo>
                  <a:lnTo>
                    <a:pt x="726743" y="34463"/>
                  </a:lnTo>
                  <a:lnTo>
                    <a:pt x="718929" y="33616"/>
                  </a:lnTo>
                  <a:lnTo>
                    <a:pt x="711114" y="32944"/>
                  </a:lnTo>
                  <a:lnTo>
                    <a:pt x="703300" y="32267"/>
                  </a:lnTo>
                  <a:lnTo>
                    <a:pt x="695485" y="31492"/>
                  </a:lnTo>
                  <a:lnTo>
                    <a:pt x="687671" y="30582"/>
                  </a:lnTo>
                  <a:lnTo>
                    <a:pt x="679857" y="29736"/>
                  </a:lnTo>
                  <a:lnTo>
                    <a:pt x="672042" y="29021"/>
                  </a:lnTo>
                  <a:lnTo>
                    <a:pt x="664228" y="28306"/>
                  </a:lnTo>
                  <a:lnTo>
                    <a:pt x="656413" y="27640"/>
                  </a:lnTo>
                  <a:lnTo>
                    <a:pt x="648599" y="26977"/>
                  </a:lnTo>
                  <a:lnTo>
                    <a:pt x="640784" y="26399"/>
                  </a:lnTo>
                  <a:lnTo>
                    <a:pt x="632970" y="25656"/>
                  </a:lnTo>
                  <a:lnTo>
                    <a:pt x="625155" y="24988"/>
                  </a:lnTo>
                  <a:lnTo>
                    <a:pt x="617341" y="24500"/>
                  </a:lnTo>
                  <a:lnTo>
                    <a:pt x="609526" y="23842"/>
                  </a:lnTo>
                  <a:lnTo>
                    <a:pt x="601712" y="23163"/>
                  </a:lnTo>
                  <a:lnTo>
                    <a:pt x="593898" y="22327"/>
                  </a:lnTo>
                  <a:lnTo>
                    <a:pt x="586083" y="21665"/>
                  </a:lnTo>
                  <a:lnTo>
                    <a:pt x="578269" y="21147"/>
                  </a:lnTo>
                  <a:lnTo>
                    <a:pt x="570454" y="20604"/>
                  </a:lnTo>
                  <a:lnTo>
                    <a:pt x="562640" y="19809"/>
                  </a:lnTo>
                  <a:lnTo>
                    <a:pt x="554825" y="19098"/>
                  </a:lnTo>
                  <a:lnTo>
                    <a:pt x="547011" y="18309"/>
                  </a:lnTo>
                  <a:lnTo>
                    <a:pt x="539196" y="17710"/>
                  </a:lnTo>
                  <a:lnTo>
                    <a:pt x="531382" y="17084"/>
                  </a:lnTo>
                  <a:lnTo>
                    <a:pt x="523568" y="16846"/>
                  </a:lnTo>
                  <a:lnTo>
                    <a:pt x="515753" y="16544"/>
                  </a:lnTo>
                  <a:lnTo>
                    <a:pt x="507939" y="15984"/>
                  </a:lnTo>
                  <a:lnTo>
                    <a:pt x="500124" y="15550"/>
                  </a:lnTo>
                  <a:lnTo>
                    <a:pt x="492310" y="15194"/>
                  </a:lnTo>
                  <a:lnTo>
                    <a:pt x="484495" y="14555"/>
                  </a:lnTo>
                  <a:lnTo>
                    <a:pt x="476681" y="14428"/>
                  </a:lnTo>
                  <a:lnTo>
                    <a:pt x="468866" y="14032"/>
                  </a:lnTo>
                  <a:lnTo>
                    <a:pt x="461052" y="13538"/>
                  </a:lnTo>
                  <a:lnTo>
                    <a:pt x="453238" y="13183"/>
                  </a:lnTo>
                  <a:lnTo>
                    <a:pt x="445423" y="12827"/>
                  </a:lnTo>
                  <a:lnTo>
                    <a:pt x="437609" y="12564"/>
                  </a:lnTo>
                  <a:lnTo>
                    <a:pt x="429794" y="12085"/>
                  </a:lnTo>
                  <a:lnTo>
                    <a:pt x="421980" y="11643"/>
                  </a:lnTo>
                  <a:lnTo>
                    <a:pt x="414165" y="11240"/>
                  </a:lnTo>
                  <a:lnTo>
                    <a:pt x="406351" y="11018"/>
                  </a:lnTo>
                  <a:lnTo>
                    <a:pt x="398536" y="10473"/>
                  </a:lnTo>
                  <a:lnTo>
                    <a:pt x="390722" y="9971"/>
                  </a:lnTo>
                  <a:lnTo>
                    <a:pt x="382907" y="9676"/>
                  </a:lnTo>
                  <a:lnTo>
                    <a:pt x="375093" y="9398"/>
                  </a:lnTo>
                  <a:lnTo>
                    <a:pt x="367279" y="9082"/>
                  </a:lnTo>
                  <a:lnTo>
                    <a:pt x="359464" y="8671"/>
                  </a:lnTo>
                  <a:lnTo>
                    <a:pt x="351650" y="8427"/>
                  </a:lnTo>
                  <a:lnTo>
                    <a:pt x="343835" y="8191"/>
                  </a:lnTo>
                  <a:lnTo>
                    <a:pt x="336021" y="7894"/>
                  </a:lnTo>
                  <a:lnTo>
                    <a:pt x="328206" y="7601"/>
                  </a:lnTo>
                  <a:lnTo>
                    <a:pt x="320392" y="7410"/>
                  </a:lnTo>
                  <a:lnTo>
                    <a:pt x="312577" y="7176"/>
                  </a:lnTo>
                  <a:lnTo>
                    <a:pt x="304763" y="6891"/>
                  </a:lnTo>
                  <a:lnTo>
                    <a:pt x="296949" y="6620"/>
                  </a:lnTo>
                  <a:lnTo>
                    <a:pt x="289134" y="6251"/>
                  </a:lnTo>
                  <a:lnTo>
                    <a:pt x="281320" y="6065"/>
                  </a:lnTo>
                  <a:lnTo>
                    <a:pt x="273505" y="5737"/>
                  </a:lnTo>
                  <a:lnTo>
                    <a:pt x="265691" y="5484"/>
                  </a:lnTo>
                  <a:lnTo>
                    <a:pt x="257876" y="5498"/>
                  </a:lnTo>
                  <a:lnTo>
                    <a:pt x="250062" y="5268"/>
                  </a:lnTo>
                  <a:lnTo>
                    <a:pt x="242247" y="5106"/>
                  </a:lnTo>
                  <a:lnTo>
                    <a:pt x="234433" y="4830"/>
                  </a:lnTo>
                  <a:lnTo>
                    <a:pt x="226619" y="4554"/>
                  </a:lnTo>
                  <a:lnTo>
                    <a:pt x="218804" y="4270"/>
                  </a:lnTo>
                  <a:lnTo>
                    <a:pt x="210990" y="3985"/>
                  </a:lnTo>
                  <a:lnTo>
                    <a:pt x="203175" y="3722"/>
                  </a:lnTo>
                  <a:lnTo>
                    <a:pt x="195361" y="3744"/>
                  </a:lnTo>
                  <a:lnTo>
                    <a:pt x="187546" y="3544"/>
                  </a:lnTo>
                  <a:lnTo>
                    <a:pt x="179732" y="3618"/>
                  </a:lnTo>
                  <a:lnTo>
                    <a:pt x="171917" y="3381"/>
                  </a:lnTo>
                  <a:lnTo>
                    <a:pt x="164103" y="3099"/>
                  </a:lnTo>
                  <a:lnTo>
                    <a:pt x="156288" y="3044"/>
                  </a:lnTo>
                  <a:lnTo>
                    <a:pt x="148474" y="2986"/>
                  </a:lnTo>
                  <a:lnTo>
                    <a:pt x="140660" y="2751"/>
                  </a:lnTo>
                  <a:lnTo>
                    <a:pt x="132845" y="2412"/>
                  </a:lnTo>
                  <a:lnTo>
                    <a:pt x="125031" y="2125"/>
                  </a:lnTo>
                  <a:lnTo>
                    <a:pt x="117216" y="2049"/>
                  </a:lnTo>
                  <a:lnTo>
                    <a:pt x="109402" y="1815"/>
                  </a:lnTo>
                  <a:lnTo>
                    <a:pt x="101587" y="1605"/>
                  </a:lnTo>
                  <a:lnTo>
                    <a:pt x="93773" y="1551"/>
                  </a:lnTo>
                  <a:lnTo>
                    <a:pt x="85958" y="1434"/>
                  </a:lnTo>
                  <a:lnTo>
                    <a:pt x="78144" y="1261"/>
                  </a:lnTo>
                  <a:lnTo>
                    <a:pt x="70330" y="884"/>
                  </a:lnTo>
                  <a:lnTo>
                    <a:pt x="62515" y="761"/>
                  </a:lnTo>
                  <a:lnTo>
                    <a:pt x="54701" y="627"/>
                  </a:lnTo>
                  <a:lnTo>
                    <a:pt x="46886" y="370"/>
                  </a:lnTo>
                  <a:lnTo>
                    <a:pt x="39072" y="166"/>
                  </a:lnTo>
                  <a:lnTo>
                    <a:pt x="31257" y="128"/>
                  </a:lnTo>
                  <a:lnTo>
                    <a:pt x="23443" y="93"/>
                  </a:lnTo>
                  <a:lnTo>
                    <a:pt x="15628" y="63"/>
                  </a:lnTo>
                  <a:lnTo>
                    <a:pt x="7814" y="3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4" name="pg213"/>
            <p:cNvSpPr/>
            <p:nvPr/>
          </p:nvSpPr>
          <p:spPr>
            <a:xfrm>
              <a:off x="6041499" y="2647883"/>
              <a:ext cx="2023942" cy="421063"/>
            </a:xfrm>
            <a:custGeom>
              <a:avLst/>
              <a:pathLst>
                <a:path w="2023942" h="421063">
                  <a:moveTo>
                    <a:pt x="0" y="147495"/>
                  </a:moveTo>
                  <a:lnTo>
                    <a:pt x="7814" y="148179"/>
                  </a:lnTo>
                  <a:lnTo>
                    <a:pt x="15628" y="149082"/>
                  </a:lnTo>
                  <a:lnTo>
                    <a:pt x="23443" y="149947"/>
                  </a:lnTo>
                  <a:lnTo>
                    <a:pt x="31257" y="150279"/>
                  </a:lnTo>
                  <a:lnTo>
                    <a:pt x="39072" y="150697"/>
                  </a:lnTo>
                  <a:lnTo>
                    <a:pt x="46886" y="150691"/>
                  </a:lnTo>
                  <a:lnTo>
                    <a:pt x="54701" y="151212"/>
                  </a:lnTo>
                  <a:lnTo>
                    <a:pt x="62515" y="151428"/>
                  </a:lnTo>
                  <a:lnTo>
                    <a:pt x="70330" y="151708"/>
                  </a:lnTo>
                  <a:lnTo>
                    <a:pt x="78144" y="151475"/>
                  </a:lnTo>
                  <a:lnTo>
                    <a:pt x="85958" y="152179"/>
                  </a:lnTo>
                  <a:lnTo>
                    <a:pt x="93773" y="152980"/>
                  </a:lnTo>
                  <a:lnTo>
                    <a:pt x="101587" y="152730"/>
                  </a:lnTo>
                  <a:lnTo>
                    <a:pt x="109402" y="151871"/>
                  </a:lnTo>
                  <a:lnTo>
                    <a:pt x="117216" y="152250"/>
                  </a:lnTo>
                  <a:lnTo>
                    <a:pt x="125031" y="151999"/>
                  </a:lnTo>
                  <a:lnTo>
                    <a:pt x="132845" y="152314"/>
                  </a:lnTo>
                  <a:lnTo>
                    <a:pt x="140660" y="152196"/>
                  </a:lnTo>
                  <a:lnTo>
                    <a:pt x="148474" y="152896"/>
                  </a:lnTo>
                  <a:lnTo>
                    <a:pt x="156288" y="152571"/>
                  </a:lnTo>
                  <a:lnTo>
                    <a:pt x="164103" y="151519"/>
                  </a:lnTo>
                  <a:lnTo>
                    <a:pt x="171917" y="151623"/>
                  </a:lnTo>
                  <a:lnTo>
                    <a:pt x="179732" y="151746"/>
                  </a:lnTo>
                  <a:lnTo>
                    <a:pt x="187546" y="151524"/>
                  </a:lnTo>
                  <a:lnTo>
                    <a:pt x="195361" y="151254"/>
                  </a:lnTo>
                  <a:lnTo>
                    <a:pt x="203175" y="151627"/>
                  </a:lnTo>
                  <a:lnTo>
                    <a:pt x="210990" y="150540"/>
                  </a:lnTo>
                  <a:lnTo>
                    <a:pt x="218804" y="150301"/>
                  </a:lnTo>
                  <a:lnTo>
                    <a:pt x="226619" y="149293"/>
                  </a:lnTo>
                  <a:lnTo>
                    <a:pt x="234433" y="149395"/>
                  </a:lnTo>
                  <a:lnTo>
                    <a:pt x="242247" y="148331"/>
                  </a:lnTo>
                  <a:lnTo>
                    <a:pt x="250062" y="147974"/>
                  </a:lnTo>
                  <a:lnTo>
                    <a:pt x="257876" y="147432"/>
                  </a:lnTo>
                  <a:lnTo>
                    <a:pt x="265691" y="146388"/>
                  </a:lnTo>
                  <a:lnTo>
                    <a:pt x="273505" y="145420"/>
                  </a:lnTo>
                  <a:lnTo>
                    <a:pt x="281320" y="144463"/>
                  </a:lnTo>
                  <a:lnTo>
                    <a:pt x="289134" y="143244"/>
                  </a:lnTo>
                  <a:lnTo>
                    <a:pt x="296949" y="142893"/>
                  </a:lnTo>
                  <a:lnTo>
                    <a:pt x="304763" y="142560"/>
                  </a:lnTo>
                  <a:lnTo>
                    <a:pt x="312577" y="141789"/>
                  </a:lnTo>
                  <a:lnTo>
                    <a:pt x="320392" y="140654"/>
                  </a:lnTo>
                  <a:lnTo>
                    <a:pt x="328206" y="139584"/>
                  </a:lnTo>
                  <a:lnTo>
                    <a:pt x="336021" y="139026"/>
                  </a:lnTo>
                  <a:lnTo>
                    <a:pt x="343835" y="138666"/>
                  </a:lnTo>
                  <a:lnTo>
                    <a:pt x="351650" y="137832"/>
                  </a:lnTo>
                  <a:lnTo>
                    <a:pt x="359464" y="136508"/>
                  </a:lnTo>
                  <a:lnTo>
                    <a:pt x="367279" y="135738"/>
                  </a:lnTo>
                  <a:lnTo>
                    <a:pt x="375093" y="134943"/>
                  </a:lnTo>
                  <a:lnTo>
                    <a:pt x="382907" y="133958"/>
                  </a:lnTo>
                  <a:lnTo>
                    <a:pt x="390722" y="132957"/>
                  </a:lnTo>
                  <a:lnTo>
                    <a:pt x="398536" y="131409"/>
                  </a:lnTo>
                  <a:lnTo>
                    <a:pt x="406351" y="129877"/>
                  </a:lnTo>
                  <a:lnTo>
                    <a:pt x="414165" y="128752"/>
                  </a:lnTo>
                  <a:lnTo>
                    <a:pt x="421980" y="127832"/>
                  </a:lnTo>
                  <a:lnTo>
                    <a:pt x="429794" y="126880"/>
                  </a:lnTo>
                  <a:lnTo>
                    <a:pt x="437609" y="125884"/>
                  </a:lnTo>
                  <a:lnTo>
                    <a:pt x="445423" y="124916"/>
                  </a:lnTo>
                  <a:lnTo>
                    <a:pt x="453238" y="123908"/>
                  </a:lnTo>
                  <a:lnTo>
                    <a:pt x="461052" y="122079"/>
                  </a:lnTo>
                  <a:lnTo>
                    <a:pt x="468866" y="120578"/>
                  </a:lnTo>
                  <a:lnTo>
                    <a:pt x="476681" y="119112"/>
                  </a:lnTo>
                  <a:lnTo>
                    <a:pt x="484495" y="117898"/>
                  </a:lnTo>
                  <a:lnTo>
                    <a:pt x="492310" y="116393"/>
                  </a:lnTo>
                  <a:lnTo>
                    <a:pt x="500124" y="115484"/>
                  </a:lnTo>
                  <a:lnTo>
                    <a:pt x="507939" y="114395"/>
                  </a:lnTo>
                  <a:lnTo>
                    <a:pt x="515753" y="113597"/>
                  </a:lnTo>
                  <a:lnTo>
                    <a:pt x="523568" y="111999"/>
                  </a:lnTo>
                  <a:lnTo>
                    <a:pt x="531382" y="110780"/>
                  </a:lnTo>
                  <a:lnTo>
                    <a:pt x="539196" y="109493"/>
                  </a:lnTo>
                  <a:lnTo>
                    <a:pt x="547011" y="108739"/>
                  </a:lnTo>
                  <a:lnTo>
                    <a:pt x="554825" y="107997"/>
                  </a:lnTo>
                  <a:lnTo>
                    <a:pt x="562640" y="107182"/>
                  </a:lnTo>
                  <a:lnTo>
                    <a:pt x="570454" y="105887"/>
                  </a:lnTo>
                  <a:lnTo>
                    <a:pt x="578269" y="104475"/>
                  </a:lnTo>
                  <a:lnTo>
                    <a:pt x="586083" y="103697"/>
                  </a:lnTo>
                  <a:lnTo>
                    <a:pt x="593898" y="102349"/>
                  </a:lnTo>
                  <a:lnTo>
                    <a:pt x="601712" y="100884"/>
                  </a:lnTo>
                  <a:lnTo>
                    <a:pt x="609526" y="99857"/>
                  </a:lnTo>
                  <a:lnTo>
                    <a:pt x="617341" y="98887"/>
                  </a:lnTo>
                  <a:lnTo>
                    <a:pt x="625155" y="97350"/>
                  </a:lnTo>
                  <a:lnTo>
                    <a:pt x="632970" y="95712"/>
                  </a:lnTo>
                  <a:lnTo>
                    <a:pt x="640784" y="94727"/>
                  </a:lnTo>
                  <a:lnTo>
                    <a:pt x="648599" y="93827"/>
                  </a:lnTo>
                  <a:lnTo>
                    <a:pt x="656413" y="92967"/>
                  </a:lnTo>
                  <a:lnTo>
                    <a:pt x="664228" y="92195"/>
                  </a:lnTo>
                  <a:lnTo>
                    <a:pt x="672042" y="91432"/>
                  </a:lnTo>
                  <a:lnTo>
                    <a:pt x="679857" y="90676"/>
                  </a:lnTo>
                  <a:lnTo>
                    <a:pt x="687671" y="89928"/>
                  </a:lnTo>
                  <a:lnTo>
                    <a:pt x="695485" y="89111"/>
                  </a:lnTo>
                  <a:lnTo>
                    <a:pt x="703300" y="87891"/>
                  </a:lnTo>
                  <a:lnTo>
                    <a:pt x="711114" y="87303"/>
                  </a:lnTo>
                  <a:lnTo>
                    <a:pt x="718929" y="86230"/>
                  </a:lnTo>
                  <a:lnTo>
                    <a:pt x="726743" y="85196"/>
                  </a:lnTo>
                  <a:lnTo>
                    <a:pt x="734558" y="83917"/>
                  </a:lnTo>
                  <a:lnTo>
                    <a:pt x="742372" y="82776"/>
                  </a:lnTo>
                  <a:lnTo>
                    <a:pt x="750187" y="81923"/>
                  </a:lnTo>
                  <a:lnTo>
                    <a:pt x="758001" y="80889"/>
                  </a:lnTo>
                  <a:lnTo>
                    <a:pt x="765815" y="79874"/>
                  </a:lnTo>
                  <a:lnTo>
                    <a:pt x="773630" y="78615"/>
                  </a:lnTo>
                  <a:lnTo>
                    <a:pt x="781444" y="77863"/>
                  </a:lnTo>
                  <a:lnTo>
                    <a:pt x="789259" y="76882"/>
                  </a:lnTo>
                  <a:lnTo>
                    <a:pt x="797073" y="75729"/>
                  </a:lnTo>
                  <a:lnTo>
                    <a:pt x="804888" y="74626"/>
                  </a:lnTo>
                  <a:lnTo>
                    <a:pt x="812702" y="73921"/>
                  </a:lnTo>
                  <a:lnTo>
                    <a:pt x="820517" y="73083"/>
                  </a:lnTo>
                  <a:lnTo>
                    <a:pt x="828331" y="71853"/>
                  </a:lnTo>
                  <a:lnTo>
                    <a:pt x="836145" y="70546"/>
                  </a:lnTo>
                  <a:lnTo>
                    <a:pt x="843960" y="69601"/>
                  </a:lnTo>
                  <a:lnTo>
                    <a:pt x="851774" y="68905"/>
                  </a:lnTo>
                  <a:lnTo>
                    <a:pt x="859589" y="68274"/>
                  </a:lnTo>
                  <a:lnTo>
                    <a:pt x="867403" y="67707"/>
                  </a:lnTo>
                  <a:lnTo>
                    <a:pt x="875218" y="66984"/>
                  </a:lnTo>
                  <a:lnTo>
                    <a:pt x="883032" y="66243"/>
                  </a:lnTo>
                  <a:lnTo>
                    <a:pt x="890847" y="65359"/>
                  </a:lnTo>
                  <a:lnTo>
                    <a:pt x="898661" y="64636"/>
                  </a:lnTo>
                  <a:lnTo>
                    <a:pt x="906476" y="64087"/>
                  </a:lnTo>
                  <a:lnTo>
                    <a:pt x="914290" y="63114"/>
                  </a:lnTo>
                  <a:lnTo>
                    <a:pt x="922104" y="62218"/>
                  </a:lnTo>
                  <a:lnTo>
                    <a:pt x="929919" y="61589"/>
                  </a:lnTo>
                  <a:lnTo>
                    <a:pt x="937733" y="60766"/>
                  </a:lnTo>
                  <a:lnTo>
                    <a:pt x="945548" y="59988"/>
                  </a:lnTo>
                  <a:lnTo>
                    <a:pt x="953362" y="59070"/>
                  </a:lnTo>
                  <a:lnTo>
                    <a:pt x="961177" y="58081"/>
                  </a:lnTo>
                  <a:lnTo>
                    <a:pt x="968991" y="57102"/>
                  </a:lnTo>
                  <a:lnTo>
                    <a:pt x="976806" y="56132"/>
                  </a:lnTo>
                  <a:lnTo>
                    <a:pt x="984620" y="55171"/>
                  </a:lnTo>
                  <a:lnTo>
                    <a:pt x="992434" y="54217"/>
                  </a:lnTo>
                  <a:lnTo>
                    <a:pt x="1000249" y="53271"/>
                  </a:lnTo>
                  <a:lnTo>
                    <a:pt x="1008063" y="52347"/>
                  </a:lnTo>
                  <a:lnTo>
                    <a:pt x="1015878" y="51531"/>
                  </a:lnTo>
                  <a:lnTo>
                    <a:pt x="1023692" y="50865"/>
                  </a:lnTo>
                  <a:lnTo>
                    <a:pt x="1031507" y="49993"/>
                  </a:lnTo>
                  <a:lnTo>
                    <a:pt x="1039321" y="49168"/>
                  </a:lnTo>
                  <a:lnTo>
                    <a:pt x="1047136" y="48400"/>
                  </a:lnTo>
                  <a:lnTo>
                    <a:pt x="1054950" y="47645"/>
                  </a:lnTo>
                  <a:lnTo>
                    <a:pt x="1062765" y="46901"/>
                  </a:lnTo>
                  <a:lnTo>
                    <a:pt x="1070579" y="46169"/>
                  </a:lnTo>
                  <a:lnTo>
                    <a:pt x="1078393" y="45448"/>
                  </a:lnTo>
                  <a:lnTo>
                    <a:pt x="1086208" y="44738"/>
                  </a:lnTo>
                  <a:lnTo>
                    <a:pt x="1094022" y="44040"/>
                  </a:lnTo>
                  <a:lnTo>
                    <a:pt x="1101837" y="43208"/>
                  </a:lnTo>
                  <a:lnTo>
                    <a:pt x="1109651" y="42306"/>
                  </a:lnTo>
                  <a:lnTo>
                    <a:pt x="1117466" y="41413"/>
                  </a:lnTo>
                  <a:lnTo>
                    <a:pt x="1125280" y="40528"/>
                  </a:lnTo>
                  <a:lnTo>
                    <a:pt x="1133095" y="39654"/>
                  </a:lnTo>
                  <a:lnTo>
                    <a:pt x="1140909" y="38797"/>
                  </a:lnTo>
                  <a:lnTo>
                    <a:pt x="1148723" y="38346"/>
                  </a:lnTo>
                  <a:lnTo>
                    <a:pt x="1156538" y="37996"/>
                  </a:lnTo>
                  <a:lnTo>
                    <a:pt x="1164352" y="37342"/>
                  </a:lnTo>
                  <a:lnTo>
                    <a:pt x="1172167" y="36465"/>
                  </a:lnTo>
                  <a:lnTo>
                    <a:pt x="1179981" y="35595"/>
                  </a:lnTo>
                  <a:lnTo>
                    <a:pt x="1187796" y="34733"/>
                  </a:lnTo>
                  <a:lnTo>
                    <a:pt x="1195610" y="34076"/>
                  </a:lnTo>
                  <a:lnTo>
                    <a:pt x="1203425" y="33539"/>
                  </a:lnTo>
                  <a:lnTo>
                    <a:pt x="1211239" y="33208"/>
                  </a:lnTo>
                  <a:lnTo>
                    <a:pt x="1219053" y="33021"/>
                  </a:lnTo>
                  <a:lnTo>
                    <a:pt x="1226868" y="32839"/>
                  </a:lnTo>
                  <a:lnTo>
                    <a:pt x="1234682" y="32660"/>
                  </a:lnTo>
                  <a:lnTo>
                    <a:pt x="1242497" y="32484"/>
                  </a:lnTo>
                  <a:lnTo>
                    <a:pt x="1250311" y="32279"/>
                  </a:lnTo>
                  <a:lnTo>
                    <a:pt x="1258126" y="31702"/>
                  </a:lnTo>
                  <a:lnTo>
                    <a:pt x="1265940" y="31068"/>
                  </a:lnTo>
                  <a:lnTo>
                    <a:pt x="1273755" y="30446"/>
                  </a:lnTo>
                  <a:lnTo>
                    <a:pt x="1281569" y="29834"/>
                  </a:lnTo>
                  <a:lnTo>
                    <a:pt x="1289384" y="29232"/>
                  </a:lnTo>
                  <a:lnTo>
                    <a:pt x="1297198" y="28640"/>
                  </a:lnTo>
                  <a:lnTo>
                    <a:pt x="1305012" y="28057"/>
                  </a:lnTo>
                  <a:lnTo>
                    <a:pt x="1312827" y="27483"/>
                  </a:lnTo>
                  <a:lnTo>
                    <a:pt x="1320641" y="26919"/>
                  </a:lnTo>
                  <a:lnTo>
                    <a:pt x="1328456" y="26364"/>
                  </a:lnTo>
                  <a:lnTo>
                    <a:pt x="1336270" y="25970"/>
                  </a:lnTo>
                  <a:lnTo>
                    <a:pt x="1344085" y="25610"/>
                  </a:lnTo>
                  <a:lnTo>
                    <a:pt x="1351899" y="25256"/>
                  </a:lnTo>
                  <a:lnTo>
                    <a:pt x="1359714" y="24907"/>
                  </a:lnTo>
                  <a:lnTo>
                    <a:pt x="1367528" y="24568"/>
                  </a:lnTo>
                  <a:lnTo>
                    <a:pt x="1375342" y="24236"/>
                  </a:lnTo>
                  <a:lnTo>
                    <a:pt x="1383157" y="23908"/>
                  </a:lnTo>
                  <a:lnTo>
                    <a:pt x="1390971" y="23585"/>
                  </a:lnTo>
                  <a:lnTo>
                    <a:pt x="1398786" y="23266"/>
                  </a:lnTo>
                  <a:lnTo>
                    <a:pt x="1406600" y="22900"/>
                  </a:lnTo>
                  <a:lnTo>
                    <a:pt x="1414415" y="22406"/>
                  </a:lnTo>
                  <a:lnTo>
                    <a:pt x="1422229" y="21809"/>
                  </a:lnTo>
                  <a:lnTo>
                    <a:pt x="1430044" y="21398"/>
                  </a:lnTo>
                  <a:lnTo>
                    <a:pt x="1437858" y="21110"/>
                  </a:lnTo>
                  <a:lnTo>
                    <a:pt x="1445672" y="20889"/>
                  </a:lnTo>
                  <a:lnTo>
                    <a:pt x="1453487" y="20548"/>
                  </a:lnTo>
                  <a:lnTo>
                    <a:pt x="1461301" y="20273"/>
                  </a:lnTo>
                  <a:lnTo>
                    <a:pt x="1469116" y="20003"/>
                  </a:lnTo>
                  <a:lnTo>
                    <a:pt x="1476930" y="19737"/>
                  </a:lnTo>
                  <a:lnTo>
                    <a:pt x="1484745" y="19475"/>
                  </a:lnTo>
                  <a:lnTo>
                    <a:pt x="1492559" y="19218"/>
                  </a:lnTo>
                  <a:lnTo>
                    <a:pt x="1500374" y="18965"/>
                  </a:lnTo>
                  <a:lnTo>
                    <a:pt x="1508188" y="18716"/>
                  </a:lnTo>
                  <a:lnTo>
                    <a:pt x="1516003" y="18471"/>
                  </a:lnTo>
                  <a:lnTo>
                    <a:pt x="1523817" y="18230"/>
                  </a:lnTo>
                  <a:lnTo>
                    <a:pt x="1531631" y="17897"/>
                  </a:lnTo>
                  <a:lnTo>
                    <a:pt x="1539446" y="17473"/>
                  </a:lnTo>
                  <a:lnTo>
                    <a:pt x="1547260" y="17055"/>
                  </a:lnTo>
                  <a:lnTo>
                    <a:pt x="1555075" y="16669"/>
                  </a:lnTo>
                  <a:lnTo>
                    <a:pt x="1562889" y="16406"/>
                  </a:lnTo>
                  <a:lnTo>
                    <a:pt x="1570704" y="16145"/>
                  </a:lnTo>
                  <a:lnTo>
                    <a:pt x="1578518" y="15688"/>
                  </a:lnTo>
                  <a:lnTo>
                    <a:pt x="1586333" y="15228"/>
                  </a:lnTo>
                  <a:lnTo>
                    <a:pt x="1594147" y="14818"/>
                  </a:lnTo>
                  <a:lnTo>
                    <a:pt x="1601961" y="14670"/>
                  </a:lnTo>
                  <a:lnTo>
                    <a:pt x="1609776" y="14367"/>
                  </a:lnTo>
                  <a:lnTo>
                    <a:pt x="1617590" y="13841"/>
                  </a:lnTo>
                  <a:lnTo>
                    <a:pt x="1625405" y="13321"/>
                  </a:lnTo>
                  <a:lnTo>
                    <a:pt x="1633219" y="12846"/>
                  </a:lnTo>
                  <a:lnTo>
                    <a:pt x="1641034" y="12437"/>
                  </a:lnTo>
                  <a:lnTo>
                    <a:pt x="1648848" y="11930"/>
                  </a:lnTo>
                  <a:lnTo>
                    <a:pt x="1656663" y="11471"/>
                  </a:lnTo>
                  <a:lnTo>
                    <a:pt x="1664477" y="11237"/>
                  </a:lnTo>
                  <a:lnTo>
                    <a:pt x="1672291" y="11121"/>
                  </a:lnTo>
                  <a:lnTo>
                    <a:pt x="1680106" y="10845"/>
                  </a:lnTo>
                  <a:lnTo>
                    <a:pt x="1687920" y="10536"/>
                  </a:lnTo>
                  <a:lnTo>
                    <a:pt x="1695735" y="10226"/>
                  </a:lnTo>
                  <a:lnTo>
                    <a:pt x="1703549" y="9915"/>
                  </a:lnTo>
                  <a:lnTo>
                    <a:pt x="1711364" y="9610"/>
                  </a:lnTo>
                  <a:lnTo>
                    <a:pt x="1719178" y="9322"/>
                  </a:lnTo>
                  <a:lnTo>
                    <a:pt x="1726993" y="9039"/>
                  </a:lnTo>
                  <a:lnTo>
                    <a:pt x="1734807" y="8761"/>
                  </a:lnTo>
                  <a:lnTo>
                    <a:pt x="1742622" y="8481"/>
                  </a:lnTo>
                  <a:lnTo>
                    <a:pt x="1750436" y="8198"/>
                  </a:lnTo>
                  <a:lnTo>
                    <a:pt x="1758250" y="7920"/>
                  </a:lnTo>
                  <a:lnTo>
                    <a:pt x="1766065" y="7657"/>
                  </a:lnTo>
                  <a:lnTo>
                    <a:pt x="1773879" y="7304"/>
                  </a:lnTo>
                  <a:lnTo>
                    <a:pt x="1781694" y="6948"/>
                  </a:lnTo>
                  <a:lnTo>
                    <a:pt x="1789508" y="6597"/>
                  </a:lnTo>
                  <a:lnTo>
                    <a:pt x="1797323" y="6249"/>
                  </a:lnTo>
                  <a:lnTo>
                    <a:pt x="1805137" y="6076"/>
                  </a:lnTo>
                  <a:lnTo>
                    <a:pt x="1812952" y="5793"/>
                  </a:lnTo>
                  <a:lnTo>
                    <a:pt x="1820766" y="5438"/>
                  </a:lnTo>
                  <a:lnTo>
                    <a:pt x="1828580" y="5089"/>
                  </a:lnTo>
                  <a:lnTo>
                    <a:pt x="1836395" y="4920"/>
                  </a:lnTo>
                  <a:lnTo>
                    <a:pt x="1844209" y="4834"/>
                  </a:lnTo>
                  <a:lnTo>
                    <a:pt x="1852024" y="4751"/>
                  </a:lnTo>
                  <a:lnTo>
                    <a:pt x="1859838" y="4659"/>
                  </a:lnTo>
                  <a:lnTo>
                    <a:pt x="1867653" y="4411"/>
                  </a:lnTo>
                  <a:lnTo>
                    <a:pt x="1875467" y="4166"/>
                  </a:lnTo>
                  <a:lnTo>
                    <a:pt x="1883282" y="3927"/>
                  </a:lnTo>
                  <a:lnTo>
                    <a:pt x="1891096" y="3686"/>
                  </a:lnTo>
                  <a:lnTo>
                    <a:pt x="1898910" y="3449"/>
                  </a:lnTo>
                  <a:lnTo>
                    <a:pt x="1906725" y="3241"/>
                  </a:lnTo>
                  <a:lnTo>
                    <a:pt x="1914539" y="3092"/>
                  </a:lnTo>
                  <a:lnTo>
                    <a:pt x="1922354" y="2946"/>
                  </a:lnTo>
                  <a:lnTo>
                    <a:pt x="1930168" y="2526"/>
                  </a:lnTo>
                  <a:lnTo>
                    <a:pt x="1937983" y="2297"/>
                  </a:lnTo>
                  <a:lnTo>
                    <a:pt x="1945797" y="2070"/>
                  </a:lnTo>
                  <a:lnTo>
                    <a:pt x="1953612" y="1846"/>
                  </a:lnTo>
                  <a:lnTo>
                    <a:pt x="1961426" y="1629"/>
                  </a:lnTo>
                  <a:lnTo>
                    <a:pt x="1969241" y="1419"/>
                  </a:lnTo>
                  <a:lnTo>
                    <a:pt x="1977055" y="1023"/>
                  </a:lnTo>
                  <a:lnTo>
                    <a:pt x="1984869" y="815"/>
                  </a:lnTo>
                  <a:lnTo>
                    <a:pt x="1992684" y="788"/>
                  </a:lnTo>
                  <a:lnTo>
                    <a:pt x="2000498" y="592"/>
                  </a:lnTo>
                  <a:lnTo>
                    <a:pt x="2008313" y="392"/>
                  </a:lnTo>
                  <a:lnTo>
                    <a:pt x="2016127" y="195"/>
                  </a:lnTo>
                  <a:lnTo>
                    <a:pt x="2023942" y="0"/>
                  </a:lnTo>
                  <a:lnTo>
                    <a:pt x="2023942" y="421063"/>
                  </a:lnTo>
                  <a:lnTo>
                    <a:pt x="2016127" y="421005"/>
                  </a:lnTo>
                  <a:lnTo>
                    <a:pt x="2008313" y="420936"/>
                  </a:lnTo>
                  <a:lnTo>
                    <a:pt x="2000498" y="420596"/>
                  </a:lnTo>
                  <a:lnTo>
                    <a:pt x="1992684" y="420273"/>
                  </a:lnTo>
                  <a:lnTo>
                    <a:pt x="1984869" y="420110"/>
                  </a:lnTo>
                  <a:lnTo>
                    <a:pt x="1977055" y="419938"/>
                  </a:lnTo>
                  <a:lnTo>
                    <a:pt x="1969241" y="419763"/>
                  </a:lnTo>
                  <a:lnTo>
                    <a:pt x="1961426" y="419523"/>
                  </a:lnTo>
                  <a:lnTo>
                    <a:pt x="1953612" y="419104"/>
                  </a:lnTo>
                  <a:lnTo>
                    <a:pt x="1945797" y="418682"/>
                  </a:lnTo>
                  <a:lnTo>
                    <a:pt x="1937983" y="418256"/>
                  </a:lnTo>
                  <a:lnTo>
                    <a:pt x="1930168" y="417951"/>
                  </a:lnTo>
                  <a:lnTo>
                    <a:pt x="1922354" y="417894"/>
                  </a:lnTo>
                  <a:lnTo>
                    <a:pt x="1914539" y="417844"/>
                  </a:lnTo>
                  <a:lnTo>
                    <a:pt x="1906725" y="417792"/>
                  </a:lnTo>
                  <a:lnTo>
                    <a:pt x="1898910" y="417739"/>
                  </a:lnTo>
                  <a:lnTo>
                    <a:pt x="1891096" y="417685"/>
                  </a:lnTo>
                  <a:lnTo>
                    <a:pt x="1883282" y="417630"/>
                  </a:lnTo>
                  <a:lnTo>
                    <a:pt x="1875467" y="417350"/>
                  </a:lnTo>
                  <a:lnTo>
                    <a:pt x="1867653" y="416910"/>
                  </a:lnTo>
                  <a:lnTo>
                    <a:pt x="1859838" y="416774"/>
                  </a:lnTo>
                  <a:lnTo>
                    <a:pt x="1852024" y="416673"/>
                  </a:lnTo>
                  <a:lnTo>
                    <a:pt x="1844209" y="416570"/>
                  </a:lnTo>
                  <a:lnTo>
                    <a:pt x="1836395" y="416361"/>
                  </a:lnTo>
                  <a:lnTo>
                    <a:pt x="1828580" y="416053"/>
                  </a:lnTo>
                  <a:lnTo>
                    <a:pt x="1820766" y="415932"/>
                  </a:lnTo>
                  <a:lnTo>
                    <a:pt x="1812952" y="415771"/>
                  </a:lnTo>
                  <a:lnTo>
                    <a:pt x="1805137" y="415540"/>
                  </a:lnTo>
                  <a:lnTo>
                    <a:pt x="1797323" y="415304"/>
                  </a:lnTo>
                  <a:lnTo>
                    <a:pt x="1789508" y="415062"/>
                  </a:lnTo>
                  <a:lnTo>
                    <a:pt x="1781694" y="414852"/>
                  </a:lnTo>
                  <a:lnTo>
                    <a:pt x="1773879" y="414689"/>
                  </a:lnTo>
                  <a:lnTo>
                    <a:pt x="1766065" y="414457"/>
                  </a:lnTo>
                  <a:lnTo>
                    <a:pt x="1758250" y="414142"/>
                  </a:lnTo>
                  <a:lnTo>
                    <a:pt x="1750436" y="413860"/>
                  </a:lnTo>
                  <a:lnTo>
                    <a:pt x="1742622" y="413575"/>
                  </a:lnTo>
                  <a:lnTo>
                    <a:pt x="1734807" y="413285"/>
                  </a:lnTo>
                  <a:lnTo>
                    <a:pt x="1726993" y="412992"/>
                  </a:lnTo>
                  <a:lnTo>
                    <a:pt x="1719178" y="412697"/>
                  </a:lnTo>
                  <a:lnTo>
                    <a:pt x="1711364" y="412347"/>
                  </a:lnTo>
                  <a:lnTo>
                    <a:pt x="1703549" y="411989"/>
                  </a:lnTo>
                  <a:lnTo>
                    <a:pt x="1695735" y="411626"/>
                  </a:lnTo>
                  <a:lnTo>
                    <a:pt x="1687920" y="411258"/>
                  </a:lnTo>
                  <a:lnTo>
                    <a:pt x="1680106" y="410886"/>
                  </a:lnTo>
                  <a:lnTo>
                    <a:pt x="1672291" y="410519"/>
                  </a:lnTo>
                  <a:lnTo>
                    <a:pt x="1664477" y="410335"/>
                  </a:lnTo>
                  <a:lnTo>
                    <a:pt x="1656663" y="410145"/>
                  </a:lnTo>
                  <a:lnTo>
                    <a:pt x="1648848" y="409853"/>
                  </a:lnTo>
                  <a:lnTo>
                    <a:pt x="1641034" y="409518"/>
                  </a:lnTo>
                  <a:lnTo>
                    <a:pt x="1633219" y="409176"/>
                  </a:lnTo>
                  <a:lnTo>
                    <a:pt x="1625405" y="408829"/>
                  </a:lnTo>
                  <a:lnTo>
                    <a:pt x="1617590" y="408474"/>
                  </a:lnTo>
                  <a:lnTo>
                    <a:pt x="1609776" y="407985"/>
                  </a:lnTo>
                  <a:lnTo>
                    <a:pt x="1601961" y="407470"/>
                  </a:lnTo>
                  <a:lnTo>
                    <a:pt x="1594147" y="406949"/>
                  </a:lnTo>
                  <a:lnTo>
                    <a:pt x="1586333" y="406837"/>
                  </a:lnTo>
                  <a:lnTo>
                    <a:pt x="1578518" y="406526"/>
                  </a:lnTo>
                  <a:lnTo>
                    <a:pt x="1570704" y="406038"/>
                  </a:lnTo>
                  <a:lnTo>
                    <a:pt x="1562889" y="405544"/>
                  </a:lnTo>
                  <a:lnTo>
                    <a:pt x="1555075" y="405045"/>
                  </a:lnTo>
                  <a:lnTo>
                    <a:pt x="1547260" y="404631"/>
                  </a:lnTo>
                  <a:lnTo>
                    <a:pt x="1539446" y="404367"/>
                  </a:lnTo>
                  <a:lnTo>
                    <a:pt x="1531631" y="404253"/>
                  </a:lnTo>
                  <a:lnTo>
                    <a:pt x="1523817" y="403894"/>
                  </a:lnTo>
                  <a:lnTo>
                    <a:pt x="1516003" y="403482"/>
                  </a:lnTo>
                  <a:lnTo>
                    <a:pt x="1508188" y="403090"/>
                  </a:lnTo>
                  <a:lnTo>
                    <a:pt x="1500374" y="402766"/>
                  </a:lnTo>
                  <a:lnTo>
                    <a:pt x="1492559" y="402517"/>
                  </a:lnTo>
                  <a:lnTo>
                    <a:pt x="1484745" y="402190"/>
                  </a:lnTo>
                  <a:lnTo>
                    <a:pt x="1476930" y="401768"/>
                  </a:lnTo>
                  <a:lnTo>
                    <a:pt x="1469116" y="401422"/>
                  </a:lnTo>
                  <a:lnTo>
                    <a:pt x="1461301" y="400964"/>
                  </a:lnTo>
                  <a:lnTo>
                    <a:pt x="1453487" y="400446"/>
                  </a:lnTo>
                  <a:lnTo>
                    <a:pt x="1445672" y="399949"/>
                  </a:lnTo>
                  <a:lnTo>
                    <a:pt x="1437858" y="399526"/>
                  </a:lnTo>
                  <a:lnTo>
                    <a:pt x="1430044" y="399274"/>
                  </a:lnTo>
                  <a:lnTo>
                    <a:pt x="1422229" y="398811"/>
                  </a:lnTo>
                  <a:lnTo>
                    <a:pt x="1414415" y="398329"/>
                  </a:lnTo>
                  <a:lnTo>
                    <a:pt x="1406600" y="398060"/>
                  </a:lnTo>
                  <a:lnTo>
                    <a:pt x="1398786" y="397459"/>
                  </a:lnTo>
                  <a:lnTo>
                    <a:pt x="1390971" y="396782"/>
                  </a:lnTo>
                  <a:lnTo>
                    <a:pt x="1383157" y="396244"/>
                  </a:lnTo>
                  <a:lnTo>
                    <a:pt x="1375342" y="395708"/>
                  </a:lnTo>
                  <a:lnTo>
                    <a:pt x="1367528" y="395166"/>
                  </a:lnTo>
                  <a:lnTo>
                    <a:pt x="1359714" y="394619"/>
                  </a:lnTo>
                  <a:lnTo>
                    <a:pt x="1351899" y="394066"/>
                  </a:lnTo>
                  <a:lnTo>
                    <a:pt x="1344085" y="393616"/>
                  </a:lnTo>
                  <a:lnTo>
                    <a:pt x="1336270" y="392954"/>
                  </a:lnTo>
                  <a:lnTo>
                    <a:pt x="1328456" y="392391"/>
                  </a:lnTo>
                  <a:lnTo>
                    <a:pt x="1320641" y="391819"/>
                  </a:lnTo>
                  <a:lnTo>
                    <a:pt x="1312827" y="391243"/>
                  </a:lnTo>
                  <a:lnTo>
                    <a:pt x="1305012" y="390660"/>
                  </a:lnTo>
                  <a:lnTo>
                    <a:pt x="1297198" y="390136"/>
                  </a:lnTo>
                  <a:lnTo>
                    <a:pt x="1289384" y="389717"/>
                  </a:lnTo>
                  <a:lnTo>
                    <a:pt x="1281569" y="389383"/>
                  </a:lnTo>
                  <a:lnTo>
                    <a:pt x="1273755" y="388986"/>
                  </a:lnTo>
                  <a:lnTo>
                    <a:pt x="1265940" y="388582"/>
                  </a:lnTo>
                  <a:lnTo>
                    <a:pt x="1258126" y="388029"/>
                  </a:lnTo>
                  <a:lnTo>
                    <a:pt x="1250311" y="387619"/>
                  </a:lnTo>
                  <a:lnTo>
                    <a:pt x="1242497" y="386797"/>
                  </a:lnTo>
                  <a:lnTo>
                    <a:pt x="1234682" y="386312"/>
                  </a:lnTo>
                  <a:lnTo>
                    <a:pt x="1226868" y="385839"/>
                  </a:lnTo>
                  <a:lnTo>
                    <a:pt x="1219053" y="385323"/>
                  </a:lnTo>
                  <a:lnTo>
                    <a:pt x="1211239" y="384822"/>
                  </a:lnTo>
                  <a:lnTo>
                    <a:pt x="1203425" y="384152"/>
                  </a:lnTo>
                  <a:lnTo>
                    <a:pt x="1195610" y="383483"/>
                  </a:lnTo>
                  <a:lnTo>
                    <a:pt x="1187796" y="382930"/>
                  </a:lnTo>
                  <a:lnTo>
                    <a:pt x="1179981" y="382370"/>
                  </a:lnTo>
                  <a:lnTo>
                    <a:pt x="1172167" y="381798"/>
                  </a:lnTo>
                  <a:lnTo>
                    <a:pt x="1164352" y="381059"/>
                  </a:lnTo>
                  <a:lnTo>
                    <a:pt x="1156538" y="380222"/>
                  </a:lnTo>
                  <a:lnTo>
                    <a:pt x="1148723" y="379378"/>
                  </a:lnTo>
                  <a:lnTo>
                    <a:pt x="1140909" y="378527"/>
                  </a:lnTo>
                  <a:lnTo>
                    <a:pt x="1133095" y="377668"/>
                  </a:lnTo>
                  <a:lnTo>
                    <a:pt x="1125280" y="376803"/>
                  </a:lnTo>
                  <a:lnTo>
                    <a:pt x="1117466" y="376185"/>
                  </a:lnTo>
                  <a:lnTo>
                    <a:pt x="1109651" y="375685"/>
                  </a:lnTo>
                  <a:lnTo>
                    <a:pt x="1101837" y="375308"/>
                  </a:lnTo>
                  <a:lnTo>
                    <a:pt x="1094022" y="374928"/>
                  </a:lnTo>
                  <a:lnTo>
                    <a:pt x="1086208" y="374234"/>
                  </a:lnTo>
                  <a:lnTo>
                    <a:pt x="1078393" y="373603"/>
                  </a:lnTo>
                  <a:lnTo>
                    <a:pt x="1070579" y="373062"/>
                  </a:lnTo>
                  <a:lnTo>
                    <a:pt x="1062765" y="372285"/>
                  </a:lnTo>
                  <a:lnTo>
                    <a:pt x="1054950" y="371576"/>
                  </a:lnTo>
                  <a:lnTo>
                    <a:pt x="1047136" y="371178"/>
                  </a:lnTo>
                  <a:lnTo>
                    <a:pt x="1039321" y="370773"/>
                  </a:lnTo>
                  <a:lnTo>
                    <a:pt x="1031507" y="370266"/>
                  </a:lnTo>
                  <a:lnTo>
                    <a:pt x="1023692" y="369681"/>
                  </a:lnTo>
                  <a:lnTo>
                    <a:pt x="1015878" y="369084"/>
                  </a:lnTo>
                  <a:lnTo>
                    <a:pt x="1008063" y="368409"/>
                  </a:lnTo>
                  <a:lnTo>
                    <a:pt x="1000249" y="367699"/>
                  </a:lnTo>
                  <a:lnTo>
                    <a:pt x="992434" y="366982"/>
                  </a:lnTo>
                  <a:lnTo>
                    <a:pt x="984620" y="366257"/>
                  </a:lnTo>
                  <a:lnTo>
                    <a:pt x="976806" y="365526"/>
                  </a:lnTo>
                  <a:lnTo>
                    <a:pt x="968991" y="364786"/>
                  </a:lnTo>
                  <a:lnTo>
                    <a:pt x="961177" y="364035"/>
                  </a:lnTo>
                  <a:lnTo>
                    <a:pt x="953362" y="363277"/>
                  </a:lnTo>
                  <a:lnTo>
                    <a:pt x="945548" y="362512"/>
                  </a:lnTo>
                  <a:lnTo>
                    <a:pt x="937733" y="361738"/>
                  </a:lnTo>
                  <a:lnTo>
                    <a:pt x="929919" y="360958"/>
                  </a:lnTo>
                  <a:lnTo>
                    <a:pt x="922104" y="360177"/>
                  </a:lnTo>
                  <a:lnTo>
                    <a:pt x="914290" y="359252"/>
                  </a:lnTo>
                  <a:lnTo>
                    <a:pt x="906476" y="358285"/>
                  </a:lnTo>
                  <a:lnTo>
                    <a:pt x="898661" y="357576"/>
                  </a:lnTo>
                  <a:lnTo>
                    <a:pt x="890847" y="356870"/>
                  </a:lnTo>
                  <a:lnTo>
                    <a:pt x="883032" y="356134"/>
                  </a:lnTo>
                  <a:lnTo>
                    <a:pt x="875218" y="355304"/>
                  </a:lnTo>
                  <a:lnTo>
                    <a:pt x="867403" y="354322"/>
                  </a:lnTo>
                  <a:lnTo>
                    <a:pt x="859589" y="353313"/>
                  </a:lnTo>
                  <a:lnTo>
                    <a:pt x="851774" y="352285"/>
                  </a:lnTo>
                  <a:lnTo>
                    <a:pt x="843960" y="351260"/>
                  </a:lnTo>
                  <a:lnTo>
                    <a:pt x="836145" y="350226"/>
                  </a:lnTo>
                  <a:lnTo>
                    <a:pt x="828331" y="349172"/>
                  </a:lnTo>
                  <a:lnTo>
                    <a:pt x="820517" y="348108"/>
                  </a:lnTo>
                  <a:lnTo>
                    <a:pt x="812702" y="347035"/>
                  </a:lnTo>
                  <a:lnTo>
                    <a:pt x="804888" y="345952"/>
                  </a:lnTo>
                  <a:lnTo>
                    <a:pt x="797073" y="344856"/>
                  </a:lnTo>
                  <a:lnTo>
                    <a:pt x="789259" y="343606"/>
                  </a:lnTo>
                  <a:lnTo>
                    <a:pt x="781444" y="342661"/>
                  </a:lnTo>
                  <a:lnTo>
                    <a:pt x="773630" y="341556"/>
                  </a:lnTo>
                  <a:lnTo>
                    <a:pt x="765815" y="340566"/>
                  </a:lnTo>
                  <a:lnTo>
                    <a:pt x="758001" y="339673"/>
                  </a:lnTo>
                  <a:lnTo>
                    <a:pt x="750187" y="338443"/>
                  </a:lnTo>
                  <a:lnTo>
                    <a:pt x="742372" y="337055"/>
                  </a:lnTo>
                  <a:lnTo>
                    <a:pt x="734558" y="335661"/>
                  </a:lnTo>
                  <a:lnTo>
                    <a:pt x="726743" y="334259"/>
                  </a:lnTo>
                  <a:lnTo>
                    <a:pt x="718929" y="333051"/>
                  </a:lnTo>
                  <a:lnTo>
                    <a:pt x="711114" y="331861"/>
                  </a:lnTo>
                  <a:lnTo>
                    <a:pt x="703300" y="330660"/>
                  </a:lnTo>
                  <a:lnTo>
                    <a:pt x="695485" y="329448"/>
                  </a:lnTo>
                  <a:lnTo>
                    <a:pt x="687671" y="328224"/>
                  </a:lnTo>
                  <a:lnTo>
                    <a:pt x="679857" y="327205"/>
                  </a:lnTo>
                  <a:lnTo>
                    <a:pt x="672042" y="326207"/>
                  </a:lnTo>
                  <a:lnTo>
                    <a:pt x="664228" y="325247"/>
                  </a:lnTo>
                  <a:lnTo>
                    <a:pt x="656413" y="324454"/>
                  </a:lnTo>
                  <a:lnTo>
                    <a:pt x="648599" y="323642"/>
                  </a:lnTo>
                  <a:lnTo>
                    <a:pt x="640784" y="322694"/>
                  </a:lnTo>
                  <a:lnTo>
                    <a:pt x="632970" y="321217"/>
                  </a:lnTo>
                  <a:lnTo>
                    <a:pt x="625155" y="319729"/>
                  </a:lnTo>
                  <a:lnTo>
                    <a:pt x="617341" y="318173"/>
                  </a:lnTo>
                  <a:lnTo>
                    <a:pt x="609526" y="316749"/>
                  </a:lnTo>
                  <a:lnTo>
                    <a:pt x="601712" y="315207"/>
                  </a:lnTo>
                  <a:lnTo>
                    <a:pt x="593898" y="313706"/>
                  </a:lnTo>
                  <a:lnTo>
                    <a:pt x="586083" y="312229"/>
                  </a:lnTo>
                  <a:lnTo>
                    <a:pt x="578269" y="311485"/>
                  </a:lnTo>
                  <a:lnTo>
                    <a:pt x="570454" y="310588"/>
                  </a:lnTo>
                  <a:lnTo>
                    <a:pt x="562640" y="309794"/>
                  </a:lnTo>
                  <a:lnTo>
                    <a:pt x="554825" y="308714"/>
                  </a:lnTo>
                  <a:lnTo>
                    <a:pt x="547011" y="307773"/>
                  </a:lnTo>
                  <a:lnTo>
                    <a:pt x="539196" y="306927"/>
                  </a:lnTo>
                  <a:lnTo>
                    <a:pt x="531382" y="305775"/>
                  </a:lnTo>
                  <a:lnTo>
                    <a:pt x="523568" y="304602"/>
                  </a:lnTo>
                  <a:lnTo>
                    <a:pt x="515753" y="303425"/>
                  </a:lnTo>
                  <a:lnTo>
                    <a:pt x="507939" y="302251"/>
                  </a:lnTo>
                  <a:lnTo>
                    <a:pt x="500124" y="301096"/>
                  </a:lnTo>
                  <a:lnTo>
                    <a:pt x="492310" y="300545"/>
                  </a:lnTo>
                  <a:lnTo>
                    <a:pt x="484495" y="299244"/>
                  </a:lnTo>
                  <a:lnTo>
                    <a:pt x="476681" y="297687"/>
                  </a:lnTo>
                  <a:lnTo>
                    <a:pt x="468866" y="296740"/>
                  </a:lnTo>
                  <a:lnTo>
                    <a:pt x="461052" y="295298"/>
                  </a:lnTo>
                  <a:lnTo>
                    <a:pt x="453238" y="293892"/>
                  </a:lnTo>
                  <a:lnTo>
                    <a:pt x="445423" y="292577"/>
                  </a:lnTo>
                  <a:lnTo>
                    <a:pt x="437609" y="291341"/>
                  </a:lnTo>
                  <a:lnTo>
                    <a:pt x="429794" y="290280"/>
                  </a:lnTo>
                  <a:lnTo>
                    <a:pt x="421980" y="289349"/>
                  </a:lnTo>
                  <a:lnTo>
                    <a:pt x="414165" y="288219"/>
                  </a:lnTo>
                  <a:lnTo>
                    <a:pt x="406351" y="287174"/>
                  </a:lnTo>
                  <a:lnTo>
                    <a:pt x="398536" y="286293"/>
                  </a:lnTo>
                  <a:lnTo>
                    <a:pt x="390722" y="285277"/>
                  </a:lnTo>
                  <a:lnTo>
                    <a:pt x="382907" y="284242"/>
                  </a:lnTo>
                  <a:lnTo>
                    <a:pt x="375093" y="282835"/>
                  </a:lnTo>
                  <a:lnTo>
                    <a:pt x="367279" y="281242"/>
                  </a:lnTo>
                  <a:lnTo>
                    <a:pt x="359464" y="280109"/>
                  </a:lnTo>
                  <a:lnTo>
                    <a:pt x="351650" y="279489"/>
                  </a:lnTo>
                  <a:lnTo>
                    <a:pt x="343835" y="277667"/>
                  </a:lnTo>
                  <a:lnTo>
                    <a:pt x="336021" y="276845"/>
                  </a:lnTo>
                  <a:lnTo>
                    <a:pt x="328206" y="276004"/>
                  </a:lnTo>
                  <a:lnTo>
                    <a:pt x="320392" y="274779"/>
                  </a:lnTo>
                  <a:lnTo>
                    <a:pt x="312577" y="274358"/>
                  </a:lnTo>
                  <a:lnTo>
                    <a:pt x="304763" y="273732"/>
                  </a:lnTo>
                  <a:lnTo>
                    <a:pt x="296949" y="273113"/>
                  </a:lnTo>
                  <a:lnTo>
                    <a:pt x="289134" y="272061"/>
                  </a:lnTo>
                  <a:lnTo>
                    <a:pt x="281320" y="271466"/>
                  </a:lnTo>
                  <a:lnTo>
                    <a:pt x="273505" y="270680"/>
                  </a:lnTo>
                  <a:lnTo>
                    <a:pt x="265691" y="269508"/>
                  </a:lnTo>
                  <a:lnTo>
                    <a:pt x="257876" y="269352"/>
                  </a:lnTo>
                  <a:lnTo>
                    <a:pt x="250062" y="268969"/>
                  </a:lnTo>
                  <a:lnTo>
                    <a:pt x="242247" y="268644"/>
                  </a:lnTo>
                  <a:lnTo>
                    <a:pt x="234433" y="268197"/>
                  </a:lnTo>
                  <a:lnTo>
                    <a:pt x="226619" y="267540"/>
                  </a:lnTo>
                  <a:lnTo>
                    <a:pt x="218804" y="266203"/>
                  </a:lnTo>
                  <a:lnTo>
                    <a:pt x="210990" y="265300"/>
                  </a:lnTo>
                  <a:lnTo>
                    <a:pt x="203175" y="265328"/>
                  </a:lnTo>
                  <a:lnTo>
                    <a:pt x="195361" y="264654"/>
                  </a:lnTo>
                  <a:lnTo>
                    <a:pt x="187546" y="263784"/>
                  </a:lnTo>
                  <a:lnTo>
                    <a:pt x="179732" y="262998"/>
                  </a:lnTo>
                  <a:lnTo>
                    <a:pt x="171917" y="262498"/>
                  </a:lnTo>
                  <a:lnTo>
                    <a:pt x="164103" y="262495"/>
                  </a:lnTo>
                  <a:lnTo>
                    <a:pt x="156288" y="262248"/>
                  </a:lnTo>
                  <a:lnTo>
                    <a:pt x="148474" y="262812"/>
                  </a:lnTo>
                  <a:lnTo>
                    <a:pt x="140660" y="262838"/>
                  </a:lnTo>
                  <a:lnTo>
                    <a:pt x="132845" y="262746"/>
                  </a:lnTo>
                  <a:lnTo>
                    <a:pt x="125031" y="262690"/>
                  </a:lnTo>
                  <a:lnTo>
                    <a:pt x="117216" y="262614"/>
                  </a:lnTo>
                  <a:lnTo>
                    <a:pt x="109402" y="263065"/>
                  </a:lnTo>
                  <a:lnTo>
                    <a:pt x="101587" y="264001"/>
                  </a:lnTo>
                  <a:lnTo>
                    <a:pt x="93773" y="264155"/>
                  </a:lnTo>
                  <a:lnTo>
                    <a:pt x="85958" y="264630"/>
                  </a:lnTo>
                  <a:lnTo>
                    <a:pt x="78144" y="264766"/>
                  </a:lnTo>
                  <a:lnTo>
                    <a:pt x="70330" y="265080"/>
                  </a:lnTo>
                  <a:lnTo>
                    <a:pt x="62515" y="265206"/>
                  </a:lnTo>
                  <a:lnTo>
                    <a:pt x="54701" y="265474"/>
                  </a:lnTo>
                  <a:lnTo>
                    <a:pt x="46886" y="266011"/>
                  </a:lnTo>
                  <a:lnTo>
                    <a:pt x="39072" y="266878"/>
                  </a:lnTo>
                  <a:lnTo>
                    <a:pt x="31257" y="267639"/>
                  </a:lnTo>
                  <a:lnTo>
                    <a:pt x="23443" y="268455"/>
                  </a:lnTo>
                  <a:lnTo>
                    <a:pt x="15628" y="268645"/>
                  </a:lnTo>
                  <a:lnTo>
                    <a:pt x="7814" y="269976"/>
                  </a:lnTo>
                  <a:lnTo>
                    <a:pt x="0" y="270473"/>
                  </a:lnTo>
                  <a:close/>
                </a:path>
              </a:pathLst>
            </a:custGeom>
            <a:solidFill>
              <a:srgbClr val="FFC0CB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215" name="pl214"/>
            <p:cNvSpPr/>
            <p:nvPr/>
          </p:nvSpPr>
          <p:spPr>
            <a:xfrm>
              <a:off x="6041499" y="2647883"/>
              <a:ext cx="2023942" cy="152980"/>
            </a:xfrm>
            <a:custGeom>
              <a:avLst/>
              <a:pathLst>
                <a:path w="2023942" h="152980">
                  <a:moveTo>
                    <a:pt x="0" y="147495"/>
                  </a:moveTo>
                  <a:lnTo>
                    <a:pt x="7814" y="148179"/>
                  </a:lnTo>
                  <a:lnTo>
                    <a:pt x="15628" y="149082"/>
                  </a:lnTo>
                  <a:lnTo>
                    <a:pt x="23443" y="149947"/>
                  </a:lnTo>
                  <a:lnTo>
                    <a:pt x="31257" y="150279"/>
                  </a:lnTo>
                  <a:lnTo>
                    <a:pt x="39072" y="150697"/>
                  </a:lnTo>
                  <a:lnTo>
                    <a:pt x="46886" y="150691"/>
                  </a:lnTo>
                  <a:lnTo>
                    <a:pt x="54701" y="151212"/>
                  </a:lnTo>
                  <a:lnTo>
                    <a:pt x="62515" y="151428"/>
                  </a:lnTo>
                  <a:lnTo>
                    <a:pt x="70330" y="151708"/>
                  </a:lnTo>
                  <a:lnTo>
                    <a:pt x="78144" y="151475"/>
                  </a:lnTo>
                  <a:lnTo>
                    <a:pt x="85958" y="152179"/>
                  </a:lnTo>
                  <a:lnTo>
                    <a:pt x="93773" y="152980"/>
                  </a:lnTo>
                  <a:lnTo>
                    <a:pt x="101587" y="152730"/>
                  </a:lnTo>
                  <a:lnTo>
                    <a:pt x="109402" y="151871"/>
                  </a:lnTo>
                  <a:lnTo>
                    <a:pt x="117216" y="152250"/>
                  </a:lnTo>
                  <a:lnTo>
                    <a:pt x="125031" y="151999"/>
                  </a:lnTo>
                  <a:lnTo>
                    <a:pt x="132845" y="152314"/>
                  </a:lnTo>
                  <a:lnTo>
                    <a:pt x="140660" y="152196"/>
                  </a:lnTo>
                  <a:lnTo>
                    <a:pt x="148474" y="152896"/>
                  </a:lnTo>
                  <a:lnTo>
                    <a:pt x="156288" y="152571"/>
                  </a:lnTo>
                  <a:lnTo>
                    <a:pt x="164103" y="151519"/>
                  </a:lnTo>
                  <a:lnTo>
                    <a:pt x="171917" y="151623"/>
                  </a:lnTo>
                  <a:lnTo>
                    <a:pt x="179732" y="151746"/>
                  </a:lnTo>
                  <a:lnTo>
                    <a:pt x="187546" y="151524"/>
                  </a:lnTo>
                  <a:lnTo>
                    <a:pt x="195361" y="151254"/>
                  </a:lnTo>
                  <a:lnTo>
                    <a:pt x="203175" y="151627"/>
                  </a:lnTo>
                  <a:lnTo>
                    <a:pt x="210990" y="150540"/>
                  </a:lnTo>
                  <a:lnTo>
                    <a:pt x="218804" y="150301"/>
                  </a:lnTo>
                  <a:lnTo>
                    <a:pt x="226619" y="149293"/>
                  </a:lnTo>
                  <a:lnTo>
                    <a:pt x="234433" y="149395"/>
                  </a:lnTo>
                  <a:lnTo>
                    <a:pt x="242247" y="148331"/>
                  </a:lnTo>
                  <a:lnTo>
                    <a:pt x="250062" y="147974"/>
                  </a:lnTo>
                  <a:lnTo>
                    <a:pt x="257876" y="147432"/>
                  </a:lnTo>
                  <a:lnTo>
                    <a:pt x="265691" y="146388"/>
                  </a:lnTo>
                  <a:lnTo>
                    <a:pt x="273505" y="145420"/>
                  </a:lnTo>
                  <a:lnTo>
                    <a:pt x="281320" y="144463"/>
                  </a:lnTo>
                  <a:lnTo>
                    <a:pt x="289134" y="143244"/>
                  </a:lnTo>
                  <a:lnTo>
                    <a:pt x="296949" y="142893"/>
                  </a:lnTo>
                  <a:lnTo>
                    <a:pt x="304763" y="142560"/>
                  </a:lnTo>
                  <a:lnTo>
                    <a:pt x="312577" y="141789"/>
                  </a:lnTo>
                  <a:lnTo>
                    <a:pt x="320392" y="140654"/>
                  </a:lnTo>
                  <a:lnTo>
                    <a:pt x="328206" y="139584"/>
                  </a:lnTo>
                  <a:lnTo>
                    <a:pt x="336021" y="139026"/>
                  </a:lnTo>
                  <a:lnTo>
                    <a:pt x="343835" y="138666"/>
                  </a:lnTo>
                  <a:lnTo>
                    <a:pt x="351650" y="137832"/>
                  </a:lnTo>
                  <a:lnTo>
                    <a:pt x="359464" y="136508"/>
                  </a:lnTo>
                  <a:lnTo>
                    <a:pt x="367279" y="135738"/>
                  </a:lnTo>
                  <a:lnTo>
                    <a:pt x="375093" y="134943"/>
                  </a:lnTo>
                  <a:lnTo>
                    <a:pt x="382907" y="133958"/>
                  </a:lnTo>
                  <a:lnTo>
                    <a:pt x="390722" y="132957"/>
                  </a:lnTo>
                  <a:lnTo>
                    <a:pt x="398536" y="131409"/>
                  </a:lnTo>
                  <a:lnTo>
                    <a:pt x="406351" y="129877"/>
                  </a:lnTo>
                  <a:lnTo>
                    <a:pt x="414165" y="128752"/>
                  </a:lnTo>
                  <a:lnTo>
                    <a:pt x="421980" y="127832"/>
                  </a:lnTo>
                  <a:lnTo>
                    <a:pt x="429794" y="126880"/>
                  </a:lnTo>
                  <a:lnTo>
                    <a:pt x="437609" y="125884"/>
                  </a:lnTo>
                  <a:lnTo>
                    <a:pt x="445423" y="124916"/>
                  </a:lnTo>
                  <a:lnTo>
                    <a:pt x="453238" y="123908"/>
                  </a:lnTo>
                  <a:lnTo>
                    <a:pt x="461052" y="122079"/>
                  </a:lnTo>
                  <a:lnTo>
                    <a:pt x="468866" y="120578"/>
                  </a:lnTo>
                  <a:lnTo>
                    <a:pt x="476681" y="119112"/>
                  </a:lnTo>
                  <a:lnTo>
                    <a:pt x="484495" y="117898"/>
                  </a:lnTo>
                  <a:lnTo>
                    <a:pt x="492310" y="116393"/>
                  </a:lnTo>
                  <a:lnTo>
                    <a:pt x="500124" y="115484"/>
                  </a:lnTo>
                  <a:lnTo>
                    <a:pt x="507939" y="114395"/>
                  </a:lnTo>
                  <a:lnTo>
                    <a:pt x="515753" y="113597"/>
                  </a:lnTo>
                  <a:lnTo>
                    <a:pt x="523568" y="111999"/>
                  </a:lnTo>
                  <a:lnTo>
                    <a:pt x="531382" y="110780"/>
                  </a:lnTo>
                  <a:lnTo>
                    <a:pt x="539196" y="109493"/>
                  </a:lnTo>
                  <a:lnTo>
                    <a:pt x="547011" y="108739"/>
                  </a:lnTo>
                  <a:lnTo>
                    <a:pt x="554825" y="107997"/>
                  </a:lnTo>
                  <a:lnTo>
                    <a:pt x="562640" y="107182"/>
                  </a:lnTo>
                  <a:lnTo>
                    <a:pt x="570454" y="105887"/>
                  </a:lnTo>
                  <a:lnTo>
                    <a:pt x="578269" y="104475"/>
                  </a:lnTo>
                  <a:lnTo>
                    <a:pt x="586083" y="103697"/>
                  </a:lnTo>
                  <a:lnTo>
                    <a:pt x="593898" y="102349"/>
                  </a:lnTo>
                  <a:lnTo>
                    <a:pt x="601712" y="100884"/>
                  </a:lnTo>
                  <a:lnTo>
                    <a:pt x="609526" y="99857"/>
                  </a:lnTo>
                  <a:lnTo>
                    <a:pt x="617341" y="98887"/>
                  </a:lnTo>
                  <a:lnTo>
                    <a:pt x="625155" y="97350"/>
                  </a:lnTo>
                  <a:lnTo>
                    <a:pt x="632970" y="95712"/>
                  </a:lnTo>
                  <a:lnTo>
                    <a:pt x="640784" y="94727"/>
                  </a:lnTo>
                  <a:lnTo>
                    <a:pt x="648599" y="93827"/>
                  </a:lnTo>
                  <a:lnTo>
                    <a:pt x="656413" y="92967"/>
                  </a:lnTo>
                  <a:lnTo>
                    <a:pt x="664228" y="92195"/>
                  </a:lnTo>
                  <a:lnTo>
                    <a:pt x="672042" y="91432"/>
                  </a:lnTo>
                  <a:lnTo>
                    <a:pt x="679857" y="90676"/>
                  </a:lnTo>
                  <a:lnTo>
                    <a:pt x="687671" y="89928"/>
                  </a:lnTo>
                  <a:lnTo>
                    <a:pt x="695485" y="89111"/>
                  </a:lnTo>
                  <a:lnTo>
                    <a:pt x="703300" y="87891"/>
                  </a:lnTo>
                  <a:lnTo>
                    <a:pt x="711114" y="87303"/>
                  </a:lnTo>
                  <a:lnTo>
                    <a:pt x="718929" y="86230"/>
                  </a:lnTo>
                  <a:lnTo>
                    <a:pt x="726743" y="85196"/>
                  </a:lnTo>
                  <a:lnTo>
                    <a:pt x="734558" y="83917"/>
                  </a:lnTo>
                  <a:lnTo>
                    <a:pt x="742372" y="82776"/>
                  </a:lnTo>
                  <a:lnTo>
                    <a:pt x="750187" y="81923"/>
                  </a:lnTo>
                  <a:lnTo>
                    <a:pt x="758001" y="80889"/>
                  </a:lnTo>
                  <a:lnTo>
                    <a:pt x="765815" y="79874"/>
                  </a:lnTo>
                  <a:lnTo>
                    <a:pt x="773630" y="78615"/>
                  </a:lnTo>
                  <a:lnTo>
                    <a:pt x="781444" y="77863"/>
                  </a:lnTo>
                  <a:lnTo>
                    <a:pt x="789259" y="76882"/>
                  </a:lnTo>
                  <a:lnTo>
                    <a:pt x="797073" y="75729"/>
                  </a:lnTo>
                  <a:lnTo>
                    <a:pt x="804888" y="74626"/>
                  </a:lnTo>
                  <a:lnTo>
                    <a:pt x="812702" y="73921"/>
                  </a:lnTo>
                  <a:lnTo>
                    <a:pt x="820517" y="73083"/>
                  </a:lnTo>
                  <a:lnTo>
                    <a:pt x="828331" y="71853"/>
                  </a:lnTo>
                  <a:lnTo>
                    <a:pt x="836145" y="70546"/>
                  </a:lnTo>
                  <a:lnTo>
                    <a:pt x="843960" y="69601"/>
                  </a:lnTo>
                  <a:lnTo>
                    <a:pt x="851774" y="68905"/>
                  </a:lnTo>
                  <a:lnTo>
                    <a:pt x="859589" y="68274"/>
                  </a:lnTo>
                  <a:lnTo>
                    <a:pt x="867403" y="67707"/>
                  </a:lnTo>
                  <a:lnTo>
                    <a:pt x="875218" y="66984"/>
                  </a:lnTo>
                  <a:lnTo>
                    <a:pt x="883032" y="66243"/>
                  </a:lnTo>
                  <a:lnTo>
                    <a:pt x="890847" y="65359"/>
                  </a:lnTo>
                  <a:lnTo>
                    <a:pt x="898661" y="64636"/>
                  </a:lnTo>
                  <a:lnTo>
                    <a:pt x="906476" y="64087"/>
                  </a:lnTo>
                  <a:lnTo>
                    <a:pt x="914290" y="63114"/>
                  </a:lnTo>
                  <a:lnTo>
                    <a:pt x="922104" y="62218"/>
                  </a:lnTo>
                  <a:lnTo>
                    <a:pt x="929919" y="61589"/>
                  </a:lnTo>
                  <a:lnTo>
                    <a:pt x="937733" y="60766"/>
                  </a:lnTo>
                  <a:lnTo>
                    <a:pt x="945548" y="59988"/>
                  </a:lnTo>
                  <a:lnTo>
                    <a:pt x="953362" y="59070"/>
                  </a:lnTo>
                  <a:lnTo>
                    <a:pt x="961177" y="58081"/>
                  </a:lnTo>
                  <a:lnTo>
                    <a:pt x="968991" y="57102"/>
                  </a:lnTo>
                  <a:lnTo>
                    <a:pt x="976806" y="56132"/>
                  </a:lnTo>
                  <a:lnTo>
                    <a:pt x="984620" y="55171"/>
                  </a:lnTo>
                  <a:lnTo>
                    <a:pt x="992434" y="54217"/>
                  </a:lnTo>
                  <a:lnTo>
                    <a:pt x="1000249" y="53271"/>
                  </a:lnTo>
                  <a:lnTo>
                    <a:pt x="1008063" y="52347"/>
                  </a:lnTo>
                  <a:lnTo>
                    <a:pt x="1015878" y="51531"/>
                  </a:lnTo>
                  <a:lnTo>
                    <a:pt x="1023692" y="50865"/>
                  </a:lnTo>
                  <a:lnTo>
                    <a:pt x="1031507" y="49993"/>
                  </a:lnTo>
                  <a:lnTo>
                    <a:pt x="1039321" y="49168"/>
                  </a:lnTo>
                  <a:lnTo>
                    <a:pt x="1047136" y="48400"/>
                  </a:lnTo>
                  <a:lnTo>
                    <a:pt x="1054950" y="47645"/>
                  </a:lnTo>
                  <a:lnTo>
                    <a:pt x="1062765" y="46901"/>
                  </a:lnTo>
                  <a:lnTo>
                    <a:pt x="1070579" y="46169"/>
                  </a:lnTo>
                  <a:lnTo>
                    <a:pt x="1078393" y="45448"/>
                  </a:lnTo>
                  <a:lnTo>
                    <a:pt x="1086208" y="44738"/>
                  </a:lnTo>
                  <a:lnTo>
                    <a:pt x="1094022" y="44040"/>
                  </a:lnTo>
                  <a:lnTo>
                    <a:pt x="1101837" y="43208"/>
                  </a:lnTo>
                  <a:lnTo>
                    <a:pt x="1109651" y="42306"/>
                  </a:lnTo>
                  <a:lnTo>
                    <a:pt x="1117466" y="41413"/>
                  </a:lnTo>
                  <a:lnTo>
                    <a:pt x="1125280" y="40528"/>
                  </a:lnTo>
                  <a:lnTo>
                    <a:pt x="1133095" y="39654"/>
                  </a:lnTo>
                  <a:lnTo>
                    <a:pt x="1140909" y="38797"/>
                  </a:lnTo>
                  <a:lnTo>
                    <a:pt x="1148723" y="38346"/>
                  </a:lnTo>
                  <a:lnTo>
                    <a:pt x="1156538" y="37996"/>
                  </a:lnTo>
                  <a:lnTo>
                    <a:pt x="1164352" y="37342"/>
                  </a:lnTo>
                  <a:lnTo>
                    <a:pt x="1172167" y="36465"/>
                  </a:lnTo>
                  <a:lnTo>
                    <a:pt x="1179981" y="35595"/>
                  </a:lnTo>
                  <a:lnTo>
                    <a:pt x="1187796" y="34733"/>
                  </a:lnTo>
                  <a:lnTo>
                    <a:pt x="1195610" y="34076"/>
                  </a:lnTo>
                  <a:lnTo>
                    <a:pt x="1203425" y="33539"/>
                  </a:lnTo>
                  <a:lnTo>
                    <a:pt x="1211239" y="33208"/>
                  </a:lnTo>
                  <a:lnTo>
                    <a:pt x="1219053" y="33021"/>
                  </a:lnTo>
                  <a:lnTo>
                    <a:pt x="1226868" y="32839"/>
                  </a:lnTo>
                  <a:lnTo>
                    <a:pt x="1234682" y="32660"/>
                  </a:lnTo>
                  <a:lnTo>
                    <a:pt x="1242497" y="32484"/>
                  </a:lnTo>
                  <a:lnTo>
                    <a:pt x="1250311" y="32279"/>
                  </a:lnTo>
                  <a:lnTo>
                    <a:pt x="1258126" y="31702"/>
                  </a:lnTo>
                  <a:lnTo>
                    <a:pt x="1265940" y="31068"/>
                  </a:lnTo>
                  <a:lnTo>
                    <a:pt x="1273755" y="30446"/>
                  </a:lnTo>
                  <a:lnTo>
                    <a:pt x="1281569" y="29834"/>
                  </a:lnTo>
                  <a:lnTo>
                    <a:pt x="1289384" y="29232"/>
                  </a:lnTo>
                  <a:lnTo>
                    <a:pt x="1297198" y="28640"/>
                  </a:lnTo>
                  <a:lnTo>
                    <a:pt x="1305012" y="28057"/>
                  </a:lnTo>
                  <a:lnTo>
                    <a:pt x="1312827" y="27483"/>
                  </a:lnTo>
                  <a:lnTo>
                    <a:pt x="1320641" y="26919"/>
                  </a:lnTo>
                  <a:lnTo>
                    <a:pt x="1328456" y="26364"/>
                  </a:lnTo>
                  <a:lnTo>
                    <a:pt x="1336270" y="25970"/>
                  </a:lnTo>
                  <a:lnTo>
                    <a:pt x="1344085" y="25610"/>
                  </a:lnTo>
                  <a:lnTo>
                    <a:pt x="1351899" y="25256"/>
                  </a:lnTo>
                  <a:lnTo>
                    <a:pt x="1359714" y="24907"/>
                  </a:lnTo>
                  <a:lnTo>
                    <a:pt x="1367528" y="24568"/>
                  </a:lnTo>
                  <a:lnTo>
                    <a:pt x="1375342" y="24236"/>
                  </a:lnTo>
                  <a:lnTo>
                    <a:pt x="1383157" y="23908"/>
                  </a:lnTo>
                  <a:lnTo>
                    <a:pt x="1390971" y="23585"/>
                  </a:lnTo>
                  <a:lnTo>
                    <a:pt x="1398786" y="23266"/>
                  </a:lnTo>
                  <a:lnTo>
                    <a:pt x="1406600" y="22900"/>
                  </a:lnTo>
                  <a:lnTo>
                    <a:pt x="1414415" y="22406"/>
                  </a:lnTo>
                  <a:lnTo>
                    <a:pt x="1422229" y="21809"/>
                  </a:lnTo>
                  <a:lnTo>
                    <a:pt x="1430044" y="21398"/>
                  </a:lnTo>
                  <a:lnTo>
                    <a:pt x="1437858" y="21110"/>
                  </a:lnTo>
                  <a:lnTo>
                    <a:pt x="1445672" y="20889"/>
                  </a:lnTo>
                  <a:lnTo>
                    <a:pt x="1453487" y="20548"/>
                  </a:lnTo>
                  <a:lnTo>
                    <a:pt x="1461301" y="20273"/>
                  </a:lnTo>
                  <a:lnTo>
                    <a:pt x="1469116" y="20003"/>
                  </a:lnTo>
                  <a:lnTo>
                    <a:pt x="1476930" y="19737"/>
                  </a:lnTo>
                  <a:lnTo>
                    <a:pt x="1484745" y="19475"/>
                  </a:lnTo>
                  <a:lnTo>
                    <a:pt x="1492559" y="19218"/>
                  </a:lnTo>
                  <a:lnTo>
                    <a:pt x="1500374" y="18965"/>
                  </a:lnTo>
                  <a:lnTo>
                    <a:pt x="1508188" y="18716"/>
                  </a:lnTo>
                  <a:lnTo>
                    <a:pt x="1516003" y="18471"/>
                  </a:lnTo>
                  <a:lnTo>
                    <a:pt x="1523817" y="18230"/>
                  </a:lnTo>
                  <a:lnTo>
                    <a:pt x="1531631" y="17897"/>
                  </a:lnTo>
                  <a:lnTo>
                    <a:pt x="1539446" y="17473"/>
                  </a:lnTo>
                  <a:lnTo>
                    <a:pt x="1547260" y="17055"/>
                  </a:lnTo>
                  <a:lnTo>
                    <a:pt x="1555075" y="16669"/>
                  </a:lnTo>
                  <a:lnTo>
                    <a:pt x="1562889" y="16406"/>
                  </a:lnTo>
                  <a:lnTo>
                    <a:pt x="1570704" y="16145"/>
                  </a:lnTo>
                  <a:lnTo>
                    <a:pt x="1578518" y="15688"/>
                  </a:lnTo>
                  <a:lnTo>
                    <a:pt x="1586333" y="15228"/>
                  </a:lnTo>
                  <a:lnTo>
                    <a:pt x="1594147" y="14818"/>
                  </a:lnTo>
                  <a:lnTo>
                    <a:pt x="1601961" y="14670"/>
                  </a:lnTo>
                  <a:lnTo>
                    <a:pt x="1609776" y="14367"/>
                  </a:lnTo>
                  <a:lnTo>
                    <a:pt x="1617590" y="13841"/>
                  </a:lnTo>
                  <a:lnTo>
                    <a:pt x="1625405" y="13321"/>
                  </a:lnTo>
                  <a:lnTo>
                    <a:pt x="1633219" y="12846"/>
                  </a:lnTo>
                  <a:lnTo>
                    <a:pt x="1641034" y="12437"/>
                  </a:lnTo>
                  <a:lnTo>
                    <a:pt x="1648848" y="11930"/>
                  </a:lnTo>
                  <a:lnTo>
                    <a:pt x="1656663" y="11471"/>
                  </a:lnTo>
                  <a:lnTo>
                    <a:pt x="1664477" y="11237"/>
                  </a:lnTo>
                  <a:lnTo>
                    <a:pt x="1672291" y="11121"/>
                  </a:lnTo>
                  <a:lnTo>
                    <a:pt x="1680106" y="10845"/>
                  </a:lnTo>
                  <a:lnTo>
                    <a:pt x="1687920" y="10536"/>
                  </a:lnTo>
                  <a:lnTo>
                    <a:pt x="1695735" y="10226"/>
                  </a:lnTo>
                  <a:lnTo>
                    <a:pt x="1703549" y="9915"/>
                  </a:lnTo>
                  <a:lnTo>
                    <a:pt x="1711364" y="9610"/>
                  </a:lnTo>
                  <a:lnTo>
                    <a:pt x="1719178" y="9322"/>
                  </a:lnTo>
                  <a:lnTo>
                    <a:pt x="1726993" y="9039"/>
                  </a:lnTo>
                  <a:lnTo>
                    <a:pt x="1734807" y="8761"/>
                  </a:lnTo>
                  <a:lnTo>
                    <a:pt x="1742622" y="8481"/>
                  </a:lnTo>
                  <a:lnTo>
                    <a:pt x="1750436" y="8198"/>
                  </a:lnTo>
                  <a:lnTo>
                    <a:pt x="1758250" y="7920"/>
                  </a:lnTo>
                  <a:lnTo>
                    <a:pt x="1766065" y="7657"/>
                  </a:lnTo>
                  <a:lnTo>
                    <a:pt x="1773879" y="7304"/>
                  </a:lnTo>
                  <a:lnTo>
                    <a:pt x="1781694" y="6948"/>
                  </a:lnTo>
                  <a:lnTo>
                    <a:pt x="1789508" y="6597"/>
                  </a:lnTo>
                  <a:lnTo>
                    <a:pt x="1797323" y="6249"/>
                  </a:lnTo>
                  <a:lnTo>
                    <a:pt x="1805137" y="6076"/>
                  </a:lnTo>
                  <a:lnTo>
                    <a:pt x="1812952" y="5793"/>
                  </a:lnTo>
                  <a:lnTo>
                    <a:pt x="1820766" y="5438"/>
                  </a:lnTo>
                  <a:lnTo>
                    <a:pt x="1828580" y="5089"/>
                  </a:lnTo>
                  <a:lnTo>
                    <a:pt x="1836395" y="4920"/>
                  </a:lnTo>
                  <a:lnTo>
                    <a:pt x="1844209" y="4834"/>
                  </a:lnTo>
                  <a:lnTo>
                    <a:pt x="1852024" y="4751"/>
                  </a:lnTo>
                  <a:lnTo>
                    <a:pt x="1859838" y="4659"/>
                  </a:lnTo>
                  <a:lnTo>
                    <a:pt x="1867653" y="4411"/>
                  </a:lnTo>
                  <a:lnTo>
                    <a:pt x="1875467" y="4166"/>
                  </a:lnTo>
                  <a:lnTo>
                    <a:pt x="1883282" y="3927"/>
                  </a:lnTo>
                  <a:lnTo>
                    <a:pt x="1891096" y="3686"/>
                  </a:lnTo>
                  <a:lnTo>
                    <a:pt x="1898910" y="3449"/>
                  </a:lnTo>
                  <a:lnTo>
                    <a:pt x="1906725" y="3241"/>
                  </a:lnTo>
                  <a:lnTo>
                    <a:pt x="1914539" y="3092"/>
                  </a:lnTo>
                  <a:lnTo>
                    <a:pt x="1922354" y="2946"/>
                  </a:lnTo>
                  <a:lnTo>
                    <a:pt x="1930168" y="2526"/>
                  </a:lnTo>
                  <a:lnTo>
                    <a:pt x="1937983" y="2297"/>
                  </a:lnTo>
                  <a:lnTo>
                    <a:pt x="1945797" y="2070"/>
                  </a:lnTo>
                  <a:lnTo>
                    <a:pt x="1953612" y="1846"/>
                  </a:lnTo>
                  <a:lnTo>
                    <a:pt x="1961426" y="1629"/>
                  </a:lnTo>
                  <a:lnTo>
                    <a:pt x="1969241" y="1419"/>
                  </a:lnTo>
                  <a:lnTo>
                    <a:pt x="1977055" y="1023"/>
                  </a:lnTo>
                  <a:lnTo>
                    <a:pt x="1984869" y="815"/>
                  </a:lnTo>
                  <a:lnTo>
                    <a:pt x="1992684" y="788"/>
                  </a:lnTo>
                  <a:lnTo>
                    <a:pt x="2000498" y="592"/>
                  </a:lnTo>
                  <a:lnTo>
                    <a:pt x="2008313" y="392"/>
                  </a:lnTo>
                  <a:lnTo>
                    <a:pt x="2016127" y="195"/>
                  </a:lnTo>
                  <a:lnTo>
                    <a:pt x="202394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6" name="pl215"/>
            <p:cNvSpPr/>
            <p:nvPr/>
          </p:nvSpPr>
          <p:spPr>
            <a:xfrm>
              <a:off x="6041499" y="2910131"/>
              <a:ext cx="2023942" cy="158815"/>
            </a:xfrm>
            <a:custGeom>
              <a:avLst/>
              <a:pathLst>
                <a:path w="2023942" h="158815">
                  <a:moveTo>
                    <a:pt x="2023942" y="158815"/>
                  </a:moveTo>
                  <a:lnTo>
                    <a:pt x="2016127" y="158757"/>
                  </a:lnTo>
                  <a:lnTo>
                    <a:pt x="2008313" y="158688"/>
                  </a:lnTo>
                  <a:lnTo>
                    <a:pt x="2000498" y="158348"/>
                  </a:lnTo>
                  <a:lnTo>
                    <a:pt x="1992684" y="158025"/>
                  </a:lnTo>
                  <a:lnTo>
                    <a:pt x="1984869" y="157862"/>
                  </a:lnTo>
                  <a:lnTo>
                    <a:pt x="1977055" y="157690"/>
                  </a:lnTo>
                  <a:lnTo>
                    <a:pt x="1969241" y="157515"/>
                  </a:lnTo>
                  <a:lnTo>
                    <a:pt x="1961426" y="157275"/>
                  </a:lnTo>
                  <a:lnTo>
                    <a:pt x="1953612" y="156856"/>
                  </a:lnTo>
                  <a:lnTo>
                    <a:pt x="1945797" y="156434"/>
                  </a:lnTo>
                  <a:lnTo>
                    <a:pt x="1937983" y="156007"/>
                  </a:lnTo>
                  <a:lnTo>
                    <a:pt x="1930168" y="155703"/>
                  </a:lnTo>
                  <a:lnTo>
                    <a:pt x="1922354" y="155646"/>
                  </a:lnTo>
                  <a:lnTo>
                    <a:pt x="1914539" y="155596"/>
                  </a:lnTo>
                  <a:lnTo>
                    <a:pt x="1906725" y="155544"/>
                  </a:lnTo>
                  <a:lnTo>
                    <a:pt x="1898910" y="155491"/>
                  </a:lnTo>
                  <a:lnTo>
                    <a:pt x="1891096" y="155437"/>
                  </a:lnTo>
                  <a:lnTo>
                    <a:pt x="1883282" y="155381"/>
                  </a:lnTo>
                  <a:lnTo>
                    <a:pt x="1875467" y="155102"/>
                  </a:lnTo>
                  <a:lnTo>
                    <a:pt x="1867653" y="154662"/>
                  </a:lnTo>
                  <a:lnTo>
                    <a:pt x="1859838" y="154526"/>
                  </a:lnTo>
                  <a:lnTo>
                    <a:pt x="1852024" y="154425"/>
                  </a:lnTo>
                  <a:lnTo>
                    <a:pt x="1844209" y="154321"/>
                  </a:lnTo>
                  <a:lnTo>
                    <a:pt x="1836395" y="154113"/>
                  </a:lnTo>
                  <a:lnTo>
                    <a:pt x="1828580" y="153805"/>
                  </a:lnTo>
                  <a:lnTo>
                    <a:pt x="1820766" y="153684"/>
                  </a:lnTo>
                  <a:lnTo>
                    <a:pt x="1812952" y="153523"/>
                  </a:lnTo>
                  <a:lnTo>
                    <a:pt x="1805137" y="153292"/>
                  </a:lnTo>
                  <a:lnTo>
                    <a:pt x="1797323" y="153056"/>
                  </a:lnTo>
                  <a:lnTo>
                    <a:pt x="1789508" y="152814"/>
                  </a:lnTo>
                  <a:lnTo>
                    <a:pt x="1781694" y="152604"/>
                  </a:lnTo>
                  <a:lnTo>
                    <a:pt x="1773879" y="152441"/>
                  </a:lnTo>
                  <a:lnTo>
                    <a:pt x="1766065" y="152209"/>
                  </a:lnTo>
                  <a:lnTo>
                    <a:pt x="1758250" y="151894"/>
                  </a:lnTo>
                  <a:lnTo>
                    <a:pt x="1750436" y="151612"/>
                  </a:lnTo>
                  <a:lnTo>
                    <a:pt x="1742622" y="151327"/>
                  </a:lnTo>
                  <a:lnTo>
                    <a:pt x="1734807" y="151037"/>
                  </a:lnTo>
                  <a:lnTo>
                    <a:pt x="1726993" y="150744"/>
                  </a:lnTo>
                  <a:lnTo>
                    <a:pt x="1719178" y="150449"/>
                  </a:lnTo>
                  <a:lnTo>
                    <a:pt x="1711364" y="150099"/>
                  </a:lnTo>
                  <a:lnTo>
                    <a:pt x="1703549" y="149740"/>
                  </a:lnTo>
                  <a:lnTo>
                    <a:pt x="1695735" y="149378"/>
                  </a:lnTo>
                  <a:lnTo>
                    <a:pt x="1687920" y="149010"/>
                  </a:lnTo>
                  <a:lnTo>
                    <a:pt x="1680106" y="148638"/>
                  </a:lnTo>
                  <a:lnTo>
                    <a:pt x="1672291" y="148271"/>
                  </a:lnTo>
                  <a:lnTo>
                    <a:pt x="1664477" y="148087"/>
                  </a:lnTo>
                  <a:lnTo>
                    <a:pt x="1656663" y="147897"/>
                  </a:lnTo>
                  <a:lnTo>
                    <a:pt x="1648848" y="147605"/>
                  </a:lnTo>
                  <a:lnTo>
                    <a:pt x="1641034" y="147270"/>
                  </a:lnTo>
                  <a:lnTo>
                    <a:pt x="1633219" y="146928"/>
                  </a:lnTo>
                  <a:lnTo>
                    <a:pt x="1625405" y="146581"/>
                  </a:lnTo>
                  <a:lnTo>
                    <a:pt x="1617590" y="146226"/>
                  </a:lnTo>
                  <a:lnTo>
                    <a:pt x="1609776" y="145737"/>
                  </a:lnTo>
                  <a:lnTo>
                    <a:pt x="1601961" y="145222"/>
                  </a:lnTo>
                  <a:lnTo>
                    <a:pt x="1594147" y="144701"/>
                  </a:lnTo>
                  <a:lnTo>
                    <a:pt x="1586333" y="144589"/>
                  </a:lnTo>
                  <a:lnTo>
                    <a:pt x="1578518" y="144278"/>
                  </a:lnTo>
                  <a:lnTo>
                    <a:pt x="1570704" y="143790"/>
                  </a:lnTo>
                  <a:lnTo>
                    <a:pt x="1562889" y="143296"/>
                  </a:lnTo>
                  <a:lnTo>
                    <a:pt x="1555075" y="142797"/>
                  </a:lnTo>
                  <a:lnTo>
                    <a:pt x="1547260" y="142383"/>
                  </a:lnTo>
                  <a:lnTo>
                    <a:pt x="1539446" y="142118"/>
                  </a:lnTo>
                  <a:lnTo>
                    <a:pt x="1531631" y="142005"/>
                  </a:lnTo>
                  <a:lnTo>
                    <a:pt x="1523817" y="141645"/>
                  </a:lnTo>
                  <a:lnTo>
                    <a:pt x="1516003" y="141234"/>
                  </a:lnTo>
                  <a:lnTo>
                    <a:pt x="1508188" y="140842"/>
                  </a:lnTo>
                  <a:lnTo>
                    <a:pt x="1500374" y="140518"/>
                  </a:lnTo>
                  <a:lnTo>
                    <a:pt x="1492559" y="140269"/>
                  </a:lnTo>
                  <a:lnTo>
                    <a:pt x="1484745" y="139942"/>
                  </a:lnTo>
                  <a:lnTo>
                    <a:pt x="1476930" y="139520"/>
                  </a:lnTo>
                  <a:lnTo>
                    <a:pt x="1469116" y="139173"/>
                  </a:lnTo>
                  <a:lnTo>
                    <a:pt x="1461301" y="138715"/>
                  </a:lnTo>
                  <a:lnTo>
                    <a:pt x="1453487" y="138198"/>
                  </a:lnTo>
                  <a:lnTo>
                    <a:pt x="1445672" y="137701"/>
                  </a:lnTo>
                  <a:lnTo>
                    <a:pt x="1437858" y="137278"/>
                  </a:lnTo>
                  <a:lnTo>
                    <a:pt x="1430044" y="137026"/>
                  </a:lnTo>
                  <a:lnTo>
                    <a:pt x="1422229" y="136563"/>
                  </a:lnTo>
                  <a:lnTo>
                    <a:pt x="1414415" y="136080"/>
                  </a:lnTo>
                  <a:lnTo>
                    <a:pt x="1406600" y="135812"/>
                  </a:lnTo>
                  <a:lnTo>
                    <a:pt x="1398786" y="135211"/>
                  </a:lnTo>
                  <a:lnTo>
                    <a:pt x="1390971" y="134534"/>
                  </a:lnTo>
                  <a:lnTo>
                    <a:pt x="1383157" y="133996"/>
                  </a:lnTo>
                  <a:lnTo>
                    <a:pt x="1375342" y="133460"/>
                  </a:lnTo>
                  <a:lnTo>
                    <a:pt x="1367528" y="132918"/>
                  </a:lnTo>
                  <a:lnTo>
                    <a:pt x="1359714" y="132371"/>
                  </a:lnTo>
                  <a:lnTo>
                    <a:pt x="1351899" y="131818"/>
                  </a:lnTo>
                  <a:lnTo>
                    <a:pt x="1344085" y="131368"/>
                  </a:lnTo>
                  <a:lnTo>
                    <a:pt x="1336270" y="130706"/>
                  </a:lnTo>
                  <a:lnTo>
                    <a:pt x="1328456" y="130143"/>
                  </a:lnTo>
                  <a:lnTo>
                    <a:pt x="1320641" y="129571"/>
                  </a:lnTo>
                  <a:lnTo>
                    <a:pt x="1312827" y="128994"/>
                  </a:lnTo>
                  <a:lnTo>
                    <a:pt x="1305012" y="128412"/>
                  </a:lnTo>
                  <a:lnTo>
                    <a:pt x="1297198" y="127888"/>
                  </a:lnTo>
                  <a:lnTo>
                    <a:pt x="1289384" y="127469"/>
                  </a:lnTo>
                  <a:lnTo>
                    <a:pt x="1281569" y="127135"/>
                  </a:lnTo>
                  <a:lnTo>
                    <a:pt x="1273755" y="126738"/>
                  </a:lnTo>
                  <a:lnTo>
                    <a:pt x="1265940" y="126334"/>
                  </a:lnTo>
                  <a:lnTo>
                    <a:pt x="1258126" y="125781"/>
                  </a:lnTo>
                  <a:lnTo>
                    <a:pt x="1250311" y="125371"/>
                  </a:lnTo>
                  <a:lnTo>
                    <a:pt x="1242497" y="124549"/>
                  </a:lnTo>
                  <a:lnTo>
                    <a:pt x="1234682" y="124064"/>
                  </a:lnTo>
                  <a:lnTo>
                    <a:pt x="1226868" y="123591"/>
                  </a:lnTo>
                  <a:lnTo>
                    <a:pt x="1219053" y="123075"/>
                  </a:lnTo>
                  <a:lnTo>
                    <a:pt x="1211239" y="122574"/>
                  </a:lnTo>
                  <a:lnTo>
                    <a:pt x="1203425" y="121904"/>
                  </a:lnTo>
                  <a:lnTo>
                    <a:pt x="1195610" y="121235"/>
                  </a:lnTo>
                  <a:lnTo>
                    <a:pt x="1187796" y="120682"/>
                  </a:lnTo>
                  <a:lnTo>
                    <a:pt x="1179981" y="120122"/>
                  </a:lnTo>
                  <a:lnTo>
                    <a:pt x="1172167" y="119550"/>
                  </a:lnTo>
                  <a:lnTo>
                    <a:pt x="1164352" y="118811"/>
                  </a:lnTo>
                  <a:lnTo>
                    <a:pt x="1156538" y="117974"/>
                  </a:lnTo>
                  <a:lnTo>
                    <a:pt x="1148723" y="117130"/>
                  </a:lnTo>
                  <a:lnTo>
                    <a:pt x="1140909" y="116279"/>
                  </a:lnTo>
                  <a:lnTo>
                    <a:pt x="1133095" y="115420"/>
                  </a:lnTo>
                  <a:lnTo>
                    <a:pt x="1125280" y="114555"/>
                  </a:lnTo>
                  <a:lnTo>
                    <a:pt x="1117466" y="113937"/>
                  </a:lnTo>
                  <a:lnTo>
                    <a:pt x="1109651" y="113437"/>
                  </a:lnTo>
                  <a:lnTo>
                    <a:pt x="1101837" y="113060"/>
                  </a:lnTo>
                  <a:lnTo>
                    <a:pt x="1094022" y="112680"/>
                  </a:lnTo>
                  <a:lnTo>
                    <a:pt x="1086208" y="111986"/>
                  </a:lnTo>
                  <a:lnTo>
                    <a:pt x="1078393" y="111355"/>
                  </a:lnTo>
                  <a:lnTo>
                    <a:pt x="1070579" y="110814"/>
                  </a:lnTo>
                  <a:lnTo>
                    <a:pt x="1062765" y="110037"/>
                  </a:lnTo>
                  <a:lnTo>
                    <a:pt x="1054950" y="109328"/>
                  </a:lnTo>
                  <a:lnTo>
                    <a:pt x="1047136" y="108930"/>
                  </a:lnTo>
                  <a:lnTo>
                    <a:pt x="1039321" y="108525"/>
                  </a:lnTo>
                  <a:lnTo>
                    <a:pt x="1031507" y="108017"/>
                  </a:lnTo>
                  <a:lnTo>
                    <a:pt x="1023692" y="107433"/>
                  </a:lnTo>
                  <a:lnTo>
                    <a:pt x="1015878" y="106835"/>
                  </a:lnTo>
                  <a:lnTo>
                    <a:pt x="1008063" y="106161"/>
                  </a:lnTo>
                  <a:lnTo>
                    <a:pt x="1000249" y="105451"/>
                  </a:lnTo>
                  <a:lnTo>
                    <a:pt x="992434" y="104734"/>
                  </a:lnTo>
                  <a:lnTo>
                    <a:pt x="984620" y="104009"/>
                  </a:lnTo>
                  <a:lnTo>
                    <a:pt x="976806" y="103278"/>
                  </a:lnTo>
                  <a:lnTo>
                    <a:pt x="968991" y="102538"/>
                  </a:lnTo>
                  <a:lnTo>
                    <a:pt x="961177" y="101787"/>
                  </a:lnTo>
                  <a:lnTo>
                    <a:pt x="953362" y="101029"/>
                  </a:lnTo>
                  <a:lnTo>
                    <a:pt x="945548" y="100263"/>
                  </a:lnTo>
                  <a:lnTo>
                    <a:pt x="937733" y="99490"/>
                  </a:lnTo>
                  <a:lnTo>
                    <a:pt x="929919" y="98710"/>
                  </a:lnTo>
                  <a:lnTo>
                    <a:pt x="922104" y="97929"/>
                  </a:lnTo>
                  <a:lnTo>
                    <a:pt x="914290" y="97004"/>
                  </a:lnTo>
                  <a:lnTo>
                    <a:pt x="906476" y="96037"/>
                  </a:lnTo>
                  <a:lnTo>
                    <a:pt x="898661" y="95328"/>
                  </a:lnTo>
                  <a:lnTo>
                    <a:pt x="890847" y="94622"/>
                  </a:lnTo>
                  <a:lnTo>
                    <a:pt x="883032" y="93886"/>
                  </a:lnTo>
                  <a:lnTo>
                    <a:pt x="875218" y="93056"/>
                  </a:lnTo>
                  <a:lnTo>
                    <a:pt x="867403" y="92074"/>
                  </a:lnTo>
                  <a:lnTo>
                    <a:pt x="859589" y="91065"/>
                  </a:lnTo>
                  <a:lnTo>
                    <a:pt x="851774" y="90037"/>
                  </a:lnTo>
                  <a:lnTo>
                    <a:pt x="843960" y="89012"/>
                  </a:lnTo>
                  <a:lnTo>
                    <a:pt x="836145" y="87977"/>
                  </a:lnTo>
                  <a:lnTo>
                    <a:pt x="828331" y="86924"/>
                  </a:lnTo>
                  <a:lnTo>
                    <a:pt x="820517" y="85860"/>
                  </a:lnTo>
                  <a:lnTo>
                    <a:pt x="812702" y="84787"/>
                  </a:lnTo>
                  <a:lnTo>
                    <a:pt x="804888" y="83704"/>
                  </a:lnTo>
                  <a:lnTo>
                    <a:pt x="797073" y="82608"/>
                  </a:lnTo>
                  <a:lnTo>
                    <a:pt x="789259" y="81358"/>
                  </a:lnTo>
                  <a:lnTo>
                    <a:pt x="781444" y="80413"/>
                  </a:lnTo>
                  <a:lnTo>
                    <a:pt x="773630" y="79307"/>
                  </a:lnTo>
                  <a:lnTo>
                    <a:pt x="765815" y="78318"/>
                  </a:lnTo>
                  <a:lnTo>
                    <a:pt x="758001" y="77425"/>
                  </a:lnTo>
                  <a:lnTo>
                    <a:pt x="750187" y="76195"/>
                  </a:lnTo>
                  <a:lnTo>
                    <a:pt x="742372" y="74807"/>
                  </a:lnTo>
                  <a:lnTo>
                    <a:pt x="734558" y="73413"/>
                  </a:lnTo>
                  <a:lnTo>
                    <a:pt x="726743" y="72011"/>
                  </a:lnTo>
                  <a:lnTo>
                    <a:pt x="718929" y="70803"/>
                  </a:lnTo>
                  <a:lnTo>
                    <a:pt x="711114" y="69613"/>
                  </a:lnTo>
                  <a:lnTo>
                    <a:pt x="703300" y="68412"/>
                  </a:lnTo>
                  <a:lnTo>
                    <a:pt x="695485" y="67200"/>
                  </a:lnTo>
                  <a:lnTo>
                    <a:pt x="687671" y="65976"/>
                  </a:lnTo>
                  <a:lnTo>
                    <a:pt x="679857" y="64957"/>
                  </a:lnTo>
                  <a:lnTo>
                    <a:pt x="672042" y="63959"/>
                  </a:lnTo>
                  <a:lnTo>
                    <a:pt x="664228" y="62999"/>
                  </a:lnTo>
                  <a:lnTo>
                    <a:pt x="656413" y="62206"/>
                  </a:lnTo>
                  <a:lnTo>
                    <a:pt x="648599" y="61394"/>
                  </a:lnTo>
                  <a:lnTo>
                    <a:pt x="640784" y="60446"/>
                  </a:lnTo>
                  <a:lnTo>
                    <a:pt x="632970" y="58969"/>
                  </a:lnTo>
                  <a:lnTo>
                    <a:pt x="625155" y="57481"/>
                  </a:lnTo>
                  <a:lnTo>
                    <a:pt x="617341" y="55925"/>
                  </a:lnTo>
                  <a:lnTo>
                    <a:pt x="609526" y="54501"/>
                  </a:lnTo>
                  <a:lnTo>
                    <a:pt x="601712" y="52959"/>
                  </a:lnTo>
                  <a:lnTo>
                    <a:pt x="593898" y="51458"/>
                  </a:lnTo>
                  <a:lnTo>
                    <a:pt x="586083" y="49981"/>
                  </a:lnTo>
                  <a:lnTo>
                    <a:pt x="578269" y="49237"/>
                  </a:lnTo>
                  <a:lnTo>
                    <a:pt x="570454" y="48340"/>
                  </a:lnTo>
                  <a:lnTo>
                    <a:pt x="562640" y="47546"/>
                  </a:lnTo>
                  <a:lnTo>
                    <a:pt x="554825" y="46466"/>
                  </a:lnTo>
                  <a:lnTo>
                    <a:pt x="547011" y="45525"/>
                  </a:lnTo>
                  <a:lnTo>
                    <a:pt x="539196" y="44679"/>
                  </a:lnTo>
                  <a:lnTo>
                    <a:pt x="531382" y="43527"/>
                  </a:lnTo>
                  <a:lnTo>
                    <a:pt x="523568" y="42353"/>
                  </a:lnTo>
                  <a:lnTo>
                    <a:pt x="515753" y="41177"/>
                  </a:lnTo>
                  <a:lnTo>
                    <a:pt x="507939" y="40003"/>
                  </a:lnTo>
                  <a:lnTo>
                    <a:pt x="500124" y="38848"/>
                  </a:lnTo>
                  <a:lnTo>
                    <a:pt x="492310" y="38297"/>
                  </a:lnTo>
                  <a:lnTo>
                    <a:pt x="484495" y="36995"/>
                  </a:lnTo>
                  <a:lnTo>
                    <a:pt x="476681" y="35439"/>
                  </a:lnTo>
                  <a:lnTo>
                    <a:pt x="468866" y="34492"/>
                  </a:lnTo>
                  <a:lnTo>
                    <a:pt x="461052" y="33050"/>
                  </a:lnTo>
                  <a:lnTo>
                    <a:pt x="453238" y="31644"/>
                  </a:lnTo>
                  <a:lnTo>
                    <a:pt x="445423" y="30328"/>
                  </a:lnTo>
                  <a:lnTo>
                    <a:pt x="437609" y="29093"/>
                  </a:lnTo>
                  <a:lnTo>
                    <a:pt x="429794" y="28032"/>
                  </a:lnTo>
                  <a:lnTo>
                    <a:pt x="421980" y="27101"/>
                  </a:lnTo>
                  <a:lnTo>
                    <a:pt x="414165" y="25971"/>
                  </a:lnTo>
                  <a:lnTo>
                    <a:pt x="406351" y="24926"/>
                  </a:lnTo>
                  <a:lnTo>
                    <a:pt x="398536" y="24045"/>
                  </a:lnTo>
                  <a:lnTo>
                    <a:pt x="390722" y="23029"/>
                  </a:lnTo>
                  <a:lnTo>
                    <a:pt x="382907" y="21993"/>
                  </a:lnTo>
                  <a:lnTo>
                    <a:pt x="375093" y="20587"/>
                  </a:lnTo>
                  <a:lnTo>
                    <a:pt x="367279" y="18994"/>
                  </a:lnTo>
                  <a:lnTo>
                    <a:pt x="359464" y="17860"/>
                  </a:lnTo>
                  <a:lnTo>
                    <a:pt x="351650" y="17241"/>
                  </a:lnTo>
                  <a:lnTo>
                    <a:pt x="343835" y="15419"/>
                  </a:lnTo>
                  <a:lnTo>
                    <a:pt x="336021" y="14597"/>
                  </a:lnTo>
                  <a:lnTo>
                    <a:pt x="328206" y="13756"/>
                  </a:lnTo>
                  <a:lnTo>
                    <a:pt x="320392" y="12531"/>
                  </a:lnTo>
                  <a:lnTo>
                    <a:pt x="312577" y="12110"/>
                  </a:lnTo>
                  <a:lnTo>
                    <a:pt x="304763" y="11484"/>
                  </a:lnTo>
                  <a:lnTo>
                    <a:pt x="296949" y="10865"/>
                  </a:lnTo>
                  <a:lnTo>
                    <a:pt x="289134" y="9813"/>
                  </a:lnTo>
                  <a:lnTo>
                    <a:pt x="281320" y="9218"/>
                  </a:lnTo>
                  <a:lnTo>
                    <a:pt x="273505" y="8432"/>
                  </a:lnTo>
                  <a:lnTo>
                    <a:pt x="265691" y="7259"/>
                  </a:lnTo>
                  <a:lnTo>
                    <a:pt x="257876" y="7104"/>
                  </a:lnTo>
                  <a:lnTo>
                    <a:pt x="250062" y="6721"/>
                  </a:lnTo>
                  <a:lnTo>
                    <a:pt x="242247" y="6396"/>
                  </a:lnTo>
                  <a:lnTo>
                    <a:pt x="234433" y="5949"/>
                  </a:lnTo>
                  <a:lnTo>
                    <a:pt x="226619" y="5292"/>
                  </a:lnTo>
                  <a:lnTo>
                    <a:pt x="218804" y="3955"/>
                  </a:lnTo>
                  <a:lnTo>
                    <a:pt x="210990" y="3052"/>
                  </a:lnTo>
                  <a:lnTo>
                    <a:pt x="203175" y="3080"/>
                  </a:lnTo>
                  <a:lnTo>
                    <a:pt x="195361" y="2406"/>
                  </a:lnTo>
                  <a:lnTo>
                    <a:pt x="187546" y="1535"/>
                  </a:lnTo>
                  <a:lnTo>
                    <a:pt x="179732" y="750"/>
                  </a:lnTo>
                  <a:lnTo>
                    <a:pt x="171917" y="250"/>
                  </a:lnTo>
                  <a:lnTo>
                    <a:pt x="164103" y="247"/>
                  </a:lnTo>
                  <a:lnTo>
                    <a:pt x="156288" y="0"/>
                  </a:lnTo>
                  <a:lnTo>
                    <a:pt x="148474" y="564"/>
                  </a:lnTo>
                  <a:lnTo>
                    <a:pt x="140660" y="590"/>
                  </a:lnTo>
                  <a:lnTo>
                    <a:pt x="132845" y="498"/>
                  </a:lnTo>
                  <a:lnTo>
                    <a:pt x="125031" y="442"/>
                  </a:lnTo>
                  <a:lnTo>
                    <a:pt x="117216" y="366"/>
                  </a:lnTo>
                  <a:lnTo>
                    <a:pt x="109402" y="817"/>
                  </a:lnTo>
                  <a:lnTo>
                    <a:pt x="101587" y="1752"/>
                  </a:lnTo>
                  <a:lnTo>
                    <a:pt x="93773" y="1907"/>
                  </a:lnTo>
                  <a:lnTo>
                    <a:pt x="85958" y="2382"/>
                  </a:lnTo>
                  <a:lnTo>
                    <a:pt x="78144" y="2518"/>
                  </a:lnTo>
                  <a:lnTo>
                    <a:pt x="70330" y="2832"/>
                  </a:lnTo>
                  <a:lnTo>
                    <a:pt x="62515" y="2958"/>
                  </a:lnTo>
                  <a:lnTo>
                    <a:pt x="54701" y="3226"/>
                  </a:lnTo>
                  <a:lnTo>
                    <a:pt x="46886" y="3763"/>
                  </a:lnTo>
                  <a:lnTo>
                    <a:pt x="39072" y="4630"/>
                  </a:lnTo>
                  <a:lnTo>
                    <a:pt x="31257" y="5391"/>
                  </a:lnTo>
                  <a:lnTo>
                    <a:pt x="23443" y="6207"/>
                  </a:lnTo>
                  <a:lnTo>
                    <a:pt x="15628" y="6397"/>
                  </a:lnTo>
                  <a:lnTo>
                    <a:pt x="7814" y="7728"/>
                  </a:lnTo>
                  <a:lnTo>
                    <a:pt x="0" y="82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7" name="pl216"/>
            <p:cNvSpPr/>
            <p:nvPr/>
          </p:nvSpPr>
          <p:spPr>
            <a:xfrm>
              <a:off x="6041499" y="2774579"/>
              <a:ext cx="2023942" cy="118999"/>
            </a:xfrm>
            <a:custGeom>
              <a:avLst/>
              <a:pathLst>
                <a:path w="2023942" h="118999">
                  <a:moveTo>
                    <a:pt x="0" y="0"/>
                  </a:moveTo>
                  <a:lnTo>
                    <a:pt x="7814" y="383"/>
                  </a:lnTo>
                  <a:lnTo>
                    <a:pt x="15628" y="769"/>
                  </a:lnTo>
                  <a:lnTo>
                    <a:pt x="23443" y="1158"/>
                  </a:lnTo>
                  <a:lnTo>
                    <a:pt x="31257" y="1548"/>
                  </a:lnTo>
                  <a:lnTo>
                    <a:pt x="39072" y="1933"/>
                  </a:lnTo>
                  <a:lnTo>
                    <a:pt x="46886" y="2327"/>
                  </a:lnTo>
                  <a:lnTo>
                    <a:pt x="54701" y="2725"/>
                  </a:lnTo>
                  <a:lnTo>
                    <a:pt x="62515" y="3125"/>
                  </a:lnTo>
                  <a:lnTo>
                    <a:pt x="70330" y="3526"/>
                  </a:lnTo>
                  <a:lnTo>
                    <a:pt x="78144" y="3929"/>
                  </a:lnTo>
                  <a:lnTo>
                    <a:pt x="85958" y="4323"/>
                  </a:lnTo>
                  <a:lnTo>
                    <a:pt x="93773" y="4719"/>
                  </a:lnTo>
                  <a:lnTo>
                    <a:pt x="101587" y="5120"/>
                  </a:lnTo>
                  <a:lnTo>
                    <a:pt x="109402" y="5522"/>
                  </a:lnTo>
                  <a:lnTo>
                    <a:pt x="117216" y="5923"/>
                  </a:lnTo>
                  <a:lnTo>
                    <a:pt x="125031" y="6323"/>
                  </a:lnTo>
                  <a:lnTo>
                    <a:pt x="132845" y="6722"/>
                  </a:lnTo>
                  <a:lnTo>
                    <a:pt x="140660" y="7117"/>
                  </a:lnTo>
                  <a:lnTo>
                    <a:pt x="148474" y="7513"/>
                  </a:lnTo>
                  <a:lnTo>
                    <a:pt x="156288" y="7910"/>
                  </a:lnTo>
                  <a:lnTo>
                    <a:pt x="164103" y="8309"/>
                  </a:lnTo>
                  <a:lnTo>
                    <a:pt x="171917" y="8708"/>
                  </a:lnTo>
                  <a:lnTo>
                    <a:pt x="179732" y="9111"/>
                  </a:lnTo>
                  <a:lnTo>
                    <a:pt x="187546" y="9522"/>
                  </a:lnTo>
                  <a:lnTo>
                    <a:pt x="195361" y="9933"/>
                  </a:lnTo>
                  <a:lnTo>
                    <a:pt x="203175" y="10345"/>
                  </a:lnTo>
                  <a:lnTo>
                    <a:pt x="210990" y="10758"/>
                  </a:lnTo>
                  <a:lnTo>
                    <a:pt x="218804" y="11171"/>
                  </a:lnTo>
                  <a:lnTo>
                    <a:pt x="226619" y="11585"/>
                  </a:lnTo>
                  <a:lnTo>
                    <a:pt x="234433" y="11999"/>
                  </a:lnTo>
                  <a:lnTo>
                    <a:pt x="242247" y="12415"/>
                  </a:lnTo>
                  <a:lnTo>
                    <a:pt x="250062" y="12832"/>
                  </a:lnTo>
                  <a:lnTo>
                    <a:pt x="257876" y="13249"/>
                  </a:lnTo>
                  <a:lnTo>
                    <a:pt x="265691" y="13666"/>
                  </a:lnTo>
                  <a:lnTo>
                    <a:pt x="273505" y="14083"/>
                  </a:lnTo>
                  <a:lnTo>
                    <a:pt x="281320" y="14500"/>
                  </a:lnTo>
                  <a:lnTo>
                    <a:pt x="289134" y="14920"/>
                  </a:lnTo>
                  <a:lnTo>
                    <a:pt x="296949" y="15340"/>
                  </a:lnTo>
                  <a:lnTo>
                    <a:pt x="304763" y="15764"/>
                  </a:lnTo>
                  <a:lnTo>
                    <a:pt x="312577" y="16187"/>
                  </a:lnTo>
                  <a:lnTo>
                    <a:pt x="320392" y="16608"/>
                  </a:lnTo>
                  <a:lnTo>
                    <a:pt x="328206" y="17031"/>
                  </a:lnTo>
                  <a:lnTo>
                    <a:pt x="336021" y="17454"/>
                  </a:lnTo>
                  <a:lnTo>
                    <a:pt x="343835" y="17879"/>
                  </a:lnTo>
                  <a:lnTo>
                    <a:pt x="351650" y="18305"/>
                  </a:lnTo>
                  <a:lnTo>
                    <a:pt x="359464" y="18731"/>
                  </a:lnTo>
                  <a:lnTo>
                    <a:pt x="367279" y="19157"/>
                  </a:lnTo>
                  <a:lnTo>
                    <a:pt x="375093" y="19584"/>
                  </a:lnTo>
                  <a:lnTo>
                    <a:pt x="382907" y="20011"/>
                  </a:lnTo>
                  <a:lnTo>
                    <a:pt x="390722" y="20440"/>
                  </a:lnTo>
                  <a:lnTo>
                    <a:pt x="398536" y="20869"/>
                  </a:lnTo>
                  <a:lnTo>
                    <a:pt x="406351" y="21298"/>
                  </a:lnTo>
                  <a:lnTo>
                    <a:pt x="414165" y="21728"/>
                  </a:lnTo>
                  <a:lnTo>
                    <a:pt x="421980" y="22159"/>
                  </a:lnTo>
                  <a:lnTo>
                    <a:pt x="429794" y="22590"/>
                  </a:lnTo>
                  <a:lnTo>
                    <a:pt x="437609" y="23022"/>
                  </a:lnTo>
                  <a:lnTo>
                    <a:pt x="445423" y="23455"/>
                  </a:lnTo>
                  <a:lnTo>
                    <a:pt x="453238" y="23888"/>
                  </a:lnTo>
                  <a:lnTo>
                    <a:pt x="461052" y="24323"/>
                  </a:lnTo>
                  <a:lnTo>
                    <a:pt x="468866" y="24758"/>
                  </a:lnTo>
                  <a:lnTo>
                    <a:pt x="476681" y="25194"/>
                  </a:lnTo>
                  <a:lnTo>
                    <a:pt x="484495" y="25631"/>
                  </a:lnTo>
                  <a:lnTo>
                    <a:pt x="492310" y="26068"/>
                  </a:lnTo>
                  <a:lnTo>
                    <a:pt x="500124" y="26506"/>
                  </a:lnTo>
                  <a:lnTo>
                    <a:pt x="507939" y="26945"/>
                  </a:lnTo>
                  <a:lnTo>
                    <a:pt x="515753" y="27384"/>
                  </a:lnTo>
                  <a:lnTo>
                    <a:pt x="523568" y="27824"/>
                  </a:lnTo>
                  <a:lnTo>
                    <a:pt x="531382" y="28266"/>
                  </a:lnTo>
                  <a:lnTo>
                    <a:pt x="539196" y="28709"/>
                  </a:lnTo>
                  <a:lnTo>
                    <a:pt x="547011" y="29154"/>
                  </a:lnTo>
                  <a:lnTo>
                    <a:pt x="554825" y="29597"/>
                  </a:lnTo>
                  <a:lnTo>
                    <a:pt x="562640" y="30043"/>
                  </a:lnTo>
                  <a:lnTo>
                    <a:pt x="570454" y="30491"/>
                  </a:lnTo>
                  <a:lnTo>
                    <a:pt x="578269" y="30940"/>
                  </a:lnTo>
                  <a:lnTo>
                    <a:pt x="586083" y="31388"/>
                  </a:lnTo>
                  <a:lnTo>
                    <a:pt x="593898" y="31837"/>
                  </a:lnTo>
                  <a:lnTo>
                    <a:pt x="601712" y="32287"/>
                  </a:lnTo>
                  <a:lnTo>
                    <a:pt x="609526" y="32740"/>
                  </a:lnTo>
                  <a:lnTo>
                    <a:pt x="617341" y="33193"/>
                  </a:lnTo>
                  <a:lnTo>
                    <a:pt x="625155" y="33648"/>
                  </a:lnTo>
                  <a:lnTo>
                    <a:pt x="632970" y="34103"/>
                  </a:lnTo>
                  <a:lnTo>
                    <a:pt x="640784" y="34560"/>
                  </a:lnTo>
                  <a:lnTo>
                    <a:pt x="648599" y="35017"/>
                  </a:lnTo>
                  <a:lnTo>
                    <a:pt x="656413" y="35476"/>
                  </a:lnTo>
                  <a:lnTo>
                    <a:pt x="664228" y="35932"/>
                  </a:lnTo>
                  <a:lnTo>
                    <a:pt x="672042" y="36387"/>
                  </a:lnTo>
                  <a:lnTo>
                    <a:pt x="679857" y="36841"/>
                  </a:lnTo>
                  <a:lnTo>
                    <a:pt x="687671" y="37297"/>
                  </a:lnTo>
                  <a:lnTo>
                    <a:pt x="695485" y="37749"/>
                  </a:lnTo>
                  <a:lnTo>
                    <a:pt x="703300" y="38202"/>
                  </a:lnTo>
                  <a:lnTo>
                    <a:pt x="711114" y="38659"/>
                  </a:lnTo>
                  <a:lnTo>
                    <a:pt x="718929" y="39118"/>
                  </a:lnTo>
                  <a:lnTo>
                    <a:pt x="726743" y="39578"/>
                  </a:lnTo>
                  <a:lnTo>
                    <a:pt x="734558" y="40037"/>
                  </a:lnTo>
                  <a:lnTo>
                    <a:pt x="742372" y="40504"/>
                  </a:lnTo>
                  <a:lnTo>
                    <a:pt x="750187" y="40966"/>
                  </a:lnTo>
                  <a:lnTo>
                    <a:pt x="758001" y="41427"/>
                  </a:lnTo>
                  <a:lnTo>
                    <a:pt x="765815" y="41888"/>
                  </a:lnTo>
                  <a:lnTo>
                    <a:pt x="773630" y="42357"/>
                  </a:lnTo>
                  <a:lnTo>
                    <a:pt x="781444" y="42828"/>
                  </a:lnTo>
                  <a:lnTo>
                    <a:pt x="789259" y="43300"/>
                  </a:lnTo>
                  <a:lnTo>
                    <a:pt x="797073" y="43766"/>
                  </a:lnTo>
                  <a:lnTo>
                    <a:pt x="804888" y="44233"/>
                  </a:lnTo>
                  <a:lnTo>
                    <a:pt x="812702" y="44700"/>
                  </a:lnTo>
                  <a:lnTo>
                    <a:pt x="820517" y="45170"/>
                  </a:lnTo>
                  <a:lnTo>
                    <a:pt x="828331" y="45644"/>
                  </a:lnTo>
                  <a:lnTo>
                    <a:pt x="836145" y="46118"/>
                  </a:lnTo>
                  <a:lnTo>
                    <a:pt x="843960" y="46587"/>
                  </a:lnTo>
                  <a:lnTo>
                    <a:pt x="851774" y="47045"/>
                  </a:lnTo>
                  <a:lnTo>
                    <a:pt x="859589" y="47510"/>
                  </a:lnTo>
                  <a:lnTo>
                    <a:pt x="867403" y="47986"/>
                  </a:lnTo>
                  <a:lnTo>
                    <a:pt x="875218" y="48453"/>
                  </a:lnTo>
                  <a:lnTo>
                    <a:pt x="883032" y="48934"/>
                  </a:lnTo>
                  <a:lnTo>
                    <a:pt x="890847" y="49408"/>
                  </a:lnTo>
                  <a:lnTo>
                    <a:pt x="898661" y="49883"/>
                  </a:lnTo>
                  <a:lnTo>
                    <a:pt x="906476" y="50359"/>
                  </a:lnTo>
                  <a:lnTo>
                    <a:pt x="914290" y="50835"/>
                  </a:lnTo>
                  <a:lnTo>
                    <a:pt x="922104" y="51312"/>
                  </a:lnTo>
                  <a:lnTo>
                    <a:pt x="929919" y="51788"/>
                  </a:lnTo>
                  <a:lnTo>
                    <a:pt x="937733" y="52265"/>
                  </a:lnTo>
                  <a:lnTo>
                    <a:pt x="945548" y="52736"/>
                  </a:lnTo>
                  <a:lnTo>
                    <a:pt x="953362" y="53204"/>
                  </a:lnTo>
                  <a:lnTo>
                    <a:pt x="961177" y="53677"/>
                  </a:lnTo>
                  <a:lnTo>
                    <a:pt x="968991" y="54152"/>
                  </a:lnTo>
                  <a:lnTo>
                    <a:pt x="976806" y="54623"/>
                  </a:lnTo>
                  <a:lnTo>
                    <a:pt x="984620" y="55097"/>
                  </a:lnTo>
                  <a:lnTo>
                    <a:pt x="992434" y="55577"/>
                  </a:lnTo>
                  <a:lnTo>
                    <a:pt x="1000249" y="56054"/>
                  </a:lnTo>
                  <a:lnTo>
                    <a:pt x="1008063" y="56524"/>
                  </a:lnTo>
                  <a:lnTo>
                    <a:pt x="1015878" y="56998"/>
                  </a:lnTo>
                  <a:lnTo>
                    <a:pt x="1023692" y="57486"/>
                  </a:lnTo>
                  <a:lnTo>
                    <a:pt x="1031507" y="57974"/>
                  </a:lnTo>
                  <a:lnTo>
                    <a:pt x="1039321" y="58463"/>
                  </a:lnTo>
                  <a:lnTo>
                    <a:pt x="1047136" y="58954"/>
                  </a:lnTo>
                  <a:lnTo>
                    <a:pt x="1054950" y="59435"/>
                  </a:lnTo>
                  <a:lnTo>
                    <a:pt x="1062765" y="59918"/>
                  </a:lnTo>
                  <a:lnTo>
                    <a:pt x="1070579" y="60400"/>
                  </a:lnTo>
                  <a:lnTo>
                    <a:pt x="1078393" y="60885"/>
                  </a:lnTo>
                  <a:lnTo>
                    <a:pt x="1086208" y="61384"/>
                  </a:lnTo>
                  <a:lnTo>
                    <a:pt x="1094022" y="61864"/>
                  </a:lnTo>
                  <a:lnTo>
                    <a:pt x="1101837" y="62328"/>
                  </a:lnTo>
                  <a:lnTo>
                    <a:pt x="1109651" y="62796"/>
                  </a:lnTo>
                  <a:lnTo>
                    <a:pt x="1117466" y="63273"/>
                  </a:lnTo>
                  <a:lnTo>
                    <a:pt x="1125280" y="63749"/>
                  </a:lnTo>
                  <a:lnTo>
                    <a:pt x="1133095" y="64215"/>
                  </a:lnTo>
                  <a:lnTo>
                    <a:pt x="1140909" y="64680"/>
                  </a:lnTo>
                  <a:lnTo>
                    <a:pt x="1148723" y="65146"/>
                  </a:lnTo>
                  <a:lnTo>
                    <a:pt x="1156538" y="65617"/>
                  </a:lnTo>
                  <a:lnTo>
                    <a:pt x="1164352" y="66091"/>
                  </a:lnTo>
                  <a:lnTo>
                    <a:pt x="1172167" y="66573"/>
                  </a:lnTo>
                  <a:lnTo>
                    <a:pt x="1179981" y="67056"/>
                  </a:lnTo>
                  <a:lnTo>
                    <a:pt x="1187796" y="67539"/>
                  </a:lnTo>
                  <a:lnTo>
                    <a:pt x="1195610" y="68022"/>
                  </a:lnTo>
                  <a:lnTo>
                    <a:pt x="1203425" y="68506"/>
                  </a:lnTo>
                  <a:lnTo>
                    <a:pt x="1211239" y="69000"/>
                  </a:lnTo>
                  <a:lnTo>
                    <a:pt x="1219053" y="69493"/>
                  </a:lnTo>
                  <a:lnTo>
                    <a:pt x="1226868" y="69967"/>
                  </a:lnTo>
                  <a:lnTo>
                    <a:pt x="1234682" y="70442"/>
                  </a:lnTo>
                  <a:lnTo>
                    <a:pt x="1242497" y="70926"/>
                  </a:lnTo>
                  <a:lnTo>
                    <a:pt x="1250311" y="71425"/>
                  </a:lnTo>
                  <a:lnTo>
                    <a:pt x="1258126" y="71924"/>
                  </a:lnTo>
                  <a:lnTo>
                    <a:pt x="1265940" y="72410"/>
                  </a:lnTo>
                  <a:lnTo>
                    <a:pt x="1273755" y="72889"/>
                  </a:lnTo>
                  <a:lnTo>
                    <a:pt x="1281569" y="73376"/>
                  </a:lnTo>
                  <a:lnTo>
                    <a:pt x="1289384" y="73864"/>
                  </a:lnTo>
                  <a:lnTo>
                    <a:pt x="1297198" y="74351"/>
                  </a:lnTo>
                  <a:lnTo>
                    <a:pt x="1305012" y="74817"/>
                  </a:lnTo>
                  <a:lnTo>
                    <a:pt x="1312827" y="75301"/>
                  </a:lnTo>
                  <a:lnTo>
                    <a:pt x="1320641" y="75790"/>
                  </a:lnTo>
                  <a:lnTo>
                    <a:pt x="1328456" y="76275"/>
                  </a:lnTo>
                  <a:lnTo>
                    <a:pt x="1336270" y="76759"/>
                  </a:lnTo>
                  <a:lnTo>
                    <a:pt x="1344085" y="77243"/>
                  </a:lnTo>
                  <a:lnTo>
                    <a:pt x="1351899" y="77729"/>
                  </a:lnTo>
                  <a:lnTo>
                    <a:pt x="1359714" y="78216"/>
                  </a:lnTo>
                  <a:lnTo>
                    <a:pt x="1367528" y="78703"/>
                  </a:lnTo>
                  <a:lnTo>
                    <a:pt x="1375342" y="79190"/>
                  </a:lnTo>
                  <a:lnTo>
                    <a:pt x="1383157" y="79678"/>
                  </a:lnTo>
                  <a:lnTo>
                    <a:pt x="1390971" y="80165"/>
                  </a:lnTo>
                  <a:lnTo>
                    <a:pt x="1398786" y="80653"/>
                  </a:lnTo>
                  <a:lnTo>
                    <a:pt x="1406600" y="81136"/>
                  </a:lnTo>
                  <a:lnTo>
                    <a:pt x="1414415" y="81619"/>
                  </a:lnTo>
                  <a:lnTo>
                    <a:pt x="1422229" y="82102"/>
                  </a:lnTo>
                  <a:lnTo>
                    <a:pt x="1430044" y="82597"/>
                  </a:lnTo>
                  <a:lnTo>
                    <a:pt x="1437858" y="83079"/>
                  </a:lnTo>
                  <a:lnTo>
                    <a:pt x="1445672" y="83559"/>
                  </a:lnTo>
                  <a:lnTo>
                    <a:pt x="1453487" y="84047"/>
                  </a:lnTo>
                  <a:lnTo>
                    <a:pt x="1461301" y="84514"/>
                  </a:lnTo>
                  <a:lnTo>
                    <a:pt x="1469116" y="84987"/>
                  </a:lnTo>
                  <a:lnTo>
                    <a:pt x="1476930" y="85461"/>
                  </a:lnTo>
                  <a:lnTo>
                    <a:pt x="1484745" y="85954"/>
                  </a:lnTo>
                  <a:lnTo>
                    <a:pt x="1492559" y="86435"/>
                  </a:lnTo>
                  <a:lnTo>
                    <a:pt x="1500374" y="86915"/>
                  </a:lnTo>
                  <a:lnTo>
                    <a:pt x="1508188" y="87395"/>
                  </a:lnTo>
                  <a:lnTo>
                    <a:pt x="1516003" y="87876"/>
                  </a:lnTo>
                  <a:lnTo>
                    <a:pt x="1523817" y="88358"/>
                  </a:lnTo>
                  <a:lnTo>
                    <a:pt x="1531631" y="88840"/>
                  </a:lnTo>
                  <a:lnTo>
                    <a:pt x="1539446" y="89331"/>
                  </a:lnTo>
                  <a:lnTo>
                    <a:pt x="1547260" y="89827"/>
                  </a:lnTo>
                  <a:lnTo>
                    <a:pt x="1555075" y="90323"/>
                  </a:lnTo>
                  <a:lnTo>
                    <a:pt x="1562889" y="90819"/>
                  </a:lnTo>
                  <a:lnTo>
                    <a:pt x="1570704" y="91316"/>
                  </a:lnTo>
                  <a:lnTo>
                    <a:pt x="1578518" y="91812"/>
                  </a:lnTo>
                  <a:lnTo>
                    <a:pt x="1586333" y="92302"/>
                  </a:lnTo>
                  <a:lnTo>
                    <a:pt x="1594147" y="92800"/>
                  </a:lnTo>
                  <a:lnTo>
                    <a:pt x="1601961" y="93298"/>
                  </a:lnTo>
                  <a:lnTo>
                    <a:pt x="1609776" y="93783"/>
                  </a:lnTo>
                  <a:lnTo>
                    <a:pt x="1617590" y="94259"/>
                  </a:lnTo>
                  <a:lnTo>
                    <a:pt x="1625405" y="94728"/>
                  </a:lnTo>
                  <a:lnTo>
                    <a:pt x="1633219" y="95217"/>
                  </a:lnTo>
                  <a:lnTo>
                    <a:pt x="1641034" y="95705"/>
                  </a:lnTo>
                  <a:lnTo>
                    <a:pt x="1648848" y="96193"/>
                  </a:lnTo>
                  <a:lnTo>
                    <a:pt x="1656663" y="96679"/>
                  </a:lnTo>
                  <a:lnTo>
                    <a:pt x="1664477" y="97165"/>
                  </a:lnTo>
                  <a:lnTo>
                    <a:pt x="1672291" y="97651"/>
                  </a:lnTo>
                  <a:lnTo>
                    <a:pt x="1680106" y="98137"/>
                  </a:lnTo>
                  <a:lnTo>
                    <a:pt x="1687920" y="98623"/>
                  </a:lnTo>
                  <a:lnTo>
                    <a:pt x="1695735" y="99109"/>
                  </a:lnTo>
                  <a:lnTo>
                    <a:pt x="1703549" y="99595"/>
                  </a:lnTo>
                  <a:lnTo>
                    <a:pt x="1711364" y="100080"/>
                  </a:lnTo>
                  <a:lnTo>
                    <a:pt x="1719178" y="100565"/>
                  </a:lnTo>
                  <a:lnTo>
                    <a:pt x="1726993" y="101051"/>
                  </a:lnTo>
                  <a:lnTo>
                    <a:pt x="1734807" y="101536"/>
                  </a:lnTo>
                  <a:lnTo>
                    <a:pt x="1742622" y="102021"/>
                  </a:lnTo>
                  <a:lnTo>
                    <a:pt x="1750436" y="102514"/>
                  </a:lnTo>
                  <a:lnTo>
                    <a:pt x="1758250" y="103010"/>
                  </a:lnTo>
                  <a:lnTo>
                    <a:pt x="1766065" y="103512"/>
                  </a:lnTo>
                  <a:lnTo>
                    <a:pt x="1773879" y="104002"/>
                  </a:lnTo>
                  <a:lnTo>
                    <a:pt x="1781694" y="104486"/>
                  </a:lnTo>
                  <a:lnTo>
                    <a:pt x="1789508" y="104953"/>
                  </a:lnTo>
                  <a:lnTo>
                    <a:pt x="1797323" y="105448"/>
                  </a:lnTo>
                  <a:lnTo>
                    <a:pt x="1805137" y="105927"/>
                  </a:lnTo>
                  <a:lnTo>
                    <a:pt x="1812952" y="106400"/>
                  </a:lnTo>
                  <a:lnTo>
                    <a:pt x="1820766" y="106874"/>
                  </a:lnTo>
                  <a:lnTo>
                    <a:pt x="1828580" y="107338"/>
                  </a:lnTo>
                  <a:lnTo>
                    <a:pt x="1836395" y="107790"/>
                  </a:lnTo>
                  <a:lnTo>
                    <a:pt x="1844209" y="108251"/>
                  </a:lnTo>
                  <a:lnTo>
                    <a:pt x="1852024" y="108725"/>
                  </a:lnTo>
                  <a:lnTo>
                    <a:pt x="1859838" y="109200"/>
                  </a:lnTo>
                  <a:lnTo>
                    <a:pt x="1867653" y="109673"/>
                  </a:lnTo>
                  <a:lnTo>
                    <a:pt x="1875467" y="110147"/>
                  </a:lnTo>
                  <a:lnTo>
                    <a:pt x="1883282" y="110619"/>
                  </a:lnTo>
                  <a:lnTo>
                    <a:pt x="1891096" y="111100"/>
                  </a:lnTo>
                  <a:lnTo>
                    <a:pt x="1898910" y="111601"/>
                  </a:lnTo>
                  <a:lnTo>
                    <a:pt x="1906725" y="112080"/>
                  </a:lnTo>
                  <a:lnTo>
                    <a:pt x="1914539" y="112563"/>
                  </a:lnTo>
                  <a:lnTo>
                    <a:pt x="1922354" y="113053"/>
                  </a:lnTo>
                  <a:lnTo>
                    <a:pt x="1930168" y="113543"/>
                  </a:lnTo>
                  <a:lnTo>
                    <a:pt x="1937983" y="114032"/>
                  </a:lnTo>
                  <a:lnTo>
                    <a:pt x="1945797" y="114518"/>
                  </a:lnTo>
                  <a:lnTo>
                    <a:pt x="1953612" y="114972"/>
                  </a:lnTo>
                  <a:lnTo>
                    <a:pt x="1961426" y="115445"/>
                  </a:lnTo>
                  <a:lnTo>
                    <a:pt x="1969241" y="115923"/>
                  </a:lnTo>
                  <a:lnTo>
                    <a:pt x="1977055" y="116381"/>
                  </a:lnTo>
                  <a:lnTo>
                    <a:pt x="1984869" y="116813"/>
                  </a:lnTo>
                  <a:lnTo>
                    <a:pt x="1992684" y="117260"/>
                  </a:lnTo>
                  <a:lnTo>
                    <a:pt x="2000498" y="117707"/>
                  </a:lnTo>
                  <a:lnTo>
                    <a:pt x="2008313" y="118122"/>
                  </a:lnTo>
                  <a:lnTo>
                    <a:pt x="2016127" y="118553"/>
                  </a:lnTo>
                  <a:lnTo>
                    <a:pt x="2023942" y="118999"/>
                  </a:lnTo>
                </a:path>
              </a:pathLst>
            </a:custGeom>
            <a:ln w="18970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l217"/>
            <p:cNvSpPr/>
            <p:nvPr/>
          </p:nvSpPr>
          <p:spPr>
            <a:xfrm>
              <a:off x="6041499" y="2744116"/>
              <a:ext cx="2023942" cy="99806"/>
            </a:xfrm>
            <a:custGeom>
              <a:avLst/>
              <a:pathLst>
                <a:path w="2023942" h="99806">
                  <a:moveTo>
                    <a:pt x="0" y="0"/>
                  </a:moveTo>
                  <a:lnTo>
                    <a:pt x="7814" y="311"/>
                  </a:lnTo>
                  <a:lnTo>
                    <a:pt x="15628" y="640"/>
                  </a:lnTo>
                  <a:lnTo>
                    <a:pt x="23443" y="1045"/>
                  </a:lnTo>
                  <a:lnTo>
                    <a:pt x="31257" y="1362"/>
                  </a:lnTo>
                  <a:lnTo>
                    <a:pt x="39072" y="1687"/>
                  </a:lnTo>
                  <a:lnTo>
                    <a:pt x="46886" y="2004"/>
                  </a:lnTo>
                  <a:lnTo>
                    <a:pt x="54701" y="2294"/>
                  </a:lnTo>
                  <a:lnTo>
                    <a:pt x="62515" y="2602"/>
                  </a:lnTo>
                  <a:lnTo>
                    <a:pt x="70330" y="2853"/>
                  </a:lnTo>
                  <a:lnTo>
                    <a:pt x="78144" y="3137"/>
                  </a:lnTo>
                  <a:lnTo>
                    <a:pt x="85958" y="3302"/>
                  </a:lnTo>
                  <a:lnTo>
                    <a:pt x="93773" y="3626"/>
                  </a:lnTo>
                  <a:lnTo>
                    <a:pt x="101587" y="3959"/>
                  </a:lnTo>
                  <a:lnTo>
                    <a:pt x="109402" y="4209"/>
                  </a:lnTo>
                  <a:lnTo>
                    <a:pt x="117216" y="4543"/>
                  </a:lnTo>
                  <a:lnTo>
                    <a:pt x="125031" y="4826"/>
                  </a:lnTo>
                  <a:lnTo>
                    <a:pt x="132845" y="5067"/>
                  </a:lnTo>
                  <a:lnTo>
                    <a:pt x="140660" y="5343"/>
                  </a:lnTo>
                  <a:lnTo>
                    <a:pt x="148474" y="5670"/>
                  </a:lnTo>
                  <a:lnTo>
                    <a:pt x="156288" y="5960"/>
                  </a:lnTo>
                  <a:lnTo>
                    <a:pt x="164103" y="6380"/>
                  </a:lnTo>
                  <a:lnTo>
                    <a:pt x="171917" y="6700"/>
                  </a:lnTo>
                  <a:lnTo>
                    <a:pt x="179732" y="6996"/>
                  </a:lnTo>
                  <a:lnTo>
                    <a:pt x="187546" y="7325"/>
                  </a:lnTo>
                  <a:lnTo>
                    <a:pt x="195361" y="7666"/>
                  </a:lnTo>
                  <a:lnTo>
                    <a:pt x="203175" y="8019"/>
                  </a:lnTo>
                  <a:lnTo>
                    <a:pt x="210990" y="8317"/>
                  </a:lnTo>
                  <a:lnTo>
                    <a:pt x="218804" y="8682"/>
                  </a:lnTo>
                  <a:lnTo>
                    <a:pt x="226619" y="9033"/>
                  </a:lnTo>
                  <a:lnTo>
                    <a:pt x="234433" y="9438"/>
                  </a:lnTo>
                  <a:lnTo>
                    <a:pt x="242247" y="9841"/>
                  </a:lnTo>
                  <a:lnTo>
                    <a:pt x="250062" y="10221"/>
                  </a:lnTo>
                  <a:lnTo>
                    <a:pt x="257876" y="10469"/>
                  </a:lnTo>
                  <a:lnTo>
                    <a:pt x="265691" y="10816"/>
                  </a:lnTo>
                  <a:lnTo>
                    <a:pt x="273505" y="11115"/>
                  </a:lnTo>
                  <a:lnTo>
                    <a:pt x="281320" y="11409"/>
                  </a:lnTo>
                  <a:lnTo>
                    <a:pt x="289134" y="11656"/>
                  </a:lnTo>
                  <a:lnTo>
                    <a:pt x="296949" y="11946"/>
                  </a:lnTo>
                  <a:lnTo>
                    <a:pt x="304763" y="12257"/>
                  </a:lnTo>
                  <a:lnTo>
                    <a:pt x="312577" y="12566"/>
                  </a:lnTo>
                  <a:lnTo>
                    <a:pt x="320392" y="12969"/>
                  </a:lnTo>
                  <a:lnTo>
                    <a:pt x="328206" y="13304"/>
                  </a:lnTo>
                  <a:lnTo>
                    <a:pt x="336021" y="13595"/>
                  </a:lnTo>
                  <a:lnTo>
                    <a:pt x="343835" y="13835"/>
                  </a:lnTo>
                  <a:lnTo>
                    <a:pt x="351650" y="14254"/>
                  </a:lnTo>
                  <a:lnTo>
                    <a:pt x="359464" y="14624"/>
                  </a:lnTo>
                  <a:lnTo>
                    <a:pt x="367279" y="14937"/>
                  </a:lnTo>
                  <a:lnTo>
                    <a:pt x="375093" y="15223"/>
                  </a:lnTo>
                  <a:lnTo>
                    <a:pt x="382907" y="15528"/>
                  </a:lnTo>
                  <a:lnTo>
                    <a:pt x="390722" y="15832"/>
                  </a:lnTo>
                  <a:lnTo>
                    <a:pt x="398536" y="16217"/>
                  </a:lnTo>
                  <a:lnTo>
                    <a:pt x="406351" y="16476"/>
                  </a:lnTo>
                  <a:lnTo>
                    <a:pt x="414165" y="16818"/>
                  </a:lnTo>
                  <a:lnTo>
                    <a:pt x="421980" y="17073"/>
                  </a:lnTo>
                  <a:lnTo>
                    <a:pt x="429794" y="17451"/>
                  </a:lnTo>
                  <a:lnTo>
                    <a:pt x="437609" y="17860"/>
                  </a:lnTo>
                  <a:lnTo>
                    <a:pt x="445423" y="18256"/>
                  </a:lnTo>
                  <a:lnTo>
                    <a:pt x="453238" y="18675"/>
                  </a:lnTo>
                  <a:lnTo>
                    <a:pt x="461052" y="18929"/>
                  </a:lnTo>
                  <a:lnTo>
                    <a:pt x="468866" y="19309"/>
                  </a:lnTo>
                  <a:lnTo>
                    <a:pt x="476681" y="19625"/>
                  </a:lnTo>
                  <a:lnTo>
                    <a:pt x="484495" y="19991"/>
                  </a:lnTo>
                  <a:lnTo>
                    <a:pt x="492310" y="20298"/>
                  </a:lnTo>
                  <a:lnTo>
                    <a:pt x="500124" y="20645"/>
                  </a:lnTo>
                  <a:lnTo>
                    <a:pt x="507939" y="20950"/>
                  </a:lnTo>
                  <a:lnTo>
                    <a:pt x="515753" y="21266"/>
                  </a:lnTo>
                  <a:lnTo>
                    <a:pt x="523568" y="21575"/>
                  </a:lnTo>
                  <a:lnTo>
                    <a:pt x="531382" y="21978"/>
                  </a:lnTo>
                  <a:lnTo>
                    <a:pt x="539196" y="22375"/>
                  </a:lnTo>
                  <a:lnTo>
                    <a:pt x="547011" y="22771"/>
                  </a:lnTo>
                  <a:lnTo>
                    <a:pt x="554825" y="23095"/>
                  </a:lnTo>
                  <a:lnTo>
                    <a:pt x="562640" y="23432"/>
                  </a:lnTo>
                  <a:lnTo>
                    <a:pt x="570454" y="23714"/>
                  </a:lnTo>
                  <a:lnTo>
                    <a:pt x="578269" y="24120"/>
                  </a:lnTo>
                  <a:lnTo>
                    <a:pt x="586083" y="24500"/>
                  </a:lnTo>
                  <a:lnTo>
                    <a:pt x="593898" y="24802"/>
                  </a:lnTo>
                  <a:lnTo>
                    <a:pt x="601712" y="25142"/>
                  </a:lnTo>
                  <a:lnTo>
                    <a:pt x="609526" y="25506"/>
                  </a:lnTo>
                  <a:lnTo>
                    <a:pt x="617341" y="25868"/>
                  </a:lnTo>
                  <a:lnTo>
                    <a:pt x="625155" y="26226"/>
                  </a:lnTo>
                  <a:lnTo>
                    <a:pt x="632970" y="26557"/>
                  </a:lnTo>
                  <a:lnTo>
                    <a:pt x="640784" y="26952"/>
                  </a:lnTo>
                  <a:lnTo>
                    <a:pt x="648599" y="27226"/>
                  </a:lnTo>
                  <a:lnTo>
                    <a:pt x="656413" y="27533"/>
                  </a:lnTo>
                  <a:lnTo>
                    <a:pt x="664228" y="27924"/>
                  </a:lnTo>
                  <a:lnTo>
                    <a:pt x="672042" y="28206"/>
                  </a:lnTo>
                  <a:lnTo>
                    <a:pt x="679857" y="28501"/>
                  </a:lnTo>
                  <a:lnTo>
                    <a:pt x="687671" y="28838"/>
                  </a:lnTo>
                  <a:lnTo>
                    <a:pt x="695485" y="29094"/>
                  </a:lnTo>
                  <a:lnTo>
                    <a:pt x="703300" y="29455"/>
                  </a:lnTo>
                  <a:lnTo>
                    <a:pt x="711114" y="29787"/>
                  </a:lnTo>
                  <a:lnTo>
                    <a:pt x="718929" y="30173"/>
                  </a:lnTo>
                  <a:lnTo>
                    <a:pt x="726743" y="30532"/>
                  </a:lnTo>
                  <a:lnTo>
                    <a:pt x="734558" y="30989"/>
                  </a:lnTo>
                  <a:lnTo>
                    <a:pt x="742372" y="31346"/>
                  </a:lnTo>
                  <a:lnTo>
                    <a:pt x="750187" y="31711"/>
                  </a:lnTo>
                  <a:lnTo>
                    <a:pt x="758001" y="31932"/>
                  </a:lnTo>
                  <a:lnTo>
                    <a:pt x="765815" y="32309"/>
                  </a:lnTo>
                  <a:lnTo>
                    <a:pt x="773630" y="32688"/>
                  </a:lnTo>
                  <a:lnTo>
                    <a:pt x="781444" y="33012"/>
                  </a:lnTo>
                  <a:lnTo>
                    <a:pt x="789259" y="33426"/>
                  </a:lnTo>
                  <a:lnTo>
                    <a:pt x="797073" y="33820"/>
                  </a:lnTo>
                  <a:lnTo>
                    <a:pt x="804888" y="34161"/>
                  </a:lnTo>
                  <a:lnTo>
                    <a:pt x="812702" y="34570"/>
                  </a:lnTo>
                  <a:lnTo>
                    <a:pt x="820517" y="35009"/>
                  </a:lnTo>
                  <a:lnTo>
                    <a:pt x="828331" y="35417"/>
                  </a:lnTo>
                  <a:lnTo>
                    <a:pt x="836145" y="35833"/>
                  </a:lnTo>
                  <a:lnTo>
                    <a:pt x="843960" y="36260"/>
                  </a:lnTo>
                  <a:lnTo>
                    <a:pt x="851774" y="36644"/>
                  </a:lnTo>
                  <a:lnTo>
                    <a:pt x="859589" y="37022"/>
                  </a:lnTo>
                  <a:lnTo>
                    <a:pt x="867403" y="37409"/>
                  </a:lnTo>
                  <a:lnTo>
                    <a:pt x="875218" y="37786"/>
                  </a:lnTo>
                  <a:lnTo>
                    <a:pt x="883032" y="38158"/>
                  </a:lnTo>
                  <a:lnTo>
                    <a:pt x="890847" y="38559"/>
                  </a:lnTo>
                  <a:lnTo>
                    <a:pt x="898661" y="39016"/>
                  </a:lnTo>
                  <a:lnTo>
                    <a:pt x="906476" y="39483"/>
                  </a:lnTo>
                  <a:lnTo>
                    <a:pt x="914290" y="39887"/>
                  </a:lnTo>
                  <a:lnTo>
                    <a:pt x="922104" y="40296"/>
                  </a:lnTo>
                  <a:lnTo>
                    <a:pt x="929919" y="40558"/>
                  </a:lnTo>
                  <a:lnTo>
                    <a:pt x="937733" y="40975"/>
                  </a:lnTo>
                  <a:lnTo>
                    <a:pt x="945548" y="41314"/>
                  </a:lnTo>
                  <a:lnTo>
                    <a:pt x="953362" y="41793"/>
                  </a:lnTo>
                  <a:lnTo>
                    <a:pt x="961177" y="42243"/>
                  </a:lnTo>
                  <a:lnTo>
                    <a:pt x="968991" y="42644"/>
                  </a:lnTo>
                  <a:lnTo>
                    <a:pt x="976806" y="42988"/>
                  </a:lnTo>
                  <a:lnTo>
                    <a:pt x="984620" y="43361"/>
                  </a:lnTo>
                  <a:lnTo>
                    <a:pt x="992434" y="43725"/>
                  </a:lnTo>
                  <a:lnTo>
                    <a:pt x="1000249" y="44101"/>
                  </a:lnTo>
                  <a:lnTo>
                    <a:pt x="1008063" y="44470"/>
                  </a:lnTo>
                  <a:lnTo>
                    <a:pt x="1015878" y="44924"/>
                  </a:lnTo>
                  <a:lnTo>
                    <a:pt x="1023692" y="45298"/>
                  </a:lnTo>
                  <a:lnTo>
                    <a:pt x="1031507" y="45539"/>
                  </a:lnTo>
                  <a:lnTo>
                    <a:pt x="1039321" y="45858"/>
                  </a:lnTo>
                  <a:lnTo>
                    <a:pt x="1047136" y="46340"/>
                  </a:lnTo>
                  <a:lnTo>
                    <a:pt x="1054950" y="46709"/>
                  </a:lnTo>
                  <a:lnTo>
                    <a:pt x="1062765" y="47070"/>
                  </a:lnTo>
                  <a:lnTo>
                    <a:pt x="1070579" y="47412"/>
                  </a:lnTo>
                  <a:lnTo>
                    <a:pt x="1078393" y="47798"/>
                  </a:lnTo>
                  <a:lnTo>
                    <a:pt x="1086208" y="48179"/>
                  </a:lnTo>
                  <a:lnTo>
                    <a:pt x="1094022" y="48606"/>
                  </a:lnTo>
                  <a:lnTo>
                    <a:pt x="1101837" y="49010"/>
                  </a:lnTo>
                  <a:lnTo>
                    <a:pt x="1109651" y="49363"/>
                  </a:lnTo>
                  <a:lnTo>
                    <a:pt x="1117466" y="49721"/>
                  </a:lnTo>
                  <a:lnTo>
                    <a:pt x="1125280" y="50162"/>
                  </a:lnTo>
                  <a:lnTo>
                    <a:pt x="1133095" y="50526"/>
                  </a:lnTo>
                  <a:lnTo>
                    <a:pt x="1140909" y="50942"/>
                  </a:lnTo>
                  <a:lnTo>
                    <a:pt x="1148723" y="51409"/>
                  </a:lnTo>
                  <a:lnTo>
                    <a:pt x="1156538" y="51875"/>
                  </a:lnTo>
                  <a:lnTo>
                    <a:pt x="1164352" y="52239"/>
                  </a:lnTo>
                  <a:lnTo>
                    <a:pt x="1172167" y="52659"/>
                  </a:lnTo>
                  <a:lnTo>
                    <a:pt x="1179981" y="53069"/>
                  </a:lnTo>
                  <a:lnTo>
                    <a:pt x="1187796" y="53470"/>
                  </a:lnTo>
                  <a:lnTo>
                    <a:pt x="1195610" y="53887"/>
                  </a:lnTo>
                  <a:lnTo>
                    <a:pt x="1203425" y="54254"/>
                  </a:lnTo>
                  <a:lnTo>
                    <a:pt x="1211239" y="54616"/>
                  </a:lnTo>
                  <a:lnTo>
                    <a:pt x="1219053" y="55119"/>
                  </a:lnTo>
                  <a:lnTo>
                    <a:pt x="1226868" y="55372"/>
                  </a:lnTo>
                  <a:lnTo>
                    <a:pt x="1234682" y="55765"/>
                  </a:lnTo>
                  <a:lnTo>
                    <a:pt x="1242497" y="56146"/>
                  </a:lnTo>
                  <a:lnTo>
                    <a:pt x="1250311" y="56499"/>
                  </a:lnTo>
                  <a:lnTo>
                    <a:pt x="1258126" y="56901"/>
                  </a:lnTo>
                  <a:lnTo>
                    <a:pt x="1265940" y="57275"/>
                  </a:lnTo>
                  <a:lnTo>
                    <a:pt x="1273755" y="57707"/>
                  </a:lnTo>
                  <a:lnTo>
                    <a:pt x="1281569" y="58155"/>
                  </a:lnTo>
                  <a:lnTo>
                    <a:pt x="1289384" y="58551"/>
                  </a:lnTo>
                  <a:lnTo>
                    <a:pt x="1297198" y="58993"/>
                  </a:lnTo>
                  <a:lnTo>
                    <a:pt x="1305012" y="59303"/>
                  </a:lnTo>
                  <a:lnTo>
                    <a:pt x="1312827" y="59681"/>
                  </a:lnTo>
                  <a:lnTo>
                    <a:pt x="1320641" y="60154"/>
                  </a:lnTo>
                  <a:lnTo>
                    <a:pt x="1328456" y="60569"/>
                  </a:lnTo>
                  <a:lnTo>
                    <a:pt x="1336270" y="60928"/>
                  </a:lnTo>
                  <a:lnTo>
                    <a:pt x="1344085" y="61348"/>
                  </a:lnTo>
                  <a:lnTo>
                    <a:pt x="1351899" y="61870"/>
                  </a:lnTo>
                  <a:lnTo>
                    <a:pt x="1359714" y="62286"/>
                  </a:lnTo>
                  <a:lnTo>
                    <a:pt x="1367528" y="62699"/>
                  </a:lnTo>
                  <a:lnTo>
                    <a:pt x="1375342" y="63093"/>
                  </a:lnTo>
                  <a:lnTo>
                    <a:pt x="1383157" y="63555"/>
                  </a:lnTo>
                  <a:lnTo>
                    <a:pt x="1390971" y="63980"/>
                  </a:lnTo>
                  <a:lnTo>
                    <a:pt x="1398786" y="64437"/>
                  </a:lnTo>
                  <a:lnTo>
                    <a:pt x="1406600" y="64922"/>
                  </a:lnTo>
                  <a:lnTo>
                    <a:pt x="1414415" y="65348"/>
                  </a:lnTo>
                  <a:lnTo>
                    <a:pt x="1422229" y="65756"/>
                  </a:lnTo>
                  <a:lnTo>
                    <a:pt x="1430044" y="66266"/>
                  </a:lnTo>
                  <a:lnTo>
                    <a:pt x="1437858" y="66682"/>
                  </a:lnTo>
                  <a:lnTo>
                    <a:pt x="1445672" y="67098"/>
                  </a:lnTo>
                  <a:lnTo>
                    <a:pt x="1453487" y="67515"/>
                  </a:lnTo>
                  <a:lnTo>
                    <a:pt x="1461301" y="67969"/>
                  </a:lnTo>
                  <a:lnTo>
                    <a:pt x="1469116" y="68465"/>
                  </a:lnTo>
                  <a:lnTo>
                    <a:pt x="1476930" y="68916"/>
                  </a:lnTo>
                  <a:lnTo>
                    <a:pt x="1484745" y="69335"/>
                  </a:lnTo>
                  <a:lnTo>
                    <a:pt x="1492559" y="69794"/>
                  </a:lnTo>
                  <a:lnTo>
                    <a:pt x="1500374" y="70283"/>
                  </a:lnTo>
                  <a:lnTo>
                    <a:pt x="1508188" y="70733"/>
                  </a:lnTo>
                  <a:lnTo>
                    <a:pt x="1516003" y="71147"/>
                  </a:lnTo>
                  <a:lnTo>
                    <a:pt x="1523817" y="71579"/>
                  </a:lnTo>
                  <a:lnTo>
                    <a:pt x="1531631" y="72057"/>
                  </a:lnTo>
                  <a:lnTo>
                    <a:pt x="1539446" y="72529"/>
                  </a:lnTo>
                  <a:lnTo>
                    <a:pt x="1547260" y="72971"/>
                  </a:lnTo>
                  <a:lnTo>
                    <a:pt x="1555075" y="73455"/>
                  </a:lnTo>
                  <a:lnTo>
                    <a:pt x="1562889" y="73907"/>
                  </a:lnTo>
                  <a:lnTo>
                    <a:pt x="1570704" y="74341"/>
                  </a:lnTo>
                  <a:lnTo>
                    <a:pt x="1578518" y="74857"/>
                  </a:lnTo>
                  <a:lnTo>
                    <a:pt x="1586333" y="75378"/>
                  </a:lnTo>
                  <a:lnTo>
                    <a:pt x="1594147" y="75833"/>
                  </a:lnTo>
                  <a:lnTo>
                    <a:pt x="1601961" y="76251"/>
                  </a:lnTo>
                  <a:lnTo>
                    <a:pt x="1609776" y="76692"/>
                  </a:lnTo>
                  <a:lnTo>
                    <a:pt x="1617590" y="77196"/>
                  </a:lnTo>
                  <a:lnTo>
                    <a:pt x="1625405" y="77654"/>
                  </a:lnTo>
                  <a:lnTo>
                    <a:pt x="1633219" y="78003"/>
                  </a:lnTo>
                  <a:lnTo>
                    <a:pt x="1641034" y="78355"/>
                  </a:lnTo>
                  <a:lnTo>
                    <a:pt x="1648848" y="78799"/>
                  </a:lnTo>
                  <a:lnTo>
                    <a:pt x="1656663" y="79246"/>
                  </a:lnTo>
                  <a:lnTo>
                    <a:pt x="1664477" y="79694"/>
                  </a:lnTo>
                  <a:lnTo>
                    <a:pt x="1672291" y="80142"/>
                  </a:lnTo>
                  <a:lnTo>
                    <a:pt x="1680106" y="80577"/>
                  </a:lnTo>
                  <a:lnTo>
                    <a:pt x="1687920" y="80995"/>
                  </a:lnTo>
                  <a:lnTo>
                    <a:pt x="1695735" y="81419"/>
                  </a:lnTo>
                  <a:lnTo>
                    <a:pt x="1703549" y="81808"/>
                  </a:lnTo>
                  <a:lnTo>
                    <a:pt x="1711364" y="82216"/>
                  </a:lnTo>
                  <a:lnTo>
                    <a:pt x="1719178" y="82711"/>
                  </a:lnTo>
                  <a:lnTo>
                    <a:pt x="1726993" y="83154"/>
                  </a:lnTo>
                  <a:lnTo>
                    <a:pt x="1734807" y="83575"/>
                  </a:lnTo>
                  <a:lnTo>
                    <a:pt x="1742622" y="83996"/>
                  </a:lnTo>
                  <a:lnTo>
                    <a:pt x="1750436" y="84467"/>
                  </a:lnTo>
                  <a:lnTo>
                    <a:pt x="1758250" y="84963"/>
                  </a:lnTo>
                  <a:lnTo>
                    <a:pt x="1766065" y="85417"/>
                  </a:lnTo>
                  <a:lnTo>
                    <a:pt x="1773879" y="85832"/>
                  </a:lnTo>
                  <a:lnTo>
                    <a:pt x="1781694" y="86246"/>
                  </a:lnTo>
                  <a:lnTo>
                    <a:pt x="1789508" y="86660"/>
                  </a:lnTo>
                  <a:lnTo>
                    <a:pt x="1797323" y="87089"/>
                  </a:lnTo>
                  <a:lnTo>
                    <a:pt x="1805137" y="87568"/>
                  </a:lnTo>
                  <a:lnTo>
                    <a:pt x="1812952" y="88053"/>
                  </a:lnTo>
                  <a:lnTo>
                    <a:pt x="1820766" y="88563"/>
                  </a:lnTo>
                  <a:lnTo>
                    <a:pt x="1828580" y="89013"/>
                  </a:lnTo>
                  <a:lnTo>
                    <a:pt x="1836395" y="89479"/>
                  </a:lnTo>
                  <a:lnTo>
                    <a:pt x="1844209" y="89946"/>
                  </a:lnTo>
                  <a:lnTo>
                    <a:pt x="1852024" y="90387"/>
                  </a:lnTo>
                  <a:lnTo>
                    <a:pt x="1859838" y="90778"/>
                  </a:lnTo>
                  <a:lnTo>
                    <a:pt x="1867653" y="91170"/>
                  </a:lnTo>
                  <a:lnTo>
                    <a:pt x="1875467" y="91572"/>
                  </a:lnTo>
                  <a:lnTo>
                    <a:pt x="1883282" y="92019"/>
                  </a:lnTo>
                  <a:lnTo>
                    <a:pt x="1891096" y="92511"/>
                  </a:lnTo>
                  <a:lnTo>
                    <a:pt x="1898910" y="92995"/>
                  </a:lnTo>
                  <a:lnTo>
                    <a:pt x="1906725" y="93403"/>
                  </a:lnTo>
                  <a:lnTo>
                    <a:pt x="1914539" y="93766"/>
                  </a:lnTo>
                  <a:lnTo>
                    <a:pt x="1922354" y="94190"/>
                  </a:lnTo>
                  <a:lnTo>
                    <a:pt x="1930168" y="94607"/>
                  </a:lnTo>
                  <a:lnTo>
                    <a:pt x="1937983" y="95005"/>
                  </a:lnTo>
                  <a:lnTo>
                    <a:pt x="1945797" y="95462"/>
                  </a:lnTo>
                  <a:lnTo>
                    <a:pt x="1953612" y="95929"/>
                  </a:lnTo>
                  <a:lnTo>
                    <a:pt x="1961426" y="96326"/>
                  </a:lnTo>
                  <a:lnTo>
                    <a:pt x="1969241" y="96756"/>
                  </a:lnTo>
                  <a:lnTo>
                    <a:pt x="1977055" y="97187"/>
                  </a:lnTo>
                  <a:lnTo>
                    <a:pt x="1984869" y="97628"/>
                  </a:lnTo>
                  <a:lnTo>
                    <a:pt x="1992684" y="98084"/>
                  </a:lnTo>
                  <a:lnTo>
                    <a:pt x="2000498" y="98469"/>
                  </a:lnTo>
                  <a:lnTo>
                    <a:pt x="2008313" y="98847"/>
                  </a:lnTo>
                  <a:lnTo>
                    <a:pt x="2016127" y="99323"/>
                  </a:lnTo>
                  <a:lnTo>
                    <a:pt x="2023942" y="99806"/>
                  </a:lnTo>
                </a:path>
              </a:pathLst>
            </a:custGeom>
            <a:ln w="1897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l218"/>
            <p:cNvSpPr/>
            <p:nvPr/>
          </p:nvSpPr>
          <p:spPr>
            <a:xfrm>
              <a:off x="6041499" y="2744004"/>
              <a:ext cx="2023942" cy="147815"/>
            </a:xfrm>
            <a:custGeom>
              <a:avLst/>
              <a:pathLst>
                <a:path w="2023942" h="147815">
                  <a:moveTo>
                    <a:pt x="0" y="0"/>
                  </a:moveTo>
                  <a:lnTo>
                    <a:pt x="7814" y="472"/>
                  </a:lnTo>
                  <a:lnTo>
                    <a:pt x="15628" y="805"/>
                  </a:lnTo>
                  <a:lnTo>
                    <a:pt x="23443" y="1194"/>
                  </a:lnTo>
                  <a:lnTo>
                    <a:pt x="31257" y="1607"/>
                  </a:lnTo>
                  <a:lnTo>
                    <a:pt x="39072" y="2104"/>
                  </a:lnTo>
                  <a:lnTo>
                    <a:pt x="46886" y="2503"/>
                  </a:lnTo>
                  <a:lnTo>
                    <a:pt x="54701" y="2907"/>
                  </a:lnTo>
                  <a:lnTo>
                    <a:pt x="62515" y="3282"/>
                  </a:lnTo>
                  <a:lnTo>
                    <a:pt x="70330" y="3719"/>
                  </a:lnTo>
                  <a:lnTo>
                    <a:pt x="78144" y="4127"/>
                  </a:lnTo>
                  <a:lnTo>
                    <a:pt x="85958" y="4531"/>
                  </a:lnTo>
                  <a:lnTo>
                    <a:pt x="93773" y="4920"/>
                  </a:lnTo>
                  <a:lnTo>
                    <a:pt x="101587" y="5304"/>
                  </a:lnTo>
                  <a:lnTo>
                    <a:pt x="109402" y="5704"/>
                  </a:lnTo>
                  <a:lnTo>
                    <a:pt x="117216" y="6037"/>
                  </a:lnTo>
                  <a:lnTo>
                    <a:pt x="125031" y="6458"/>
                  </a:lnTo>
                  <a:lnTo>
                    <a:pt x="132845" y="6880"/>
                  </a:lnTo>
                  <a:lnTo>
                    <a:pt x="140660" y="7279"/>
                  </a:lnTo>
                  <a:lnTo>
                    <a:pt x="148474" y="7705"/>
                  </a:lnTo>
                  <a:lnTo>
                    <a:pt x="156288" y="8212"/>
                  </a:lnTo>
                  <a:lnTo>
                    <a:pt x="164103" y="8646"/>
                  </a:lnTo>
                  <a:lnTo>
                    <a:pt x="171917" y="9155"/>
                  </a:lnTo>
                  <a:lnTo>
                    <a:pt x="179732" y="9671"/>
                  </a:lnTo>
                  <a:lnTo>
                    <a:pt x="187546" y="10201"/>
                  </a:lnTo>
                  <a:lnTo>
                    <a:pt x="195361" y="10736"/>
                  </a:lnTo>
                  <a:lnTo>
                    <a:pt x="203175" y="11260"/>
                  </a:lnTo>
                  <a:lnTo>
                    <a:pt x="210990" y="11699"/>
                  </a:lnTo>
                  <a:lnTo>
                    <a:pt x="218804" y="12191"/>
                  </a:lnTo>
                  <a:lnTo>
                    <a:pt x="226619" y="12638"/>
                  </a:lnTo>
                  <a:lnTo>
                    <a:pt x="234433" y="13094"/>
                  </a:lnTo>
                  <a:lnTo>
                    <a:pt x="242247" y="13571"/>
                  </a:lnTo>
                  <a:lnTo>
                    <a:pt x="250062" y="13947"/>
                  </a:lnTo>
                  <a:lnTo>
                    <a:pt x="257876" y="14452"/>
                  </a:lnTo>
                  <a:lnTo>
                    <a:pt x="265691" y="14862"/>
                  </a:lnTo>
                  <a:lnTo>
                    <a:pt x="273505" y="15299"/>
                  </a:lnTo>
                  <a:lnTo>
                    <a:pt x="281320" y="15794"/>
                  </a:lnTo>
                  <a:lnTo>
                    <a:pt x="289134" y="16306"/>
                  </a:lnTo>
                  <a:lnTo>
                    <a:pt x="296949" y="16838"/>
                  </a:lnTo>
                  <a:lnTo>
                    <a:pt x="304763" y="17268"/>
                  </a:lnTo>
                  <a:lnTo>
                    <a:pt x="312577" y="17698"/>
                  </a:lnTo>
                  <a:lnTo>
                    <a:pt x="320392" y="18219"/>
                  </a:lnTo>
                  <a:lnTo>
                    <a:pt x="328206" y="18681"/>
                  </a:lnTo>
                  <a:lnTo>
                    <a:pt x="336021" y="19168"/>
                  </a:lnTo>
                  <a:lnTo>
                    <a:pt x="343835" y="19600"/>
                  </a:lnTo>
                  <a:lnTo>
                    <a:pt x="351650" y="20010"/>
                  </a:lnTo>
                  <a:lnTo>
                    <a:pt x="359464" y="20469"/>
                  </a:lnTo>
                  <a:lnTo>
                    <a:pt x="367279" y="20958"/>
                  </a:lnTo>
                  <a:lnTo>
                    <a:pt x="375093" y="21449"/>
                  </a:lnTo>
                  <a:lnTo>
                    <a:pt x="382907" y="22004"/>
                  </a:lnTo>
                  <a:lnTo>
                    <a:pt x="390722" y="22459"/>
                  </a:lnTo>
                  <a:lnTo>
                    <a:pt x="398536" y="22864"/>
                  </a:lnTo>
                  <a:lnTo>
                    <a:pt x="406351" y="23326"/>
                  </a:lnTo>
                  <a:lnTo>
                    <a:pt x="414165" y="23763"/>
                  </a:lnTo>
                  <a:lnTo>
                    <a:pt x="421980" y="24264"/>
                  </a:lnTo>
                  <a:lnTo>
                    <a:pt x="429794" y="24749"/>
                  </a:lnTo>
                  <a:lnTo>
                    <a:pt x="437609" y="25237"/>
                  </a:lnTo>
                  <a:lnTo>
                    <a:pt x="445423" y="25776"/>
                  </a:lnTo>
                  <a:lnTo>
                    <a:pt x="453238" y="26239"/>
                  </a:lnTo>
                  <a:lnTo>
                    <a:pt x="461052" y="26759"/>
                  </a:lnTo>
                  <a:lnTo>
                    <a:pt x="468866" y="27262"/>
                  </a:lnTo>
                  <a:lnTo>
                    <a:pt x="476681" y="27710"/>
                  </a:lnTo>
                  <a:lnTo>
                    <a:pt x="484495" y="28314"/>
                  </a:lnTo>
                  <a:lnTo>
                    <a:pt x="492310" y="28813"/>
                  </a:lnTo>
                  <a:lnTo>
                    <a:pt x="500124" y="29387"/>
                  </a:lnTo>
                  <a:lnTo>
                    <a:pt x="507939" y="29872"/>
                  </a:lnTo>
                  <a:lnTo>
                    <a:pt x="515753" y="30298"/>
                  </a:lnTo>
                  <a:lnTo>
                    <a:pt x="523568" y="30769"/>
                  </a:lnTo>
                  <a:lnTo>
                    <a:pt x="531382" y="31257"/>
                  </a:lnTo>
                  <a:lnTo>
                    <a:pt x="539196" y="31807"/>
                  </a:lnTo>
                  <a:lnTo>
                    <a:pt x="547011" y="32271"/>
                  </a:lnTo>
                  <a:lnTo>
                    <a:pt x="554825" y="32881"/>
                  </a:lnTo>
                  <a:lnTo>
                    <a:pt x="562640" y="33289"/>
                  </a:lnTo>
                  <a:lnTo>
                    <a:pt x="570454" y="33835"/>
                  </a:lnTo>
                  <a:lnTo>
                    <a:pt x="578269" y="34360"/>
                  </a:lnTo>
                  <a:lnTo>
                    <a:pt x="586083" y="34844"/>
                  </a:lnTo>
                  <a:lnTo>
                    <a:pt x="593898" y="35244"/>
                  </a:lnTo>
                  <a:lnTo>
                    <a:pt x="601712" y="35701"/>
                  </a:lnTo>
                  <a:lnTo>
                    <a:pt x="609526" y="36210"/>
                  </a:lnTo>
                  <a:lnTo>
                    <a:pt x="617341" y="36707"/>
                  </a:lnTo>
                  <a:lnTo>
                    <a:pt x="625155" y="37275"/>
                  </a:lnTo>
                  <a:lnTo>
                    <a:pt x="632970" y="37838"/>
                  </a:lnTo>
                  <a:lnTo>
                    <a:pt x="640784" y="38537"/>
                  </a:lnTo>
                  <a:lnTo>
                    <a:pt x="648599" y="39064"/>
                  </a:lnTo>
                  <a:lnTo>
                    <a:pt x="656413" y="39585"/>
                  </a:lnTo>
                  <a:lnTo>
                    <a:pt x="664228" y="40114"/>
                  </a:lnTo>
                  <a:lnTo>
                    <a:pt x="672042" y="40747"/>
                  </a:lnTo>
                  <a:lnTo>
                    <a:pt x="679857" y="41250"/>
                  </a:lnTo>
                  <a:lnTo>
                    <a:pt x="687671" y="41824"/>
                  </a:lnTo>
                  <a:lnTo>
                    <a:pt x="695485" y="42438"/>
                  </a:lnTo>
                  <a:lnTo>
                    <a:pt x="703300" y="43100"/>
                  </a:lnTo>
                  <a:lnTo>
                    <a:pt x="711114" y="43648"/>
                  </a:lnTo>
                  <a:lnTo>
                    <a:pt x="718929" y="44178"/>
                  </a:lnTo>
                  <a:lnTo>
                    <a:pt x="726743" y="44759"/>
                  </a:lnTo>
                  <a:lnTo>
                    <a:pt x="734558" y="45347"/>
                  </a:lnTo>
                  <a:lnTo>
                    <a:pt x="742372" y="45860"/>
                  </a:lnTo>
                  <a:lnTo>
                    <a:pt x="750187" y="46466"/>
                  </a:lnTo>
                  <a:lnTo>
                    <a:pt x="758001" y="47013"/>
                  </a:lnTo>
                  <a:lnTo>
                    <a:pt x="765815" y="47549"/>
                  </a:lnTo>
                  <a:lnTo>
                    <a:pt x="773630" y="47936"/>
                  </a:lnTo>
                  <a:lnTo>
                    <a:pt x="781444" y="48466"/>
                  </a:lnTo>
                  <a:lnTo>
                    <a:pt x="789259" y="49001"/>
                  </a:lnTo>
                  <a:lnTo>
                    <a:pt x="797073" y="49495"/>
                  </a:lnTo>
                  <a:lnTo>
                    <a:pt x="804888" y="50151"/>
                  </a:lnTo>
                  <a:lnTo>
                    <a:pt x="812702" y="50684"/>
                  </a:lnTo>
                  <a:lnTo>
                    <a:pt x="820517" y="51192"/>
                  </a:lnTo>
                  <a:lnTo>
                    <a:pt x="828331" y="51615"/>
                  </a:lnTo>
                  <a:lnTo>
                    <a:pt x="836145" y="52149"/>
                  </a:lnTo>
                  <a:lnTo>
                    <a:pt x="843960" y="52750"/>
                  </a:lnTo>
                  <a:lnTo>
                    <a:pt x="851774" y="53452"/>
                  </a:lnTo>
                  <a:lnTo>
                    <a:pt x="859589" y="54053"/>
                  </a:lnTo>
                  <a:lnTo>
                    <a:pt x="867403" y="54700"/>
                  </a:lnTo>
                  <a:lnTo>
                    <a:pt x="875218" y="55257"/>
                  </a:lnTo>
                  <a:lnTo>
                    <a:pt x="883032" y="55779"/>
                  </a:lnTo>
                  <a:lnTo>
                    <a:pt x="890847" y="56457"/>
                  </a:lnTo>
                  <a:lnTo>
                    <a:pt x="898661" y="57029"/>
                  </a:lnTo>
                  <a:lnTo>
                    <a:pt x="906476" y="57672"/>
                  </a:lnTo>
                  <a:lnTo>
                    <a:pt x="914290" y="58251"/>
                  </a:lnTo>
                  <a:lnTo>
                    <a:pt x="922104" y="58887"/>
                  </a:lnTo>
                  <a:lnTo>
                    <a:pt x="929919" y="59505"/>
                  </a:lnTo>
                  <a:lnTo>
                    <a:pt x="937733" y="60056"/>
                  </a:lnTo>
                  <a:lnTo>
                    <a:pt x="945548" y="60715"/>
                  </a:lnTo>
                  <a:lnTo>
                    <a:pt x="953362" y="61336"/>
                  </a:lnTo>
                  <a:lnTo>
                    <a:pt x="961177" y="61887"/>
                  </a:lnTo>
                  <a:lnTo>
                    <a:pt x="968991" y="62485"/>
                  </a:lnTo>
                  <a:lnTo>
                    <a:pt x="976806" y="63129"/>
                  </a:lnTo>
                  <a:lnTo>
                    <a:pt x="984620" y="63772"/>
                  </a:lnTo>
                  <a:lnTo>
                    <a:pt x="992434" y="64380"/>
                  </a:lnTo>
                  <a:lnTo>
                    <a:pt x="1000249" y="64945"/>
                  </a:lnTo>
                  <a:lnTo>
                    <a:pt x="1008063" y="65690"/>
                  </a:lnTo>
                  <a:lnTo>
                    <a:pt x="1015878" y="66279"/>
                  </a:lnTo>
                  <a:lnTo>
                    <a:pt x="1023692" y="66937"/>
                  </a:lnTo>
                  <a:lnTo>
                    <a:pt x="1031507" y="67558"/>
                  </a:lnTo>
                  <a:lnTo>
                    <a:pt x="1039321" y="68272"/>
                  </a:lnTo>
                  <a:lnTo>
                    <a:pt x="1047136" y="68827"/>
                  </a:lnTo>
                  <a:lnTo>
                    <a:pt x="1054950" y="69476"/>
                  </a:lnTo>
                  <a:lnTo>
                    <a:pt x="1062765" y="70061"/>
                  </a:lnTo>
                  <a:lnTo>
                    <a:pt x="1070579" y="70626"/>
                  </a:lnTo>
                  <a:lnTo>
                    <a:pt x="1078393" y="71287"/>
                  </a:lnTo>
                  <a:lnTo>
                    <a:pt x="1086208" y="71862"/>
                  </a:lnTo>
                  <a:lnTo>
                    <a:pt x="1094022" y="72434"/>
                  </a:lnTo>
                  <a:lnTo>
                    <a:pt x="1101837" y="73066"/>
                  </a:lnTo>
                  <a:lnTo>
                    <a:pt x="1109651" y="73700"/>
                  </a:lnTo>
                  <a:lnTo>
                    <a:pt x="1117466" y="74234"/>
                  </a:lnTo>
                  <a:lnTo>
                    <a:pt x="1125280" y="74792"/>
                  </a:lnTo>
                  <a:lnTo>
                    <a:pt x="1133095" y="75378"/>
                  </a:lnTo>
                  <a:lnTo>
                    <a:pt x="1140909" y="76008"/>
                  </a:lnTo>
                  <a:lnTo>
                    <a:pt x="1148723" y="76543"/>
                  </a:lnTo>
                  <a:lnTo>
                    <a:pt x="1156538" y="77174"/>
                  </a:lnTo>
                  <a:lnTo>
                    <a:pt x="1164352" y="77787"/>
                  </a:lnTo>
                  <a:lnTo>
                    <a:pt x="1172167" y="78342"/>
                  </a:lnTo>
                  <a:lnTo>
                    <a:pt x="1179981" y="78971"/>
                  </a:lnTo>
                  <a:lnTo>
                    <a:pt x="1187796" y="79505"/>
                  </a:lnTo>
                  <a:lnTo>
                    <a:pt x="1195610" y="80028"/>
                  </a:lnTo>
                  <a:lnTo>
                    <a:pt x="1203425" y="80616"/>
                  </a:lnTo>
                  <a:lnTo>
                    <a:pt x="1211239" y="81238"/>
                  </a:lnTo>
                  <a:lnTo>
                    <a:pt x="1219053" y="81887"/>
                  </a:lnTo>
                  <a:lnTo>
                    <a:pt x="1226868" y="82467"/>
                  </a:lnTo>
                  <a:lnTo>
                    <a:pt x="1234682" y="83099"/>
                  </a:lnTo>
                  <a:lnTo>
                    <a:pt x="1242497" y="83737"/>
                  </a:lnTo>
                  <a:lnTo>
                    <a:pt x="1250311" y="84340"/>
                  </a:lnTo>
                  <a:lnTo>
                    <a:pt x="1258126" y="84969"/>
                  </a:lnTo>
                  <a:lnTo>
                    <a:pt x="1265940" y="85595"/>
                  </a:lnTo>
                  <a:lnTo>
                    <a:pt x="1273755" y="86226"/>
                  </a:lnTo>
                  <a:lnTo>
                    <a:pt x="1281569" y="86928"/>
                  </a:lnTo>
                  <a:lnTo>
                    <a:pt x="1289384" y="87560"/>
                  </a:lnTo>
                  <a:lnTo>
                    <a:pt x="1297198" y="88153"/>
                  </a:lnTo>
                  <a:lnTo>
                    <a:pt x="1305012" y="88757"/>
                  </a:lnTo>
                  <a:lnTo>
                    <a:pt x="1312827" y="89488"/>
                  </a:lnTo>
                  <a:lnTo>
                    <a:pt x="1320641" y="90102"/>
                  </a:lnTo>
                  <a:lnTo>
                    <a:pt x="1328456" y="90728"/>
                  </a:lnTo>
                  <a:lnTo>
                    <a:pt x="1336270" y="91461"/>
                  </a:lnTo>
                  <a:lnTo>
                    <a:pt x="1344085" y="92171"/>
                  </a:lnTo>
                  <a:lnTo>
                    <a:pt x="1351899" y="92812"/>
                  </a:lnTo>
                  <a:lnTo>
                    <a:pt x="1359714" y="93466"/>
                  </a:lnTo>
                  <a:lnTo>
                    <a:pt x="1367528" y="94056"/>
                  </a:lnTo>
                  <a:lnTo>
                    <a:pt x="1375342" y="94710"/>
                  </a:lnTo>
                  <a:lnTo>
                    <a:pt x="1383157" y="95455"/>
                  </a:lnTo>
                  <a:lnTo>
                    <a:pt x="1390971" y="96071"/>
                  </a:lnTo>
                  <a:lnTo>
                    <a:pt x="1398786" y="96687"/>
                  </a:lnTo>
                  <a:lnTo>
                    <a:pt x="1406600" y="97233"/>
                  </a:lnTo>
                  <a:lnTo>
                    <a:pt x="1414415" y="97851"/>
                  </a:lnTo>
                  <a:lnTo>
                    <a:pt x="1422229" y="98333"/>
                  </a:lnTo>
                  <a:lnTo>
                    <a:pt x="1430044" y="98970"/>
                  </a:lnTo>
                  <a:lnTo>
                    <a:pt x="1437858" y="99528"/>
                  </a:lnTo>
                  <a:lnTo>
                    <a:pt x="1445672" y="100081"/>
                  </a:lnTo>
                  <a:lnTo>
                    <a:pt x="1453487" y="100770"/>
                  </a:lnTo>
                  <a:lnTo>
                    <a:pt x="1461301" y="101413"/>
                  </a:lnTo>
                  <a:lnTo>
                    <a:pt x="1469116" y="101990"/>
                  </a:lnTo>
                  <a:lnTo>
                    <a:pt x="1476930" y="102579"/>
                  </a:lnTo>
                  <a:lnTo>
                    <a:pt x="1484745" y="103207"/>
                  </a:lnTo>
                  <a:lnTo>
                    <a:pt x="1492559" y="103841"/>
                  </a:lnTo>
                  <a:lnTo>
                    <a:pt x="1500374" y="104461"/>
                  </a:lnTo>
                  <a:lnTo>
                    <a:pt x="1508188" y="105024"/>
                  </a:lnTo>
                  <a:lnTo>
                    <a:pt x="1516003" y="105604"/>
                  </a:lnTo>
                  <a:lnTo>
                    <a:pt x="1523817" y="106252"/>
                  </a:lnTo>
                  <a:lnTo>
                    <a:pt x="1531631" y="107006"/>
                  </a:lnTo>
                  <a:lnTo>
                    <a:pt x="1539446" y="107669"/>
                  </a:lnTo>
                  <a:lnTo>
                    <a:pt x="1547260" y="108262"/>
                  </a:lnTo>
                  <a:lnTo>
                    <a:pt x="1555075" y="108863"/>
                  </a:lnTo>
                  <a:lnTo>
                    <a:pt x="1562889" y="109461"/>
                  </a:lnTo>
                  <a:lnTo>
                    <a:pt x="1570704" y="110052"/>
                  </a:lnTo>
                  <a:lnTo>
                    <a:pt x="1578518" y="110695"/>
                  </a:lnTo>
                  <a:lnTo>
                    <a:pt x="1586333" y="111300"/>
                  </a:lnTo>
                  <a:lnTo>
                    <a:pt x="1594147" y="111857"/>
                  </a:lnTo>
                  <a:lnTo>
                    <a:pt x="1601961" y="112450"/>
                  </a:lnTo>
                  <a:lnTo>
                    <a:pt x="1609776" y="113180"/>
                  </a:lnTo>
                  <a:lnTo>
                    <a:pt x="1617590" y="113830"/>
                  </a:lnTo>
                  <a:lnTo>
                    <a:pt x="1625405" y="114396"/>
                  </a:lnTo>
                  <a:lnTo>
                    <a:pt x="1633219" y="114960"/>
                  </a:lnTo>
                  <a:lnTo>
                    <a:pt x="1641034" y="115525"/>
                  </a:lnTo>
                  <a:lnTo>
                    <a:pt x="1648848" y="116143"/>
                  </a:lnTo>
                  <a:lnTo>
                    <a:pt x="1656663" y="116850"/>
                  </a:lnTo>
                  <a:lnTo>
                    <a:pt x="1664477" y="117467"/>
                  </a:lnTo>
                  <a:lnTo>
                    <a:pt x="1672291" y="118130"/>
                  </a:lnTo>
                  <a:lnTo>
                    <a:pt x="1680106" y="118882"/>
                  </a:lnTo>
                  <a:lnTo>
                    <a:pt x="1687920" y="119568"/>
                  </a:lnTo>
                  <a:lnTo>
                    <a:pt x="1695735" y="120314"/>
                  </a:lnTo>
                  <a:lnTo>
                    <a:pt x="1703549" y="121062"/>
                  </a:lnTo>
                  <a:lnTo>
                    <a:pt x="1711364" y="121705"/>
                  </a:lnTo>
                  <a:lnTo>
                    <a:pt x="1719178" y="122428"/>
                  </a:lnTo>
                  <a:lnTo>
                    <a:pt x="1726993" y="123132"/>
                  </a:lnTo>
                  <a:lnTo>
                    <a:pt x="1734807" y="123854"/>
                  </a:lnTo>
                  <a:lnTo>
                    <a:pt x="1742622" y="124536"/>
                  </a:lnTo>
                  <a:lnTo>
                    <a:pt x="1750436" y="125236"/>
                  </a:lnTo>
                  <a:lnTo>
                    <a:pt x="1758250" y="125840"/>
                  </a:lnTo>
                  <a:lnTo>
                    <a:pt x="1766065" y="126410"/>
                  </a:lnTo>
                  <a:lnTo>
                    <a:pt x="1773879" y="127076"/>
                  </a:lnTo>
                  <a:lnTo>
                    <a:pt x="1781694" y="127819"/>
                  </a:lnTo>
                  <a:lnTo>
                    <a:pt x="1789508" y="128538"/>
                  </a:lnTo>
                  <a:lnTo>
                    <a:pt x="1797323" y="129243"/>
                  </a:lnTo>
                  <a:lnTo>
                    <a:pt x="1805137" y="129855"/>
                  </a:lnTo>
                  <a:lnTo>
                    <a:pt x="1812952" y="130466"/>
                  </a:lnTo>
                  <a:lnTo>
                    <a:pt x="1820766" y="131111"/>
                  </a:lnTo>
                  <a:lnTo>
                    <a:pt x="1828580" y="131708"/>
                  </a:lnTo>
                  <a:lnTo>
                    <a:pt x="1836395" y="132340"/>
                  </a:lnTo>
                  <a:lnTo>
                    <a:pt x="1844209" y="132957"/>
                  </a:lnTo>
                  <a:lnTo>
                    <a:pt x="1852024" y="133635"/>
                  </a:lnTo>
                  <a:lnTo>
                    <a:pt x="1859838" y="134314"/>
                  </a:lnTo>
                  <a:lnTo>
                    <a:pt x="1867653" y="134993"/>
                  </a:lnTo>
                  <a:lnTo>
                    <a:pt x="1875467" y="135673"/>
                  </a:lnTo>
                  <a:lnTo>
                    <a:pt x="1883282" y="136353"/>
                  </a:lnTo>
                  <a:lnTo>
                    <a:pt x="1891096" y="137005"/>
                  </a:lnTo>
                  <a:lnTo>
                    <a:pt x="1898910" y="137669"/>
                  </a:lnTo>
                  <a:lnTo>
                    <a:pt x="1906725" y="138332"/>
                  </a:lnTo>
                  <a:lnTo>
                    <a:pt x="1914539" y="138992"/>
                  </a:lnTo>
                  <a:lnTo>
                    <a:pt x="1922354" y="139635"/>
                  </a:lnTo>
                  <a:lnTo>
                    <a:pt x="1930168" y="140298"/>
                  </a:lnTo>
                  <a:lnTo>
                    <a:pt x="1937983" y="140902"/>
                  </a:lnTo>
                  <a:lnTo>
                    <a:pt x="1945797" y="141521"/>
                  </a:lnTo>
                  <a:lnTo>
                    <a:pt x="1953612" y="142185"/>
                  </a:lnTo>
                  <a:lnTo>
                    <a:pt x="1961426" y="142903"/>
                  </a:lnTo>
                  <a:lnTo>
                    <a:pt x="1969241" y="143621"/>
                  </a:lnTo>
                  <a:lnTo>
                    <a:pt x="1977055" y="144262"/>
                  </a:lnTo>
                  <a:lnTo>
                    <a:pt x="1984869" y="144828"/>
                  </a:lnTo>
                  <a:lnTo>
                    <a:pt x="1992684" y="145373"/>
                  </a:lnTo>
                  <a:lnTo>
                    <a:pt x="2000498" y="145943"/>
                  </a:lnTo>
                  <a:lnTo>
                    <a:pt x="2008313" y="146525"/>
                  </a:lnTo>
                  <a:lnTo>
                    <a:pt x="2016127" y="147122"/>
                  </a:lnTo>
                  <a:lnTo>
                    <a:pt x="2023942" y="147815"/>
                  </a:lnTo>
                </a:path>
              </a:pathLst>
            </a:custGeom>
            <a:ln w="18970" cap="flat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l219"/>
            <p:cNvSpPr/>
            <p:nvPr/>
          </p:nvSpPr>
          <p:spPr>
            <a:xfrm>
              <a:off x="6041499" y="2753468"/>
              <a:ext cx="2023942" cy="119781"/>
            </a:xfrm>
            <a:custGeom>
              <a:avLst/>
              <a:pathLst>
                <a:path w="2023942" h="119781">
                  <a:moveTo>
                    <a:pt x="0" y="0"/>
                  </a:moveTo>
                  <a:lnTo>
                    <a:pt x="7814" y="428"/>
                  </a:lnTo>
                  <a:lnTo>
                    <a:pt x="15628" y="805"/>
                  </a:lnTo>
                  <a:lnTo>
                    <a:pt x="23443" y="1253"/>
                  </a:lnTo>
                  <a:lnTo>
                    <a:pt x="31257" y="1650"/>
                  </a:lnTo>
                  <a:lnTo>
                    <a:pt x="39072" y="1952"/>
                  </a:lnTo>
                  <a:lnTo>
                    <a:pt x="46886" y="2330"/>
                  </a:lnTo>
                  <a:lnTo>
                    <a:pt x="54701" y="2755"/>
                  </a:lnTo>
                  <a:lnTo>
                    <a:pt x="62515" y="3093"/>
                  </a:lnTo>
                  <a:lnTo>
                    <a:pt x="70330" y="3450"/>
                  </a:lnTo>
                  <a:lnTo>
                    <a:pt x="78144" y="3878"/>
                  </a:lnTo>
                  <a:lnTo>
                    <a:pt x="85958" y="4290"/>
                  </a:lnTo>
                  <a:lnTo>
                    <a:pt x="93773" y="4674"/>
                  </a:lnTo>
                  <a:lnTo>
                    <a:pt x="101587" y="4970"/>
                  </a:lnTo>
                  <a:lnTo>
                    <a:pt x="109402" y="5340"/>
                  </a:lnTo>
                  <a:lnTo>
                    <a:pt x="117216" y="5676"/>
                  </a:lnTo>
                  <a:lnTo>
                    <a:pt x="125031" y="5987"/>
                  </a:lnTo>
                  <a:lnTo>
                    <a:pt x="132845" y="6327"/>
                  </a:lnTo>
                  <a:lnTo>
                    <a:pt x="140660" y="6633"/>
                  </a:lnTo>
                  <a:lnTo>
                    <a:pt x="148474" y="7060"/>
                  </a:lnTo>
                  <a:lnTo>
                    <a:pt x="156288" y="7456"/>
                  </a:lnTo>
                  <a:lnTo>
                    <a:pt x="164103" y="7796"/>
                  </a:lnTo>
                  <a:lnTo>
                    <a:pt x="171917" y="8246"/>
                  </a:lnTo>
                  <a:lnTo>
                    <a:pt x="179732" y="8624"/>
                  </a:lnTo>
                  <a:lnTo>
                    <a:pt x="187546" y="8981"/>
                  </a:lnTo>
                  <a:lnTo>
                    <a:pt x="195361" y="9376"/>
                  </a:lnTo>
                  <a:lnTo>
                    <a:pt x="203175" y="9760"/>
                  </a:lnTo>
                  <a:lnTo>
                    <a:pt x="210990" y="10110"/>
                  </a:lnTo>
                  <a:lnTo>
                    <a:pt x="218804" y="10581"/>
                  </a:lnTo>
                  <a:lnTo>
                    <a:pt x="226619" y="10930"/>
                  </a:lnTo>
                  <a:lnTo>
                    <a:pt x="234433" y="11231"/>
                  </a:lnTo>
                  <a:lnTo>
                    <a:pt x="242247" y="11663"/>
                  </a:lnTo>
                  <a:lnTo>
                    <a:pt x="250062" y="12010"/>
                  </a:lnTo>
                  <a:lnTo>
                    <a:pt x="257876" y="12309"/>
                  </a:lnTo>
                  <a:lnTo>
                    <a:pt x="265691" y="12688"/>
                  </a:lnTo>
                  <a:lnTo>
                    <a:pt x="273505" y="13071"/>
                  </a:lnTo>
                  <a:lnTo>
                    <a:pt x="281320" y="13472"/>
                  </a:lnTo>
                  <a:lnTo>
                    <a:pt x="289134" y="13980"/>
                  </a:lnTo>
                  <a:lnTo>
                    <a:pt x="296949" y="14384"/>
                  </a:lnTo>
                  <a:lnTo>
                    <a:pt x="304763" y="14768"/>
                  </a:lnTo>
                  <a:lnTo>
                    <a:pt x="312577" y="15175"/>
                  </a:lnTo>
                  <a:lnTo>
                    <a:pt x="320392" y="15515"/>
                  </a:lnTo>
                  <a:lnTo>
                    <a:pt x="328206" y="15870"/>
                  </a:lnTo>
                  <a:lnTo>
                    <a:pt x="336021" y="16303"/>
                  </a:lnTo>
                  <a:lnTo>
                    <a:pt x="343835" y="16678"/>
                  </a:lnTo>
                  <a:lnTo>
                    <a:pt x="351650" y="17028"/>
                  </a:lnTo>
                  <a:lnTo>
                    <a:pt x="359464" y="17378"/>
                  </a:lnTo>
                  <a:lnTo>
                    <a:pt x="367279" y="17733"/>
                  </a:lnTo>
                  <a:lnTo>
                    <a:pt x="375093" y="18104"/>
                  </a:lnTo>
                  <a:lnTo>
                    <a:pt x="382907" y="18554"/>
                  </a:lnTo>
                  <a:lnTo>
                    <a:pt x="390722" y="19009"/>
                  </a:lnTo>
                  <a:lnTo>
                    <a:pt x="398536" y="19382"/>
                  </a:lnTo>
                  <a:lnTo>
                    <a:pt x="406351" y="19897"/>
                  </a:lnTo>
                  <a:lnTo>
                    <a:pt x="414165" y="20274"/>
                  </a:lnTo>
                  <a:lnTo>
                    <a:pt x="421980" y="20651"/>
                  </a:lnTo>
                  <a:lnTo>
                    <a:pt x="429794" y="21041"/>
                  </a:lnTo>
                  <a:lnTo>
                    <a:pt x="437609" y="21403"/>
                  </a:lnTo>
                  <a:lnTo>
                    <a:pt x="445423" y="21857"/>
                  </a:lnTo>
                  <a:lnTo>
                    <a:pt x="453238" y="22195"/>
                  </a:lnTo>
                  <a:lnTo>
                    <a:pt x="461052" y="22667"/>
                  </a:lnTo>
                  <a:lnTo>
                    <a:pt x="468866" y="23054"/>
                  </a:lnTo>
                  <a:lnTo>
                    <a:pt x="476681" y="23544"/>
                  </a:lnTo>
                  <a:lnTo>
                    <a:pt x="484495" y="24014"/>
                  </a:lnTo>
                  <a:lnTo>
                    <a:pt x="492310" y="24438"/>
                  </a:lnTo>
                  <a:lnTo>
                    <a:pt x="500124" y="24820"/>
                  </a:lnTo>
                  <a:lnTo>
                    <a:pt x="507939" y="25134"/>
                  </a:lnTo>
                  <a:lnTo>
                    <a:pt x="515753" y="25589"/>
                  </a:lnTo>
                  <a:lnTo>
                    <a:pt x="523568" y="26056"/>
                  </a:lnTo>
                  <a:lnTo>
                    <a:pt x="531382" y="26476"/>
                  </a:lnTo>
                  <a:lnTo>
                    <a:pt x="539196" y="26879"/>
                  </a:lnTo>
                  <a:lnTo>
                    <a:pt x="547011" y="27281"/>
                  </a:lnTo>
                  <a:lnTo>
                    <a:pt x="554825" y="27702"/>
                  </a:lnTo>
                  <a:lnTo>
                    <a:pt x="562640" y="28193"/>
                  </a:lnTo>
                  <a:lnTo>
                    <a:pt x="570454" y="28614"/>
                  </a:lnTo>
                  <a:lnTo>
                    <a:pt x="578269" y="29088"/>
                  </a:lnTo>
                  <a:lnTo>
                    <a:pt x="586083" y="29438"/>
                  </a:lnTo>
                  <a:lnTo>
                    <a:pt x="593898" y="29796"/>
                  </a:lnTo>
                  <a:lnTo>
                    <a:pt x="601712" y="30243"/>
                  </a:lnTo>
                  <a:lnTo>
                    <a:pt x="609526" y="30698"/>
                  </a:lnTo>
                  <a:lnTo>
                    <a:pt x="617341" y="31185"/>
                  </a:lnTo>
                  <a:lnTo>
                    <a:pt x="625155" y="31579"/>
                  </a:lnTo>
                  <a:lnTo>
                    <a:pt x="632970" y="32025"/>
                  </a:lnTo>
                  <a:lnTo>
                    <a:pt x="640784" y="32440"/>
                  </a:lnTo>
                  <a:lnTo>
                    <a:pt x="648599" y="32878"/>
                  </a:lnTo>
                  <a:lnTo>
                    <a:pt x="656413" y="33356"/>
                  </a:lnTo>
                  <a:lnTo>
                    <a:pt x="664228" y="33760"/>
                  </a:lnTo>
                  <a:lnTo>
                    <a:pt x="672042" y="34083"/>
                  </a:lnTo>
                  <a:lnTo>
                    <a:pt x="679857" y="34593"/>
                  </a:lnTo>
                  <a:lnTo>
                    <a:pt x="687671" y="35110"/>
                  </a:lnTo>
                  <a:lnTo>
                    <a:pt x="695485" y="35490"/>
                  </a:lnTo>
                  <a:lnTo>
                    <a:pt x="703300" y="35964"/>
                  </a:lnTo>
                  <a:lnTo>
                    <a:pt x="711114" y="36376"/>
                  </a:lnTo>
                  <a:lnTo>
                    <a:pt x="718929" y="36822"/>
                  </a:lnTo>
                  <a:lnTo>
                    <a:pt x="726743" y="37195"/>
                  </a:lnTo>
                  <a:lnTo>
                    <a:pt x="734558" y="37644"/>
                  </a:lnTo>
                  <a:lnTo>
                    <a:pt x="742372" y="38166"/>
                  </a:lnTo>
                  <a:lnTo>
                    <a:pt x="750187" y="38684"/>
                  </a:lnTo>
                  <a:lnTo>
                    <a:pt x="758001" y="39154"/>
                  </a:lnTo>
                  <a:lnTo>
                    <a:pt x="765815" y="39655"/>
                  </a:lnTo>
                  <a:lnTo>
                    <a:pt x="773630" y="40085"/>
                  </a:lnTo>
                  <a:lnTo>
                    <a:pt x="781444" y="40415"/>
                  </a:lnTo>
                  <a:lnTo>
                    <a:pt x="789259" y="40761"/>
                  </a:lnTo>
                  <a:lnTo>
                    <a:pt x="797073" y="41272"/>
                  </a:lnTo>
                  <a:lnTo>
                    <a:pt x="804888" y="41749"/>
                  </a:lnTo>
                  <a:lnTo>
                    <a:pt x="812702" y="42204"/>
                  </a:lnTo>
                  <a:lnTo>
                    <a:pt x="820517" y="42643"/>
                  </a:lnTo>
                  <a:lnTo>
                    <a:pt x="828331" y="43164"/>
                  </a:lnTo>
                  <a:lnTo>
                    <a:pt x="836145" y="43618"/>
                  </a:lnTo>
                  <a:lnTo>
                    <a:pt x="843960" y="44009"/>
                  </a:lnTo>
                  <a:lnTo>
                    <a:pt x="851774" y="44538"/>
                  </a:lnTo>
                  <a:lnTo>
                    <a:pt x="859589" y="44942"/>
                  </a:lnTo>
                  <a:lnTo>
                    <a:pt x="867403" y="45475"/>
                  </a:lnTo>
                  <a:lnTo>
                    <a:pt x="875218" y="45915"/>
                  </a:lnTo>
                  <a:lnTo>
                    <a:pt x="883032" y="46431"/>
                  </a:lnTo>
                  <a:lnTo>
                    <a:pt x="890847" y="47010"/>
                  </a:lnTo>
                  <a:lnTo>
                    <a:pt x="898661" y="47470"/>
                  </a:lnTo>
                  <a:lnTo>
                    <a:pt x="906476" y="48067"/>
                  </a:lnTo>
                  <a:lnTo>
                    <a:pt x="914290" y="48557"/>
                  </a:lnTo>
                  <a:lnTo>
                    <a:pt x="922104" y="49073"/>
                  </a:lnTo>
                  <a:lnTo>
                    <a:pt x="929919" y="49562"/>
                  </a:lnTo>
                  <a:lnTo>
                    <a:pt x="937733" y="50022"/>
                  </a:lnTo>
                  <a:lnTo>
                    <a:pt x="945548" y="50500"/>
                  </a:lnTo>
                  <a:lnTo>
                    <a:pt x="953362" y="51074"/>
                  </a:lnTo>
                  <a:lnTo>
                    <a:pt x="961177" y="51572"/>
                  </a:lnTo>
                  <a:lnTo>
                    <a:pt x="968991" y="52074"/>
                  </a:lnTo>
                  <a:lnTo>
                    <a:pt x="976806" y="52610"/>
                  </a:lnTo>
                  <a:lnTo>
                    <a:pt x="984620" y="53109"/>
                  </a:lnTo>
                  <a:lnTo>
                    <a:pt x="992434" y="53600"/>
                  </a:lnTo>
                  <a:lnTo>
                    <a:pt x="1000249" y="54001"/>
                  </a:lnTo>
                  <a:lnTo>
                    <a:pt x="1008063" y="54480"/>
                  </a:lnTo>
                  <a:lnTo>
                    <a:pt x="1015878" y="54979"/>
                  </a:lnTo>
                  <a:lnTo>
                    <a:pt x="1023692" y="55431"/>
                  </a:lnTo>
                  <a:lnTo>
                    <a:pt x="1031507" y="55946"/>
                  </a:lnTo>
                  <a:lnTo>
                    <a:pt x="1039321" y="56463"/>
                  </a:lnTo>
                  <a:lnTo>
                    <a:pt x="1047136" y="56924"/>
                  </a:lnTo>
                  <a:lnTo>
                    <a:pt x="1054950" y="57393"/>
                  </a:lnTo>
                  <a:lnTo>
                    <a:pt x="1062765" y="57749"/>
                  </a:lnTo>
                  <a:lnTo>
                    <a:pt x="1070579" y="58311"/>
                  </a:lnTo>
                  <a:lnTo>
                    <a:pt x="1078393" y="58852"/>
                  </a:lnTo>
                  <a:lnTo>
                    <a:pt x="1086208" y="59348"/>
                  </a:lnTo>
                  <a:lnTo>
                    <a:pt x="1094022" y="59804"/>
                  </a:lnTo>
                  <a:lnTo>
                    <a:pt x="1101837" y="60289"/>
                  </a:lnTo>
                  <a:lnTo>
                    <a:pt x="1109651" y="60804"/>
                  </a:lnTo>
                  <a:lnTo>
                    <a:pt x="1117466" y="61275"/>
                  </a:lnTo>
                  <a:lnTo>
                    <a:pt x="1125280" y="61672"/>
                  </a:lnTo>
                  <a:lnTo>
                    <a:pt x="1133095" y="62054"/>
                  </a:lnTo>
                  <a:lnTo>
                    <a:pt x="1140909" y="62602"/>
                  </a:lnTo>
                  <a:lnTo>
                    <a:pt x="1148723" y="63095"/>
                  </a:lnTo>
                  <a:lnTo>
                    <a:pt x="1156538" y="63533"/>
                  </a:lnTo>
                  <a:lnTo>
                    <a:pt x="1164352" y="63971"/>
                  </a:lnTo>
                  <a:lnTo>
                    <a:pt x="1172167" y="64571"/>
                  </a:lnTo>
                  <a:lnTo>
                    <a:pt x="1179981" y="65000"/>
                  </a:lnTo>
                  <a:lnTo>
                    <a:pt x="1187796" y="65538"/>
                  </a:lnTo>
                  <a:lnTo>
                    <a:pt x="1195610" y="65951"/>
                  </a:lnTo>
                  <a:lnTo>
                    <a:pt x="1203425" y="66430"/>
                  </a:lnTo>
                  <a:lnTo>
                    <a:pt x="1211239" y="66948"/>
                  </a:lnTo>
                  <a:lnTo>
                    <a:pt x="1219053" y="67328"/>
                  </a:lnTo>
                  <a:lnTo>
                    <a:pt x="1226868" y="67823"/>
                  </a:lnTo>
                  <a:lnTo>
                    <a:pt x="1234682" y="68248"/>
                  </a:lnTo>
                  <a:lnTo>
                    <a:pt x="1242497" y="68679"/>
                  </a:lnTo>
                  <a:lnTo>
                    <a:pt x="1250311" y="69180"/>
                  </a:lnTo>
                  <a:lnTo>
                    <a:pt x="1258126" y="69692"/>
                  </a:lnTo>
                  <a:lnTo>
                    <a:pt x="1265940" y="70187"/>
                  </a:lnTo>
                  <a:lnTo>
                    <a:pt x="1273755" y="70758"/>
                  </a:lnTo>
                  <a:lnTo>
                    <a:pt x="1281569" y="71402"/>
                  </a:lnTo>
                  <a:lnTo>
                    <a:pt x="1289384" y="71968"/>
                  </a:lnTo>
                  <a:lnTo>
                    <a:pt x="1297198" y="72452"/>
                  </a:lnTo>
                  <a:lnTo>
                    <a:pt x="1305012" y="73024"/>
                  </a:lnTo>
                  <a:lnTo>
                    <a:pt x="1312827" y="73604"/>
                  </a:lnTo>
                  <a:lnTo>
                    <a:pt x="1320641" y="74163"/>
                  </a:lnTo>
                  <a:lnTo>
                    <a:pt x="1328456" y="74685"/>
                  </a:lnTo>
                  <a:lnTo>
                    <a:pt x="1336270" y="75096"/>
                  </a:lnTo>
                  <a:lnTo>
                    <a:pt x="1344085" y="75537"/>
                  </a:lnTo>
                  <a:lnTo>
                    <a:pt x="1351899" y="75969"/>
                  </a:lnTo>
                  <a:lnTo>
                    <a:pt x="1359714" y="76487"/>
                  </a:lnTo>
                  <a:lnTo>
                    <a:pt x="1367528" y="76976"/>
                  </a:lnTo>
                  <a:lnTo>
                    <a:pt x="1375342" y="77541"/>
                  </a:lnTo>
                  <a:lnTo>
                    <a:pt x="1383157" y="78017"/>
                  </a:lnTo>
                  <a:lnTo>
                    <a:pt x="1390971" y="78409"/>
                  </a:lnTo>
                  <a:lnTo>
                    <a:pt x="1398786" y="78858"/>
                  </a:lnTo>
                  <a:lnTo>
                    <a:pt x="1406600" y="79334"/>
                  </a:lnTo>
                  <a:lnTo>
                    <a:pt x="1414415" y="79936"/>
                  </a:lnTo>
                  <a:lnTo>
                    <a:pt x="1422229" y="80508"/>
                  </a:lnTo>
                  <a:lnTo>
                    <a:pt x="1430044" y="80989"/>
                  </a:lnTo>
                  <a:lnTo>
                    <a:pt x="1437858" y="81499"/>
                  </a:lnTo>
                  <a:lnTo>
                    <a:pt x="1445672" y="81905"/>
                  </a:lnTo>
                  <a:lnTo>
                    <a:pt x="1453487" y="82492"/>
                  </a:lnTo>
                  <a:lnTo>
                    <a:pt x="1461301" y="82956"/>
                  </a:lnTo>
                  <a:lnTo>
                    <a:pt x="1469116" y="83322"/>
                  </a:lnTo>
                  <a:lnTo>
                    <a:pt x="1476930" y="83695"/>
                  </a:lnTo>
                  <a:lnTo>
                    <a:pt x="1484745" y="84232"/>
                  </a:lnTo>
                  <a:lnTo>
                    <a:pt x="1492559" y="84802"/>
                  </a:lnTo>
                  <a:lnTo>
                    <a:pt x="1500374" y="85336"/>
                  </a:lnTo>
                  <a:lnTo>
                    <a:pt x="1508188" y="85915"/>
                  </a:lnTo>
                  <a:lnTo>
                    <a:pt x="1516003" y="86477"/>
                  </a:lnTo>
                  <a:lnTo>
                    <a:pt x="1523817" y="87026"/>
                  </a:lnTo>
                  <a:lnTo>
                    <a:pt x="1531631" y="87511"/>
                  </a:lnTo>
                  <a:lnTo>
                    <a:pt x="1539446" y="88087"/>
                  </a:lnTo>
                  <a:lnTo>
                    <a:pt x="1547260" y="88569"/>
                  </a:lnTo>
                  <a:lnTo>
                    <a:pt x="1555075" y="89137"/>
                  </a:lnTo>
                  <a:lnTo>
                    <a:pt x="1562889" y="89543"/>
                  </a:lnTo>
                  <a:lnTo>
                    <a:pt x="1570704" y="89994"/>
                  </a:lnTo>
                  <a:lnTo>
                    <a:pt x="1578518" y="90356"/>
                  </a:lnTo>
                  <a:lnTo>
                    <a:pt x="1586333" y="90758"/>
                  </a:lnTo>
                  <a:lnTo>
                    <a:pt x="1594147" y="91174"/>
                  </a:lnTo>
                  <a:lnTo>
                    <a:pt x="1601961" y="91601"/>
                  </a:lnTo>
                  <a:lnTo>
                    <a:pt x="1609776" y="92095"/>
                  </a:lnTo>
                  <a:lnTo>
                    <a:pt x="1617590" y="92584"/>
                  </a:lnTo>
                  <a:lnTo>
                    <a:pt x="1625405" y="93086"/>
                  </a:lnTo>
                  <a:lnTo>
                    <a:pt x="1633219" y="93571"/>
                  </a:lnTo>
                  <a:lnTo>
                    <a:pt x="1641034" y="94072"/>
                  </a:lnTo>
                  <a:lnTo>
                    <a:pt x="1648848" y="94641"/>
                  </a:lnTo>
                  <a:lnTo>
                    <a:pt x="1656663" y="95203"/>
                  </a:lnTo>
                  <a:lnTo>
                    <a:pt x="1664477" y="95670"/>
                  </a:lnTo>
                  <a:lnTo>
                    <a:pt x="1672291" y="96163"/>
                  </a:lnTo>
                  <a:lnTo>
                    <a:pt x="1680106" y="96716"/>
                  </a:lnTo>
                  <a:lnTo>
                    <a:pt x="1687920" y="97259"/>
                  </a:lnTo>
                  <a:lnTo>
                    <a:pt x="1695735" y="97747"/>
                  </a:lnTo>
                  <a:lnTo>
                    <a:pt x="1703549" y="98289"/>
                  </a:lnTo>
                  <a:lnTo>
                    <a:pt x="1711364" y="98802"/>
                  </a:lnTo>
                  <a:lnTo>
                    <a:pt x="1719178" y="99317"/>
                  </a:lnTo>
                  <a:lnTo>
                    <a:pt x="1726993" y="99781"/>
                  </a:lnTo>
                  <a:lnTo>
                    <a:pt x="1734807" y="100286"/>
                  </a:lnTo>
                  <a:lnTo>
                    <a:pt x="1742622" y="100863"/>
                  </a:lnTo>
                  <a:lnTo>
                    <a:pt x="1750436" y="101445"/>
                  </a:lnTo>
                  <a:lnTo>
                    <a:pt x="1758250" y="102028"/>
                  </a:lnTo>
                  <a:lnTo>
                    <a:pt x="1766065" y="102593"/>
                  </a:lnTo>
                  <a:lnTo>
                    <a:pt x="1773879" y="103026"/>
                  </a:lnTo>
                  <a:lnTo>
                    <a:pt x="1781694" y="103568"/>
                  </a:lnTo>
                  <a:lnTo>
                    <a:pt x="1789508" y="104120"/>
                  </a:lnTo>
                  <a:lnTo>
                    <a:pt x="1797323" y="104651"/>
                  </a:lnTo>
                  <a:lnTo>
                    <a:pt x="1805137" y="105233"/>
                  </a:lnTo>
                  <a:lnTo>
                    <a:pt x="1812952" y="105730"/>
                  </a:lnTo>
                  <a:lnTo>
                    <a:pt x="1820766" y="106307"/>
                  </a:lnTo>
                  <a:lnTo>
                    <a:pt x="1828580" y="106857"/>
                  </a:lnTo>
                  <a:lnTo>
                    <a:pt x="1836395" y="107390"/>
                  </a:lnTo>
                  <a:lnTo>
                    <a:pt x="1844209" y="107930"/>
                  </a:lnTo>
                  <a:lnTo>
                    <a:pt x="1852024" y="108454"/>
                  </a:lnTo>
                  <a:lnTo>
                    <a:pt x="1859838" y="109018"/>
                  </a:lnTo>
                  <a:lnTo>
                    <a:pt x="1867653" y="109605"/>
                  </a:lnTo>
                  <a:lnTo>
                    <a:pt x="1875467" y="110120"/>
                  </a:lnTo>
                  <a:lnTo>
                    <a:pt x="1883282" y="110689"/>
                  </a:lnTo>
                  <a:lnTo>
                    <a:pt x="1891096" y="111252"/>
                  </a:lnTo>
                  <a:lnTo>
                    <a:pt x="1898910" y="111792"/>
                  </a:lnTo>
                  <a:lnTo>
                    <a:pt x="1906725" y="112331"/>
                  </a:lnTo>
                  <a:lnTo>
                    <a:pt x="1914539" y="112870"/>
                  </a:lnTo>
                  <a:lnTo>
                    <a:pt x="1922354" y="113409"/>
                  </a:lnTo>
                  <a:lnTo>
                    <a:pt x="1930168" y="113880"/>
                  </a:lnTo>
                  <a:lnTo>
                    <a:pt x="1937983" y="114362"/>
                  </a:lnTo>
                  <a:lnTo>
                    <a:pt x="1945797" y="114844"/>
                  </a:lnTo>
                  <a:lnTo>
                    <a:pt x="1953612" y="115378"/>
                  </a:lnTo>
                  <a:lnTo>
                    <a:pt x="1961426" y="115885"/>
                  </a:lnTo>
                  <a:lnTo>
                    <a:pt x="1969241" y="116395"/>
                  </a:lnTo>
                  <a:lnTo>
                    <a:pt x="1977055" y="116830"/>
                  </a:lnTo>
                  <a:lnTo>
                    <a:pt x="1984869" y="117294"/>
                  </a:lnTo>
                  <a:lnTo>
                    <a:pt x="1992684" y="117760"/>
                  </a:lnTo>
                  <a:lnTo>
                    <a:pt x="2000498" y="118248"/>
                  </a:lnTo>
                  <a:lnTo>
                    <a:pt x="2008313" y="118790"/>
                  </a:lnTo>
                  <a:lnTo>
                    <a:pt x="2016127" y="119285"/>
                  </a:lnTo>
                  <a:lnTo>
                    <a:pt x="2023942" y="119781"/>
                  </a:lnTo>
                </a:path>
              </a:pathLst>
            </a:custGeom>
            <a:ln w="18970" cap="flat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l220"/>
            <p:cNvSpPr/>
            <p:nvPr/>
          </p:nvSpPr>
          <p:spPr>
            <a:xfrm>
              <a:off x="6041499" y="2852221"/>
              <a:ext cx="2023942" cy="4380"/>
            </a:xfrm>
            <a:custGeom>
              <a:avLst/>
              <a:pathLst>
                <a:path w="2023942" h="4380">
                  <a:moveTo>
                    <a:pt x="0" y="4268"/>
                  </a:moveTo>
                  <a:lnTo>
                    <a:pt x="7814" y="4131"/>
                  </a:lnTo>
                  <a:lnTo>
                    <a:pt x="15628" y="4332"/>
                  </a:lnTo>
                  <a:lnTo>
                    <a:pt x="23443" y="4311"/>
                  </a:lnTo>
                  <a:lnTo>
                    <a:pt x="31257" y="4288"/>
                  </a:lnTo>
                  <a:lnTo>
                    <a:pt x="39072" y="4380"/>
                  </a:lnTo>
                  <a:lnTo>
                    <a:pt x="46886" y="4361"/>
                  </a:lnTo>
                  <a:lnTo>
                    <a:pt x="54701" y="4353"/>
                  </a:lnTo>
                  <a:lnTo>
                    <a:pt x="62515" y="4345"/>
                  </a:lnTo>
                  <a:lnTo>
                    <a:pt x="70330" y="4245"/>
                  </a:lnTo>
                  <a:lnTo>
                    <a:pt x="78144" y="4255"/>
                  </a:lnTo>
                  <a:lnTo>
                    <a:pt x="85958" y="4217"/>
                  </a:lnTo>
                  <a:lnTo>
                    <a:pt x="93773" y="4167"/>
                  </a:lnTo>
                  <a:lnTo>
                    <a:pt x="101587" y="3971"/>
                  </a:lnTo>
                  <a:lnTo>
                    <a:pt x="109402" y="3987"/>
                  </a:lnTo>
                  <a:lnTo>
                    <a:pt x="117216" y="3885"/>
                  </a:lnTo>
                  <a:lnTo>
                    <a:pt x="125031" y="4088"/>
                  </a:lnTo>
                  <a:lnTo>
                    <a:pt x="132845" y="4039"/>
                  </a:lnTo>
                  <a:lnTo>
                    <a:pt x="140660" y="4222"/>
                  </a:lnTo>
                  <a:lnTo>
                    <a:pt x="148474" y="4187"/>
                  </a:lnTo>
                  <a:lnTo>
                    <a:pt x="156288" y="4194"/>
                  </a:lnTo>
                  <a:lnTo>
                    <a:pt x="164103" y="4337"/>
                  </a:lnTo>
                  <a:lnTo>
                    <a:pt x="171917" y="4318"/>
                  </a:lnTo>
                  <a:lnTo>
                    <a:pt x="179732" y="3958"/>
                  </a:lnTo>
                  <a:lnTo>
                    <a:pt x="187546" y="4139"/>
                  </a:lnTo>
                  <a:lnTo>
                    <a:pt x="195361" y="3951"/>
                  </a:lnTo>
                  <a:lnTo>
                    <a:pt x="203175" y="3683"/>
                  </a:lnTo>
                  <a:lnTo>
                    <a:pt x="210990" y="3366"/>
                  </a:lnTo>
                  <a:lnTo>
                    <a:pt x="218804" y="3109"/>
                  </a:lnTo>
                  <a:lnTo>
                    <a:pt x="226619" y="2945"/>
                  </a:lnTo>
                  <a:lnTo>
                    <a:pt x="234433" y="3148"/>
                  </a:lnTo>
                  <a:lnTo>
                    <a:pt x="242247" y="3219"/>
                  </a:lnTo>
                  <a:lnTo>
                    <a:pt x="250062" y="3248"/>
                  </a:lnTo>
                  <a:lnTo>
                    <a:pt x="257876" y="3219"/>
                  </a:lnTo>
                  <a:lnTo>
                    <a:pt x="265691" y="3046"/>
                  </a:lnTo>
                  <a:lnTo>
                    <a:pt x="273505" y="3129"/>
                  </a:lnTo>
                  <a:lnTo>
                    <a:pt x="281320" y="3101"/>
                  </a:lnTo>
                  <a:lnTo>
                    <a:pt x="289134" y="2860"/>
                  </a:lnTo>
                  <a:lnTo>
                    <a:pt x="296949" y="2748"/>
                  </a:lnTo>
                  <a:lnTo>
                    <a:pt x="304763" y="2555"/>
                  </a:lnTo>
                  <a:lnTo>
                    <a:pt x="312577" y="2576"/>
                  </a:lnTo>
                  <a:lnTo>
                    <a:pt x="320392" y="2714"/>
                  </a:lnTo>
                  <a:lnTo>
                    <a:pt x="328206" y="2545"/>
                  </a:lnTo>
                  <a:lnTo>
                    <a:pt x="336021" y="2556"/>
                  </a:lnTo>
                  <a:lnTo>
                    <a:pt x="343835" y="2494"/>
                  </a:lnTo>
                  <a:lnTo>
                    <a:pt x="351650" y="2599"/>
                  </a:lnTo>
                  <a:lnTo>
                    <a:pt x="359464" y="2550"/>
                  </a:lnTo>
                  <a:lnTo>
                    <a:pt x="367279" y="2379"/>
                  </a:lnTo>
                  <a:lnTo>
                    <a:pt x="375093" y="2309"/>
                  </a:lnTo>
                  <a:lnTo>
                    <a:pt x="382907" y="2109"/>
                  </a:lnTo>
                  <a:lnTo>
                    <a:pt x="390722" y="1941"/>
                  </a:lnTo>
                  <a:lnTo>
                    <a:pt x="398536" y="2181"/>
                  </a:lnTo>
                  <a:lnTo>
                    <a:pt x="406351" y="2184"/>
                  </a:lnTo>
                  <a:lnTo>
                    <a:pt x="414165" y="2228"/>
                  </a:lnTo>
                  <a:lnTo>
                    <a:pt x="421980" y="2275"/>
                  </a:lnTo>
                  <a:lnTo>
                    <a:pt x="429794" y="2327"/>
                  </a:lnTo>
                  <a:lnTo>
                    <a:pt x="437609" y="2392"/>
                  </a:lnTo>
                  <a:lnTo>
                    <a:pt x="445423" y="2177"/>
                  </a:lnTo>
                  <a:lnTo>
                    <a:pt x="453238" y="2215"/>
                  </a:lnTo>
                  <a:lnTo>
                    <a:pt x="461052" y="2322"/>
                  </a:lnTo>
                  <a:lnTo>
                    <a:pt x="468866" y="2277"/>
                  </a:lnTo>
                  <a:lnTo>
                    <a:pt x="476681" y="2231"/>
                  </a:lnTo>
                  <a:lnTo>
                    <a:pt x="484495" y="2155"/>
                  </a:lnTo>
                  <a:lnTo>
                    <a:pt x="492310" y="2278"/>
                  </a:lnTo>
                  <a:lnTo>
                    <a:pt x="500124" y="2049"/>
                  </a:lnTo>
                  <a:lnTo>
                    <a:pt x="507939" y="2161"/>
                  </a:lnTo>
                  <a:lnTo>
                    <a:pt x="515753" y="2095"/>
                  </a:lnTo>
                  <a:lnTo>
                    <a:pt x="523568" y="2072"/>
                  </a:lnTo>
                  <a:lnTo>
                    <a:pt x="531382" y="2020"/>
                  </a:lnTo>
                  <a:lnTo>
                    <a:pt x="539196" y="1923"/>
                  </a:lnTo>
                  <a:lnTo>
                    <a:pt x="547011" y="1986"/>
                  </a:lnTo>
                  <a:lnTo>
                    <a:pt x="554825" y="2103"/>
                  </a:lnTo>
                  <a:lnTo>
                    <a:pt x="562640" y="2117"/>
                  </a:lnTo>
                  <a:lnTo>
                    <a:pt x="570454" y="1908"/>
                  </a:lnTo>
                  <a:lnTo>
                    <a:pt x="578269" y="2113"/>
                  </a:lnTo>
                  <a:lnTo>
                    <a:pt x="586083" y="1839"/>
                  </a:lnTo>
                  <a:lnTo>
                    <a:pt x="593898" y="1913"/>
                  </a:lnTo>
                  <a:lnTo>
                    <a:pt x="601712" y="2032"/>
                  </a:lnTo>
                  <a:lnTo>
                    <a:pt x="609526" y="1889"/>
                  </a:lnTo>
                  <a:lnTo>
                    <a:pt x="617341" y="1610"/>
                  </a:lnTo>
                  <a:lnTo>
                    <a:pt x="625155" y="1648"/>
                  </a:lnTo>
                  <a:lnTo>
                    <a:pt x="632970" y="1519"/>
                  </a:lnTo>
                  <a:lnTo>
                    <a:pt x="640784" y="1473"/>
                  </a:lnTo>
                  <a:lnTo>
                    <a:pt x="648599" y="1334"/>
                  </a:lnTo>
                  <a:lnTo>
                    <a:pt x="656413" y="1260"/>
                  </a:lnTo>
                  <a:lnTo>
                    <a:pt x="664228" y="1302"/>
                  </a:lnTo>
                  <a:lnTo>
                    <a:pt x="672042" y="1295"/>
                  </a:lnTo>
                  <a:lnTo>
                    <a:pt x="679857" y="1400"/>
                  </a:lnTo>
                  <a:lnTo>
                    <a:pt x="687671" y="1406"/>
                  </a:lnTo>
                  <a:lnTo>
                    <a:pt x="695485" y="1568"/>
                  </a:lnTo>
                  <a:lnTo>
                    <a:pt x="703300" y="1684"/>
                  </a:lnTo>
                  <a:lnTo>
                    <a:pt x="711114" y="1701"/>
                  </a:lnTo>
                  <a:lnTo>
                    <a:pt x="718929" y="1951"/>
                  </a:lnTo>
                  <a:lnTo>
                    <a:pt x="726743" y="1819"/>
                  </a:lnTo>
                  <a:lnTo>
                    <a:pt x="734558" y="1856"/>
                  </a:lnTo>
                  <a:lnTo>
                    <a:pt x="742372" y="1745"/>
                  </a:lnTo>
                  <a:lnTo>
                    <a:pt x="750187" y="1758"/>
                  </a:lnTo>
                  <a:lnTo>
                    <a:pt x="758001" y="1721"/>
                  </a:lnTo>
                  <a:lnTo>
                    <a:pt x="765815" y="1742"/>
                  </a:lnTo>
                  <a:lnTo>
                    <a:pt x="773630" y="1425"/>
                  </a:lnTo>
                  <a:lnTo>
                    <a:pt x="781444" y="1354"/>
                  </a:lnTo>
                  <a:lnTo>
                    <a:pt x="789259" y="1400"/>
                  </a:lnTo>
                  <a:lnTo>
                    <a:pt x="797073" y="1309"/>
                  </a:lnTo>
                  <a:lnTo>
                    <a:pt x="804888" y="1136"/>
                  </a:lnTo>
                  <a:lnTo>
                    <a:pt x="812702" y="1093"/>
                  </a:lnTo>
                  <a:lnTo>
                    <a:pt x="820517" y="1139"/>
                  </a:lnTo>
                  <a:lnTo>
                    <a:pt x="828331" y="1284"/>
                  </a:lnTo>
                  <a:lnTo>
                    <a:pt x="836145" y="1117"/>
                  </a:lnTo>
                  <a:lnTo>
                    <a:pt x="843960" y="1180"/>
                  </a:lnTo>
                  <a:lnTo>
                    <a:pt x="851774" y="828"/>
                  </a:lnTo>
                  <a:lnTo>
                    <a:pt x="859589" y="622"/>
                  </a:lnTo>
                  <a:lnTo>
                    <a:pt x="867403" y="785"/>
                  </a:lnTo>
                  <a:lnTo>
                    <a:pt x="875218" y="938"/>
                  </a:lnTo>
                  <a:lnTo>
                    <a:pt x="883032" y="858"/>
                  </a:lnTo>
                  <a:lnTo>
                    <a:pt x="890847" y="702"/>
                  </a:lnTo>
                  <a:lnTo>
                    <a:pt x="898661" y="798"/>
                  </a:lnTo>
                  <a:lnTo>
                    <a:pt x="906476" y="735"/>
                  </a:lnTo>
                  <a:lnTo>
                    <a:pt x="914290" y="749"/>
                  </a:lnTo>
                  <a:lnTo>
                    <a:pt x="922104" y="775"/>
                  </a:lnTo>
                  <a:lnTo>
                    <a:pt x="929919" y="598"/>
                  </a:lnTo>
                  <a:lnTo>
                    <a:pt x="937733" y="662"/>
                  </a:lnTo>
                  <a:lnTo>
                    <a:pt x="945548" y="713"/>
                  </a:lnTo>
                  <a:lnTo>
                    <a:pt x="953362" y="673"/>
                  </a:lnTo>
                  <a:lnTo>
                    <a:pt x="961177" y="697"/>
                  </a:lnTo>
                  <a:lnTo>
                    <a:pt x="968991" y="640"/>
                  </a:lnTo>
                  <a:lnTo>
                    <a:pt x="976806" y="759"/>
                  </a:lnTo>
                  <a:lnTo>
                    <a:pt x="984620" y="853"/>
                  </a:lnTo>
                  <a:lnTo>
                    <a:pt x="992434" y="918"/>
                  </a:lnTo>
                  <a:lnTo>
                    <a:pt x="1000249" y="1088"/>
                  </a:lnTo>
                  <a:lnTo>
                    <a:pt x="1008063" y="1268"/>
                  </a:lnTo>
                  <a:lnTo>
                    <a:pt x="1015878" y="1360"/>
                  </a:lnTo>
                  <a:lnTo>
                    <a:pt x="1023692" y="1533"/>
                  </a:lnTo>
                  <a:lnTo>
                    <a:pt x="1031507" y="1717"/>
                  </a:lnTo>
                  <a:lnTo>
                    <a:pt x="1039321" y="1853"/>
                  </a:lnTo>
                  <a:lnTo>
                    <a:pt x="1047136" y="1833"/>
                  </a:lnTo>
                  <a:lnTo>
                    <a:pt x="1054950" y="1859"/>
                  </a:lnTo>
                  <a:lnTo>
                    <a:pt x="1062765" y="1960"/>
                  </a:lnTo>
                  <a:lnTo>
                    <a:pt x="1070579" y="1988"/>
                  </a:lnTo>
                  <a:lnTo>
                    <a:pt x="1078393" y="2058"/>
                  </a:lnTo>
                  <a:lnTo>
                    <a:pt x="1086208" y="2135"/>
                  </a:lnTo>
                  <a:lnTo>
                    <a:pt x="1094022" y="2144"/>
                  </a:lnTo>
                  <a:lnTo>
                    <a:pt x="1101837" y="2296"/>
                  </a:lnTo>
                  <a:lnTo>
                    <a:pt x="1109651" y="2305"/>
                  </a:lnTo>
                  <a:lnTo>
                    <a:pt x="1117466" y="2430"/>
                  </a:lnTo>
                  <a:lnTo>
                    <a:pt x="1125280" y="2423"/>
                  </a:lnTo>
                  <a:lnTo>
                    <a:pt x="1133095" y="2525"/>
                  </a:lnTo>
                  <a:lnTo>
                    <a:pt x="1140909" y="2620"/>
                  </a:lnTo>
                  <a:lnTo>
                    <a:pt x="1148723" y="2729"/>
                  </a:lnTo>
                  <a:lnTo>
                    <a:pt x="1156538" y="2860"/>
                  </a:lnTo>
                  <a:lnTo>
                    <a:pt x="1164352" y="2809"/>
                  </a:lnTo>
                  <a:lnTo>
                    <a:pt x="1172167" y="2678"/>
                  </a:lnTo>
                  <a:lnTo>
                    <a:pt x="1179981" y="2614"/>
                  </a:lnTo>
                  <a:lnTo>
                    <a:pt x="1187796" y="2493"/>
                  </a:lnTo>
                  <a:lnTo>
                    <a:pt x="1195610" y="2374"/>
                  </a:lnTo>
                  <a:lnTo>
                    <a:pt x="1203425" y="2461"/>
                  </a:lnTo>
                  <a:lnTo>
                    <a:pt x="1211239" y="2541"/>
                  </a:lnTo>
                  <a:lnTo>
                    <a:pt x="1219053" y="2394"/>
                  </a:lnTo>
                  <a:lnTo>
                    <a:pt x="1226868" y="2363"/>
                  </a:lnTo>
                  <a:lnTo>
                    <a:pt x="1234682" y="2616"/>
                  </a:lnTo>
                  <a:lnTo>
                    <a:pt x="1242497" y="2563"/>
                  </a:lnTo>
                  <a:lnTo>
                    <a:pt x="1250311" y="2649"/>
                  </a:lnTo>
                  <a:lnTo>
                    <a:pt x="1258126" y="2762"/>
                  </a:lnTo>
                  <a:lnTo>
                    <a:pt x="1265940" y="2874"/>
                  </a:lnTo>
                  <a:lnTo>
                    <a:pt x="1273755" y="2903"/>
                  </a:lnTo>
                  <a:lnTo>
                    <a:pt x="1281569" y="2870"/>
                  </a:lnTo>
                  <a:lnTo>
                    <a:pt x="1289384" y="2836"/>
                  </a:lnTo>
                  <a:lnTo>
                    <a:pt x="1297198" y="2803"/>
                  </a:lnTo>
                  <a:lnTo>
                    <a:pt x="1305012" y="2769"/>
                  </a:lnTo>
                  <a:lnTo>
                    <a:pt x="1312827" y="2735"/>
                  </a:lnTo>
                  <a:lnTo>
                    <a:pt x="1320641" y="2701"/>
                  </a:lnTo>
                  <a:lnTo>
                    <a:pt x="1328456" y="2667"/>
                  </a:lnTo>
                  <a:lnTo>
                    <a:pt x="1336270" y="2634"/>
                  </a:lnTo>
                  <a:lnTo>
                    <a:pt x="1344085" y="2600"/>
                  </a:lnTo>
                  <a:lnTo>
                    <a:pt x="1351899" y="2566"/>
                  </a:lnTo>
                  <a:lnTo>
                    <a:pt x="1359714" y="2709"/>
                  </a:lnTo>
                  <a:lnTo>
                    <a:pt x="1367528" y="2881"/>
                  </a:lnTo>
                  <a:lnTo>
                    <a:pt x="1375342" y="3053"/>
                  </a:lnTo>
                  <a:lnTo>
                    <a:pt x="1383157" y="3057"/>
                  </a:lnTo>
                  <a:lnTo>
                    <a:pt x="1390971" y="3003"/>
                  </a:lnTo>
                  <a:lnTo>
                    <a:pt x="1398786" y="3089"/>
                  </a:lnTo>
                  <a:lnTo>
                    <a:pt x="1406600" y="3096"/>
                  </a:lnTo>
                  <a:lnTo>
                    <a:pt x="1414415" y="3253"/>
                  </a:lnTo>
                  <a:lnTo>
                    <a:pt x="1422229" y="3290"/>
                  </a:lnTo>
                  <a:lnTo>
                    <a:pt x="1430044" y="3328"/>
                  </a:lnTo>
                  <a:lnTo>
                    <a:pt x="1437858" y="3214"/>
                  </a:lnTo>
                  <a:lnTo>
                    <a:pt x="1445672" y="3096"/>
                  </a:lnTo>
                  <a:lnTo>
                    <a:pt x="1453487" y="2907"/>
                  </a:lnTo>
                  <a:lnTo>
                    <a:pt x="1461301" y="2732"/>
                  </a:lnTo>
                  <a:lnTo>
                    <a:pt x="1469116" y="2685"/>
                  </a:lnTo>
                  <a:lnTo>
                    <a:pt x="1476930" y="2447"/>
                  </a:lnTo>
                  <a:lnTo>
                    <a:pt x="1484745" y="2356"/>
                  </a:lnTo>
                  <a:lnTo>
                    <a:pt x="1492559" y="2272"/>
                  </a:lnTo>
                  <a:lnTo>
                    <a:pt x="1500374" y="2151"/>
                  </a:lnTo>
                  <a:lnTo>
                    <a:pt x="1508188" y="1997"/>
                  </a:lnTo>
                  <a:lnTo>
                    <a:pt x="1516003" y="1792"/>
                  </a:lnTo>
                  <a:lnTo>
                    <a:pt x="1523817" y="1648"/>
                  </a:lnTo>
                  <a:lnTo>
                    <a:pt x="1531631" y="1592"/>
                  </a:lnTo>
                  <a:lnTo>
                    <a:pt x="1539446" y="1569"/>
                  </a:lnTo>
                  <a:lnTo>
                    <a:pt x="1547260" y="1406"/>
                  </a:lnTo>
                  <a:lnTo>
                    <a:pt x="1555075" y="1500"/>
                  </a:lnTo>
                  <a:lnTo>
                    <a:pt x="1562889" y="1356"/>
                  </a:lnTo>
                  <a:lnTo>
                    <a:pt x="1570704" y="1205"/>
                  </a:lnTo>
                  <a:lnTo>
                    <a:pt x="1578518" y="1088"/>
                  </a:lnTo>
                  <a:lnTo>
                    <a:pt x="1586333" y="1290"/>
                  </a:lnTo>
                  <a:lnTo>
                    <a:pt x="1594147" y="1475"/>
                  </a:lnTo>
                  <a:lnTo>
                    <a:pt x="1601961" y="1443"/>
                  </a:lnTo>
                  <a:lnTo>
                    <a:pt x="1609776" y="1341"/>
                  </a:lnTo>
                  <a:lnTo>
                    <a:pt x="1617590" y="1295"/>
                  </a:lnTo>
                  <a:lnTo>
                    <a:pt x="1625405" y="1396"/>
                  </a:lnTo>
                  <a:lnTo>
                    <a:pt x="1633219" y="1567"/>
                  </a:lnTo>
                  <a:lnTo>
                    <a:pt x="1641034" y="1514"/>
                  </a:lnTo>
                  <a:lnTo>
                    <a:pt x="1648848" y="1514"/>
                  </a:lnTo>
                  <a:lnTo>
                    <a:pt x="1656663" y="1513"/>
                  </a:lnTo>
                  <a:lnTo>
                    <a:pt x="1664477" y="1525"/>
                  </a:lnTo>
                  <a:lnTo>
                    <a:pt x="1672291" y="1483"/>
                  </a:lnTo>
                  <a:lnTo>
                    <a:pt x="1680106" y="1441"/>
                  </a:lnTo>
                  <a:lnTo>
                    <a:pt x="1687920" y="1399"/>
                  </a:lnTo>
                  <a:lnTo>
                    <a:pt x="1695735" y="1357"/>
                  </a:lnTo>
                  <a:lnTo>
                    <a:pt x="1703549" y="1315"/>
                  </a:lnTo>
                  <a:lnTo>
                    <a:pt x="1711364" y="1273"/>
                  </a:lnTo>
                  <a:lnTo>
                    <a:pt x="1719178" y="1257"/>
                  </a:lnTo>
                  <a:lnTo>
                    <a:pt x="1726993" y="1349"/>
                  </a:lnTo>
                  <a:lnTo>
                    <a:pt x="1734807" y="1411"/>
                  </a:lnTo>
                  <a:lnTo>
                    <a:pt x="1742622" y="1353"/>
                  </a:lnTo>
                  <a:lnTo>
                    <a:pt x="1750436" y="1439"/>
                  </a:lnTo>
                  <a:lnTo>
                    <a:pt x="1758250" y="1561"/>
                  </a:lnTo>
                  <a:lnTo>
                    <a:pt x="1766065" y="1439"/>
                  </a:lnTo>
                  <a:lnTo>
                    <a:pt x="1773879" y="1222"/>
                  </a:lnTo>
                  <a:lnTo>
                    <a:pt x="1781694" y="1194"/>
                  </a:lnTo>
                  <a:lnTo>
                    <a:pt x="1789508" y="1213"/>
                  </a:lnTo>
                  <a:lnTo>
                    <a:pt x="1797323" y="1266"/>
                  </a:lnTo>
                  <a:lnTo>
                    <a:pt x="1805137" y="1284"/>
                  </a:lnTo>
                  <a:lnTo>
                    <a:pt x="1812952" y="1267"/>
                  </a:lnTo>
                  <a:lnTo>
                    <a:pt x="1820766" y="1164"/>
                  </a:lnTo>
                  <a:lnTo>
                    <a:pt x="1828580" y="1066"/>
                  </a:lnTo>
                  <a:lnTo>
                    <a:pt x="1836395" y="969"/>
                  </a:lnTo>
                  <a:lnTo>
                    <a:pt x="1844209" y="872"/>
                  </a:lnTo>
                  <a:lnTo>
                    <a:pt x="1852024" y="775"/>
                  </a:lnTo>
                  <a:lnTo>
                    <a:pt x="1859838" y="680"/>
                  </a:lnTo>
                  <a:lnTo>
                    <a:pt x="1867653" y="644"/>
                  </a:lnTo>
                  <a:lnTo>
                    <a:pt x="1875467" y="633"/>
                  </a:lnTo>
                  <a:lnTo>
                    <a:pt x="1883282" y="622"/>
                  </a:lnTo>
                  <a:lnTo>
                    <a:pt x="1891096" y="612"/>
                  </a:lnTo>
                  <a:lnTo>
                    <a:pt x="1898910" y="601"/>
                  </a:lnTo>
                  <a:lnTo>
                    <a:pt x="1906725" y="590"/>
                  </a:lnTo>
                  <a:lnTo>
                    <a:pt x="1914539" y="543"/>
                  </a:lnTo>
                  <a:lnTo>
                    <a:pt x="1922354" y="526"/>
                  </a:lnTo>
                  <a:lnTo>
                    <a:pt x="1930168" y="426"/>
                  </a:lnTo>
                  <a:lnTo>
                    <a:pt x="1937983" y="367"/>
                  </a:lnTo>
                  <a:lnTo>
                    <a:pt x="1945797" y="309"/>
                  </a:lnTo>
                  <a:lnTo>
                    <a:pt x="1953612" y="191"/>
                  </a:lnTo>
                  <a:lnTo>
                    <a:pt x="1961426" y="140"/>
                  </a:lnTo>
                  <a:lnTo>
                    <a:pt x="1969241" y="133"/>
                  </a:lnTo>
                  <a:lnTo>
                    <a:pt x="1977055" y="74"/>
                  </a:lnTo>
                  <a:lnTo>
                    <a:pt x="1984869" y="16"/>
                  </a:lnTo>
                  <a:lnTo>
                    <a:pt x="1992684" y="0"/>
                  </a:lnTo>
                  <a:lnTo>
                    <a:pt x="2000498" y="64"/>
                  </a:lnTo>
                  <a:lnTo>
                    <a:pt x="2008313" y="129"/>
                  </a:lnTo>
                  <a:lnTo>
                    <a:pt x="2016127" y="179"/>
                  </a:lnTo>
                  <a:lnTo>
                    <a:pt x="2023942" y="85"/>
                  </a:lnTo>
                </a:path>
              </a:pathLst>
            </a:custGeom>
            <a:ln w="18970" cap="flat">
              <a:solidFill>
                <a:srgbClr val="FFC0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rc221"/>
            <p:cNvSpPr/>
            <p:nvPr/>
          </p:nvSpPr>
          <p:spPr>
            <a:xfrm>
              <a:off x="5940302" y="2396548"/>
              <a:ext cx="2226336" cy="742778"/>
            </a:xfrm>
            <a:prstGeom prst="rect">
              <a:avLst/>
            </a:prstGeom>
            <a:ln w="1084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rc222"/>
            <p:cNvSpPr/>
            <p:nvPr/>
          </p:nvSpPr>
          <p:spPr>
            <a:xfrm>
              <a:off x="5940302" y="3322206"/>
              <a:ext cx="2226336" cy="74277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4" name="pl223"/>
            <p:cNvSpPr/>
            <p:nvPr/>
          </p:nvSpPr>
          <p:spPr>
            <a:xfrm>
              <a:off x="5940302" y="3924668"/>
              <a:ext cx="2226336" cy="0"/>
            </a:xfrm>
            <a:custGeom>
              <a:avLst/>
              <a:pathLst>
                <a:path w="2226336" h="0">
                  <a:moveTo>
                    <a:pt x="0" y="0"/>
                  </a:moveTo>
                  <a:lnTo>
                    <a:pt x="2226336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l224"/>
            <p:cNvSpPr/>
            <p:nvPr/>
          </p:nvSpPr>
          <p:spPr>
            <a:xfrm>
              <a:off x="5940302" y="3723060"/>
              <a:ext cx="2226336" cy="0"/>
            </a:xfrm>
            <a:custGeom>
              <a:avLst/>
              <a:pathLst>
                <a:path w="2226336" h="0">
                  <a:moveTo>
                    <a:pt x="0" y="0"/>
                  </a:moveTo>
                  <a:lnTo>
                    <a:pt x="2226336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l225"/>
            <p:cNvSpPr/>
            <p:nvPr/>
          </p:nvSpPr>
          <p:spPr>
            <a:xfrm>
              <a:off x="5940302" y="3521452"/>
              <a:ext cx="2226336" cy="0"/>
            </a:xfrm>
            <a:custGeom>
              <a:avLst/>
              <a:pathLst>
                <a:path w="2226336" h="0">
                  <a:moveTo>
                    <a:pt x="0" y="0"/>
                  </a:moveTo>
                  <a:lnTo>
                    <a:pt x="2226336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l226"/>
            <p:cNvSpPr/>
            <p:nvPr/>
          </p:nvSpPr>
          <p:spPr>
            <a:xfrm>
              <a:off x="5958532" y="3322206"/>
              <a:ext cx="0" cy="742778"/>
            </a:xfrm>
            <a:custGeom>
              <a:avLst/>
              <a:pathLst>
                <a:path w="0" h="742778">
                  <a:moveTo>
                    <a:pt x="0" y="742778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l227"/>
            <p:cNvSpPr/>
            <p:nvPr/>
          </p:nvSpPr>
          <p:spPr>
            <a:xfrm>
              <a:off x="6475495" y="3322206"/>
              <a:ext cx="0" cy="742778"/>
            </a:xfrm>
            <a:custGeom>
              <a:avLst/>
              <a:pathLst>
                <a:path w="0" h="742778">
                  <a:moveTo>
                    <a:pt x="0" y="742778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l228"/>
            <p:cNvSpPr/>
            <p:nvPr/>
          </p:nvSpPr>
          <p:spPr>
            <a:xfrm>
              <a:off x="6992458" y="3322206"/>
              <a:ext cx="0" cy="742778"/>
            </a:xfrm>
            <a:custGeom>
              <a:avLst/>
              <a:pathLst>
                <a:path w="0" h="742778">
                  <a:moveTo>
                    <a:pt x="0" y="742778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l229"/>
            <p:cNvSpPr/>
            <p:nvPr/>
          </p:nvSpPr>
          <p:spPr>
            <a:xfrm>
              <a:off x="7509421" y="3322206"/>
              <a:ext cx="0" cy="742778"/>
            </a:xfrm>
            <a:custGeom>
              <a:avLst/>
              <a:pathLst>
                <a:path w="0" h="742778">
                  <a:moveTo>
                    <a:pt x="0" y="742778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l230"/>
            <p:cNvSpPr/>
            <p:nvPr/>
          </p:nvSpPr>
          <p:spPr>
            <a:xfrm>
              <a:off x="8026384" y="3322206"/>
              <a:ext cx="0" cy="742778"/>
            </a:xfrm>
            <a:custGeom>
              <a:avLst/>
              <a:pathLst>
                <a:path w="0" h="742778">
                  <a:moveTo>
                    <a:pt x="0" y="742778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l231"/>
            <p:cNvSpPr/>
            <p:nvPr/>
          </p:nvSpPr>
          <p:spPr>
            <a:xfrm>
              <a:off x="5940302" y="3723060"/>
              <a:ext cx="2226336" cy="0"/>
            </a:xfrm>
            <a:custGeom>
              <a:avLst/>
              <a:pathLst>
                <a:path w="2226336" h="0">
                  <a:moveTo>
                    <a:pt x="0" y="0"/>
                  </a:moveTo>
                  <a:lnTo>
                    <a:pt x="2226336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3" name="pg232"/>
            <p:cNvSpPr/>
            <p:nvPr/>
          </p:nvSpPr>
          <p:spPr>
            <a:xfrm>
              <a:off x="6041499" y="3534490"/>
              <a:ext cx="2023942" cy="223930"/>
            </a:xfrm>
            <a:custGeom>
              <a:avLst/>
              <a:pathLst>
                <a:path w="2023942" h="223930">
                  <a:moveTo>
                    <a:pt x="0" y="184042"/>
                  </a:moveTo>
                  <a:lnTo>
                    <a:pt x="7814" y="184124"/>
                  </a:lnTo>
                  <a:lnTo>
                    <a:pt x="15628" y="184207"/>
                  </a:lnTo>
                  <a:lnTo>
                    <a:pt x="23443" y="184289"/>
                  </a:lnTo>
                  <a:lnTo>
                    <a:pt x="31257" y="184372"/>
                  </a:lnTo>
                  <a:lnTo>
                    <a:pt x="39072" y="184454"/>
                  </a:lnTo>
                  <a:lnTo>
                    <a:pt x="46886" y="184536"/>
                  </a:lnTo>
                  <a:lnTo>
                    <a:pt x="54701" y="184619"/>
                  </a:lnTo>
                  <a:lnTo>
                    <a:pt x="62515" y="184701"/>
                  </a:lnTo>
                  <a:lnTo>
                    <a:pt x="70330" y="184783"/>
                  </a:lnTo>
                  <a:lnTo>
                    <a:pt x="78144" y="184865"/>
                  </a:lnTo>
                  <a:lnTo>
                    <a:pt x="85958" y="184948"/>
                  </a:lnTo>
                  <a:lnTo>
                    <a:pt x="93773" y="185030"/>
                  </a:lnTo>
                  <a:lnTo>
                    <a:pt x="101587" y="185112"/>
                  </a:lnTo>
                  <a:lnTo>
                    <a:pt x="109402" y="185194"/>
                  </a:lnTo>
                  <a:lnTo>
                    <a:pt x="117216" y="185276"/>
                  </a:lnTo>
                  <a:lnTo>
                    <a:pt x="125031" y="185358"/>
                  </a:lnTo>
                  <a:lnTo>
                    <a:pt x="132845" y="185440"/>
                  </a:lnTo>
                  <a:lnTo>
                    <a:pt x="140660" y="185522"/>
                  </a:lnTo>
                  <a:lnTo>
                    <a:pt x="148474" y="185603"/>
                  </a:lnTo>
                  <a:lnTo>
                    <a:pt x="156288" y="185685"/>
                  </a:lnTo>
                  <a:lnTo>
                    <a:pt x="164103" y="185767"/>
                  </a:lnTo>
                  <a:lnTo>
                    <a:pt x="171917" y="185849"/>
                  </a:lnTo>
                  <a:lnTo>
                    <a:pt x="179732" y="185931"/>
                  </a:lnTo>
                  <a:lnTo>
                    <a:pt x="187546" y="186012"/>
                  </a:lnTo>
                  <a:lnTo>
                    <a:pt x="195361" y="186094"/>
                  </a:lnTo>
                  <a:lnTo>
                    <a:pt x="203175" y="186176"/>
                  </a:lnTo>
                  <a:lnTo>
                    <a:pt x="210990" y="186257"/>
                  </a:lnTo>
                  <a:lnTo>
                    <a:pt x="218804" y="186339"/>
                  </a:lnTo>
                  <a:lnTo>
                    <a:pt x="226619" y="186420"/>
                  </a:lnTo>
                  <a:lnTo>
                    <a:pt x="234433" y="186502"/>
                  </a:lnTo>
                  <a:lnTo>
                    <a:pt x="242247" y="186583"/>
                  </a:lnTo>
                  <a:lnTo>
                    <a:pt x="250062" y="186664"/>
                  </a:lnTo>
                  <a:lnTo>
                    <a:pt x="257876" y="186746"/>
                  </a:lnTo>
                  <a:lnTo>
                    <a:pt x="265691" y="186827"/>
                  </a:lnTo>
                  <a:lnTo>
                    <a:pt x="273505" y="186908"/>
                  </a:lnTo>
                  <a:lnTo>
                    <a:pt x="281320" y="186990"/>
                  </a:lnTo>
                  <a:lnTo>
                    <a:pt x="289134" y="187071"/>
                  </a:lnTo>
                  <a:lnTo>
                    <a:pt x="296949" y="187152"/>
                  </a:lnTo>
                  <a:lnTo>
                    <a:pt x="304763" y="187233"/>
                  </a:lnTo>
                  <a:lnTo>
                    <a:pt x="312577" y="187314"/>
                  </a:lnTo>
                  <a:lnTo>
                    <a:pt x="320392" y="187395"/>
                  </a:lnTo>
                  <a:lnTo>
                    <a:pt x="328206" y="187476"/>
                  </a:lnTo>
                  <a:lnTo>
                    <a:pt x="336021" y="187557"/>
                  </a:lnTo>
                  <a:lnTo>
                    <a:pt x="343835" y="187638"/>
                  </a:lnTo>
                  <a:lnTo>
                    <a:pt x="351650" y="187719"/>
                  </a:lnTo>
                  <a:lnTo>
                    <a:pt x="359464" y="187800"/>
                  </a:lnTo>
                  <a:lnTo>
                    <a:pt x="367279" y="187881"/>
                  </a:lnTo>
                  <a:lnTo>
                    <a:pt x="375093" y="187962"/>
                  </a:lnTo>
                  <a:lnTo>
                    <a:pt x="382907" y="188043"/>
                  </a:lnTo>
                  <a:lnTo>
                    <a:pt x="390722" y="188123"/>
                  </a:lnTo>
                  <a:lnTo>
                    <a:pt x="398536" y="188204"/>
                  </a:lnTo>
                  <a:lnTo>
                    <a:pt x="406351" y="188285"/>
                  </a:lnTo>
                  <a:lnTo>
                    <a:pt x="414165" y="188365"/>
                  </a:lnTo>
                  <a:lnTo>
                    <a:pt x="421980" y="188446"/>
                  </a:lnTo>
                  <a:lnTo>
                    <a:pt x="429794" y="188526"/>
                  </a:lnTo>
                  <a:lnTo>
                    <a:pt x="437609" y="188229"/>
                  </a:lnTo>
                  <a:lnTo>
                    <a:pt x="445423" y="187487"/>
                  </a:lnTo>
                  <a:lnTo>
                    <a:pt x="453238" y="186743"/>
                  </a:lnTo>
                  <a:lnTo>
                    <a:pt x="461052" y="185995"/>
                  </a:lnTo>
                  <a:lnTo>
                    <a:pt x="468866" y="185244"/>
                  </a:lnTo>
                  <a:lnTo>
                    <a:pt x="476681" y="184491"/>
                  </a:lnTo>
                  <a:lnTo>
                    <a:pt x="484495" y="183734"/>
                  </a:lnTo>
                  <a:lnTo>
                    <a:pt x="492310" y="182975"/>
                  </a:lnTo>
                  <a:lnTo>
                    <a:pt x="500124" y="182217"/>
                  </a:lnTo>
                  <a:lnTo>
                    <a:pt x="507939" y="181451"/>
                  </a:lnTo>
                  <a:lnTo>
                    <a:pt x="515753" y="180678"/>
                  </a:lnTo>
                  <a:lnTo>
                    <a:pt x="523568" y="179903"/>
                  </a:lnTo>
                  <a:lnTo>
                    <a:pt x="531382" y="179127"/>
                  </a:lnTo>
                  <a:lnTo>
                    <a:pt x="539196" y="178349"/>
                  </a:lnTo>
                  <a:lnTo>
                    <a:pt x="547011" y="177567"/>
                  </a:lnTo>
                  <a:lnTo>
                    <a:pt x="554825" y="176783"/>
                  </a:lnTo>
                  <a:lnTo>
                    <a:pt x="562640" y="175987"/>
                  </a:lnTo>
                  <a:lnTo>
                    <a:pt x="570454" y="175187"/>
                  </a:lnTo>
                  <a:lnTo>
                    <a:pt x="578269" y="174395"/>
                  </a:lnTo>
                  <a:lnTo>
                    <a:pt x="586083" y="173600"/>
                  </a:lnTo>
                  <a:lnTo>
                    <a:pt x="593898" y="172802"/>
                  </a:lnTo>
                  <a:lnTo>
                    <a:pt x="601712" y="172002"/>
                  </a:lnTo>
                  <a:lnTo>
                    <a:pt x="609526" y="171200"/>
                  </a:lnTo>
                  <a:lnTo>
                    <a:pt x="617341" y="170394"/>
                  </a:lnTo>
                  <a:lnTo>
                    <a:pt x="625155" y="169586"/>
                  </a:lnTo>
                  <a:lnTo>
                    <a:pt x="632970" y="168771"/>
                  </a:lnTo>
                  <a:lnTo>
                    <a:pt x="640784" y="167934"/>
                  </a:lnTo>
                  <a:lnTo>
                    <a:pt x="648599" y="167077"/>
                  </a:lnTo>
                  <a:lnTo>
                    <a:pt x="656413" y="166214"/>
                  </a:lnTo>
                  <a:lnTo>
                    <a:pt x="664228" y="165346"/>
                  </a:lnTo>
                  <a:lnTo>
                    <a:pt x="672042" y="164473"/>
                  </a:lnTo>
                  <a:lnTo>
                    <a:pt x="679857" y="163594"/>
                  </a:lnTo>
                  <a:lnTo>
                    <a:pt x="687671" y="162710"/>
                  </a:lnTo>
                  <a:lnTo>
                    <a:pt x="695485" y="161820"/>
                  </a:lnTo>
                  <a:lnTo>
                    <a:pt x="703300" y="160925"/>
                  </a:lnTo>
                  <a:lnTo>
                    <a:pt x="711114" y="160045"/>
                  </a:lnTo>
                  <a:lnTo>
                    <a:pt x="718929" y="159170"/>
                  </a:lnTo>
                  <a:lnTo>
                    <a:pt x="726743" y="158291"/>
                  </a:lnTo>
                  <a:lnTo>
                    <a:pt x="734558" y="157409"/>
                  </a:lnTo>
                  <a:lnTo>
                    <a:pt x="742372" y="156523"/>
                  </a:lnTo>
                  <a:lnTo>
                    <a:pt x="750187" y="155633"/>
                  </a:lnTo>
                  <a:lnTo>
                    <a:pt x="758001" y="154740"/>
                  </a:lnTo>
                  <a:lnTo>
                    <a:pt x="765815" y="153844"/>
                  </a:lnTo>
                  <a:lnTo>
                    <a:pt x="773630" y="152944"/>
                  </a:lnTo>
                  <a:lnTo>
                    <a:pt x="781444" y="152040"/>
                  </a:lnTo>
                  <a:lnTo>
                    <a:pt x="789259" y="151133"/>
                  </a:lnTo>
                  <a:lnTo>
                    <a:pt x="797073" y="150223"/>
                  </a:lnTo>
                  <a:lnTo>
                    <a:pt x="804888" y="149309"/>
                  </a:lnTo>
                  <a:lnTo>
                    <a:pt x="812702" y="148385"/>
                  </a:lnTo>
                  <a:lnTo>
                    <a:pt x="820517" y="147440"/>
                  </a:lnTo>
                  <a:lnTo>
                    <a:pt x="828331" y="146507"/>
                  </a:lnTo>
                  <a:lnTo>
                    <a:pt x="836145" y="145625"/>
                  </a:lnTo>
                  <a:lnTo>
                    <a:pt x="843960" y="144719"/>
                  </a:lnTo>
                  <a:lnTo>
                    <a:pt x="851774" y="143856"/>
                  </a:lnTo>
                  <a:lnTo>
                    <a:pt x="859589" y="142970"/>
                  </a:lnTo>
                  <a:lnTo>
                    <a:pt x="867403" y="142082"/>
                  </a:lnTo>
                  <a:lnTo>
                    <a:pt x="875218" y="141193"/>
                  </a:lnTo>
                  <a:lnTo>
                    <a:pt x="883032" y="140303"/>
                  </a:lnTo>
                  <a:lnTo>
                    <a:pt x="890847" y="139412"/>
                  </a:lnTo>
                  <a:lnTo>
                    <a:pt x="898661" y="138519"/>
                  </a:lnTo>
                  <a:lnTo>
                    <a:pt x="906476" y="137626"/>
                  </a:lnTo>
                  <a:lnTo>
                    <a:pt x="914290" y="136616"/>
                  </a:lnTo>
                  <a:lnTo>
                    <a:pt x="922104" y="135658"/>
                  </a:lnTo>
                  <a:lnTo>
                    <a:pt x="929919" y="134743"/>
                  </a:lnTo>
                  <a:lnTo>
                    <a:pt x="937733" y="133826"/>
                  </a:lnTo>
                  <a:lnTo>
                    <a:pt x="945548" y="132908"/>
                  </a:lnTo>
                  <a:lnTo>
                    <a:pt x="953362" y="131993"/>
                  </a:lnTo>
                  <a:lnTo>
                    <a:pt x="961177" y="131076"/>
                  </a:lnTo>
                  <a:lnTo>
                    <a:pt x="968991" y="130158"/>
                  </a:lnTo>
                  <a:lnTo>
                    <a:pt x="976806" y="129239"/>
                  </a:lnTo>
                  <a:lnTo>
                    <a:pt x="984620" y="128319"/>
                  </a:lnTo>
                  <a:lnTo>
                    <a:pt x="992434" y="127358"/>
                  </a:lnTo>
                  <a:lnTo>
                    <a:pt x="1000249" y="126392"/>
                  </a:lnTo>
                  <a:lnTo>
                    <a:pt x="1008063" y="125424"/>
                  </a:lnTo>
                  <a:lnTo>
                    <a:pt x="1015878" y="124487"/>
                  </a:lnTo>
                  <a:lnTo>
                    <a:pt x="1023692" y="123601"/>
                  </a:lnTo>
                  <a:lnTo>
                    <a:pt x="1031507" y="122703"/>
                  </a:lnTo>
                  <a:lnTo>
                    <a:pt x="1039321" y="121664"/>
                  </a:lnTo>
                  <a:lnTo>
                    <a:pt x="1047136" y="120681"/>
                  </a:lnTo>
                  <a:lnTo>
                    <a:pt x="1054950" y="119702"/>
                  </a:lnTo>
                  <a:lnTo>
                    <a:pt x="1062765" y="118721"/>
                  </a:lnTo>
                  <a:lnTo>
                    <a:pt x="1070579" y="117739"/>
                  </a:lnTo>
                  <a:lnTo>
                    <a:pt x="1078393" y="116756"/>
                  </a:lnTo>
                  <a:lnTo>
                    <a:pt x="1086208" y="115770"/>
                  </a:lnTo>
                  <a:lnTo>
                    <a:pt x="1094022" y="114783"/>
                  </a:lnTo>
                  <a:lnTo>
                    <a:pt x="1101837" y="113796"/>
                  </a:lnTo>
                  <a:lnTo>
                    <a:pt x="1109651" y="112808"/>
                  </a:lnTo>
                  <a:lnTo>
                    <a:pt x="1117466" y="111895"/>
                  </a:lnTo>
                  <a:lnTo>
                    <a:pt x="1125280" y="110988"/>
                  </a:lnTo>
                  <a:lnTo>
                    <a:pt x="1133095" y="110045"/>
                  </a:lnTo>
                  <a:lnTo>
                    <a:pt x="1140909" y="108970"/>
                  </a:lnTo>
                  <a:lnTo>
                    <a:pt x="1148723" y="107891"/>
                  </a:lnTo>
                  <a:lnTo>
                    <a:pt x="1156538" y="106834"/>
                  </a:lnTo>
                  <a:lnTo>
                    <a:pt x="1164352" y="105831"/>
                  </a:lnTo>
                  <a:lnTo>
                    <a:pt x="1172167" y="104828"/>
                  </a:lnTo>
                  <a:lnTo>
                    <a:pt x="1179981" y="103824"/>
                  </a:lnTo>
                  <a:lnTo>
                    <a:pt x="1187796" y="102820"/>
                  </a:lnTo>
                  <a:lnTo>
                    <a:pt x="1195610" y="101815"/>
                  </a:lnTo>
                  <a:lnTo>
                    <a:pt x="1203425" y="100809"/>
                  </a:lnTo>
                  <a:lnTo>
                    <a:pt x="1211239" y="99802"/>
                  </a:lnTo>
                  <a:lnTo>
                    <a:pt x="1219053" y="98797"/>
                  </a:lnTo>
                  <a:lnTo>
                    <a:pt x="1226868" y="97792"/>
                  </a:lnTo>
                  <a:lnTo>
                    <a:pt x="1234682" y="96897"/>
                  </a:lnTo>
                  <a:lnTo>
                    <a:pt x="1242497" y="96003"/>
                  </a:lnTo>
                  <a:lnTo>
                    <a:pt x="1250311" y="95111"/>
                  </a:lnTo>
                  <a:lnTo>
                    <a:pt x="1258126" y="94220"/>
                  </a:lnTo>
                  <a:lnTo>
                    <a:pt x="1265940" y="93330"/>
                  </a:lnTo>
                  <a:lnTo>
                    <a:pt x="1273755" y="92442"/>
                  </a:lnTo>
                  <a:lnTo>
                    <a:pt x="1281569" y="91555"/>
                  </a:lnTo>
                  <a:lnTo>
                    <a:pt x="1289384" y="90561"/>
                  </a:lnTo>
                  <a:lnTo>
                    <a:pt x="1297198" y="89564"/>
                  </a:lnTo>
                  <a:lnTo>
                    <a:pt x="1305012" y="88567"/>
                  </a:lnTo>
                  <a:lnTo>
                    <a:pt x="1312827" y="87569"/>
                  </a:lnTo>
                  <a:lnTo>
                    <a:pt x="1320641" y="86571"/>
                  </a:lnTo>
                  <a:lnTo>
                    <a:pt x="1328456" y="85574"/>
                  </a:lnTo>
                  <a:lnTo>
                    <a:pt x="1336270" y="84576"/>
                  </a:lnTo>
                  <a:lnTo>
                    <a:pt x="1344085" y="83578"/>
                  </a:lnTo>
                  <a:lnTo>
                    <a:pt x="1351899" y="82580"/>
                  </a:lnTo>
                  <a:lnTo>
                    <a:pt x="1359714" y="81582"/>
                  </a:lnTo>
                  <a:lnTo>
                    <a:pt x="1367528" y="80585"/>
                  </a:lnTo>
                  <a:lnTo>
                    <a:pt x="1375342" y="79587"/>
                  </a:lnTo>
                  <a:lnTo>
                    <a:pt x="1383157" y="78546"/>
                  </a:lnTo>
                  <a:lnTo>
                    <a:pt x="1390971" y="77488"/>
                  </a:lnTo>
                  <a:lnTo>
                    <a:pt x="1398786" y="76431"/>
                  </a:lnTo>
                  <a:lnTo>
                    <a:pt x="1406600" y="75373"/>
                  </a:lnTo>
                  <a:lnTo>
                    <a:pt x="1414415" y="74315"/>
                  </a:lnTo>
                  <a:lnTo>
                    <a:pt x="1422229" y="73257"/>
                  </a:lnTo>
                  <a:lnTo>
                    <a:pt x="1430044" y="72198"/>
                  </a:lnTo>
                  <a:lnTo>
                    <a:pt x="1437858" y="71139"/>
                  </a:lnTo>
                  <a:lnTo>
                    <a:pt x="1445672" y="70080"/>
                  </a:lnTo>
                  <a:lnTo>
                    <a:pt x="1453487" y="69136"/>
                  </a:lnTo>
                  <a:lnTo>
                    <a:pt x="1461301" y="68219"/>
                  </a:lnTo>
                  <a:lnTo>
                    <a:pt x="1469116" y="67306"/>
                  </a:lnTo>
                  <a:lnTo>
                    <a:pt x="1476930" y="66356"/>
                  </a:lnTo>
                  <a:lnTo>
                    <a:pt x="1484745" y="65340"/>
                  </a:lnTo>
                  <a:lnTo>
                    <a:pt x="1492559" y="64324"/>
                  </a:lnTo>
                  <a:lnTo>
                    <a:pt x="1500374" y="63327"/>
                  </a:lnTo>
                  <a:lnTo>
                    <a:pt x="1508188" y="62403"/>
                  </a:lnTo>
                  <a:lnTo>
                    <a:pt x="1516003" y="61481"/>
                  </a:lnTo>
                  <a:lnTo>
                    <a:pt x="1523817" y="60561"/>
                  </a:lnTo>
                  <a:lnTo>
                    <a:pt x="1531631" y="59643"/>
                  </a:lnTo>
                  <a:lnTo>
                    <a:pt x="1539446" y="58727"/>
                  </a:lnTo>
                  <a:lnTo>
                    <a:pt x="1547260" y="57807"/>
                  </a:lnTo>
                  <a:lnTo>
                    <a:pt x="1555075" y="56826"/>
                  </a:lnTo>
                  <a:lnTo>
                    <a:pt x="1562889" y="55847"/>
                  </a:lnTo>
                  <a:lnTo>
                    <a:pt x="1570704" y="54869"/>
                  </a:lnTo>
                  <a:lnTo>
                    <a:pt x="1578518" y="53893"/>
                  </a:lnTo>
                  <a:lnTo>
                    <a:pt x="1586333" y="52918"/>
                  </a:lnTo>
                  <a:lnTo>
                    <a:pt x="1594147" y="51944"/>
                  </a:lnTo>
                  <a:lnTo>
                    <a:pt x="1601961" y="50972"/>
                  </a:lnTo>
                  <a:lnTo>
                    <a:pt x="1609776" y="49907"/>
                  </a:lnTo>
                  <a:lnTo>
                    <a:pt x="1617590" y="48833"/>
                  </a:lnTo>
                  <a:lnTo>
                    <a:pt x="1625405" y="47760"/>
                  </a:lnTo>
                  <a:lnTo>
                    <a:pt x="1633219" y="46689"/>
                  </a:lnTo>
                  <a:lnTo>
                    <a:pt x="1641034" y="45620"/>
                  </a:lnTo>
                  <a:lnTo>
                    <a:pt x="1648848" y="44551"/>
                  </a:lnTo>
                  <a:lnTo>
                    <a:pt x="1656663" y="43529"/>
                  </a:lnTo>
                  <a:lnTo>
                    <a:pt x="1664477" y="42638"/>
                  </a:lnTo>
                  <a:lnTo>
                    <a:pt x="1672291" y="41749"/>
                  </a:lnTo>
                  <a:lnTo>
                    <a:pt x="1680106" y="40864"/>
                  </a:lnTo>
                  <a:lnTo>
                    <a:pt x="1687920" y="39980"/>
                  </a:lnTo>
                  <a:lnTo>
                    <a:pt x="1695735" y="39083"/>
                  </a:lnTo>
                  <a:lnTo>
                    <a:pt x="1703549" y="38204"/>
                  </a:lnTo>
                  <a:lnTo>
                    <a:pt x="1711364" y="37277"/>
                  </a:lnTo>
                  <a:lnTo>
                    <a:pt x="1719178" y="36304"/>
                  </a:lnTo>
                  <a:lnTo>
                    <a:pt x="1726993" y="35352"/>
                  </a:lnTo>
                  <a:lnTo>
                    <a:pt x="1734807" y="34505"/>
                  </a:lnTo>
                  <a:lnTo>
                    <a:pt x="1742622" y="33661"/>
                  </a:lnTo>
                  <a:lnTo>
                    <a:pt x="1750436" y="32821"/>
                  </a:lnTo>
                  <a:lnTo>
                    <a:pt x="1758250" y="31854"/>
                  </a:lnTo>
                  <a:lnTo>
                    <a:pt x="1766065" y="30858"/>
                  </a:lnTo>
                  <a:lnTo>
                    <a:pt x="1773879" y="29865"/>
                  </a:lnTo>
                  <a:lnTo>
                    <a:pt x="1781694" y="28942"/>
                  </a:lnTo>
                  <a:lnTo>
                    <a:pt x="1789508" y="28061"/>
                  </a:lnTo>
                  <a:lnTo>
                    <a:pt x="1797323" y="27183"/>
                  </a:lnTo>
                  <a:lnTo>
                    <a:pt x="1805137" y="26307"/>
                  </a:lnTo>
                  <a:lnTo>
                    <a:pt x="1812952" y="25388"/>
                  </a:lnTo>
                  <a:lnTo>
                    <a:pt x="1820766" y="24455"/>
                  </a:lnTo>
                  <a:lnTo>
                    <a:pt x="1828580" y="23524"/>
                  </a:lnTo>
                  <a:lnTo>
                    <a:pt x="1836395" y="22596"/>
                  </a:lnTo>
                  <a:lnTo>
                    <a:pt x="1844209" y="21670"/>
                  </a:lnTo>
                  <a:lnTo>
                    <a:pt x="1852024" y="20748"/>
                  </a:lnTo>
                  <a:lnTo>
                    <a:pt x="1859838" y="19828"/>
                  </a:lnTo>
                  <a:lnTo>
                    <a:pt x="1867653" y="18912"/>
                  </a:lnTo>
                  <a:lnTo>
                    <a:pt x="1875467" y="17998"/>
                  </a:lnTo>
                  <a:lnTo>
                    <a:pt x="1883282" y="17027"/>
                  </a:lnTo>
                  <a:lnTo>
                    <a:pt x="1891096" y="16056"/>
                  </a:lnTo>
                  <a:lnTo>
                    <a:pt x="1898910" y="15088"/>
                  </a:lnTo>
                  <a:lnTo>
                    <a:pt x="1906725" y="14123"/>
                  </a:lnTo>
                  <a:lnTo>
                    <a:pt x="1914539" y="13160"/>
                  </a:lnTo>
                  <a:lnTo>
                    <a:pt x="1922354" y="12199"/>
                  </a:lnTo>
                  <a:lnTo>
                    <a:pt x="1930168" y="11241"/>
                  </a:lnTo>
                  <a:lnTo>
                    <a:pt x="1937983" y="10286"/>
                  </a:lnTo>
                  <a:lnTo>
                    <a:pt x="1945797" y="9334"/>
                  </a:lnTo>
                  <a:lnTo>
                    <a:pt x="1953612" y="8384"/>
                  </a:lnTo>
                  <a:lnTo>
                    <a:pt x="1961426" y="7438"/>
                  </a:lnTo>
                  <a:lnTo>
                    <a:pt x="1969241" y="6469"/>
                  </a:lnTo>
                  <a:lnTo>
                    <a:pt x="1977055" y="5440"/>
                  </a:lnTo>
                  <a:lnTo>
                    <a:pt x="1984869" y="4549"/>
                  </a:lnTo>
                  <a:lnTo>
                    <a:pt x="1992684" y="3661"/>
                  </a:lnTo>
                  <a:lnTo>
                    <a:pt x="2000498" y="2736"/>
                  </a:lnTo>
                  <a:lnTo>
                    <a:pt x="2008313" y="1809"/>
                  </a:lnTo>
                  <a:lnTo>
                    <a:pt x="2016127" y="887"/>
                  </a:lnTo>
                  <a:lnTo>
                    <a:pt x="2023942" y="0"/>
                  </a:lnTo>
                  <a:lnTo>
                    <a:pt x="2023942" y="204176"/>
                  </a:lnTo>
                  <a:lnTo>
                    <a:pt x="2016127" y="204103"/>
                  </a:lnTo>
                  <a:lnTo>
                    <a:pt x="2008313" y="204030"/>
                  </a:lnTo>
                  <a:lnTo>
                    <a:pt x="2000498" y="203957"/>
                  </a:lnTo>
                  <a:lnTo>
                    <a:pt x="1992684" y="203884"/>
                  </a:lnTo>
                  <a:lnTo>
                    <a:pt x="1984869" y="203811"/>
                  </a:lnTo>
                  <a:lnTo>
                    <a:pt x="1977055" y="203738"/>
                  </a:lnTo>
                  <a:lnTo>
                    <a:pt x="1969241" y="203665"/>
                  </a:lnTo>
                  <a:lnTo>
                    <a:pt x="1961426" y="203592"/>
                  </a:lnTo>
                  <a:lnTo>
                    <a:pt x="1953612" y="203519"/>
                  </a:lnTo>
                  <a:lnTo>
                    <a:pt x="1945797" y="203445"/>
                  </a:lnTo>
                  <a:lnTo>
                    <a:pt x="1937983" y="203372"/>
                  </a:lnTo>
                  <a:lnTo>
                    <a:pt x="1930168" y="203299"/>
                  </a:lnTo>
                  <a:lnTo>
                    <a:pt x="1922354" y="203226"/>
                  </a:lnTo>
                  <a:lnTo>
                    <a:pt x="1914539" y="203152"/>
                  </a:lnTo>
                  <a:lnTo>
                    <a:pt x="1906725" y="203079"/>
                  </a:lnTo>
                  <a:lnTo>
                    <a:pt x="1898910" y="203006"/>
                  </a:lnTo>
                  <a:lnTo>
                    <a:pt x="1891096" y="202932"/>
                  </a:lnTo>
                  <a:lnTo>
                    <a:pt x="1883282" y="202859"/>
                  </a:lnTo>
                  <a:lnTo>
                    <a:pt x="1875467" y="202785"/>
                  </a:lnTo>
                  <a:lnTo>
                    <a:pt x="1867653" y="202712"/>
                  </a:lnTo>
                  <a:lnTo>
                    <a:pt x="1859838" y="202638"/>
                  </a:lnTo>
                  <a:lnTo>
                    <a:pt x="1852024" y="202564"/>
                  </a:lnTo>
                  <a:lnTo>
                    <a:pt x="1844209" y="202491"/>
                  </a:lnTo>
                  <a:lnTo>
                    <a:pt x="1836395" y="202417"/>
                  </a:lnTo>
                  <a:lnTo>
                    <a:pt x="1828580" y="202343"/>
                  </a:lnTo>
                  <a:lnTo>
                    <a:pt x="1820766" y="202269"/>
                  </a:lnTo>
                  <a:lnTo>
                    <a:pt x="1812952" y="202196"/>
                  </a:lnTo>
                  <a:lnTo>
                    <a:pt x="1805137" y="202122"/>
                  </a:lnTo>
                  <a:lnTo>
                    <a:pt x="1797323" y="202048"/>
                  </a:lnTo>
                  <a:lnTo>
                    <a:pt x="1789508" y="201974"/>
                  </a:lnTo>
                  <a:lnTo>
                    <a:pt x="1781694" y="201900"/>
                  </a:lnTo>
                  <a:lnTo>
                    <a:pt x="1773879" y="201826"/>
                  </a:lnTo>
                  <a:lnTo>
                    <a:pt x="1766065" y="201752"/>
                  </a:lnTo>
                  <a:lnTo>
                    <a:pt x="1758250" y="201678"/>
                  </a:lnTo>
                  <a:lnTo>
                    <a:pt x="1750436" y="201603"/>
                  </a:lnTo>
                  <a:lnTo>
                    <a:pt x="1742622" y="201529"/>
                  </a:lnTo>
                  <a:lnTo>
                    <a:pt x="1734807" y="201455"/>
                  </a:lnTo>
                  <a:lnTo>
                    <a:pt x="1726993" y="201381"/>
                  </a:lnTo>
                  <a:lnTo>
                    <a:pt x="1719178" y="201306"/>
                  </a:lnTo>
                  <a:lnTo>
                    <a:pt x="1711364" y="201232"/>
                  </a:lnTo>
                  <a:lnTo>
                    <a:pt x="1703549" y="201158"/>
                  </a:lnTo>
                  <a:lnTo>
                    <a:pt x="1695735" y="201083"/>
                  </a:lnTo>
                  <a:lnTo>
                    <a:pt x="1687920" y="201009"/>
                  </a:lnTo>
                  <a:lnTo>
                    <a:pt x="1680106" y="200934"/>
                  </a:lnTo>
                  <a:lnTo>
                    <a:pt x="1672291" y="200860"/>
                  </a:lnTo>
                  <a:lnTo>
                    <a:pt x="1664477" y="200785"/>
                  </a:lnTo>
                  <a:lnTo>
                    <a:pt x="1656663" y="200711"/>
                  </a:lnTo>
                  <a:lnTo>
                    <a:pt x="1648848" y="200636"/>
                  </a:lnTo>
                  <a:lnTo>
                    <a:pt x="1641034" y="200561"/>
                  </a:lnTo>
                  <a:lnTo>
                    <a:pt x="1633219" y="200487"/>
                  </a:lnTo>
                  <a:lnTo>
                    <a:pt x="1625405" y="200412"/>
                  </a:lnTo>
                  <a:lnTo>
                    <a:pt x="1617590" y="200337"/>
                  </a:lnTo>
                  <a:lnTo>
                    <a:pt x="1609776" y="200262"/>
                  </a:lnTo>
                  <a:lnTo>
                    <a:pt x="1601961" y="200187"/>
                  </a:lnTo>
                  <a:lnTo>
                    <a:pt x="1594147" y="200112"/>
                  </a:lnTo>
                  <a:lnTo>
                    <a:pt x="1586333" y="200037"/>
                  </a:lnTo>
                  <a:lnTo>
                    <a:pt x="1578518" y="199962"/>
                  </a:lnTo>
                  <a:lnTo>
                    <a:pt x="1570704" y="199887"/>
                  </a:lnTo>
                  <a:lnTo>
                    <a:pt x="1562889" y="199812"/>
                  </a:lnTo>
                  <a:lnTo>
                    <a:pt x="1555075" y="199737"/>
                  </a:lnTo>
                  <a:lnTo>
                    <a:pt x="1547260" y="199662"/>
                  </a:lnTo>
                  <a:lnTo>
                    <a:pt x="1539446" y="199587"/>
                  </a:lnTo>
                  <a:lnTo>
                    <a:pt x="1531631" y="199512"/>
                  </a:lnTo>
                  <a:lnTo>
                    <a:pt x="1523817" y="199436"/>
                  </a:lnTo>
                  <a:lnTo>
                    <a:pt x="1516003" y="199361"/>
                  </a:lnTo>
                  <a:lnTo>
                    <a:pt x="1508188" y="199286"/>
                  </a:lnTo>
                  <a:lnTo>
                    <a:pt x="1500374" y="199210"/>
                  </a:lnTo>
                  <a:lnTo>
                    <a:pt x="1492559" y="199135"/>
                  </a:lnTo>
                  <a:lnTo>
                    <a:pt x="1484745" y="199060"/>
                  </a:lnTo>
                  <a:lnTo>
                    <a:pt x="1476930" y="198984"/>
                  </a:lnTo>
                  <a:lnTo>
                    <a:pt x="1469116" y="198909"/>
                  </a:lnTo>
                  <a:lnTo>
                    <a:pt x="1461301" y="198833"/>
                  </a:lnTo>
                  <a:lnTo>
                    <a:pt x="1453487" y="198757"/>
                  </a:lnTo>
                  <a:lnTo>
                    <a:pt x="1445672" y="198682"/>
                  </a:lnTo>
                  <a:lnTo>
                    <a:pt x="1437858" y="198606"/>
                  </a:lnTo>
                  <a:lnTo>
                    <a:pt x="1430044" y="198530"/>
                  </a:lnTo>
                  <a:lnTo>
                    <a:pt x="1422229" y="198455"/>
                  </a:lnTo>
                  <a:lnTo>
                    <a:pt x="1414415" y="198379"/>
                  </a:lnTo>
                  <a:lnTo>
                    <a:pt x="1406600" y="198303"/>
                  </a:lnTo>
                  <a:lnTo>
                    <a:pt x="1398786" y="198227"/>
                  </a:lnTo>
                  <a:lnTo>
                    <a:pt x="1390971" y="198151"/>
                  </a:lnTo>
                  <a:lnTo>
                    <a:pt x="1383157" y="198075"/>
                  </a:lnTo>
                  <a:lnTo>
                    <a:pt x="1375342" y="197999"/>
                  </a:lnTo>
                  <a:lnTo>
                    <a:pt x="1367528" y="197923"/>
                  </a:lnTo>
                  <a:lnTo>
                    <a:pt x="1359714" y="197847"/>
                  </a:lnTo>
                  <a:lnTo>
                    <a:pt x="1351899" y="197771"/>
                  </a:lnTo>
                  <a:lnTo>
                    <a:pt x="1344085" y="197695"/>
                  </a:lnTo>
                  <a:lnTo>
                    <a:pt x="1336270" y="197619"/>
                  </a:lnTo>
                  <a:lnTo>
                    <a:pt x="1328456" y="197543"/>
                  </a:lnTo>
                  <a:lnTo>
                    <a:pt x="1320641" y="197466"/>
                  </a:lnTo>
                  <a:lnTo>
                    <a:pt x="1312827" y="197390"/>
                  </a:lnTo>
                  <a:lnTo>
                    <a:pt x="1305012" y="197314"/>
                  </a:lnTo>
                  <a:lnTo>
                    <a:pt x="1297198" y="197237"/>
                  </a:lnTo>
                  <a:lnTo>
                    <a:pt x="1289384" y="197161"/>
                  </a:lnTo>
                  <a:lnTo>
                    <a:pt x="1281569" y="197084"/>
                  </a:lnTo>
                  <a:lnTo>
                    <a:pt x="1273755" y="197008"/>
                  </a:lnTo>
                  <a:lnTo>
                    <a:pt x="1265940" y="196931"/>
                  </a:lnTo>
                  <a:lnTo>
                    <a:pt x="1258126" y="196855"/>
                  </a:lnTo>
                  <a:lnTo>
                    <a:pt x="1250311" y="196778"/>
                  </a:lnTo>
                  <a:lnTo>
                    <a:pt x="1242497" y="196702"/>
                  </a:lnTo>
                  <a:lnTo>
                    <a:pt x="1234682" y="196625"/>
                  </a:lnTo>
                  <a:lnTo>
                    <a:pt x="1226868" y="196548"/>
                  </a:lnTo>
                  <a:lnTo>
                    <a:pt x="1219053" y="196472"/>
                  </a:lnTo>
                  <a:lnTo>
                    <a:pt x="1211239" y="196395"/>
                  </a:lnTo>
                  <a:lnTo>
                    <a:pt x="1203425" y="196318"/>
                  </a:lnTo>
                  <a:lnTo>
                    <a:pt x="1195610" y="196241"/>
                  </a:lnTo>
                  <a:lnTo>
                    <a:pt x="1187796" y="196164"/>
                  </a:lnTo>
                  <a:lnTo>
                    <a:pt x="1179981" y="196087"/>
                  </a:lnTo>
                  <a:lnTo>
                    <a:pt x="1172167" y="196010"/>
                  </a:lnTo>
                  <a:lnTo>
                    <a:pt x="1164352" y="195933"/>
                  </a:lnTo>
                  <a:lnTo>
                    <a:pt x="1156538" y="195856"/>
                  </a:lnTo>
                  <a:lnTo>
                    <a:pt x="1148723" y="195779"/>
                  </a:lnTo>
                  <a:lnTo>
                    <a:pt x="1140909" y="195702"/>
                  </a:lnTo>
                  <a:lnTo>
                    <a:pt x="1133095" y="195625"/>
                  </a:lnTo>
                  <a:lnTo>
                    <a:pt x="1125280" y="195548"/>
                  </a:lnTo>
                  <a:lnTo>
                    <a:pt x="1117466" y="195470"/>
                  </a:lnTo>
                  <a:lnTo>
                    <a:pt x="1109651" y="195393"/>
                  </a:lnTo>
                  <a:lnTo>
                    <a:pt x="1101837" y="195316"/>
                  </a:lnTo>
                  <a:lnTo>
                    <a:pt x="1094022" y="195238"/>
                  </a:lnTo>
                  <a:lnTo>
                    <a:pt x="1086208" y="195161"/>
                  </a:lnTo>
                  <a:lnTo>
                    <a:pt x="1078393" y="195084"/>
                  </a:lnTo>
                  <a:lnTo>
                    <a:pt x="1070579" y="195006"/>
                  </a:lnTo>
                  <a:lnTo>
                    <a:pt x="1062765" y="194929"/>
                  </a:lnTo>
                  <a:lnTo>
                    <a:pt x="1054950" y="194851"/>
                  </a:lnTo>
                  <a:lnTo>
                    <a:pt x="1047136" y="194773"/>
                  </a:lnTo>
                  <a:lnTo>
                    <a:pt x="1039321" y="194696"/>
                  </a:lnTo>
                  <a:lnTo>
                    <a:pt x="1031507" y="194618"/>
                  </a:lnTo>
                  <a:lnTo>
                    <a:pt x="1023692" y="194540"/>
                  </a:lnTo>
                  <a:lnTo>
                    <a:pt x="1015878" y="194463"/>
                  </a:lnTo>
                  <a:lnTo>
                    <a:pt x="1008063" y="194385"/>
                  </a:lnTo>
                  <a:lnTo>
                    <a:pt x="1000249" y="194307"/>
                  </a:lnTo>
                  <a:lnTo>
                    <a:pt x="992434" y="194229"/>
                  </a:lnTo>
                  <a:lnTo>
                    <a:pt x="984620" y="194151"/>
                  </a:lnTo>
                  <a:lnTo>
                    <a:pt x="976806" y="194074"/>
                  </a:lnTo>
                  <a:lnTo>
                    <a:pt x="968991" y="193996"/>
                  </a:lnTo>
                  <a:lnTo>
                    <a:pt x="961177" y="193918"/>
                  </a:lnTo>
                  <a:lnTo>
                    <a:pt x="953362" y="193840"/>
                  </a:lnTo>
                  <a:lnTo>
                    <a:pt x="945548" y="193761"/>
                  </a:lnTo>
                  <a:lnTo>
                    <a:pt x="937733" y="193683"/>
                  </a:lnTo>
                  <a:lnTo>
                    <a:pt x="929919" y="193605"/>
                  </a:lnTo>
                  <a:lnTo>
                    <a:pt x="922104" y="193527"/>
                  </a:lnTo>
                  <a:lnTo>
                    <a:pt x="914290" y="193449"/>
                  </a:lnTo>
                  <a:lnTo>
                    <a:pt x="906476" y="193371"/>
                  </a:lnTo>
                  <a:lnTo>
                    <a:pt x="898661" y="193292"/>
                  </a:lnTo>
                  <a:lnTo>
                    <a:pt x="890847" y="193214"/>
                  </a:lnTo>
                  <a:lnTo>
                    <a:pt x="883032" y="193136"/>
                  </a:lnTo>
                  <a:lnTo>
                    <a:pt x="875218" y="193057"/>
                  </a:lnTo>
                  <a:lnTo>
                    <a:pt x="867403" y="192979"/>
                  </a:lnTo>
                  <a:lnTo>
                    <a:pt x="859589" y="192900"/>
                  </a:lnTo>
                  <a:lnTo>
                    <a:pt x="851774" y="192822"/>
                  </a:lnTo>
                  <a:lnTo>
                    <a:pt x="843960" y="192743"/>
                  </a:lnTo>
                  <a:lnTo>
                    <a:pt x="836145" y="192665"/>
                  </a:lnTo>
                  <a:lnTo>
                    <a:pt x="828331" y="192586"/>
                  </a:lnTo>
                  <a:lnTo>
                    <a:pt x="820517" y="192507"/>
                  </a:lnTo>
                  <a:lnTo>
                    <a:pt x="812702" y="192429"/>
                  </a:lnTo>
                  <a:lnTo>
                    <a:pt x="804888" y="192350"/>
                  </a:lnTo>
                  <a:lnTo>
                    <a:pt x="797073" y="192271"/>
                  </a:lnTo>
                  <a:lnTo>
                    <a:pt x="789259" y="192192"/>
                  </a:lnTo>
                  <a:lnTo>
                    <a:pt x="781444" y="192113"/>
                  </a:lnTo>
                  <a:lnTo>
                    <a:pt x="773630" y="192034"/>
                  </a:lnTo>
                  <a:lnTo>
                    <a:pt x="765815" y="191956"/>
                  </a:lnTo>
                  <a:lnTo>
                    <a:pt x="758001" y="191877"/>
                  </a:lnTo>
                  <a:lnTo>
                    <a:pt x="750187" y="191798"/>
                  </a:lnTo>
                  <a:lnTo>
                    <a:pt x="742372" y="191719"/>
                  </a:lnTo>
                  <a:lnTo>
                    <a:pt x="734558" y="191639"/>
                  </a:lnTo>
                  <a:lnTo>
                    <a:pt x="726743" y="191560"/>
                  </a:lnTo>
                  <a:lnTo>
                    <a:pt x="718929" y="191481"/>
                  </a:lnTo>
                  <a:lnTo>
                    <a:pt x="711114" y="191402"/>
                  </a:lnTo>
                  <a:lnTo>
                    <a:pt x="703300" y="191323"/>
                  </a:lnTo>
                  <a:lnTo>
                    <a:pt x="695485" y="191243"/>
                  </a:lnTo>
                  <a:lnTo>
                    <a:pt x="687671" y="191164"/>
                  </a:lnTo>
                  <a:lnTo>
                    <a:pt x="679857" y="191085"/>
                  </a:lnTo>
                  <a:lnTo>
                    <a:pt x="672042" y="191005"/>
                  </a:lnTo>
                  <a:lnTo>
                    <a:pt x="664228" y="190926"/>
                  </a:lnTo>
                  <a:lnTo>
                    <a:pt x="656413" y="190847"/>
                  </a:lnTo>
                  <a:lnTo>
                    <a:pt x="648599" y="190767"/>
                  </a:lnTo>
                  <a:lnTo>
                    <a:pt x="640784" y="190688"/>
                  </a:lnTo>
                  <a:lnTo>
                    <a:pt x="632970" y="190608"/>
                  </a:lnTo>
                  <a:lnTo>
                    <a:pt x="625155" y="190528"/>
                  </a:lnTo>
                  <a:lnTo>
                    <a:pt x="617341" y="190449"/>
                  </a:lnTo>
                  <a:lnTo>
                    <a:pt x="609526" y="190369"/>
                  </a:lnTo>
                  <a:lnTo>
                    <a:pt x="601712" y="190289"/>
                  </a:lnTo>
                  <a:lnTo>
                    <a:pt x="593898" y="190210"/>
                  </a:lnTo>
                  <a:lnTo>
                    <a:pt x="586083" y="190130"/>
                  </a:lnTo>
                  <a:lnTo>
                    <a:pt x="578269" y="190050"/>
                  </a:lnTo>
                  <a:lnTo>
                    <a:pt x="570454" y="189970"/>
                  </a:lnTo>
                  <a:lnTo>
                    <a:pt x="562640" y="189890"/>
                  </a:lnTo>
                  <a:lnTo>
                    <a:pt x="554825" y="189810"/>
                  </a:lnTo>
                  <a:lnTo>
                    <a:pt x="547011" y="189730"/>
                  </a:lnTo>
                  <a:lnTo>
                    <a:pt x="539196" y="189650"/>
                  </a:lnTo>
                  <a:lnTo>
                    <a:pt x="531382" y="189570"/>
                  </a:lnTo>
                  <a:lnTo>
                    <a:pt x="523568" y="189490"/>
                  </a:lnTo>
                  <a:lnTo>
                    <a:pt x="515753" y="189410"/>
                  </a:lnTo>
                  <a:lnTo>
                    <a:pt x="507939" y="189330"/>
                  </a:lnTo>
                  <a:lnTo>
                    <a:pt x="500124" y="189250"/>
                  </a:lnTo>
                  <a:lnTo>
                    <a:pt x="492310" y="189170"/>
                  </a:lnTo>
                  <a:lnTo>
                    <a:pt x="484495" y="189089"/>
                  </a:lnTo>
                  <a:lnTo>
                    <a:pt x="476681" y="189009"/>
                  </a:lnTo>
                  <a:lnTo>
                    <a:pt x="468866" y="188929"/>
                  </a:lnTo>
                  <a:lnTo>
                    <a:pt x="461052" y="188848"/>
                  </a:lnTo>
                  <a:lnTo>
                    <a:pt x="453238" y="188768"/>
                  </a:lnTo>
                  <a:lnTo>
                    <a:pt x="445423" y="188687"/>
                  </a:lnTo>
                  <a:lnTo>
                    <a:pt x="437609" y="188607"/>
                  </a:lnTo>
                  <a:lnTo>
                    <a:pt x="429794" y="188965"/>
                  </a:lnTo>
                  <a:lnTo>
                    <a:pt x="421980" y="189696"/>
                  </a:lnTo>
                  <a:lnTo>
                    <a:pt x="414165" y="190424"/>
                  </a:lnTo>
                  <a:lnTo>
                    <a:pt x="406351" y="191151"/>
                  </a:lnTo>
                  <a:lnTo>
                    <a:pt x="398536" y="191876"/>
                  </a:lnTo>
                  <a:lnTo>
                    <a:pt x="390722" y="192599"/>
                  </a:lnTo>
                  <a:lnTo>
                    <a:pt x="382907" y="193320"/>
                  </a:lnTo>
                  <a:lnTo>
                    <a:pt x="375093" y="194037"/>
                  </a:lnTo>
                  <a:lnTo>
                    <a:pt x="367279" y="194745"/>
                  </a:lnTo>
                  <a:lnTo>
                    <a:pt x="359464" y="195450"/>
                  </a:lnTo>
                  <a:lnTo>
                    <a:pt x="351650" y="196150"/>
                  </a:lnTo>
                  <a:lnTo>
                    <a:pt x="343835" y="196846"/>
                  </a:lnTo>
                  <a:lnTo>
                    <a:pt x="336021" y="197539"/>
                  </a:lnTo>
                  <a:lnTo>
                    <a:pt x="328206" y="198227"/>
                  </a:lnTo>
                  <a:lnTo>
                    <a:pt x="320392" y="198912"/>
                  </a:lnTo>
                  <a:lnTo>
                    <a:pt x="312577" y="199592"/>
                  </a:lnTo>
                  <a:lnTo>
                    <a:pt x="304763" y="200268"/>
                  </a:lnTo>
                  <a:lnTo>
                    <a:pt x="296949" y="200941"/>
                  </a:lnTo>
                  <a:lnTo>
                    <a:pt x="289134" y="201609"/>
                  </a:lnTo>
                  <a:lnTo>
                    <a:pt x="281320" y="202273"/>
                  </a:lnTo>
                  <a:lnTo>
                    <a:pt x="273505" y="202933"/>
                  </a:lnTo>
                  <a:lnTo>
                    <a:pt x="265691" y="203589"/>
                  </a:lnTo>
                  <a:lnTo>
                    <a:pt x="257876" y="204241"/>
                  </a:lnTo>
                  <a:lnTo>
                    <a:pt x="250062" y="204890"/>
                  </a:lnTo>
                  <a:lnTo>
                    <a:pt x="242247" y="205534"/>
                  </a:lnTo>
                  <a:lnTo>
                    <a:pt x="234433" y="206174"/>
                  </a:lnTo>
                  <a:lnTo>
                    <a:pt x="226619" y="206810"/>
                  </a:lnTo>
                  <a:lnTo>
                    <a:pt x="218804" y="207461"/>
                  </a:lnTo>
                  <a:lnTo>
                    <a:pt x="210990" y="208085"/>
                  </a:lnTo>
                  <a:lnTo>
                    <a:pt x="203175" y="208705"/>
                  </a:lnTo>
                  <a:lnTo>
                    <a:pt x="195361" y="209320"/>
                  </a:lnTo>
                  <a:lnTo>
                    <a:pt x="187546" y="209946"/>
                  </a:lnTo>
                  <a:lnTo>
                    <a:pt x="179732" y="210575"/>
                  </a:lnTo>
                  <a:lnTo>
                    <a:pt x="171917" y="211200"/>
                  </a:lnTo>
                  <a:lnTo>
                    <a:pt x="164103" y="211822"/>
                  </a:lnTo>
                  <a:lnTo>
                    <a:pt x="156288" y="212441"/>
                  </a:lnTo>
                  <a:lnTo>
                    <a:pt x="148474" y="213057"/>
                  </a:lnTo>
                  <a:lnTo>
                    <a:pt x="140660" y="213670"/>
                  </a:lnTo>
                  <a:lnTo>
                    <a:pt x="132845" y="214280"/>
                  </a:lnTo>
                  <a:lnTo>
                    <a:pt x="125031" y="214886"/>
                  </a:lnTo>
                  <a:lnTo>
                    <a:pt x="117216" y="215487"/>
                  </a:lnTo>
                  <a:lnTo>
                    <a:pt x="109402" y="216086"/>
                  </a:lnTo>
                  <a:lnTo>
                    <a:pt x="101587" y="216682"/>
                  </a:lnTo>
                  <a:lnTo>
                    <a:pt x="93773" y="217274"/>
                  </a:lnTo>
                  <a:lnTo>
                    <a:pt x="85958" y="217863"/>
                  </a:lnTo>
                  <a:lnTo>
                    <a:pt x="78144" y="218417"/>
                  </a:lnTo>
                  <a:lnTo>
                    <a:pt x="70330" y="218946"/>
                  </a:lnTo>
                  <a:lnTo>
                    <a:pt x="62515" y="219470"/>
                  </a:lnTo>
                  <a:lnTo>
                    <a:pt x="54701" y="219989"/>
                  </a:lnTo>
                  <a:lnTo>
                    <a:pt x="46886" y="220536"/>
                  </a:lnTo>
                  <a:lnTo>
                    <a:pt x="39072" y="221129"/>
                  </a:lnTo>
                  <a:lnTo>
                    <a:pt x="31257" y="221719"/>
                  </a:lnTo>
                  <a:lnTo>
                    <a:pt x="23443" y="222306"/>
                  </a:lnTo>
                  <a:lnTo>
                    <a:pt x="15628" y="222892"/>
                  </a:lnTo>
                  <a:lnTo>
                    <a:pt x="7814" y="223421"/>
                  </a:lnTo>
                  <a:lnTo>
                    <a:pt x="0" y="223930"/>
                  </a:lnTo>
                  <a:close/>
                </a:path>
              </a:pathLst>
            </a:custGeom>
            <a:solidFill>
              <a:srgbClr val="009E73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234" name="pl233"/>
            <p:cNvSpPr/>
            <p:nvPr/>
          </p:nvSpPr>
          <p:spPr>
            <a:xfrm>
              <a:off x="6041499" y="3534490"/>
              <a:ext cx="2023942" cy="188526"/>
            </a:xfrm>
            <a:custGeom>
              <a:avLst/>
              <a:pathLst>
                <a:path w="2023942" h="188526">
                  <a:moveTo>
                    <a:pt x="0" y="184042"/>
                  </a:moveTo>
                  <a:lnTo>
                    <a:pt x="7814" y="184124"/>
                  </a:lnTo>
                  <a:lnTo>
                    <a:pt x="15628" y="184207"/>
                  </a:lnTo>
                  <a:lnTo>
                    <a:pt x="23443" y="184289"/>
                  </a:lnTo>
                  <a:lnTo>
                    <a:pt x="31257" y="184372"/>
                  </a:lnTo>
                  <a:lnTo>
                    <a:pt x="39072" y="184454"/>
                  </a:lnTo>
                  <a:lnTo>
                    <a:pt x="46886" y="184536"/>
                  </a:lnTo>
                  <a:lnTo>
                    <a:pt x="54701" y="184619"/>
                  </a:lnTo>
                  <a:lnTo>
                    <a:pt x="62515" y="184701"/>
                  </a:lnTo>
                  <a:lnTo>
                    <a:pt x="70330" y="184783"/>
                  </a:lnTo>
                  <a:lnTo>
                    <a:pt x="78144" y="184865"/>
                  </a:lnTo>
                  <a:lnTo>
                    <a:pt x="85958" y="184948"/>
                  </a:lnTo>
                  <a:lnTo>
                    <a:pt x="93773" y="185030"/>
                  </a:lnTo>
                  <a:lnTo>
                    <a:pt x="101587" y="185112"/>
                  </a:lnTo>
                  <a:lnTo>
                    <a:pt x="109402" y="185194"/>
                  </a:lnTo>
                  <a:lnTo>
                    <a:pt x="117216" y="185276"/>
                  </a:lnTo>
                  <a:lnTo>
                    <a:pt x="125031" y="185358"/>
                  </a:lnTo>
                  <a:lnTo>
                    <a:pt x="132845" y="185440"/>
                  </a:lnTo>
                  <a:lnTo>
                    <a:pt x="140660" y="185522"/>
                  </a:lnTo>
                  <a:lnTo>
                    <a:pt x="148474" y="185603"/>
                  </a:lnTo>
                  <a:lnTo>
                    <a:pt x="156288" y="185685"/>
                  </a:lnTo>
                  <a:lnTo>
                    <a:pt x="164103" y="185767"/>
                  </a:lnTo>
                  <a:lnTo>
                    <a:pt x="171917" y="185849"/>
                  </a:lnTo>
                  <a:lnTo>
                    <a:pt x="179732" y="185931"/>
                  </a:lnTo>
                  <a:lnTo>
                    <a:pt x="187546" y="186012"/>
                  </a:lnTo>
                  <a:lnTo>
                    <a:pt x="195361" y="186094"/>
                  </a:lnTo>
                  <a:lnTo>
                    <a:pt x="203175" y="186176"/>
                  </a:lnTo>
                  <a:lnTo>
                    <a:pt x="210990" y="186257"/>
                  </a:lnTo>
                  <a:lnTo>
                    <a:pt x="218804" y="186339"/>
                  </a:lnTo>
                  <a:lnTo>
                    <a:pt x="226619" y="186420"/>
                  </a:lnTo>
                  <a:lnTo>
                    <a:pt x="234433" y="186502"/>
                  </a:lnTo>
                  <a:lnTo>
                    <a:pt x="242247" y="186583"/>
                  </a:lnTo>
                  <a:lnTo>
                    <a:pt x="250062" y="186664"/>
                  </a:lnTo>
                  <a:lnTo>
                    <a:pt x="257876" y="186746"/>
                  </a:lnTo>
                  <a:lnTo>
                    <a:pt x="265691" y="186827"/>
                  </a:lnTo>
                  <a:lnTo>
                    <a:pt x="273505" y="186908"/>
                  </a:lnTo>
                  <a:lnTo>
                    <a:pt x="281320" y="186990"/>
                  </a:lnTo>
                  <a:lnTo>
                    <a:pt x="289134" y="187071"/>
                  </a:lnTo>
                  <a:lnTo>
                    <a:pt x="296949" y="187152"/>
                  </a:lnTo>
                  <a:lnTo>
                    <a:pt x="304763" y="187233"/>
                  </a:lnTo>
                  <a:lnTo>
                    <a:pt x="312577" y="187314"/>
                  </a:lnTo>
                  <a:lnTo>
                    <a:pt x="320392" y="187395"/>
                  </a:lnTo>
                  <a:lnTo>
                    <a:pt x="328206" y="187476"/>
                  </a:lnTo>
                  <a:lnTo>
                    <a:pt x="336021" y="187557"/>
                  </a:lnTo>
                  <a:lnTo>
                    <a:pt x="343835" y="187638"/>
                  </a:lnTo>
                  <a:lnTo>
                    <a:pt x="351650" y="187719"/>
                  </a:lnTo>
                  <a:lnTo>
                    <a:pt x="359464" y="187800"/>
                  </a:lnTo>
                  <a:lnTo>
                    <a:pt x="367279" y="187881"/>
                  </a:lnTo>
                  <a:lnTo>
                    <a:pt x="375093" y="187962"/>
                  </a:lnTo>
                  <a:lnTo>
                    <a:pt x="382907" y="188043"/>
                  </a:lnTo>
                  <a:lnTo>
                    <a:pt x="390722" y="188123"/>
                  </a:lnTo>
                  <a:lnTo>
                    <a:pt x="398536" y="188204"/>
                  </a:lnTo>
                  <a:lnTo>
                    <a:pt x="406351" y="188285"/>
                  </a:lnTo>
                  <a:lnTo>
                    <a:pt x="414165" y="188365"/>
                  </a:lnTo>
                  <a:lnTo>
                    <a:pt x="421980" y="188446"/>
                  </a:lnTo>
                  <a:lnTo>
                    <a:pt x="429794" y="188526"/>
                  </a:lnTo>
                  <a:lnTo>
                    <a:pt x="437609" y="188229"/>
                  </a:lnTo>
                  <a:lnTo>
                    <a:pt x="445423" y="187487"/>
                  </a:lnTo>
                  <a:lnTo>
                    <a:pt x="453238" y="186743"/>
                  </a:lnTo>
                  <a:lnTo>
                    <a:pt x="461052" y="185995"/>
                  </a:lnTo>
                  <a:lnTo>
                    <a:pt x="468866" y="185244"/>
                  </a:lnTo>
                  <a:lnTo>
                    <a:pt x="476681" y="184491"/>
                  </a:lnTo>
                  <a:lnTo>
                    <a:pt x="484495" y="183734"/>
                  </a:lnTo>
                  <a:lnTo>
                    <a:pt x="492310" y="182975"/>
                  </a:lnTo>
                  <a:lnTo>
                    <a:pt x="500124" y="182217"/>
                  </a:lnTo>
                  <a:lnTo>
                    <a:pt x="507939" y="181451"/>
                  </a:lnTo>
                  <a:lnTo>
                    <a:pt x="515753" y="180678"/>
                  </a:lnTo>
                  <a:lnTo>
                    <a:pt x="523568" y="179903"/>
                  </a:lnTo>
                  <a:lnTo>
                    <a:pt x="531382" y="179127"/>
                  </a:lnTo>
                  <a:lnTo>
                    <a:pt x="539196" y="178349"/>
                  </a:lnTo>
                  <a:lnTo>
                    <a:pt x="547011" y="177567"/>
                  </a:lnTo>
                  <a:lnTo>
                    <a:pt x="554825" y="176783"/>
                  </a:lnTo>
                  <a:lnTo>
                    <a:pt x="562640" y="175987"/>
                  </a:lnTo>
                  <a:lnTo>
                    <a:pt x="570454" y="175187"/>
                  </a:lnTo>
                  <a:lnTo>
                    <a:pt x="578269" y="174395"/>
                  </a:lnTo>
                  <a:lnTo>
                    <a:pt x="586083" y="173600"/>
                  </a:lnTo>
                  <a:lnTo>
                    <a:pt x="593898" y="172802"/>
                  </a:lnTo>
                  <a:lnTo>
                    <a:pt x="601712" y="172002"/>
                  </a:lnTo>
                  <a:lnTo>
                    <a:pt x="609526" y="171200"/>
                  </a:lnTo>
                  <a:lnTo>
                    <a:pt x="617341" y="170394"/>
                  </a:lnTo>
                  <a:lnTo>
                    <a:pt x="625155" y="169586"/>
                  </a:lnTo>
                  <a:lnTo>
                    <a:pt x="632970" y="168771"/>
                  </a:lnTo>
                  <a:lnTo>
                    <a:pt x="640784" y="167934"/>
                  </a:lnTo>
                  <a:lnTo>
                    <a:pt x="648599" y="167077"/>
                  </a:lnTo>
                  <a:lnTo>
                    <a:pt x="656413" y="166214"/>
                  </a:lnTo>
                  <a:lnTo>
                    <a:pt x="664228" y="165346"/>
                  </a:lnTo>
                  <a:lnTo>
                    <a:pt x="672042" y="164473"/>
                  </a:lnTo>
                  <a:lnTo>
                    <a:pt x="679857" y="163594"/>
                  </a:lnTo>
                  <a:lnTo>
                    <a:pt x="687671" y="162710"/>
                  </a:lnTo>
                  <a:lnTo>
                    <a:pt x="695485" y="161820"/>
                  </a:lnTo>
                  <a:lnTo>
                    <a:pt x="703300" y="160925"/>
                  </a:lnTo>
                  <a:lnTo>
                    <a:pt x="711114" y="160045"/>
                  </a:lnTo>
                  <a:lnTo>
                    <a:pt x="718929" y="159170"/>
                  </a:lnTo>
                  <a:lnTo>
                    <a:pt x="726743" y="158291"/>
                  </a:lnTo>
                  <a:lnTo>
                    <a:pt x="734558" y="157409"/>
                  </a:lnTo>
                  <a:lnTo>
                    <a:pt x="742372" y="156523"/>
                  </a:lnTo>
                  <a:lnTo>
                    <a:pt x="750187" y="155633"/>
                  </a:lnTo>
                  <a:lnTo>
                    <a:pt x="758001" y="154740"/>
                  </a:lnTo>
                  <a:lnTo>
                    <a:pt x="765815" y="153844"/>
                  </a:lnTo>
                  <a:lnTo>
                    <a:pt x="773630" y="152944"/>
                  </a:lnTo>
                  <a:lnTo>
                    <a:pt x="781444" y="152040"/>
                  </a:lnTo>
                  <a:lnTo>
                    <a:pt x="789259" y="151133"/>
                  </a:lnTo>
                  <a:lnTo>
                    <a:pt x="797073" y="150223"/>
                  </a:lnTo>
                  <a:lnTo>
                    <a:pt x="804888" y="149309"/>
                  </a:lnTo>
                  <a:lnTo>
                    <a:pt x="812702" y="148385"/>
                  </a:lnTo>
                  <a:lnTo>
                    <a:pt x="820517" y="147440"/>
                  </a:lnTo>
                  <a:lnTo>
                    <a:pt x="828331" y="146507"/>
                  </a:lnTo>
                  <a:lnTo>
                    <a:pt x="836145" y="145625"/>
                  </a:lnTo>
                  <a:lnTo>
                    <a:pt x="843960" y="144719"/>
                  </a:lnTo>
                  <a:lnTo>
                    <a:pt x="851774" y="143856"/>
                  </a:lnTo>
                  <a:lnTo>
                    <a:pt x="859589" y="142970"/>
                  </a:lnTo>
                  <a:lnTo>
                    <a:pt x="867403" y="142082"/>
                  </a:lnTo>
                  <a:lnTo>
                    <a:pt x="875218" y="141193"/>
                  </a:lnTo>
                  <a:lnTo>
                    <a:pt x="883032" y="140303"/>
                  </a:lnTo>
                  <a:lnTo>
                    <a:pt x="890847" y="139412"/>
                  </a:lnTo>
                  <a:lnTo>
                    <a:pt x="898661" y="138519"/>
                  </a:lnTo>
                  <a:lnTo>
                    <a:pt x="906476" y="137626"/>
                  </a:lnTo>
                  <a:lnTo>
                    <a:pt x="914290" y="136616"/>
                  </a:lnTo>
                  <a:lnTo>
                    <a:pt x="922104" y="135658"/>
                  </a:lnTo>
                  <a:lnTo>
                    <a:pt x="929919" y="134743"/>
                  </a:lnTo>
                  <a:lnTo>
                    <a:pt x="937733" y="133826"/>
                  </a:lnTo>
                  <a:lnTo>
                    <a:pt x="945548" y="132908"/>
                  </a:lnTo>
                  <a:lnTo>
                    <a:pt x="953362" y="131993"/>
                  </a:lnTo>
                  <a:lnTo>
                    <a:pt x="961177" y="131076"/>
                  </a:lnTo>
                  <a:lnTo>
                    <a:pt x="968991" y="130158"/>
                  </a:lnTo>
                  <a:lnTo>
                    <a:pt x="976806" y="129239"/>
                  </a:lnTo>
                  <a:lnTo>
                    <a:pt x="984620" y="128319"/>
                  </a:lnTo>
                  <a:lnTo>
                    <a:pt x="992434" y="127358"/>
                  </a:lnTo>
                  <a:lnTo>
                    <a:pt x="1000249" y="126392"/>
                  </a:lnTo>
                  <a:lnTo>
                    <a:pt x="1008063" y="125424"/>
                  </a:lnTo>
                  <a:lnTo>
                    <a:pt x="1015878" y="124487"/>
                  </a:lnTo>
                  <a:lnTo>
                    <a:pt x="1023692" y="123601"/>
                  </a:lnTo>
                  <a:lnTo>
                    <a:pt x="1031507" y="122703"/>
                  </a:lnTo>
                  <a:lnTo>
                    <a:pt x="1039321" y="121664"/>
                  </a:lnTo>
                  <a:lnTo>
                    <a:pt x="1047136" y="120681"/>
                  </a:lnTo>
                  <a:lnTo>
                    <a:pt x="1054950" y="119702"/>
                  </a:lnTo>
                  <a:lnTo>
                    <a:pt x="1062765" y="118721"/>
                  </a:lnTo>
                  <a:lnTo>
                    <a:pt x="1070579" y="117739"/>
                  </a:lnTo>
                  <a:lnTo>
                    <a:pt x="1078393" y="116756"/>
                  </a:lnTo>
                  <a:lnTo>
                    <a:pt x="1086208" y="115770"/>
                  </a:lnTo>
                  <a:lnTo>
                    <a:pt x="1094022" y="114783"/>
                  </a:lnTo>
                  <a:lnTo>
                    <a:pt x="1101837" y="113796"/>
                  </a:lnTo>
                  <a:lnTo>
                    <a:pt x="1109651" y="112808"/>
                  </a:lnTo>
                  <a:lnTo>
                    <a:pt x="1117466" y="111895"/>
                  </a:lnTo>
                  <a:lnTo>
                    <a:pt x="1125280" y="110988"/>
                  </a:lnTo>
                  <a:lnTo>
                    <a:pt x="1133095" y="110045"/>
                  </a:lnTo>
                  <a:lnTo>
                    <a:pt x="1140909" y="108970"/>
                  </a:lnTo>
                  <a:lnTo>
                    <a:pt x="1148723" y="107891"/>
                  </a:lnTo>
                  <a:lnTo>
                    <a:pt x="1156538" y="106834"/>
                  </a:lnTo>
                  <a:lnTo>
                    <a:pt x="1164352" y="105831"/>
                  </a:lnTo>
                  <a:lnTo>
                    <a:pt x="1172167" y="104828"/>
                  </a:lnTo>
                  <a:lnTo>
                    <a:pt x="1179981" y="103824"/>
                  </a:lnTo>
                  <a:lnTo>
                    <a:pt x="1187796" y="102820"/>
                  </a:lnTo>
                  <a:lnTo>
                    <a:pt x="1195610" y="101815"/>
                  </a:lnTo>
                  <a:lnTo>
                    <a:pt x="1203425" y="100809"/>
                  </a:lnTo>
                  <a:lnTo>
                    <a:pt x="1211239" y="99802"/>
                  </a:lnTo>
                  <a:lnTo>
                    <a:pt x="1219053" y="98797"/>
                  </a:lnTo>
                  <a:lnTo>
                    <a:pt x="1226868" y="97792"/>
                  </a:lnTo>
                  <a:lnTo>
                    <a:pt x="1234682" y="96897"/>
                  </a:lnTo>
                  <a:lnTo>
                    <a:pt x="1242497" y="96003"/>
                  </a:lnTo>
                  <a:lnTo>
                    <a:pt x="1250311" y="95111"/>
                  </a:lnTo>
                  <a:lnTo>
                    <a:pt x="1258126" y="94220"/>
                  </a:lnTo>
                  <a:lnTo>
                    <a:pt x="1265940" y="93330"/>
                  </a:lnTo>
                  <a:lnTo>
                    <a:pt x="1273755" y="92442"/>
                  </a:lnTo>
                  <a:lnTo>
                    <a:pt x="1281569" y="91555"/>
                  </a:lnTo>
                  <a:lnTo>
                    <a:pt x="1289384" y="90561"/>
                  </a:lnTo>
                  <a:lnTo>
                    <a:pt x="1297198" y="89564"/>
                  </a:lnTo>
                  <a:lnTo>
                    <a:pt x="1305012" y="88567"/>
                  </a:lnTo>
                  <a:lnTo>
                    <a:pt x="1312827" y="87569"/>
                  </a:lnTo>
                  <a:lnTo>
                    <a:pt x="1320641" y="86571"/>
                  </a:lnTo>
                  <a:lnTo>
                    <a:pt x="1328456" y="85574"/>
                  </a:lnTo>
                  <a:lnTo>
                    <a:pt x="1336270" y="84576"/>
                  </a:lnTo>
                  <a:lnTo>
                    <a:pt x="1344085" y="83578"/>
                  </a:lnTo>
                  <a:lnTo>
                    <a:pt x="1351899" y="82580"/>
                  </a:lnTo>
                  <a:lnTo>
                    <a:pt x="1359714" y="81582"/>
                  </a:lnTo>
                  <a:lnTo>
                    <a:pt x="1367528" y="80585"/>
                  </a:lnTo>
                  <a:lnTo>
                    <a:pt x="1375342" y="79587"/>
                  </a:lnTo>
                  <a:lnTo>
                    <a:pt x="1383157" y="78546"/>
                  </a:lnTo>
                  <a:lnTo>
                    <a:pt x="1390971" y="77488"/>
                  </a:lnTo>
                  <a:lnTo>
                    <a:pt x="1398786" y="76431"/>
                  </a:lnTo>
                  <a:lnTo>
                    <a:pt x="1406600" y="75373"/>
                  </a:lnTo>
                  <a:lnTo>
                    <a:pt x="1414415" y="74315"/>
                  </a:lnTo>
                  <a:lnTo>
                    <a:pt x="1422229" y="73257"/>
                  </a:lnTo>
                  <a:lnTo>
                    <a:pt x="1430044" y="72198"/>
                  </a:lnTo>
                  <a:lnTo>
                    <a:pt x="1437858" y="71139"/>
                  </a:lnTo>
                  <a:lnTo>
                    <a:pt x="1445672" y="70080"/>
                  </a:lnTo>
                  <a:lnTo>
                    <a:pt x="1453487" y="69136"/>
                  </a:lnTo>
                  <a:lnTo>
                    <a:pt x="1461301" y="68219"/>
                  </a:lnTo>
                  <a:lnTo>
                    <a:pt x="1469116" y="67306"/>
                  </a:lnTo>
                  <a:lnTo>
                    <a:pt x="1476930" y="66356"/>
                  </a:lnTo>
                  <a:lnTo>
                    <a:pt x="1484745" y="65340"/>
                  </a:lnTo>
                  <a:lnTo>
                    <a:pt x="1492559" y="64324"/>
                  </a:lnTo>
                  <a:lnTo>
                    <a:pt x="1500374" y="63327"/>
                  </a:lnTo>
                  <a:lnTo>
                    <a:pt x="1508188" y="62403"/>
                  </a:lnTo>
                  <a:lnTo>
                    <a:pt x="1516003" y="61481"/>
                  </a:lnTo>
                  <a:lnTo>
                    <a:pt x="1523817" y="60561"/>
                  </a:lnTo>
                  <a:lnTo>
                    <a:pt x="1531631" y="59643"/>
                  </a:lnTo>
                  <a:lnTo>
                    <a:pt x="1539446" y="58727"/>
                  </a:lnTo>
                  <a:lnTo>
                    <a:pt x="1547260" y="57807"/>
                  </a:lnTo>
                  <a:lnTo>
                    <a:pt x="1555075" y="56826"/>
                  </a:lnTo>
                  <a:lnTo>
                    <a:pt x="1562889" y="55847"/>
                  </a:lnTo>
                  <a:lnTo>
                    <a:pt x="1570704" y="54869"/>
                  </a:lnTo>
                  <a:lnTo>
                    <a:pt x="1578518" y="53893"/>
                  </a:lnTo>
                  <a:lnTo>
                    <a:pt x="1586333" y="52918"/>
                  </a:lnTo>
                  <a:lnTo>
                    <a:pt x="1594147" y="51944"/>
                  </a:lnTo>
                  <a:lnTo>
                    <a:pt x="1601961" y="50972"/>
                  </a:lnTo>
                  <a:lnTo>
                    <a:pt x="1609776" y="49907"/>
                  </a:lnTo>
                  <a:lnTo>
                    <a:pt x="1617590" y="48833"/>
                  </a:lnTo>
                  <a:lnTo>
                    <a:pt x="1625405" y="47760"/>
                  </a:lnTo>
                  <a:lnTo>
                    <a:pt x="1633219" y="46689"/>
                  </a:lnTo>
                  <a:lnTo>
                    <a:pt x="1641034" y="45620"/>
                  </a:lnTo>
                  <a:lnTo>
                    <a:pt x="1648848" y="44551"/>
                  </a:lnTo>
                  <a:lnTo>
                    <a:pt x="1656663" y="43529"/>
                  </a:lnTo>
                  <a:lnTo>
                    <a:pt x="1664477" y="42638"/>
                  </a:lnTo>
                  <a:lnTo>
                    <a:pt x="1672291" y="41749"/>
                  </a:lnTo>
                  <a:lnTo>
                    <a:pt x="1680106" y="40864"/>
                  </a:lnTo>
                  <a:lnTo>
                    <a:pt x="1687920" y="39980"/>
                  </a:lnTo>
                  <a:lnTo>
                    <a:pt x="1695735" y="39083"/>
                  </a:lnTo>
                  <a:lnTo>
                    <a:pt x="1703549" y="38204"/>
                  </a:lnTo>
                  <a:lnTo>
                    <a:pt x="1711364" y="37277"/>
                  </a:lnTo>
                  <a:lnTo>
                    <a:pt x="1719178" y="36304"/>
                  </a:lnTo>
                  <a:lnTo>
                    <a:pt x="1726993" y="35352"/>
                  </a:lnTo>
                  <a:lnTo>
                    <a:pt x="1734807" y="34505"/>
                  </a:lnTo>
                  <a:lnTo>
                    <a:pt x="1742622" y="33661"/>
                  </a:lnTo>
                  <a:lnTo>
                    <a:pt x="1750436" y="32821"/>
                  </a:lnTo>
                  <a:lnTo>
                    <a:pt x="1758250" y="31854"/>
                  </a:lnTo>
                  <a:lnTo>
                    <a:pt x="1766065" y="30858"/>
                  </a:lnTo>
                  <a:lnTo>
                    <a:pt x="1773879" y="29865"/>
                  </a:lnTo>
                  <a:lnTo>
                    <a:pt x="1781694" y="28942"/>
                  </a:lnTo>
                  <a:lnTo>
                    <a:pt x="1789508" y="28061"/>
                  </a:lnTo>
                  <a:lnTo>
                    <a:pt x="1797323" y="27183"/>
                  </a:lnTo>
                  <a:lnTo>
                    <a:pt x="1805137" y="26307"/>
                  </a:lnTo>
                  <a:lnTo>
                    <a:pt x="1812952" y="25388"/>
                  </a:lnTo>
                  <a:lnTo>
                    <a:pt x="1820766" y="24455"/>
                  </a:lnTo>
                  <a:lnTo>
                    <a:pt x="1828580" y="23524"/>
                  </a:lnTo>
                  <a:lnTo>
                    <a:pt x="1836395" y="22596"/>
                  </a:lnTo>
                  <a:lnTo>
                    <a:pt x="1844209" y="21670"/>
                  </a:lnTo>
                  <a:lnTo>
                    <a:pt x="1852024" y="20748"/>
                  </a:lnTo>
                  <a:lnTo>
                    <a:pt x="1859838" y="19828"/>
                  </a:lnTo>
                  <a:lnTo>
                    <a:pt x="1867653" y="18912"/>
                  </a:lnTo>
                  <a:lnTo>
                    <a:pt x="1875467" y="17998"/>
                  </a:lnTo>
                  <a:lnTo>
                    <a:pt x="1883282" y="17027"/>
                  </a:lnTo>
                  <a:lnTo>
                    <a:pt x="1891096" y="16056"/>
                  </a:lnTo>
                  <a:lnTo>
                    <a:pt x="1898910" y="15088"/>
                  </a:lnTo>
                  <a:lnTo>
                    <a:pt x="1906725" y="14123"/>
                  </a:lnTo>
                  <a:lnTo>
                    <a:pt x="1914539" y="13160"/>
                  </a:lnTo>
                  <a:lnTo>
                    <a:pt x="1922354" y="12199"/>
                  </a:lnTo>
                  <a:lnTo>
                    <a:pt x="1930168" y="11241"/>
                  </a:lnTo>
                  <a:lnTo>
                    <a:pt x="1937983" y="10286"/>
                  </a:lnTo>
                  <a:lnTo>
                    <a:pt x="1945797" y="9334"/>
                  </a:lnTo>
                  <a:lnTo>
                    <a:pt x="1953612" y="8384"/>
                  </a:lnTo>
                  <a:lnTo>
                    <a:pt x="1961426" y="7438"/>
                  </a:lnTo>
                  <a:lnTo>
                    <a:pt x="1969241" y="6469"/>
                  </a:lnTo>
                  <a:lnTo>
                    <a:pt x="1977055" y="5440"/>
                  </a:lnTo>
                  <a:lnTo>
                    <a:pt x="1984869" y="4549"/>
                  </a:lnTo>
                  <a:lnTo>
                    <a:pt x="1992684" y="3661"/>
                  </a:lnTo>
                  <a:lnTo>
                    <a:pt x="2000498" y="2736"/>
                  </a:lnTo>
                  <a:lnTo>
                    <a:pt x="2008313" y="1809"/>
                  </a:lnTo>
                  <a:lnTo>
                    <a:pt x="2016127" y="887"/>
                  </a:lnTo>
                  <a:lnTo>
                    <a:pt x="202394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5" name="pl234"/>
            <p:cNvSpPr/>
            <p:nvPr/>
          </p:nvSpPr>
          <p:spPr>
            <a:xfrm>
              <a:off x="6041499" y="3723097"/>
              <a:ext cx="2023942" cy="35323"/>
            </a:xfrm>
            <a:custGeom>
              <a:avLst/>
              <a:pathLst>
                <a:path w="2023942" h="35323">
                  <a:moveTo>
                    <a:pt x="2023942" y="15568"/>
                  </a:moveTo>
                  <a:lnTo>
                    <a:pt x="2016127" y="15495"/>
                  </a:lnTo>
                  <a:lnTo>
                    <a:pt x="2008313" y="15422"/>
                  </a:lnTo>
                  <a:lnTo>
                    <a:pt x="2000498" y="15349"/>
                  </a:lnTo>
                  <a:lnTo>
                    <a:pt x="1992684" y="15277"/>
                  </a:lnTo>
                  <a:lnTo>
                    <a:pt x="1984869" y="15204"/>
                  </a:lnTo>
                  <a:lnTo>
                    <a:pt x="1977055" y="15131"/>
                  </a:lnTo>
                  <a:lnTo>
                    <a:pt x="1969241" y="15057"/>
                  </a:lnTo>
                  <a:lnTo>
                    <a:pt x="1961426" y="14984"/>
                  </a:lnTo>
                  <a:lnTo>
                    <a:pt x="1953612" y="14911"/>
                  </a:lnTo>
                  <a:lnTo>
                    <a:pt x="1945797" y="14838"/>
                  </a:lnTo>
                  <a:lnTo>
                    <a:pt x="1937983" y="14765"/>
                  </a:lnTo>
                  <a:lnTo>
                    <a:pt x="1930168" y="14692"/>
                  </a:lnTo>
                  <a:lnTo>
                    <a:pt x="1922354" y="14618"/>
                  </a:lnTo>
                  <a:lnTo>
                    <a:pt x="1914539" y="14545"/>
                  </a:lnTo>
                  <a:lnTo>
                    <a:pt x="1906725" y="14472"/>
                  </a:lnTo>
                  <a:lnTo>
                    <a:pt x="1898910" y="14398"/>
                  </a:lnTo>
                  <a:lnTo>
                    <a:pt x="1891096" y="14325"/>
                  </a:lnTo>
                  <a:lnTo>
                    <a:pt x="1883282" y="14251"/>
                  </a:lnTo>
                  <a:lnTo>
                    <a:pt x="1875467" y="14178"/>
                  </a:lnTo>
                  <a:lnTo>
                    <a:pt x="1867653" y="14104"/>
                  </a:lnTo>
                  <a:lnTo>
                    <a:pt x="1859838" y="14030"/>
                  </a:lnTo>
                  <a:lnTo>
                    <a:pt x="1852024" y="13957"/>
                  </a:lnTo>
                  <a:lnTo>
                    <a:pt x="1844209" y="13883"/>
                  </a:lnTo>
                  <a:lnTo>
                    <a:pt x="1836395" y="13809"/>
                  </a:lnTo>
                  <a:lnTo>
                    <a:pt x="1828580" y="13736"/>
                  </a:lnTo>
                  <a:lnTo>
                    <a:pt x="1820766" y="13662"/>
                  </a:lnTo>
                  <a:lnTo>
                    <a:pt x="1812952" y="13588"/>
                  </a:lnTo>
                  <a:lnTo>
                    <a:pt x="1805137" y="13514"/>
                  </a:lnTo>
                  <a:lnTo>
                    <a:pt x="1797323" y="13440"/>
                  </a:lnTo>
                  <a:lnTo>
                    <a:pt x="1789508" y="13366"/>
                  </a:lnTo>
                  <a:lnTo>
                    <a:pt x="1781694" y="13292"/>
                  </a:lnTo>
                  <a:lnTo>
                    <a:pt x="1773879" y="13218"/>
                  </a:lnTo>
                  <a:lnTo>
                    <a:pt x="1766065" y="13144"/>
                  </a:lnTo>
                  <a:lnTo>
                    <a:pt x="1758250" y="13070"/>
                  </a:lnTo>
                  <a:lnTo>
                    <a:pt x="1750436" y="12996"/>
                  </a:lnTo>
                  <a:lnTo>
                    <a:pt x="1742622" y="12922"/>
                  </a:lnTo>
                  <a:lnTo>
                    <a:pt x="1734807" y="12848"/>
                  </a:lnTo>
                  <a:lnTo>
                    <a:pt x="1726993" y="12773"/>
                  </a:lnTo>
                  <a:lnTo>
                    <a:pt x="1719178" y="12699"/>
                  </a:lnTo>
                  <a:lnTo>
                    <a:pt x="1711364" y="12625"/>
                  </a:lnTo>
                  <a:lnTo>
                    <a:pt x="1703549" y="12550"/>
                  </a:lnTo>
                  <a:lnTo>
                    <a:pt x="1695735" y="12476"/>
                  </a:lnTo>
                  <a:lnTo>
                    <a:pt x="1687920" y="12401"/>
                  </a:lnTo>
                  <a:lnTo>
                    <a:pt x="1680106" y="12327"/>
                  </a:lnTo>
                  <a:lnTo>
                    <a:pt x="1672291" y="12252"/>
                  </a:lnTo>
                  <a:lnTo>
                    <a:pt x="1664477" y="12178"/>
                  </a:lnTo>
                  <a:lnTo>
                    <a:pt x="1656663" y="12103"/>
                  </a:lnTo>
                  <a:lnTo>
                    <a:pt x="1648848" y="12029"/>
                  </a:lnTo>
                  <a:lnTo>
                    <a:pt x="1641034" y="11954"/>
                  </a:lnTo>
                  <a:lnTo>
                    <a:pt x="1633219" y="11879"/>
                  </a:lnTo>
                  <a:lnTo>
                    <a:pt x="1625405" y="11804"/>
                  </a:lnTo>
                  <a:lnTo>
                    <a:pt x="1617590" y="11730"/>
                  </a:lnTo>
                  <a:lnTo>
                    <a:pt x="1609776" y="11655"/>
                  </a:lnTo>
                  <a:lnTo>
                    <a:pt x="1601961" y="11580"/>
                  </a:lnTo>
                  <a:lnTo>
                    <a:pt x="1594147" y="11505"/>
                  </a:lnTo>
                  <a:lnTo>
                    <a:pt x="1586333" y="11430"/>
                  </a:lnTo>
                  <a:lnTo>
                    <a:pt x="1578518" y="11355"/>
                  </a:lnTo>
                  <a:lnTo>
                    <a:pt x="1570704" y="11280"/>
                  </a:lnTo>
                  <a:lnTo>
                    <a:pt x="1562889" y="11205"/>
                  </a:lnTo>
                  <a:lnTo>
                    <a:pt x="1555075" y="11130"/>
                  </a:lnTo>
                  <a:lnTo>
                    <a:pt x="1547260" y="11055"/>
                  </a:lnTo>
                  <a:lnTo>
                    <a:pt x="1539446" y="10979"/>
                  </a:lnTo>
                  <a:lnTo>
                    <a:pt x="1531631" y="10904"/>
                  </a:lnTo>
                  <a:lnTo>
                    <a:pt x="1523817" y="10829"/>
                  </a:lnTo>
                  <a:lnTo>
                    <a:pt x="1516003" y="10754"/>
                  </a:lnTo>
                  <a:lnTo>
                    <a:pt x="1508188" y="10678"/>
                  </a:lnTo>
                  <a:lnTo>
                    <a:pt x="1500374" y="10603"/>
                  </a:lnTo>
                  <a:lnTo>
                    <a:pt x="1492559" y="10528"/>
                  </a:lnTo>
                  <a:lnTo>
                    <a:pt x="1484745" y="10452"/>
                  </a:lnTo>
                  <a:lnTo>
                    <a:pt x="1476930" y="10377"/>
                  </a:lnTo>
                  <a:lnTo>
                    <a:pt x="1469116" y="10301"/>
                  </a:lnTo>
                  <a:lnTo>
                    <a:pt x="1461301" y="10226"/>
                  </a:lnTo>
                  <a:lnTo>
                    <a:pt x="1453487" y="10150"/>
                  </a:lnTo>
                  <a:lnTo>
                    <a:pt x="1445672" y="10074"/>
                  </a:lnTo>
                  <a:lnTo>
                    <a:pt x="1437858" y="9999"/>
                  </a:lnTo>
                  <a:lnTo>
                    <a:pt x="1430044" y="9923"/>
                  </a:lnTo>
                  <a:lnTo>
                    <a:pt x="1422229" y="9847"/>
                  </a:lnTo>
                  <a:lnTo>
                    <a:pt x="1414415" y="9771"/>
                  </a:lnTo>
                  <a:lnTo>
                    <a:pt x="1406600" y="9695"/>
                  </a:lnTo>
                  <a:lnTo>
                    <a:pt x="1398786" y="9620"/>
                  </a:lnTo>
                  <a:lnTo>
                    <a:pt x="1390971" y="9544"/>
                  </a:lnTo>
                  <a:lnTo>
                    <a:pt x="1383157" y="9468"/>
                  </a:lnTo>
                  <a:lnTo>
                    <a:pt x="1375342" y="9392"/>
                  </a:lnTo>
                  <a:lnTo>
                    <a:pt x="1367528" y="9316"/>
                  </a:lnTo>
                  <a:lnTo>
                    <a:pt x="1359714" y="9240"/>
                  </a:lnTo>
                  <a:lnTo>
                    <a:pt x="1351899" y="9164"/>
                  </a:lnTo>
                  <a:lnTo>
                    <a:pt x="1344085" y="9087"/>
                  </a:lnTo>
                  <a:lnTo>
                    <a:pt x="1336270" y="9011"/>
                  </a:lnTo>
                  <a:lnTo>
                    <a:pt x="1328456" y="8935"/>
                  </a:lnTo>
                  <a:lnTo>
                    <a:pt x="1320641" y="8859"/>
                  </a:lnTo>
                  <a:lnTo>
                    <a:pt x="1312827" y="8783"/>
                  </a:lnTo>
                  <a:lnTo>
                    <a:pt x="1305012" y="8706"/>
                  </a:lnTo>
                  <a:lnTo>
                    <a:pt x="1297198" y="8630"/>
                  </a:lnTo>
                  <a:lnTo>
                    <a:pt x="1289384" y="8553"/>
                  </a:lnTo>
                  <a:lnTo>
                    <a:pt x="1281569" y="8477"/>
                  </a:lnTo>
                  <a:lnTo>
                    <a:pt x="1273755" y="8400"/>
                  </a:lnTo>
                  <a:lnTo>
                    <a:pt x="1265940" y="8324"/>
                  </a:lnTo>
                  <a:lnTo>
                    <a:pt x="1258126" y="8247"/>
                  </a:lnTo>
                  <a:lnTo>
                    <a:pt x="1250311" y="8171"/>
                  </a:lnTo>
                  <a:lnTo>
                    <a:pt x="1242497" y="8094"/>
                  </a:lnTo>
                  <a:lnTo>
                    <a:pt x="1234682" y="8017"/>
                  </a:lnTo>
                  <a:lnTo>
                    <a:pt x="1226868" y="7941"/>
                  </a:lnTo>
                  <a:lnTo>
                    <a:pt x="1219053" y="7864"/>
                  </a:lnTo>
                  <a:lnTo>
                    <a:pt x="1211239" y="7787"/>
                  </a:lnTo>
                  <a:lnTo>
                    <a:pt x="1203425" y="7710"/>
                  </a:lnTo>
                  <a:lnTo>
                    <a:pt x="1195610" y="7634"/>
                  </a:lnTo>
                  <a:lnTo>
                    <a:pt x="1187796" y="7557"/>
                  </a:lnTo>
                  <a:lnTo>
                    <a:pt x="1179981" y="7480"/>
                  </a:lnTo>
                  <a:lnTo>
                    <a:pt x="1172167" y="7403"/>
                  </a:lnTo>
                  <a:lnTo>
                    <a:pt x="1164352" y="7326"/>
                  </a:lnTo>
                  <a:lnTo>
                    <a:pt x="1156538" y="7249"/>
                  </a:lnTo>
                  <a:lnTo>
                    <a:pt x="1148723" y="7172"/>
                  </a:lnTo>
                  <a:lnTo>
                    <a:pt x="1140909" y="7094"/>
                  </a:lnTo>
                  <a:lnTo>
                    <a:pt x="1133095" y="7017"/>
                  </a:lnTo>
                  <a:lnTo>
                    <a:pt x="1125280" y="6940"/>
                  </a:lnTo>
                  <a:lnTo>
                    <a:pt x="1117466" y="6863"/>
                  </a:lnTo>
                  <a:lnTo>
                    <a:pt x="1109651" y="6786"/>
                  </a:lnTo>
                  <a:lnTo>
                    <a:pt x="1101837" y="6708"/>
                  </a:lnTo>
                  <a:lnTo>
                    <a:pt x="1094022" y="6631"/>
                  </a:lnTo>
                  <a:lnTo>
                    <a:pt x="1086208" y="6554"/>
                  </a:lnTo>
                  <a:lnTo>
                    <a:pt x="1078393" y="6476"/>
                  </a:lnTo>
                  <a:lnTo>
                    <a:pt x="1070579" y="6399"/>
                  </a:lnTo>
                  <a:lnTo>
                    <a:pt x="1062765" y="6321"/>
                  </a:lnTo>
                  <a:lnTo>
                    <a:pt x="1054950" y="6244"/>
                  </a:lnTo>
                  <a:lnTo>
                    <a:pt x="1047136" y="6166"/>
                  </a:lnTo>
                  <a:lnTo>
                    <a:pt x="1039321" y="6088"/>
                  </a:lnTo>
                  <a:lnTo>
                    <a:pt x="1031507" y="6011"/>
                  </a:lnTo>
                  <a:lnTo>
                    <a:pt x="1023692" y="5933"/>
                  </a:lnTo>
                  <a:lnTo>
                    <a:pt x="1015878" y="5855"/>
                  </a:lnTo>
                  <a:lnTo>
                    <a:pt x="1008063" y="5778"/>
                  </a:lnTo>
                  <a:lnTo>
                    <a:pt x="1000249" y="5700"/>
                  </a:lnTo>
                  <a:lnTo>
                    <a:pt x="992434" y="5622"/>
                  </a:lnTo>
                  <a:lnTo>
                    <a:pt x="984620" y="5544"/>
                  </a:lnTo>
                  <a:lnTo>
                    <a:pt x="976806" y="5466"/>
                  </a:lnTo>
                  <a:lnTo>
                    <a:pt x="968991" y="5388"/>
                  </a:lnTo>
                  <a:lnTo>
                    <a:pt x="961177" y="5310"/>
                  </a:lnTo>
                  <a:lnTo>
                    <a:pt x="953362" y="5232"/>
                  </a:lnTo>
                  <a:lnTo>
                    <a:pt x="945548" y="5154"/>
                  </a:lnTo>
                  <a:lnTo>
                    <a:pt x="937733" y="5076"/>
                  </a:lnTo>
                  <a:lnTo>
                    <a:pt x="929919" y="4998"/>
                  </a:lnTo>
                  <a:lnTo>
                    <a:pt x="922104" y="4920"/>
                  </a:lnTo>
                  <a:lnTo>
                    <a:pt x="914290" y="4841"/>
                  </a:lnTo>
                  <a:lnTo>
                    <a:pt x="906476" y="4763"/>
                  </a:lnTo>
                  <a:lnTo>
                    <a:pt x="898661" y="4685"/>
                  </a:lnTo>
                  <a:lnTo>
                    <a:pt x="890847" y="4606"/>
                  </a:lnTo>
                  <a:lnTo>
                    <a:pt x="883032" y="4528"/>
                  </a:lnTo>
                  <a:lnTo>
                    <a:pt x="875218" y="4450"/>
                  </a:lnTo>
                  <a:lnTo>
                    <a:pt x="867403" y="4371"/>
                  </a:lnTo>
                  <a:lnTo>
                    <a:pt x="859589" y="4293"/>
                  </a:lnTo>
                  <a:lnTo>
                    <a:pt x="851774" y="4214"/>
                  </a:lnTo>
                  <a:lnTo>
                    <a:pt x="843960" y="4136"/>
                  </a:lnTo>
                  <a:lnTo>
                    <a:pt x="836145" y="4057"/>
                  </a:lnTo>
                  <a:lnTo>
                    <a:pt x="828331" y="3978"/>
                  </a:lnTo>
                  <a:lnTo>
                    <a:pt x="820517" y="3900"/>
                  </a:lnTo>
                  <a:lnTo>
                    <a:pt x="812702" y="3821"/>
                  </a:lnTo>
                  <a:lnTo>
                    <a:pt x="804888" y="3742"/>
                  </a:lnTo>
                  <a:lnTo>
                    <a:pt x="797073" y="3664"/>
                  </a:lnTo>
                  <a:lnTo>
                    <a:pt x="789259" y="3585"/>
                  </a:lnTo>
                  <a:lnTo>
                    <a:pt x="781444" y="3506"/>
                  </a:lnTo>
                  <a:lnTo>
                    <a:pt x="773630" y="3427"/>
                  </a:lnTo>
                  <a:lnTo>
                    <a:pt x="765815" y="3348"/>
                  </a:lnTo>
                  <a:lnTo>
                    <a:pt x="758001" y="3269"/>
                  </a:lnTo>
                  <a:lnTo>
                    <a:pt x="750187" y="3190"/>
                  </a:lnTo>
                  <a:lnTo>
                    <a:pt x="742372" y="3111"/>
                  </a:lnTo>
                  <a:lnTo>
                    <a:pt x="734558" y="3032"/>
                  </a:lnTo>
                  <a:lnTo>
                    <a:pt x="726743" y="2953"/>
                  </a:lnTo>
                  <a:lnTo>
                    <a:pt x="718929" y="2874"/>
                  </a:lnTo>
                  <a:lnTo>
                    <a:pt x="711114" y="2794"/>
                  </a:lnTo>
                  <a:lnTo>
                    <a:pt x="703300" y="2715"/>
                  </a:lnTo>
                  <a:lnTo>
                    <a:pt x="695485" y="2636"/>
                  </a:lnTo>
                  <a:lnTo>
                    <a:pt x="687671" y="2557"/>
                  </a:lnTo>
                  <a:lnTo>
                    <a:pt x="679857" y="2477"/>
                  </a:lnTo>
                  <a:lnTo>
                    <a:pt x="672042" y="2398"/>
                  </a:lnTo>
                  <a:lnTo>
                    <a:pt x="664228" y="2319"/>
                  </a:lnTo>
                  <a:lnTo>
                    <a:pt x="656413" y="2239"/>
                  </a:lnTo>
                  <a:lnTo>
                    <a:pt x="648599" y="2160"/>
                  </a:lnTo>
                  <a:lnTo>
                    <a:pt x="640784" y="2080"/>
                  </a:lnTo>
                  <a:lnTo>
                    <a:pt x="632970" y="2001"/>
                  </a:lnTo>
                  <a:lnTo>
                    <a:pt x="625155" y="1921"/>
                  </a:lnTo>
                  <a:lnTo>
                    <a:pt x="617341" y="1841"/>
                  </a:lnTo>
                  <a:lnTo>
                    <a:pt x="609526" y="1762"/>
                  </a:lnTo>
                  <a:lnTo>
                    <a:pt x="601712" y="1682"/>
                  </a:lnTo>
                  <a:lnTo>
                    <a:pt x="593898" y="1602"/>
                  </a:lnTo>
                  <a:lnTo>
                    <a:pt x="586083" y="1522"/>
                  </a:lnTo>
                  <a:lnTo>
                    <a:pt x="578269" y="1443"/>
                  </a:lnTo>
                  <a:lnTo>
                    <a:pt x="570454" y="1363"/>
                  </a:lnTo>
                  <a:lnTo>
                    <a:pt x="562640" y="1283"/>
                  </a:lnTo>
                  <a:lnTo>
                    <a:pt x="554825" y="1203"/>
                  </a:lnTo>
                  <a:lnTo>
                    <a:pt x="547011" y="1123"/>
                  </a:lnTo>
                  <a:lnTo>
                    <a:pt x="539196" y="1043"/>
                  </a:lnTo>
                  <a:lnTo>
                    <a:pt x="531382" y="963"/>
                  </a:lnTo>
                  <a:lnTo>
                    <a:pt x="523568" y="883"/>
                  </a:lnTo>
                  <a:lnTo>
                    <a:pt x="515753" y="803"/>
                  </a:lnTo>
                  <a:lnTo>
                    <a:pt x="507939" y="723"/>
                  </a:lnTo>
                  <a:lnTo>
                    <a:pt x="500124" y="642"/>
                  </a:lnTo>
                  <a:lnTo>
                    <a:pt x="492310" y="562"/>
                  </a:lnTo>
                  <a:lnTo>
                    <a:pt x="484495" y="482"/>
                  </a:lnTo>
                  <a:lnTo>
                    <a:pt x="476681" y="402"/>
                  </a:lnTo>
                  <a:lnTo>
                    <a:pt x="468866" y="321"/>
                  </a:lnTo>
                  <a:lnTo>
                    <a:pt x="461052" y="241"/>
                  </a:lnTo>
                  <a:lnTo>
                    <a:pt x="453238" y="160"/>
                  </a:lnTo>
                  <a:lnTo>
                    <a:pt x="445423" y="80"/>
                  </a:lnTo>
                  <a:lnTo>
                    <a:pt x="437609" y="0"/>
                  </a:lnTo>
                  <a:lnTo>
                    <a:pt x="429794" y="357"/>
                  </a:lnTo>
                  <a:lnTo>
                    <a:pt x="421980" y="1089"/>
                  </a:lnTo>
                  <a:lnTo>
                    <a:pt x="414165" y="1816"/>
                  </a:lnTo>
                  <a:lnTo>
                    <a:pt x="406351" y="2543"/>
                  </a:lnTo>
                  <a:lnTo>
                    <a:pt x="398536" y="3268"/>
                  </a:lnTo>
                  <a:lnTo>
                    <a:pt x="390722" y="3992"/>
                  </a:lnTo>
                  <a:lnTo>
                    <a:pt x="382907" y="4713"/>
                  </a:lnTo>
                  <a:lnTo>
                    <a:pt x="375093" y="5429"/>
                  </a:lnTo>
                  <a:lnTo>
                    <a:pt x="367279" y="6138"/>
                  </a:lnTo>
                  <a:lnTo>
                    <a:pt x="359464" y="6842"/>
                  </a:lnTo>
                  <a:lnTo>
                    <a:pt x="351650" y="7543"/>
                  </a:lnTo>
                  <a:lnTo>
                    <a:pt x="343835" y="8239"/>
                  </a:lnTo>
                  <a:lnTo>
                    <a:pt x="336021" y="8931"/>
                  </a:lnTo>
                  <a:lnTo>
                    <a:pt x="328206" y="9620"/>
                  </a:lnTo>
                  <a:lnTo>
                    <a:pt x="320392" y="10304"/>
                  </a:lnTo>
                  <a:lnTo>
                    <a:pt x="312577" y="10985"/>
                  </a:lnTo>
                  <a:lnTo>
                    <a:pt x="304763" y="11661"/>
                  </a:lnTo>
                  <a:lnTo>
                    <a:pt x="296949" y="12333"/>
                  </a:lnTo>
                  <a:lnTo>
                    <a:pt x="289134" y="13001"/>
                  </a:lnTo>
                  <a:lnTo>
                    <a:pt x="281320" y="13666"/>
                  </a:lnTo>
                  <a:lnTo>
                    <a:pt x="273505" y="14326"/>
                  </a:lnTo>
                  <a:lnTo>
                    <a:pt x="265691" y="14982"/>
                  </a:lnTo>
                  <a:lnTo>
                    <a:pt x="257876" y="15634"/>
                  </a:lnTo>
                  <a:lnTo>
                    <a:pt x="250062" y="16282"/>
                  </a:lnTo>
                  <a:lnTo>
                    <a:pt x="242247" y="16926"/>
                  </a:lnTo>
                  <a:lnTo>
                    <a:pt x="234433" y="17566"/>
                  </a:lnTo>
                  <a:lnTo>
                    <a:pt x="226619" y="18203"/>
                  </a:lnTo>
                  <a:lnTo>
                    <a:pt x="218804" y="18854"/>
                  </a:lnTo>
                  <a:lnTo>
                    <a:pt x="210990" y="19478"/>
                  </a:lnTo>
                  <a:lnTo>
                    <a:pt x="203175" y="20097"/>
                  </a:lnTo>
                  <a:lnTo>
                    <a:pt x="195361" y="20712"/>
                  </a:lnTo>
                  <a:lnTo>
                    <a:pt x="187546" y="21339"/>
                  </a:lnTo>
                  <a:lnTo>
                    <a:pt x="179732" y="21967"/>
                  </a:lnTo>
                  <a:lnTo>
                    <a:pt x="171917" y="22592"/>
                  </a:lnTo>
                  <a:lnTo>
                    <a:pt x="164103" y="23215"/>
                  </a:lnTo>
                  <a:lnTo>
                    <a:pt x="156288" y="23834"/>
                  </a:lnTo>
                  <a:lnTo>
                    <a:pt x="148474" y="24450"/>
                  </a:lnTo>
                  <a:lnTo>
                    <a:pt x="140660" y="25063"/>
                  </a:lnTo>
                  <a:lnTo>
                    <a:pt x="132845" y="25673"/>
                  </a:lnTo>
                  <a:lnTo>
                    <a:pt x="125031" y="26278"/>
                  </a:lnTo>
                  <a:lnTo>
                    <a:pt x="117216" y="26880"/>
                  </a:lnTo>
                  <a:lnTo>
                    <a:pt x="109402" y="27479"/>
                  </a:lnTo>
                  <a:lnTo>
                    <a:pt x="101587" y="28074"/>
                  </a:lnTo>
                  <a:lnTo>
                    <a:pt x="93773" y="28667"/>
                  </a:lnTo>
                  <a:lnTo>
                    <a:pt x="85958" y="29256"/>
                  </a:lnTo>
                  <a:lnTo>
                    <a:pt x="78144" y="29810"/>
                  </a:lnTo>
                  <a:lnTo>
                    <a:pt x="70330" y="30339"/>
                  </a:lnTo>
                  <a:lnTo>
                    <a:pt x="62515" y="30862"/>
                  </a:lnTo>
                  <a:lnTo>
                    <a:pt x="54701" y="31381"/>
                  </a:lnTo>
                  <a:lnTo>
                    <a:pt x="46886" y="31928"/>
                  </a:lnTo>
                  <a:lnTo>
                    <a:pt x="39072" y="32521"/>
                  </a:lnTo>
                  <a:lnTo>
                    <a:pt x="31257" y="33111"/>
                  </a:lnTo>
                  <a:lnTo>
                    <a:pt x="23443" y="33699"/>
                  </a:lnTo>
                  <a:lnTo>
                    <a:pt x="15628" y="34284"/>
                  </a:lnTo>
                  <a:lnTo>
                    <a:pt x="7814" y="34813"/>
                  </a:lnTo>
                  <a:lnTo>
                    <a:pt x="0" y="353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6" name="pg235"/>
            <p:cNvSpPr/>
            <p:nvPr/>
          </p:nvSpPr>
          <p:spPr>
            <a:xfrm>
              <a:off x="6041499" y="3454048"/>
              <a:ext cx="2023942" cy="310590"/>
            </a:xfrm>
            <a:custGeom>
              <a:avLst/>
              <a:pathLst>
                <a:path w="2023942" h="310590">
                  <a:moveTo>
                    <a:pt x="0" y="256202"/>
                  </a:moveTo>
                  <a:lnTo>
                    <a:pt x="7814" y="256158"/>
                  </a:lnTo>
                  <a:lnTo>
                    <a:pt x="15628" y="255938"/>
                  </a:lnTo>
                  <a:lnTo>
                    <a:pt x="23443" y="255675"/>
                  </a:lnTo>
                  <a:lnTo>
                    <a:pt x="31257" y="255415"/>
                  </a:lnTo>
                  <a:lnTo>
                    <a:pt x="39072" y="255331"/>
                  </a:lnTo>
                  <a:lnTo>
                    <a:pt x="46886" y="255162"/>
                  </a:lnTo>
                  <a:lnTo>
                    <a:pt x="54701" y="254909"/>
                  </a:lnTo>
                  <a:lnTo>
                    <a:pt x="62515" y="254656"/>
                  </a:lnTo>
                  <a:lnTo>
                    <a:pt x="70330" y="254296"/>
                  </a:lnTo>
                  <a:lnTo>
                    <a:pt x="78144" y="253884"/>
                  </a:lnTo>
                  <a:lnTo>
                    <a:pt x="85958" y="253897"/>
                  </a:lnTo>
                  <a:lnTo>
                    <a:pt x="93773" y="253644"/>
                  </a:lnTo>
                  <a:lnTo>
                    <a:pt x="101587" y="253391"/>
                  </a:lnTo>
                  <a:lnTo>
                    <a:pt x="109402" y="253106"/>
                  </a:lnTo>
                  <a:lnTo>
                    <a:pt x="117216" y="252866"/>
                  </a:lnTo>
                  <a:lnTo>
                    <a:pt x="125031" y="252603"/>
                  </a:lnTo>
                  <a:lnTo>
                    <a:pt x="132845" y="252366"/>
                  </a:lnTo>
                  <a:lnTo>
                    <a:pt x="140660" y="252180"/>
                  </a:lnTo>
                  <a:lnTo>
                    <a:pt x="148474" y="251964"/>
                  </a:lnTo>
                  <a:lnTo>
                    <a:pt x="156288" y="251605"/>
                  </a:lnTo>
                  <a:lnTo>
                    <a:pt x="164103" y="251333"/>
                  </a:lnTo>
                  <a:lnTo>
                    <a:pt x="171917" y="250929"/>
                  </a:lnTo>
                  <a:lnTo>
                    <a:pt x="179732" y="250580"/>
                  </a:lnTo>
                  <a:lnTo>
                    <a:pt x="187546" y="250362"/>
                  </a:lnTo>
                  <a:lnTo>
                    <a:pt x="195361" y="249952"/>
                  </a:lnTo>
                  <a:lnTo>
                    <a:pt x="203175" y="249588"/>
                  </a:lnTo>
                  <a:lnTo>
                    <a:pt x="210990" y="249158"/>
                  </a:lnTo>
                  <a:lnTo>
                    <a:pt x="218804" y="248732"/>
                  </a:lnTo>
                  <a:lnTo>
                    <a:pt x="226619" y="248457"/>
                  </a:lnTo>
                  <a:lnTo>
                    <a:pt x="234433" y="248138"/>
                  </a:lnTo>
                  <a:lnTo>
                    <a:pt x="242247" y="247658"/>
                  </a:lnTo>
                  <a:lnTo>
                    <a:pt x="250062" y="247222"/>
                  </a:lnTo>
                  <a:lnTo>
                    <a:pt x="257876" y="246782"/>
                  </a:lnTo>
                  <a:lnTo>
                    <a:pt x="265691" y="246599"/>
                  </a:lnTo>
                  <a:lnTo>
                    <a:pt x="273505" y="246128"/>
                  </a:lnTo>
                  <a:lnTo>
                    <a:pt x="281320" y="245694"/>
                  </a:lnTo>
                  <a:lnTo>
                    <a:pt x="289134" y="245177"/>
                  </a:lnTo>
                  <a:lnTo>
                    <a:pt x="296949" y="244657"/>
                  </a:lnTo>
                  <a:lnTo>
                    <a:pt x="304763" y="244042"/>
                  </a:lnTo>
                  <a:lnTo>
                    <a:pt x="312577" y="243411"/>
                  </a:lnTo>
                  <a:lnTo>
                    <a:pt x="320392" y="242767"/>
                  </a:lnTo>
                  <a:lnTo>
                    <a:pt x="328206" y="242066"/>
                  </a:lnTo>
                  <a:lnTo>
                    <a:pt x="336021" y="241366"/>
                  </a:lnTo>
                  <a:lnTo>
                    <a:pt x="343835" y="240691"/>
                  </a:lnTo>
                  <a:lnTo>
                    <a:pt x="351650" y="239819"/>
                  </a:lnTo>
                  <a:lnTo>
                    <a:pt x="359464" y="239084"/>
                  </a:lnTo>
                  <a:lnTo>
                    <a:pt x="367279" y="238276"/>
                  </a:lnTo>
                  <a:lnTo>
                    <a:pt x="375093" y="237458"/>
                  </a:lnTo>
                  <a:lnTo>
                    <a:pt x="382907" y="236778"/>
                  </a:lnTo>
                  <a:lnTo>
                    <a:pt x="390722" y="236089"/>
                  </a:lnTo>
                  <a:lnTo>
                    <a:pt x="398536" y="235407"/>
                  </a:lnTo>
                  <a:lnTo>
                    <a:pt x="406351" y="234290"/>
                  </a:lnTo>
                  <a:lnTo>
                    <a:pt x="414165" y="233679"/>
                  </a:lnTo>
                  <a:lnTo>
                    <a:pt x="421980" y="232931"/>
                  </a:lnTo>
                  <a:lnTo>
                    <a:pt x="429794" y="232242"/>
                  </a:lnTo>
                  <a:lnTo>
                    <a:pt x="437609" y="231471"/>
                  </a:lnTo>
                  <a:lnTo>
                    <a:pt x="445423" y="230858"/>
                  </a:lnTo>
                  <a:lnTo>
                    <a:pt x="453238" y="230192"/>
                  </a:lnTo>
                  <a:lnTo>
                    <a:pt x="461052" y="229441"/>
                  </a:lnTo>
                  <a:lnTo>
                    <a:pt x="468866" y="228469"/>
                  </a:lnTo>
                  <a:lnTo>
                    <a:pt x="476681" y="227781"/>
                  </a:lnTo>
                  <a:lnTo>
                    <a:pt x="484495" y="226860"/>
                  </a:lnTo>
                  <a:lnTo>
                    <a:pt x="492310" y="225733"/>
                  </a:lnTo>
                  <a:lnTo>
                    <a:pt x="500124" y="224823"/>
                  </a:lnTo>
                  <a:lnTo>
                    <a:pt x="507939" y="223527"/>
                  </a:lnTo>
                  <a:lnTo>
                    <a:pt x="515753" y="222711"/>
                  </a:lnTo>
                  <a:lnTo>
                    <a:pt x="523568" y="221570"/>
                  </a:lnTo>
                  <a:lnTo>
                    <a:pt x="531382" y="220490"/>
                  </a:lnTo>
                  <a:lnTo>
                    <a:pt x="539196" y="219770"/>
                  </a:lnTo>
                  <a:lnTo>
                    <a:pt x="547011" y="218509"/>
                  </a:lnTo>
                  <a:lnTo>
                    <a:pt x="554825" y="217168"/>
                  </a:lnTo>
                  <a:lnTo>
                    <a:pt x="562640" y="216067"/>
                  </a:lnTo>
                  <a:lnTo>
                    <a:pt x="570454" y="215125"/>
                  </a:lnTo>
                  <a:lnTo>
                    <a:pt x="578269" y="213906"/>
                  </a:lnTo>
                  <a:lnTo>
                    <a:pt x="586083" y="212710"/>
                  </a:lnTo>
                  <a:lnTo>
                    <a:pt x="593898" y="211456"/>
                  </a:lnTo>
                  <a:lnTo>
                    <a:pt x="601712" y="210346"/>
                  </a:lnTo>
                  <a:lnTo>
                    <a:pt x="609526" y="208992"/>
                  </a:lnTo>
                  <a:lnTo>
                    <a:pt x="617341" y="207750"/>
                  </a:lnTo>
                  <a:lnTo>
                    <a:pt x="625155" y="206504"/>
                  </a:lnTo>
                  <a:lnTo>
                    <a:pt x="632970" y="205295"/>
                  </a:lnTo>
                  <a:lnTo>
                    <a:pt x="640784" y="204273"/>
                  </a:lnTo>
                  <a:lnTo>
                    <a:pt x="648599" y="203119"/>
                  </a:lnTo>
                  <a:lnTo>
                    <a:pt x="656413" y="202070"/>
                  </a:lnTo>
                  <a:lnTo>
                    <a:pt x="664228" y="200777"/>
                  </a:lnTo>
                  <a:lnTo>
                    <a:pt x="672042" y="199486"/>
                  </a:lnTo>
                  <a:lnTo>
                    <a:pt x="679857" y="198182"/>
                  </a:lnTo>
                  <a:lnTo>
                    <a:pt x="687671" y="196866"/>
                  </a:lnTo>
                  <a:lnTo>
                    <a:pt x="695485" y="195533"/>
                  </a:lnTo>
                  <a:lnTo>
                    <a:pt x="703300" y="194157"/>
                  </a:lnTo>
                  <a:lnTo>
                    <a:pt x="711114" y="192781"/>
                  </a:lnTo>
                  <a:lnTo>
                    <a:pt x="718929" y="191552"/>
                  </a:lnTo>
                  <a:lnTo>
                    <a:pt x="726743" y="190238"/>
                  </a:lnTo>
                  <a:lnTo>
                    <a:pt x="734558" y="188887"/>
                  </a:lnTo>
                  <a:lnTo>
                    <a:pt x="742372" y="187575"/>
                  </a:lnTo>
                  <a:lnTo>
                    <a:pt x="750187" y="186230"/>
                  </a:lnTo>
                  <a:lnTo>
                    <a:pt x="758001" y="184855"/>
                  </a:lnTo>
                  <a:lnTo>
                    <a:pt x="765815" y="183436"/>
                  </a:lnTo>
                  <a:lnTo>
                    <a:pt x="773630" y="182067"/>
                  </a:lnTo>
                  <a:lnTo>
                    <a:pt x="781444" y="180588"/>
                  </a:lnTo>
                  <a:lnTo>
                    <a:pt x="789259" y="179332"/>
                  </a:lnTo>
                  <a:lnTo>
                    <a:pt x="797073" y="178075"/>
                  </a:lnTo>
                  <a:lnTo>
                    <a:pt x="804888" y="176759"/>
                  </a:lnTo>
                  <a:lnTo>
                    <a:pt x="812702" y="175362"/>
                  </a:lnTo>
                  <a:lnTo>
                    <a:pt x="820517" y="174115"/>
                  </a:lnTo>
                  <a:lnTo>
                    <a:pt x="828331" y="172757"/>
                  </a:lnTo>
                  <a:lnTo>
                    <a:pt x="836145" y="171258"/>
                  </a:lnTo>
                  <a:lnTo>
                    <a:pt x="843960" y="169936"/>
                  </a:lnTo>
                  <a:lnTo>
                    <a:pt x="851774" y="168710"/>
                  </a:lnTo>
                  <a:lnTo>
                    <a:pt x="859589" y="167221"/>
                  </a:lnTo>
                  <a:lnTo>
                    <a:pt x="867403" y="166081"/>
                  </a:lnTo>
                  <a:lnTo>
                    <a:pt x="875218" y="164736"/>
                  </a:lnTo>
                  <a:lnTo>
                    <a:pt x="883032" y="163390"/>
                  </a:lnTo>
                  <a:lnTo>
                    <a:pt x="890847" y="162044"/>
                  </a:lnTo>
                  <a:lnTo>
                    <a:pt x="898661" y="160703"/>
                  </a:lnTo>
                  <a:lnTo>
                    <a:pt x="906476" y="159361"/>
                  </a:lnTo>
                  <a:lnTo>
                    <a:pt x="914290" y="158018"/>
                  </a:lnTo>
                  <a:lnTo>
                    <a:pt x="922104" y="156812"/>
                  </a:lnTo>
                  <a:lnTo>
                    <a:pt x="929919" y="155466"/>
                  </a:lnTo>
                  <a:lnTo>
                    <a:pt x="937733" y="153973"/>
                  </a:lnTo>
                  <a:lnTo>
                    <a:pt x="945548" y="152619"/>
                  </a:lnTo>
                  <a:lnTo>
                    <a:pt x="953362" y="151264"/>
                  </a:lnTo>
                  <a:lnTo>
                    <a:pt x="961177" y="149863"/>
                  </a:lnTo>
                  <a:lnTo>
                    <a:pt x="968991" y="148241"/>
                  </a:lnTo>
                  <a:lnTo>
                    <a:pt x="976806" y="146988"/>
                  </a:lnTo>
                  <a:lnTo>
                    <a:pt x="984620" y="145736"/>
                  </a:lnTo>
                  <a:lnTo>
                    <a:pt x="992434" y="144488"/>
                  </a:lnTo>
                  <a:lnTo>
                    <a:pt x="1000249" y="143150"/>
                  </a:lnTo>
                  <a:lnTo>
                    <a:pt x="1008063" y="141787"/>
                  </a:lnTo>
                  <a:lnTo>
                    <a:pt x="1015878" y="140413"/>
                  </a:lnTo>
                  <a:lnTo>
                    <a:pt x="1023692" y="139037"/>
                  </a:lnTo>
                  <a:lnTo>
                    <a:pt x="1031507" y="137661"/>
                  </a:lnTo>
                  <a:lnTo>
                    <a:pt x="1039321" y="136283"/>
                  </a:lnTo>
                  <a:lnTo>
                    <a:pt x="1047136" y="134904"/>
                  </a:lnTo>
                  <a:lnTo>
                    <a:pt x="1054950" y="133524"/>
                  </a:lnTo>
                  <a:lnTo>
                    <a:pt x="1062765" y="132143"/>
                  </a:lnTo>
                  <a:lnTo>
                    <a:pt x="1070579" y="130762"/>
                  </a:lnTo>
                  <a:lnTo>
                    <a:pt x="1078393" y="129380"/>
                  </a:lnTo>
                  <a:lnTo>
                    <a:pt x="1086208" y="127998"/>
                  </a:lnTo>
                  <a:lnTo>
                    <a:pt x="1094022" y="126756"/>
                  </a:lnTo>
                  <a:lnTo>
                    <a:pt x="1101837" y="125527"/>
                  </a:lnTo>
                  <a:lnTo>
                    <a:pt x="1109651" y="124302"/>
                  </a:lnTo>
                  <a:lnTo>
                    <a:pt x="1117466" y="123082"/>
                  </a:lnTo>
                  <a:lnTo>
                    <a:pt x="1125280" y="121518"/>
                  </a:lnTo>
                  <a:lnTo>
                    <a:pt x="1133095" y="119677"/>
                  </a:lnTo>
                  <a:lnTo>
                    <a:pt x="1140909" y="118286"/>
                  </a:lnTo>
                  <a:lnTo>
                    <a:pt x="1148723" y="116905"/>
                  </a:lnTo>
                  <a:lnTo>
                    <a:pt x="1156538" y="115726"/>
                  </a:lnTo>
                  <a:lnTo>
                    <a:pt x="1164352" y="114658"/>
                  </a:lnTo>
                  <a:lnTo>
                    <a:pt x="1172167" y="113465"/>
                  </a:lnTo>
                  <a:lnTo>
                    <a:pt x="1179981" y="112238"/>
                  </a:lnTo>
                  <a:lnTo>
                    <a:pt x="1187796" y="111074"/>
                  </a:lnTo>
                  <a:lnTo>
                    <a:pt x="1195610" y="109912"/>
                  </a:lnTo>
                  <a:lnTo>
                    <a:pt x="1203425" y="108721"/>
                  </a:lnTo>
                  <a:lnTo>
                    <a:pt x="1211239" y="107396"/>
                  </a:lnTo>
                  <a:lnTo>
                    <a:pt x="1219053" y="105994"/>
                  </a:lnTo>
                  <a:lnTo>
                    <a:pt x="1226868" y="104599"/>
                  </a:lnTo>
                  <a:lnTo>
                    <a:pt x="1234682" y="103213"/>
                  </a:lnTo>
                  <a:lnTo>
                    <a:pt x="1242497" y="101834"/>
                  </a:lnTo>
                  <a:lnTo>
                    <a:pt x="1250311" y="100463"/>
                  </a:lnTo>
                  <a:lnTo>
                    <a:pt x="1258126" y="99102"/>
                  </a:lnTo>
                  <a:lnTo>
                    <a:pt x="1265940" y="97756"/>
                  </a:lnTo>
                  <a:lnTo>
                    <a:pt x="1273755" y="96418"/>
                  </a:lnTo>
                  <a:lnTo>
                    <a:pt x="1281569" y="95088"/>
                  </a:lnTo>
                  <a:lnTo>
                    <a:pt x="1289384" y="93766"/>
                  </a:lnTo>
                  <a:lnTo>
                    <a:pt x="1297198" y="92450"/>
                  </a:lnTo>
                  <a:lnTo>
                    <a:pt x="1305012" y="91133"/>
                  </a:lnTo>
                  <a:lnTo>
                    <a:pt x="1312827" y="89825"/>
                  </a:lnTo>
                  <a:lnTo>
                    <a:pt x="1320641" y="88525"/>
                  </a:lnTo>
                  <a:lnTo>
                    <a:pt x="1328456" y="87234"/>
                  </a:lnTo>
                  <a:lnTo>
                    <a:pt x="1336270" y="85953"/>
                  </a:lnTo>
                  <a:lnTo>
                    <a:pt x="1344085" y="84688"/>
                  </a:lnTo>
                  <a:lnTo>
                    <a:pt x="1351899" y="83431"/>
                  </a:lnTo>
                  <a:lnTo>
                    <a:pt x="1359714" y="82183"/>
                  </a:lnTo>
                  <a:lnTo>
                    <a:pt x="1367528" y="80755"/>
                  </a:lnTo>
                  <a:lnTo>
                    <a:pt x="1375342" y="79138"/>
                  </a:lnTo>
                  <a:lnTo>
                    <a:pt x="1383157" y="77938"/>
                  </a:lnTo>
                  <a:lnTo>
                    <a:pt x="1390971" y="76799"/>
                  </a:lnTo>
                  <a:lnTo>
                    <a:pt x="1398786" y="75668"/>
                  </a:lnTo>
                  <a:lnTo>
                    <a:pt x="1406600" y="74609"/>
                  </a:lnTo>
                  <a:lnTo>
                    <a:pt x="1414415" y="73490"/>
                  </a:lnTo>
                  <a:lnTo>
                    <a:pt x="1422229" y="72307"/>
                  </a:lnTo>
                  <a:lnTo>
                    <a:pt x="1430044" y="71198"/>
                  </a:lnTo>
                  <a:lnTo>
                    <a:pt x="1437858" y="69980"/>
                  </a:lnTo>
                  <a:lnTo>
                    <a:pt x="1445672" y="68737"/>
                  </a:lnTo>
                  <a:lnTo>
                    <a:pt x="1453487" y="67502"/>
                  </a:lnTo>
                  <a:lnTo>
                    <a:pt x="1461301" y="66275"/>
                  </a:lnTo>
                  <a:lnTo>
                    <a:pt x="1469116" y="65060"/>
                  </a:lnTo>
                  <a:lnTo>
                    <a:pt x="1476930" y="63941"/>
                  </a:lnTo>
                  <a:lnTo>
                    <a:pt x="1484745" y="62742"/>
                  </a:lnTo>
                  <a:lnTo>
                    <a:pt x="1492559" y="61814"/>
                  </a:lnTo>
                  <a:lnTo>
                    <a:pt x="1500374" y="60764"/>
                  </a:lnTo>
                  <a:lnTo>
                    <a:pt x="1508188" y="59708"/>
                  </a:lnTo>
                  <a:lnTo>
                    <a:pt x="1516003" y="58659"/>
                  </a:lnTo>
                  <a:lnTo>
                    <a:pt x="1523817" y="57562"/>
                  </a:lnTo>
                  <a:lnTo>
                    <a:pt x="1531631" y="56295"/>
                  </a:lnTo>
                  <a:lnTo>
                    <a:pt x="1539446" y="55037"/>
                  </a:lnTo>
                  <a:lnTo>
                    <a:pt x="1547260" y="53786"/>
                  </a:lnTo>
                  <a:lnTo>
                    <a:pt x="1555075" y="52543"/>
                  </a:lnTo>
                  <a:lnTo>
                    <a:pt x="1562889" y="51310"/>
                  </a:lnTo>
                  <a:lnTo>
                    <a:pt x="1570704" y="50084"/>
                  </a:lnTo>
                  <a:lnTo>
                    <a:pt x="1578518" y="48905"/>
                  </a:lnTo>
                  <a:lnTo>
                    <a:pt x="1586333" y="47817"/>
                  </a:lnTo>
                  <a:lnTo>
                    <a:pt x="1594147" y="46739"/>
                  </a:lnTo>
                  <a:lnTo>
                    <a:pt x="1601961" y="45669"/>
                  </a:lnTo>
                  <a:lnTo>
                    <a:pt x="1609776" y="44608"/>
                  </a:lnTo>
                  <a:lnTo>
                    <a:pt x="1617590" y="43557"/>
                  </a:lnTo>
                  <a:lnTo>
                    <a:pt x="1625405" y="42607"/>
                  </a:lnTo>
                  <a:lnTo>
                    <a:pt x="1633219" y="41858"/>
                  </a:lnTo>
                  <a:lnTo>
                    <a:pt x="1641034" y="41116"/>
                  </a:lnTo>
                  <a:lnTo>
                    <a:pt x="1648848" y="40382"/>
                  </a:lnTo>
                  <a:lnTo>
                    <a:pt x="1656663" y="39656"/>
                  </a:lnTo>
                  <a:lnTo>
                    <a:pt x="1664477" y="38800"/>
                  </a:lnTo>
                  <a:lnTo>
                    <a:pt x="1672291" y="37690"/>
                  </a:lnTo>
                  <a:lnTo>
                    <a:pt x="1680106" y="36587"/>
                  </a:lnTo>
                  <a:lnTo>
                    <a:pt x="1687920" y="35492"/>
                  </a:lnTo>
                  <a:lnTo>
                    <a:pt x="1695735" y="34406"/>
                  </a:lnTo>
                  <a:lnTo>
                    <a:pt x="1703549" y="33328"/>
                  </a:lnTo>
                  <a:lnTo>
                    <a:pt x="1711364" y="32259"/>
                  </a:lnTo>
                  <a:lnTo>
                    <a:pt x="1719178" y="31375"/>
                  </a:lnTo>
                  <a:lnTo>
                    <a:pt x="1726993" y="30521"/>
                  </a:lnTo>
                  <a:lnTo>
                    <a:pt x="1734807" y="29674"/>
                  </a:lnTo>
                  <a:lnTo>
                    <a:pt x="1742622" y="28781"/>
                  </a:lnTo>
                  <a:lnTo>
                    <a:pt x="1750436" y="27687"/>
                  </a:lnTo>
                  <a:lnTo>
                    <a:pt x="1758250" y="26603"/>
                  </a:lnTo>
                  <a:lnTo>
                    <a:pt x="1766065" y="25527"/>
                  </a:lnTo>
                  <a:lnTo>
                    <a:pt x="1773879" y="24891"/>
                  </a:lnTo>
                  <a:lnTo>
                    <a:pt x="1781694" y="24196"/>
                  </a:lnTo>
                  <a:lnTo>
                    <a:pt x="1789508" y="23630"/>
                  </a:lnTo>
                  <a:lnTo>
                    <a:pt x="1797323" y="22956"/>
                  </a:lnTo>
                  <a:lnTo>
                    <a:pt x="1805137" y="22034"/>
                  </a:lnTo>
                  <a:lnTo>
                    <a:pt x="1812952" y="21121"/>
                  </a:lnTo>
                  <a:lnTo>
                    <a:pt x="1820766" y="20220"/>
                  </a:lnTo>
                  <a:lnTo>
                    <a:pt x="1828580" y="19330"/>
                  </a:lnTo>
                  <a:lnTo>
                    <a:pt x="1836395" y="18450"/>
                  </a:lnTo>
                  <a:lnTo>
                    <a:pt x="1844209" y="17578"/>
                  </a:lnTo>
                  <a:lnTo>
                    <a:pt x="1852024" y="16818"/>
                  </a:lnTo>
                  <a:lnTo>
                    <a:pt x="1859838" y="15898"/>
                  </a:lnTo>
                  <a:lnTo>
                    <a:pt x="1867653" y="14992"/>
                  </a:lnTo>
                  <a:lnTo>
                    <a:pt x="1875467" y="14090"/>
                  </a:lnTo>
                  <a:lnTo>
                    <a:pt x="1883282" y="13212"/>
                  </a:lnTo>
                  <a:lnTo>
                    <a:pt x="1891096" y="12419"/>
                  </a:lnTo>
                  <a:lnTo>
                    <a:pt x="1898910" y="11610"/>
                  </a:lnTo>
                  <a:lnTo>
                    <a:pt x="1906725" y="10864"/>
                  </a:lnTo>
                  <a:lnTo>
                    <a:pt x="1914539" y="10062"/>
                  </a:lnTo>
                  <a:lnTo>
                    <a:pt x="1922354" y="9268"/>
                  </a:lnTo>
                  <a:lnTo>
                    <a:pt x="1930168" y="8482"/>
                  </a:lnTo>
                  <a:lnTo>
                    <a:pt x="1937983" y="7706"/>
                  </a:lnTo>
                  <a:lnTo>
                    <a:pt x="1945797" y="7020"/>
                  </a:lnTo>
                  <a:lnTo>
                    <a:pt x="1953612" y="6481"/>
                  </a:lnTo>
                  <a:lnTo>
                    <a:pt x="1961426" y="5818"/>
                  </a:lnTo>
                  <a:lnTo>
                    <a:pt x="1969241" y="5040"/>
                  </a:lnTo>
                  <a:lnTo>
                    <a:pt x="1977055" y="4267"/>
                  </a:lnTo>
                  <a:lnTo>
                    <a:pt x="1984869" y="3497"/>
                  </a:lnTo>
                  <a:lnTo>
                    <a:pt x="1992684" y="2738"/>
                  </a:lnTo>
                  <a:lnTo>
                    <a:pt x="2000498" y="1987"/>
                  </a:lnTo>
                  <a:lnTo>
                    <a:pt x="2008313" y="1243"/>
                  </a:lnTo>
                  <a:lnTo>
                    <a:pt x="2016127" y="508"/>
                  </a:lnTo>
                  <a:lnTo>
                    <a:pt x="2023942" y="0"/>
                  </a:lnTo>
                  <a:lnTo>
                    <a:pt x="2023942" y="257684"/>
                  </a:lnTo>
                  <a:lnTo>
                    <a:pt x="2016127" y="257734"/>
                  </a:lnTo>
                  <a:lnTo>
                    <a:pt x="2008313" y="257785"/>
                  </a:lnTo>
                  <a:lnTo>
                    <a:pt x="2000498" y="257836"/>
                  </a:lnTo>
                  <a:lnTo>
                    <a:pt x="1992684" y="257886"/>
                  </a:lnTo>
                  <a:lnTo>
                    <a:pt x="1984869" y="257937"/>
                  </a:lnTo>
                  <a:lnTo>
                    <a:pt x="1977055" y="257986"/>
                  </a:lnTo>
                  <a:lnTo>
                    <a:pt x="1969241" y="258036"/>
                  </a:lnTo>
                  <a:lnTo>
                    <a:pt x="1961426" y="258085"/>
                  </a:lnTo>
                  <a:lnTo>
                    <a:pt x="1953612" y="258134"/>
                  </a:lnTo>
                  <a:lnTo>
                    <a:pt x="1945797" y="258184"/>
                  </a:lnTo>
                  <a:lnTo>
                    <a:pt x="1937983" y="258233"/>
                  </a:lnTo>
                  <a:lnTo>
                    <a:pt x="1930168" y="258282"/>
                  </a:lnTo>
                  <a:lnTo>
                    <a:pt x="1922354" y="258331"/>
                  </a:lnTo>
                  <a:lnTo>
                    <a:pt x="1914539" y="258338"/>
                  </a:lnTo>
                  <a:lnTo>
                    <a:pt x="1906725" y="258316"/>
                  </a:lnTo>
                  <a:lnTo>
                    <a:pt x="1898910" y="258295"/>
                  </a:lnTo>
                  <a:lnTo>
                    <a:pt x="1891096" y="258312"/>
                  </a:lnTo>
                  <a:lnTo>
                    <a:pt x="1883282" y="258400"/>
                  </a:lnTo>
                  <a:lnTo>
                    <a:pt x="1875467" y="258488"/>
                  </a:lnTo>
                  <a:lnTo>
                    <a:pt x="1867653" y="258575"/>
                  </a:lnTo>
                  <a:lnTo>
                    <a:pt x="1859838" y="258640"/>
                  </a:lnTo>
                  <a:lnTo>
                    <a:pt x="1852024" y="258630"/>
                  </a:lnTo>
                  <a:lnTo>
                    <a:pt x="1844209" y="258621"/>
                  </a:lnTo>
                  <a:lnTo>
                    <a:pt x="1836395" y="258611"/>
                  </a:lnTo>
                  <a:lnTo>
                    <a:pt x="1828580" y="258601"/>
                  </a:lnTo>
                  <a:lnTo>
                    <a:pt x="1820766" y="258591"/>
                  </a:lnTo>
                  <a:lnTo>
                    <a:pt x="1812952" y="258581"/>
                  </a:lnTo>
                  <a:lnTo>
                    <a:pt x="1805137" y="258696"/>
                  </a:lnTo>
                  <a:lnTo>
                    <a:pt x="1797323" y="258702"/>
                  </a:lnTo>
                  <a:lnTo>
                    <a:pt x="1789508" y="258703"/>
                  </a:lnTo>
                  <a:lnTo>
                    <a:pt x="1781694" y="258703"/>
                  </a:lnTo>
                  <a:lnTo>
                    <a:pt x="1773879" y="258703"/>
                  </a:lnTo>
                  <a:lnTo>
                    <a:pt x="1766065" y="258684"/>
                  </a:lnTo>
                  <a:lnTo>
                    <a:pt x="1758250" y="258695"/>
                  </a:lnTo>
                  <a:lnTo>
                    <a:pt x="1750436" y="258740"/>
                  </a:lnTo>
                  <a:lnTo>
                    <a:pt x="1742622" y="258771"/>
                  </a:lnTo>
                  <a:lnTo>
                    <a:pt x="1734807" y="258711"/>
                  </a:lnTo>
                  <a:lnTo>
                    <a:pt x="1726993" y="258714"/>
                  </a:lnTo>
                  <a:lnTo>
                    <a:pt x="1719178" y="258716"/>
                  </a:lnTo>
                  <a:lnTo>
                    <a:pt x="1711364" y="258762"/>
                  </a:lnTo>
                  <a:lnTo>
                    <a:pt x="1703549" y="258822"/>
                  </a:lnTo>
                  <a:lnTo>
                    <a:pt x="1695735" y="258910"/>
                  </a:lnTo>
                  <a:lnTo>
                    <a:pt x="1687920" y="258998"/>
                  </a:lnTo>
                  <a:lnTo>
                    <a:pt x="1680106" y="259085"/>
                  </a:lnTo>
                  <a:lnTo>
                    <a:pt x="1672291" y="259173"/>
                  </a:lnTo>
                  <a:lnTo>
                    <a:pt x="1664477" y="259229"/>
                  </a:lnTo>
                  <a:lnTo>
                    <a:pt x="1656663" y="259275"/>
                  </a:lnTo>
                  <a:lnTo>
                    <a:pt x="1648848" y="259320"/>
                  </a:lnTo>
                  <a:lnTo>
                    <a:pt x="1641034" y="259365"/>
                  </a:lnTo>
                  <a:lnTo>
                    <a:pt x="1633219" y="259408"/>
                  </a:lnTo>
                  <a:lnTo>
                    <a:pt x="1625405" y="259451"/>
                  </a:lnTo>
                  <a:lnTo>
                    <a:pt x="1617590" y="259465"/>
                  </a:lnTo>
                  <a:lnTo>
                    <a:pt x="1609776" y="259511"/>
                  </a:lnTo>
                  <a:lnTo>
                    <a:pt x="1601961" y="259579"/>
                  </a:lnTo>
                  <a:lnTo>
                    <a:pt x="1594147" y="259628"/>
                  </a:lnTo>
                  <a:lnTo>
                    <a:pt x="1586333" y="259673"/>
                  </a:lnTo>
                  <a:lnTo>
                    <a:pt x="1578518" y="259716"/>
                  </a:lnTo>
                  <a:lnTo>
                    <a:pt x="1570704" y="259745"/>
                  </a:lnTo>
                  <a:lnTo>
                    <a:pt x="1562889" y="259786"/>
                  </a:lnTo>
                  <a:lnTo>
                    <a:pt x="1555075" y="259850"/>
                  </a:lnTo>
                  <a:lnTo>
                    <a:pt x="1547260" y="259895"/>
                  </a:lnTo>
                  <a:lnTo>
                    <a:pt x="1539446" y="259938"/>
                  </a:lnTo>
                  <a:lnTo>
                    <a:pt x="1531631" y="259978"/>
                  </a:lnTo>
                  <a:lnTo>
                    <a:pt x="1523817" y="259992"/>
                  </a:lnTo>
                  <a:lnTo>
                    <a:pt x="1516003" y="260005"/>
                  </a:lnTo>
                  <a:lnTo>
                    <a:pt x="1508188" y="260018"/>
                  </a:lnTo>
                  <a:lnTo>
                    <a:pt x="1500374" y="260065"/>
                  </a:lnTo>
                  <a:lnTo>
                    <a:pt x="1492559" y="260113"/>
                  </a:lnTo>
                  <a:lnTo>
                    <a:pt x="1484745" y="260161"/>
                  </a:lnTo>
                  <a:lnTo>
                    <a:pt x="1476930" y="260213"/>
                  </a:lnTo>
                  <a:lnTo>
                    <a:pt x="1469116" y="260296"/>
                  </a:lnTo>
                  <a:lnTo>
                    <a:pt x="1461301" y="260380"/>
                  </a:lnTo>
                  <a:lnTo>
                    <a:pt x="1453487" y="260465"/>
                  </a:lnTo>
                  <a:lnTo>
                    <a:pt x="1445672" y="260551"/>
                  </a:lnTo>
                  <a:lnTo>
                    <a:pt x="1437858" y="260636"/>
                  </a:lnTo>
                  <a:lnTo>
                    <a:pt x="1430044" y="260718"/>
                  </a:lnTo>
                  <a:lnTo>
                    <a:pt x="1422229" y="260764"/>
                  </a:lnTo>
                  <a:lnTo>
                    <a:pt x="1414415" y="260778"/>
                  </a:lnTo>
                  <a:lnTo>
                    <a:pt x="1406600" y="260792"/>
                  </a:lnTo>
                  <a:lnTo>
                    <a:pt x="1398786" y="260807"/>
                  </a:lnTo>
                  <a:lnTo>
                    <a:pt x="1390971" y="260821"/>
                  </a:lnTo>
                  <a:lnTo>
                    <a:pt x="1383157" y="260835"/>
                  </a:lnTo>
                  <a:lnTo>
                    <a:pt x="1375342" y="260873"/>
                  </a:lnTo>
                  <a:lnTo>
                    <a:pt x="1367528" y="260918"/>
                  </a:lnTo>
                  <a:lnTo>
                    <a:pt x="1359714" y="260963"/>
                  </a:lnTo>
                  <a:lnTo>
                    <a:pt x="1351899" y="261007"/>
                  </a:lnTo>
                  <a:lnTo>
                    <a:pt x="1344085" y="261165"/>
                  </a:lnTo>
                  <a:lnTo>
                    <a:pt x="1336270" y="261371"/>
                  </a:lnTo>
                  <a:lnTo>
                    <a:pt x="1328456" y="261567"/>
                  </a:lnTo>
                  <a:lnTo>
                    <a:pt x="1320641" y="261590"/>
                  </a:lnTo>
                  <a:lnTo>
                    <a:pt x="1312827" y="261612"/>
                  </a:lnTo>
                  <a:lnTo>
                    <a:pt x="1305012" y="261632"/>
                  </a:lnTo>
                  <a:lnTo>
                    <a:pt x="1297198" y="261652"/>
                  </a:lnTo>
                  <a:lnTo>
                    <a:pt x="1289384" y="261672"/>
                  </a:lnTo>
                  <a:lnTo>
                    <a:pt x="1281569" y="261691"/>
                  </a:lnTo>
                  <a:lnTo>
                    <a:pt x="1273755" y="261711"/>
                  </a:lnTo>
                  <a:lnTo>
                    <a:pt x="1265940" y="261852"/>
                  </a:lnTo>
                  <a:lnTo>
                    <a:pt x="1258126" y="262004"/>
                  </a:lnTo>
                  <a:lnTo>
                    <a:pt x="1250311" y="262151"/>
                  </a:lnTo>
                  <a:lnTo>
                    <a:pt x="1242497" y="262297"/>
                  </a:lnTo>
                  <a:lnTo>
                    <a:pt x="1234682" y="262239"/>
                  </a:lnTo>
                  <a:lnTo>
                    <a:pt x="1226868" y="262134"/>
                  </a:lnTo>
                  <a:lnTo>
                    <a:pt x="1219053" y="262027"/>
                  </a:lnTo>
                  <a:lnTo>
                    <a:pt x="1211239" y="261920"/>
                  </a:lnTo>
                  <a:lnTo>
                    <a:pt x="1203425" y="262010"/>
                  </a:lnTo>
                  <a:lnTo>
                    <a:pt x="1195610" y="262129"/>
                  </a:lnTo>
                  <a:lnTo>
                    <a:pt x="1187796" y="262247"/>
                  </a:lnTo>
                  <a:lnTo>
                    <a:pt x="1179981" y="262292"/>
                  </a:lnTo>
                  <a:lnTo>
                    <a:pt x="1172167" y="262281"/>
                  </a:lnTo>
                  <a:lnTo>
                    <a:pt x="1164352" y="262443"/>
                  </a:lnTo>
                  <a:lnTo>
                    <a:pt x="1156538" y="262604"/>
                  </a:lnTo>
                  <a:lnTo>
                    <a:pt x="1148723" y="262766"/>
                  </a:lnTo>
                  <a:lnTo>
                    <a:pt x="1140909" y="262870"/>
                  </a:lnTo>
                  <a:lnTo>
                    <a:pt x="1133095" y="262810"/>
                  </a:lnTo>
                  <a:lnTo>
                    <a:pt x="1125280" y="263039"/>
                  </a:lnTo>
                  <a:lnTo>
                    <a:pt x="1117466" y="262898"/>
                  </a:lnTo>
                  <a:lnTo>
                    <a:pt x="1109651" y="263024"/>
                  </a:lnTo>
                  <a:lnTo>
                    <a:pt x="1101837" y="263326"/>
                  </a:lnTo>
                  <a:lnTo>
                    <a:pt x="1094022" y="263582"/>
                  </a:lnTo>
                  <a:lnTo>
                    <a:pt x="1086208" y="263634"/>
                  </a:lnTo>
                  <a:lnTo>
                    <a:pt x="1078393" y="263805"/>
                  </a:lnTo>
                  <a:lnTo>
                    <a:pt x="1070579" y="264018"/>
                  </a:lnTo>
                  <a:lnTo>
                    <a:pt x="1062765" y="264119"/>
                  </a:lnTo>
                  <a:lnTo>
                    <a:pt x="1054950" y="264026"/>
                  </a:lnTo>
                  <a:lnTo>
                    <a:pt x="1047136" y="263933"/>
                  </a:lnTo>
                  <a:lnTo>
                    <a:pt x="1039321" y="263943"/>
                  </a:lnTo>
                  <a:lnTo>
                    <a:pt x="1031507" y="264106"/>
                  </a:lnTo>
                  <a:lnTo>
                    <a:pt x="1023692" y="264268"/>
                  </a:lnTo>
                  <a:lnTo>
                    <a:pt x="1015878" y="264430"/>
                  </a:lnTo>
                  <a:lnTo>
                    <a:pt x="1008063" y="264475"/>
                  </a:lnTo>
                  <a:lnTo>
                    <a:pt x="1000249" y="264761"/>
                  </a:lnTo>
                  <a:lnTo>
                    <a:pt x="992434" y="264788"/>
                  </a:lnTo>
                  <a:lnTo>
                    <a:pt x="984620" y="264684"/>
                  </a:lnTo>
                  <a:lnTo>
                    <a:pt x="976806" y="264578"/>
                  </a:lnTo>
                  <a:lnTo>
                    <a:pt x="968991" y="264472"/>
                  </a:lnTo>
                  <a:lnTo>
                    <a:pt x="961177" y="264567"/>
                  </a:lnTo>
                  <a:lnTo>
                    <a:pt x="953362" y="264786"/>
                  </a:lnTo>
                  <a:lnTo>
                    <a:pt x="945548" y="265004"/>
                  </a:lnTo>
                  <a:lnTo>
                    <a:pt x="937733" y="265135"/>
                  </a:lnTo>
                  <a:lnTo>
                    <a:pt x="929919" y="265163"/>
                  </a:lnTo>
                  <a:lnTo>
                    <a:pt x="922104" y="265187"/>
                  </a:lnTo>
                  <a:lnTo>
                    <a:pt x="914290" y="265296"/>
                  </a:lnTo>
                  <a:lnTo>
                    <a:pt x="906476" y="265460"/>
                  </a:lnTo>
                  <a:lnTo>
                    <a:pt x="898661" y="265423"/>
                  </a:lnTo>
                  <a:lnTo>
                    <a:pt x="890847" y="265383"/>
                  </a:lnTo>
                  <a:lnTo>
                    <a:pt x="883032" y="265434"/>
                  </a:lnTo>
                  <a:lnTo>
                    <a:pt x="875218" y="265539"/>
                  </a:lnTo>
                  <a:lnTo>
                    <a:pt x="867403" y="265644"/>
                  </a:lnTo>
                  <a:lnTo>
                    <a:pt x="859589" y="265748"/>
                  </a:lnTo>
                  <a:lnTo>
                    <a:pt x="851774" y="265820"/>
                  </a:lnTo>
                  <a:lnTo>
                    <a:pt x="843960" y="265846"/>
                  </a:lnTo>
                  <a:lnTo>
                    <a:pt x="836145" y="265871"/>
                  </a:lnTo>
                  <a:lnTo>
                    <a:pt x="828331" y="266090"/>
                  </a:lnTo>
                  <a:lnTo>
                    <a:pt x="820517" y="266280"/>
                  </a:lnTo>
                  <a:lnTo>
                    <a:pt x="812702" y="266363"/>
                  </a:lnTo>
                  <a:lnTo>
                    <a:pt x="804888" y="266492"/>
                  </a:lnTo>
                  <a:lnTo>
                    <a:pt x="797073" y="266583"/>
                  </a:lnTo>
                  <a:lnTo>
                    <a:pt x="789259" y="266651"/>
                  </a:lnTo>
                  <a:lnTo>
                    <a:pt x="781444" y="266718"/>
                  </a:lnTo>
                  <a:lnTo>
                    <a:pt x="773630" y="266862"/>
                  </a:lnTo>
                  <a:lnTo>
                    <a:pt x="765815" y="266865"/>
                  </a:lnTo>
                  <a:lnTo>
                    <a:pt x="758001" y="267078"/>
                  </a:lnTo>
                  <a:lnTo>
                    <a:pt x="750187" y="267236"/>
                  </a:lnTo>
                  <a:lnTo>
                    <a:pt x="742372" y="267345"/>
                  </a:lnTo>
                  <a:lnTo>
                    <a:pt x="734558" y="267554"/>
                  </a:lnTo>
                  <a:lnTo>
                    <a:pt x="726743" y="267760"/>
                  </a:lnTo>
                  <a:lnTo>
                    <a:pt x="718929" y="267861"/>
                  </a:lnTo>
                  <a:lnTo>
                    <a:pt x="711114" y="268071"/>
                  </a:lnTo>
                  <a:lnTo>
                    <a:pt x="703300" y="268361"/>
                  </a:lnTo>
                  <a:lnTo>
                    <a:pt x="695485" y="268506"/>
                  </a:lnTo>
                  <a:lnTo>
                    <a:pt x="687671" y="268724"/>
                  </a:lnTo>
                  <a:lnTo>
                    <a:pt x="679857" y="268920"/>
                  </a:lnTo>
                  <a:lnTo>
                    <a:pt x="672042" y="268995"/>
                  </a:lnTo>
                  <a:lnTo>
                    <a:pt x="664228" y="269247"/>
                  </a:lnTo>
                  <a:lnTo>
                    <a:pt x="656413" y="269449"/>
                  </a:lnTo>
                  <a:lnTo>
                    <a:pt x="648599" y="269671"/>
                  </a:lnTo>
                  <a:lnTo>
                    <a:pt x="640784" y="269954"/>
                  </a:lnTo>
                  <a:lnTo>
                    <a:pt x="632970" y="270205"/>
                  </a:lnTo>
                  <a:lnTo>
                    <a:pt x="625155" y="270257"/>
                  </a:lnTo>
                  <a:lnTo>
                    <a:pt x="617341" y="270419"/>
                  </a:lnTo>
                  <a:lnTo>
                    <a:pt x="609526" y="270514"/>
                  </a:lnTo>
                  <a:lnTo>
                    <a:pt x="601712" y="270825"/>
                  </a:lnTo>
                  <a:lnTo>
                    <a:pt x="593898" y="271082"/>
                  </a:lnTo>
                  <a:lnTo>
                    <a:pt x="586083" y="271362"/>
                  </a:lnTo>
                  <a:lnTo>
                    <a:pt x="578269" y="271513"/>
                  </a:lnTo>
                  <a:lnTo>
                    <a:pt x="570454" y="271631"/>
                  </a:lnTo>
                  <a:lnTo>
                    <a:pt x="562640" y="271743"/>
                  </a:lnTo>
                  <a:lnTo>
                    <a:pt x="554825" y="271858"/>
                  </a:lnTo>
                  <a:lnTo>
                    <a:pt x="547011" y="271981"/>
                  </a:lnTo>
                  <a:lnTo>
                    <a:pt x="539196" y="272409"/>
                  </a:lnTo>
                  <a:lnTo>
                    <a:pt x="531382" y="272802"/>
                  </a:lnTo>
                  <a:lnTo>
                    <a:pt x="523568" y="273071"/>
                  </a:lnTo>
                  <a:lnTo>
                    <a:pt x="515753" y="273491"/>
                  </a:lnTo>
                  <a:lnTo>
                    <a:pt x="507939" y="274158"/>
                  </a:lnTo>
                  <a:lnTo>
                    <a:pt x="500124" y="274452"/>
                  </a:lnTo>
                  <a:lnTo>
                    <a:pt x="492310" y="274688"/>
                  </a:lnTo>
                  <a:lnTo>
                    <a:pt x="484495" y="275174"/>
                  </a:lnTo>
                  <a:lnTo>
                    <a:pt x="476681" y="275423"/>
                  </a:lnTo>
                  <a:lnTo>
                    <a:pt x="468866" y="275576"/>
                  </a:lnTo>
                  <a:lnTo>
                    <a:pt x="461052" y="275878"/>
                  </a:lnTo>
                  <a:lnTo>
                    <a:pt x="453238" y="276132"/>
                  </a:lnTo>
                  <a:lnTo>
                    <a:pt x="445423" y="276395"/>
                  </a:lnTo>
                  <a:lnTo>
                    <a:pt x="437609" y="276921"/>
                  </a:lnTo>
                  <a:lnTo>
                    <a:pt x="429794" y="277165"/>
                  </a:lnTo>
                  <a:lnTo>
                    <a:pt x="421980" y="277463"/>
                  </a:lnTo>
                  <a:lnTo>
                    <a:pt x="414165" y="277972"/>
                  </a:lnTo>
                  <a:lnTo>
                    <a:pt x="406351" y="278297"/>
                  </a:lnTo>
                  <a:lnTo>
                    <a:pt x="398536" y="278751"/>
                  </a:lnTo>
                  <a:lnTo>
                    <a:pt x="390722" y="279048"/>
                  </a:lnTo>
                  <a:lnTo>
                    <a:pt x="382907" y="279350"/>
                  </a:lnTo>
                  <a:lnTo>
                    <a:pt x="375093" y="279927"/>
                  </a:lnTo>
                  <a:lnTo>
                    <a:pt x="367279" y="280617"/>
                  </a:lnTo>
                  <a:lnTo>
                    <a:pt x="359464" y="281127"/>
                  </a:lnTo>
                  <a:lnTo>
                    <a:pt x="351650" y="281870"/>
                  </a:lnTo>
                  <a:lnTo>
                    <a:pt x="343835" y="282090"/>
                  </a:lnTo>
                  <a:lnTo>
                    <a:pt x="336021" y="282538"/>
                  </a:lnTo>
                  <a:lnTo>
                    <a:pt x="328206" y="282856"/>
                  </a:lnTo>
                  <a:lnTo>
                    <a:pt x="320392" y="283325"/>
                  </a:lnTo>
                  <a:lnTo>
                    <a:pt x="312577" y="283761"/>
                  </a:lnTo>
                  <a:lnTo>
                    <a:pt x="304763" y="284388"/>
                  </a:lnTo>
                  <a:lnTo>
                    <a:pt x="296949" y="285019"/>
                  </a:lnTo>
                  <a:lnTo>
                    <a:pt x="289134" y="285526"/>
                  </a:lnTo>
                  <a:lnTo>
                    <a:pt x="281320" y="286328"/>
                  </a:lnTo>
                  <a:lnTo>
                    <a:pt x="273505" y="286987"/>
                  </a:lnTo>
                  <a:lnTo>
                    <a:pt x="265691" y="287738"/>
                  </a:lnTo>
                  <a:lnTo>
                    <a:pt x="257876" y="288396"/>
                  </a:lnTo>
                  <a:lnTo>
                    <a:pt x="250062" y="288970"/>
                  </a:lnTo>
                  <a:lnTo>
                    <a:pt x="242247" y="289637"/>
                  </a:lnTo>
                  <a:lnTo>
                    <a:pt x="234433" y="290297"/>
                  </a:lnTo>
                  <a:lnTo>
                    <a:pt x="226619" y="290950"/>
                  </a:lnTo>
                  <a:lnTo>
                    <a:pt x="218804" y="291589"/>
                  </a:lnTo>
                  <a:lnTo>
                    <a:pt x="210990" y="292237"/>
                  </a:lnTo>
                  <a:lnTo>
                    <a:pt x="203175" y="292868"/>
                  </a:lnTo>
                  <a:lnTo>
                    <a:pt x="195361" y="293639"/>
                  </a:lnTo>
                  <a:lnTo>
                    <a:pt x="187546" y="294291"/>
                  </a:lnTo>
                  <a:lnTo>
                    <a:pt x="179732" y="294810"/>
                  </a:lnTo>
                  <a:lnTo>
                    <a:pt x="171917" y="295700"/>
                  </a:lnTo>
                  <a:lnTo>
                    <a:pt x="164103" y="296373"/>
                  </a:lnTo>
                  <a:lnTo>
                    <a:pt x="156288" y="296955"/>
                  </a:lnTo>
                  <a:lnTo>
                    <a:pt x="148474" y="297698"/>
                  </a:lnTo>
                  <a:lnTo>
                    <a:pt x="140660" y="298247"/>
                  </a:lnTo>
                  <a:lnTo>
                    <a:pt x="132845" y="298930"/>
                  </a:lnTo>
                  <a:lnTo>
                    <a:pt x="125031" y="299403"/>
                  </a:lnTo>
                  <a:lnTo>
                    <a:pt x="117216" y="300064"/>
                  </a:lnTo>
                  <a:lnTo>
                    <a:pt x="109402" y="300785"/>
                  </a:lnTo>
                  <a:lnTo>
                    <a:pt x="101587" y="301527"/>
                  </a:lnTo>
                  <a:lnTo>
                    <a:pt x="93773" y="302237"/>
                  </a:lnTo>
                  <a:lnTo>
                    <a:pt x="85958" y="302955"/>
                  </a:lnTo>
                  <a:lnTo>
                    <a:pt x="78144" y="303668"/>
                  </a:lnTo>
                  <a:lnTo>
                    <a:pt x="70330" y="304377"/>
                  </a:lnTo>
                  <a:lnTo>
                    <a:pt x="62515" y="305078"/>
                  </a:lnTo>
                  <a:lnTo>
                    <a:pt x="54701" y="305774"/>
                  </a:lnTo>
                  <a:lnTo>
                    <a:pt x="46886" y="306643"/>
                  </a:lnTo>
                  <a:lnTo>
                    <a:pt x="39072" y="307271"/>
                  </a:lnTo>
                  <a:lnTo>
                    <a:pt x="31257" y="307850"/>
                  </a:lnTo>
                  <a:lnTo>
                    <a:pt x="23443" y="308572"/>
                  </a:lnTo>
                  <a:lnTo>
                    <a:pt x="15628" y="309184"/>
                  </a:lnTo>
                  <a:lnTo>
                    <a:pt x="7814" y="309848"/>
                  </a:lnTo>
                  <a:lnTo>
                    <a:pt x="0" y="310590"/>
                  </a:lnTo>
                  <a:close/>
                </a:path>
              </a:pathLst>
            </a:custGeom>
            <a:solidFill>
              <a:srgbClr val="0072B2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237" name="pl236"/>
            <p:cNvSpPr/>
            <p:nvPr/>
          </p:nvSpPr>
          <p:spPr>
            <a:xfrm>
              <a:off x="6041499" y="3454048"/>
              <a:ext cx="2023942" cy="256202"/>
            </a:xfrm>
            <a:custGeom>
              <a:avLst/>
              <a:pathLst>
                <a:path w="2023942" h="256202">
                  <a:moveTo>
                    <a:pt x="0" y="256202"/>
                  </a:moveTo>
                  <a:lnTo>
                    <a:pt x="7814" y="256158"/>
                  </a:lnTo>
                  <a:lnTo>
                    <a:pt x="15628" y="255938"/>
                  </a:lnTo>
                  <a:lnTo>
                    <a:pt x="23443" y="255675"/>
                  </a:lnTo>
                  <a:lnTo>
                    <a:pt x="31257" y="255415"/>
                  </a:lnTo>
                  <a:lnTo>
                    <a:pt x="39072" y="255331"/>
                  </a:lnTo>
                  <a:lnTo>
                    <a:pt x="46886" y="255162"/>
                  </a:lnTo>
                  <a:lnTo>
                    <a:pt x="54701" y="254909"/>
                  </a:lnTo>
                  <a:lnTo>
                    <a:pt x="62515" y="254656"/>
                  </a:lnTo>
                  <a:lnTo>
                    <a:pt x="70330" y="254296"/>
                  </a:lnTo>
                  <a:lnTo>
                    <a:pt x="78144" y="253884"/>
                  </a:lnTo>
                  <a:lnTo>
                    <a:pt x="85958" y="253897"/>
                  </a:lnTo>
                  <a:lnTo>
                    <a:pt x="93773" y="253644"/>
                  </a:lnTo>
                  <a:lnTo>
                    <a:pt x="101587" y="253391"/>
                  </a:lnTo>
                  <a:lnTo>
                    <a:pt x="109402" y="253106"/>
                  </a:lnTo>
                  <a:lnTo>
                    <a:pt x="117216" y="252866"/>
                  </a:lnTo>
                  <a:lnTo>
                    <a:pt x="125031" y="252603"/>
                  </a:lnTo>
                  <a:lnTo>
                    <a:pt x="132845" y="252366"/>
                  </a:lnTo>
                  <a:lnTo>
                    <a:pt x="140660" y="252180"/>
                  </a:lnTo>
                  <a:lnTo>
                    <a:pt x="148474" y="251964"/>
                  </a:lnTo>
                  <a:lnTo>
                    <a:pt x="156288" y="251605"/>
                  </a:lnTo>
                  <a:lnTo>
                    <a:pt x="164103" y="251333"/>
                  </a:lnTo>
                  <a:lnTo>
                    <a:pt x="171917" y="250929"/>
                  </a:lnTo>
                  <a:lnTo>
                    <a:pt x="179732" y="250580"/>
                  </a:lnTo>
                  <a:lnTo>
                    <a:pt x="187546" y="250362"/>
                  </a:lnTo>
                  <a:lnTo>
                    <a:pt x="195361" y="249952"/>
                  </a:lnTo>
                  <a:lnTo>
                    <a:pt x="203175" y="249588"/>
                  </a:lnTo>
                  <a:lnTo>
                    <a:pt x="210990" y="249158"/>
                  </a:lnTo>
                  <a:lnTo>
                    <a:pt x="218804" y="248732"/>
                  </a:lnTo>
                  <a:lnTo>
                    <a:pt x="226619" y="248457"/>
                  </a:lnTo>
                  <a:lnTo>
                    <a:pt x="234433" y="248138"/>
                  </a:lnTo>
                  <a:lnTo>
                    <a:pt x="242247" y="247658"/>
                  </a:lnTo>
                  <a:lnTo>
                    <a:pt x="250062" y="247222"/>
                  </a:lnTo>
                  <a:lnTo>
                    <a:pt x="257876" y="246782"/>
                  </a:lnTo>
                  <a:lnTo>
                    <a:pt x="265691" y="246599"/>
                  </a:lnTo>
                  <a:lnTo>
                    <a:pt x="273505" y="246128"/>
                  </a:lnTo>
                  <a:lnTo>
                    <a:pt x="281320" y="245694"/>
                  </a:lnTo>
                  <a:lnTo>
                    <a:pt x="289134" y="245177"/>
                  </a:lnTo>
                  <a:lnTo>
                    <a:pt x="296949" y="244657"/>
                  </a:lnTo>
                  <a:lnTo>
                    <a:pt x="304763" y="244042"/>
                  </a:lnTo>
                  <a:lnTo>
                    <a:pt x="312577" y="243411"/>
                  </a:lnTo>
                  <a:lnTo>
                    <a:pt x="320392" y="242767"/>
                  </a:lnTo>
                  <a:lnTo>
                    <a:pt x="328206" y="242066"/>
                  </a:lnTo>
                  <a:lnTo>
                    <a:pt x="336021" y="241366"/>
                  </a:lnTo>
                  <a:lnTo>
                    <a:pt x="343835" y="240691"/>
                  </a:lnTo>
                  <a:lnTo>
                    <a:pt x="351650" y="239819"/>
                  </a:lnTo>
                  <a:lnTo>
                    <a:pt x="359464" y="239084"/>
                  </a:lnTo>
                  <a:lnTo>
                    <a:pt x="367279" y="238276"/>
                  </a:lnTo>
                  <a:lnTo>
                    <a:pt x="375093" y="237458"/>
                  </a:lnTo>
                  <a:lnTo>
                    <a:pt x="382907" y="236778"/>
                  </a:lnTo>
                  <a:lnTo>
                    <a:pt x="390722" y="236089"/>
                  </a:lnTo>
                  <a:lnTo>
                    <a:pt x="398536" y="235407"/>
                  </a:lnTo>
                  <a:lnTo>
                    <a:pt x="406351" y="234290"/>
                  </a:lnTo>
                  <a:lnTo>
                    <a:pt x="414165" y="233679"/>
                  </a:lnTo>
                  <a:lnTo>
                    <a:pt x="421980" y="232931"/>
                  </a:lnTo>
                  <a:lnTo>
                    <a:pt x="429794" y="232242"/>
                  </a:lnTo>
                  <a:lnTo>
                    <a:pt x="437609" y="231471"/>
                  </a:lnTo>
                  <a:lnTo>
                    <a:pt x="445423" y="230858"/>
                  </a:lnTo>
                  <a:lnTo>
                    <a:pt x="453238" y="230192"/>
                  </a:lnTo>
                  <a:lnTo>
                    <a:pt x="461052" y="229441"/>
                  </a:lnTo>
                  <a:lnTo>
                    <a:pt x="468866" y="228469"/>
                  </a:lnTo>
                  <a:lnTo>
                    <a:pt x="476681" y="227781"/>
                  </a:lnTo>
                  <a:lnTo>
                    <a:pt x="484495" y="226860"/>
                  </a:lnTo>
                  <a:lnTo>
                    <a:pt x="492310" y="225733"/>
                  </a:lnTo>
                  <a:lnTo>
                    <a:pt x="500124" y="224823"/>
                  </a:lnTo>
                  <a:lnTo>
                    <a:pt x="507939" y="223527"/>
                  </a:lnTo>
                  <a:lnTo>
                    <a:pt x="515753" y="222711"/>
                  </a:lnTo>
                  <a:lnTo>
                    <a:pt x="523568" y="221570"/>
                  </a:lnTo>
                  <a:lnTo>
                    <a:pt x="531382" y="220490"/>
                  </a:lnTo>
                  <a:lnTo>
                    <a:pt x="539196" y="219770"/>
                  </a:lnTo>
                  <a:lnTo>
                    <a:pt x="547011" y="218509"/>
                  </a:lnTo>
                  <a:lnTo>
                    <a:pt x="554825" y="217168"/>
                  </a:lnTo>
                  <a:lnTo>
                    <a:pt x="562640" y="216067"/>
                  </a:lnTo>
                  <a:lnTo>
                    <a:pt x="570454" y="215125"/>
                  </a:lnTo>
                  <a:lnTo>
                    <a:pt x="578269" y="213906"/>
                  </a:lnTo>
                  <a:lnTo>
                    <a:pt x="586083" y="212710"/>
                  </a:lnTo>
                  <a:lnTo>
                    <a:pt x="593898" y="211456"/>
                  </a:lnTo>
                  <a:lnTo>
                    <a:pt x="601712" y="210346"/>
                  </a:lnTo>
                  <a:lnTo>
                    <a:pt x="609526" y="208992"/>
                  </a:lnTo>
                  <a:lnTo>
                    <a:pt x="617341" y="207750"/>
                  </a:lnTo>
                  <a:lnTo>
                    <a:pt x="625155" y="206504"/>
                  </a:lnTo>
                  <a:lnTo>
                    <a:pt x="632970" y="205295"/>
                  </a:lnTo>
                  <a:lnTo>
                    <a:pt x="640784" y="204273"/>
                  </a:lnTo>
                  <a:lnTo>
                    <a:pt x="648599" y="203119"/>
                  </a:lnTo>
                  <a:lnTo>
                    <a:pt x="656413" y="202070"/>
                  </a:lnTo>
                  <a:lnTo>
                    <a:pt x="664228" y="200777"/>
                  </a:lnTo>
                  <a:lnTo>
                    <a:pt x="672042" y="199486"/>
                  </a:lnTo>
                  <a:lnTo>
                    <a:pt x="679857" y="198182"/>
                  </a:lnTo>
                  <a:lnTo>
                    <a:pt x="687671" y="196866"/>
                  </a:lnTo>
                  <a:lnTo>
                    <a:pt x="695485" y="195533"/>
                  </a:lnTo>
                  <a:lnTo>
                    <a:pt x="703300" y="194157"/>
                  </a:lnTo>
                  <a:lnTo>
                    <a:pt x="711114" y="192781"/>
                  </a:lnTo>
                  <a:lnTo>
                    <a:pt x="718929" y="191552"/>
                  </a:lnTo>
                  <a:lnTo>
                    <a:pt x="726743" y="190238"/>
                  </a:lnTo>
                  <a:lnTo>
                    <a:pt x="734558" y="188887"/>
                  </a:lnTo>
                  <a:lnTo>
                    <a:pt x="742372" y="187575"/>
                  </a:lnTo>
                  <a:lnTo>
                    <a:pt x="750187" y="186230"/>
                  </a:lnTo>
                  <a:lnTo>
                    <a:pt x="758001" y="184855"/>
                  </a:lnTo>
                  <a:lnTo>
                    <a:pt x="765815" y="183436"/>
                  </a:lnTo>
                  <a:lnTo>
                    <a:pt x="773630" y="182067"/>
                  </a:lnTo>
                  <a:lnTo>
                    <a:pt x="781444" y="180588"/>
                  </a:lnTo>
                  <a:lnTo>
                    <a:pt x="789259" y="179332"/>
                  </a:lnTo>
                  <a:lnTo>
                    <a:pt x="797073" y="178075"/>
                  </a:lnTo>
                  <a:lnTo>
                    <a:pt x="804888" y="176759"/>
                  </a:lnTo>
                  <a:lnTo>
                    <a:pt x="812702" y="175362"/>
                  </a:lnTo>
                  <a:lnTo>
                    <a:pt x="820517" y="174115"/>
                  </a:lnTo>
                  <a:lnTo>
                    <a:pt x="828331" y="172757"/>
                  </a:lnTo>
                  <a:lnTo>
                    <a:pt x="836145" y="171258"/>
                  </a:lnTo>
                  <a:lnTo>
                    <a:pt x="843960" y="169936"/>
                  </a:lnTo>
                  <a:lnTo>
                    <a:pt x="851774" y="168710"/>
                  </a:lnTo>
                  <a:lnTo>
                    <a:pt x="859589" y="167221"/>
                  </a:lnTo>
                  <a:lnTo>
                    <a:pt x="867403" y="166081"/>
                  </a:lnTo>
                  <a:lnTo>
                    <a:pt x="875218" y="164736"/>
                  </a:lnTo>
                  <a:lnTo>
                    <a:pt x="883032" y="163390"/>
                  </a:lnTo>
                  <a:lnTo>
                    <a:pt x="890847" y="162044"/>
                  </a:lnTo>
                  <a:lnTo>
                    <a:pt x="898661" y="160703"/>
                  </a:lnTo>
                  <a:lnTo>
                    <a:pt x="906476" y="159361"/>
                  </a:lnTo>
                  <a:lnTo>
                    <a:pt x="914290" y="158018"/>
                  </a:lnTo>
                  <a:lnTo>
                    <a:pt x="922104" y="156812"/>
                  </a:lnTo>
                  <a:lnTo>
                    <a:pt x="929919" y="155466"/>
                  </a:lnTo>
                  <a:lnTo>
                    <a:pt x="937733" y="153973"/>
                  </a:lnTo>
                  <a:lnTo>
                    <a:pt x="945548" y="152619"/>
                  </a:lnTo>
                  <a:lnTo>
                    <a:pt x="953362" y="151264"/>
                  </a:lnTo>
                  <a:lnTo>
                    <a:pt x="961177" y="149863"/>
                  </a:lnTo>
                  <a:lnTo>
                    <a:pt x="968991" y="148241"/>
                  </a:lnTo>
                  <a:lnTo>
                    <a:pt x="976806" y="146988"/>
                  </a:lnTo>
                  <a:lnTo>
                    <a:pt x="984620" y="145736"/>
                  </a:lnTo>
                  <a:lnTo>
                    <a:pt x="992434" y="144488"/>
                  </a:lnTo>
                  <a:lnTo>
                    <a:pt x="1000249" y="143150"/>
                  </a:lnTo>
                  <a:lnTo>
                    <a:pt x="1008063" y="141787"/>
                  </a:lnTo>
                  <a:lnTo>
                    <a:pt x="1015878" y="140413"/>
                  </a:lnTo>
                  <a:lnTo>
                    <a:pt x="1023692" y="139037"/>
                  </a:lnTo>
                  <a:lnTo>
                    <a:pt x="1031507" y="137661"/>
                  </a:lnTo>
                  <a:lnTo>
                    <a:pt x="1039321" y="136283"/>
                  </a:lnTo>
                  <a:lnTo>
                    <a:pt x="1047136" y="134904"/>
                  </a:lnTo>
                  <a:lnTo>
                    <a:pt x="1054950" y="133524"/>
                  </a:lnTo>
                  <a:lnTo>
                    <a:pt x="1062765" y="132143"/>
                  </a:lnTo>
                  <a:lnTo>
                    <a:pt x="1070579" y="130762"/>
                  </a:lnTo>
                  <a:lnTo>
                    <a:pt x="1078393" y="129380"/>
                  </a:lnTo>
                  <a:lnTo>
                    <a:pt x="1086208" y="127998"/>
                  </a:lnTo>
                  <a:lnTo>
                    <a:pt x="1094022" y="126756"/>
                  </a:lnTo>
                  <a:lnTo>
                    <a:pt x="1101837" y="125527"/>
                  </a:lnTo>
                  <a:lnTo>
                    <a:pt x="1109651" y="124302"/>
                  </a:lnTo>
                  <a:lnTo>
                    <a:pt x="1117466" y="123082"/>
                  </a:lnTo>
                  <a:lnTo>
                    <a:pt x="1125280" y="121518"/>
                  </a:lnTo>
                  <a:lnTo>
                    <a:pt x="1133095" y="119677"/>
                  </a:lnTo>
                  <a:lnTo>
                    <a:pt x="1140909" y="118286"/>
                  </a:lnTo>
                  <a:lnTo>
                    <a:pt x="1148723" y="116905"/>
                  </a:lnTo>
                  <a:lnTo>
                    <a:pt x="1156538" y="115726"/>
                  </a:lnTo>
                  <a:lnTo>
                    <a:pt x="1164352" y="114658"/>
                  </a:lnTo>
                  <a:lnTo>
                    <a:pt x="1172167" y="113465"/>
                  </a:lnTo>
                  <a:lnTo>
                    <a:pt x="1179981" y="112238"/>
                  </a:lnTo>
                  <a:lnTo>
                    <a:pt x="1187796" y="111074"/>
                  </a:lnTo>
                  <a:lnTo>
                    <a:pt x="1195610" y="109912"/>
                  </a:lnTo>
                  <a:lnTo>
                    <a:pt x="1203425" y="108721"/>
                  </a:lnTo>
                  <a:lnTo>
                    <a:pt x="1211239" y="107396"/>
                  </a:lnTo>
                  <a:lnTo>
                    <a:pt x="1219053" y="105994"/>
                  </a:lnTo>
                  <a:lnTo>
                    <a:pt x="1226868" y="104599"/>
                  </a:lnTo>
                  <a:lnTo>
                    <a:pt x="1234682" y="103213"/>
                  </a:lnTo>
                  <a:lnTo>
                    <a:pt x="1242497" y="101834"/>
                  </a:lnTo>
                  <a:lnTo>
                    <a:pt x="1250311" y="100463"/>
                  </a:lnTo>
                  <a:lnTo>
                    <a:pt x="1258126" y="99102"/>
                  </a:lnTo>
                  <a:lnTo>
                    <a:pt x="1265940" y="97756"/>
                  </a:lnTo>
                  <a:lnTo>
                    <a:pt x="1273755" y="96418"/>
                  </a:lnTo>
                  <a:lnTo>
                    <a:pt x="1281569" y="95088"/>
                  </a:lnTo>
                  <a:lnTo>
                    <a:pt x="1289384" y="93766"/>
                  </a:lnTo>
                  <a:lnTo>
                    <a:pt x="1297198" y="92450"/>
                  </a:lnTo>
                  <a:lnTo>
                    <a:pt x="1305012" y="91133"/>
                  </a:lnTo>
                  <a:lnTo>
                    <a:pt x="1312827" y="89825"/>
                  </a:lnTo>
                  <a:lnTo>
                    <a:pt x="1320641" y="88525"/>
                  </a:lnTo>
                  <a:lnTo>
                    <a:pt x="1328456" y="87234"/>
                  </a:lnTo>
                  <a:lnTo>
                    <a:pt x="1336270" y="85953"/>
                  </a:lnTo>
                  <a:lnTo>
                    <a:pt x="1344085" y="84688"/>
                  </a:lnTo>
                  <a:lnTo>
                    <a:pt x="1351899" y="83431"/>
                  </a:lnTo>
                  <a:lnTo>
                    <a:pt x="1359714" y="82183"/>
                  </a:lnTo>
                  <a:lnTo>
                    <a:pt x="1367528" y="80755"/>
                  </a:lnTo>
                  <a:lnTo>
                    <a:pt x="1375342" y="79138"/>
                  </a:lnTo>
                  <a:lnTo>
                    <a:pt x="1383157" y="77938"/>
                  </a:lnTo>
                  <a:lnTo>
                    <a:pt x="1390971" y="76799"/>
                  </a:lnTo>
                  <a:lnTo>
                    <a:pt x="1398786" y="75668"/>
                  </a:lnTo>
                  <a:lnTo>
                    <a:pt x="1406600" y="74609"/>
                  </a:lnTo>
                  <a:lnTo>
                    <a:pt x="1414415" y="73490"/>
                  </a:lnTo>
                  <a:lnTo>
                    <a:pt x="1422229" y="72307"/>
                  </a:lnTo>
                  <a:lnTo>
                    <a:pt x="1430044" y="71198"/>
                  </a:lnTo>
                  <a:lnTo>
                    <a:pt x="1437858" y="69980"/>
                  </a:lnTo>
                  <a:lnTo>
                    <a:pt x="1445672" y="68737"/>
                  </a:lnTo>
                  <a:lnTo>
                    <a:pt x="1453487" y="67502"/>
                  </a:lnTo>
                  <a:lnTo>
                    <a:pt x="1461301" y="66275"/>
                  </a:lnTo>
                  <a:lnTo>
                    <a:pt x="1469116" y="65060"/>
                  </a:lnTo>
                  <a:lnTo>
                    <a:pt x="1476930" y="63941"/>
                  </a:lnTo>
                  <a:lnTo>
                    <a:pt x="1484745" y="62742"/>
                  </a:lnTo>
                  <a:lnTo>
                    <a:pt x="1492559" y="61814"/>
                  </a:lnTo>
                  <a:lnTo>
                    <a:pt x="1500374" y="60764"/>
                  </a:lnTo>
                  <a:lnTo>
                    <a:pt x="1508188" y="59708"/>
                  </a:lnTo>
                  <a:lnTo>
                    <a:pt x="1516003" y="58659"/>
                  </a:lnTo>
                  <a:lnTo>
                    <a:pt x="1523817" y="57562"/>
                  </a:lnTo>
                  <a:lnTo>
                    <a:pt x="1531631" y="56295"/>
                  </a:lnTo>
                  <a:lnTo>
                    <a:pt x="1539446" y="55037"/>
                  </a:lnTo>
                  <a:lnTo>
                    <a:pt x="1547260" y="53786"/>
                  </a:lnTo>
                  <a:lnTo>
                    <a:pt x="1555075" y="52543"/>
                  </a:lnTo>
                  <a:lnTo>
                    <a:pt x="1562889" y="51310"/>
                  </a:lnTo>
                  <a:lnTo>
                    <a:pt x="1570704" y="50084"/>
                  </a:lnTo>
                  <a:lnTo>
                    <a:pt x="1578518" y="48905"/>
                  </a:lnTo>
                  <a:lnTo>
                    <a:pt x="1586333" y="47817"/>
                  </a:lnTo>
                  <a:lnTo>
                    <a:pt x="1594147" y="46739"/>
                  </a:lnTo>
                  <a:lnTo>
                    <a:pt x="1601961" y="45669"/>
                  </a:lnTo>
                  <a:lnTo>
                    <a:pt x="1609776" y="44608"/>
                  </a:lnTo>
                  <a:lnTo>
                    <a:pt x="1617590" y="43557"/>
                  </a:lnTo>
                  <a:lnTo>
                    <a:pt x="1625405" y="42607"/>
                  </a:lnTo>
                  <a:lnTo>
                    <a:pt x="1633219" y="41858"/>
                  </a:lnTo>
                  <a:lnTo>
                    <a:pt x="1641034" y="41116"/>
                  </a:lnTo>
                  <a:lnTo>
                    <a:pt x="1648848" y="40382"/>
                  </a:lnTo>
                  <a:lnTo>
                    <a:pt x="1656663" y="39656"/>
                  </a:lnTo>
                  <a:lnTo>
                    <a:pt x="1664477" y="38800"/>
                  </a:lnTo>
                  <a:lnTo>
                    <a:pt x="1672291" y="37690"/>
                  </a:lnTo>
                  <a:lnTo>
                    <a:pt x="1680106" y="36587"/>
                  </a:lnTo>
                  <a:lnTo>
                    <a:pt x="1687920" y="35492"/>
                  </a:lnTo>
                  <a:lnTo>
                    <a:pt x="1695735" y="34406"/>
                  </a:lnTo>
                  <a:lnTo>
                    <a:pt x="1703549" y="33328"/>
                  </a:lnTo>
                  <a:lnTo>
                    <a:pt x="1711364" y="32259"/>
                  </a:lnTo>
                  <a:lnTo>
                    <a:pt x="1719178" y="31375"/>
                  </a:lnTo>
                  <a:lnTo>
                    <a:pt x="1726993" y="30521"/>
                  </a:lnTo>
                  <a:lnTo>
                    <a:pt x="1734807" y="29674"/>
                  </a:lnTo>
                  <a:lnTo>
                    <a:pt x="1742622" y="28781"/>
                  </a:lnTo>
                  <a:lnTo>
                    <a:pt x="1750436" y="27687"/>
                  </a:lnTo>
                  <a:lnTo>
                    <a:pt x="1758250" y="26603"/>
                  </a:lnTo>
                  <a:lnTo>
                    <a:pt x="1766065" y="25527"/>
                  </a:lnTo>
                  <a:lnTo>
                    <a:pt x="1773879" y="24891"/>
                  </a:lnTo>
                  <a:lnTo>
                    <a:pt x="1781694" y="24196"/>
                  </a:lnTo>
                  <a:lnTo>
                    <a:pt x="1789508" y="23630"/>
                  </a:lnTo>
                  <a:lnTo>
                    <a:pt x="1797323" y="22956"/>
                  </a:lnTo>
                  <a:lnTo>
                    <a:pt x="1805137" y="22034"/>
                  </a:lnTo>
                  <a:lnTo>
                    <a:pt x="1812952" y="21121"/>
                  </a:lnTo>
                  <a:lnTo>
                    <a:pt x="1820766" y="20220"/>
                  </a:lnTo>
                  <a:lnTo>
                    <a:pt x="1828580" y="19330"/>
                  </a:lnTo>
                  <a:lnTo>
                    <a:pt x="1836395" y="18450"/>
                  </a:lnTo>
                  <a:lnTo>
                    <a:pt x="1844209" y="17578"/>
                  </a:lnTo>
                  <a:lnTo>
                    <a:pt x="1852024" y="16818"/>
                  </a:lnTo>
                  <a:lnTo>
                    <a:pt x="1859838" y="15898"/>
                  </a:lnTo>
                  <a:lnTo>
                    <a:pt x="1867653" y="14992"/>
                  </a:lnTo>
                  <a:lnTo>
                    <a:pt x="1875467" y="14090"/>
                  </a:lnTo>
                  <a:lnTo>
                    <a:pt x="1883282" y="13212"/>
                  </a:lnTo>
                  <a:lnTo>
                    <a:pt x="1891096" y="12419"/>
                  </a:lnTo>
                  <a:lnTo>
                    <a:pt x="1898910" y="11610"/>
                  </a:lnTo>
                  <a:lnTo>
                    <a:pt x="1906725" y="10864"/>
                  </a:lnTo>
                  <a:lnTo>
                    <a:pt x="1914539" y="10062"/>
                  </a:lnTo>
                  <a:lnTo>
                    <a:pt x="1922354" y="9268"/>
                  </a:lnTo>
                  <a:lnTo>
                    <a:pt x="1930168" y="8482"/>
                  </a:lnTo>
                  <a:lnTo>
                    <a:pt x="1937983" y="7706"/>
                  </a:lnTo>
                  <a:lnTo>
                    <a:pt x="1945797" y="7020"/>
                  </a:lnTo>
                  <a:lnTo>
                    <a:pt x="1953612" y="6481"/>
                  </a:lnTo>
                  <a:lnTo>
                    <a:pt x="1961426" y="5818"/>
                  </a:lnTo>
                  <a:lnTo>
                    <a:pt x="1969241" y="5040"/>
                  </a:lnTo>
                  <a:lnTo>
                    <a:pt x="1977055" y="4267"/>
                  </a:lnTo>
                  <a:lnTo>
                    <a:pt x="1984869" y="3497"/>
                  </a:lnTo>
                  <a:lnTo>
                    <a:pt x="1992684" y="2738"/>
                  </a:lnTo>
                  <a:lnTo>
                    <a:pt x="2000498" y="1987"/>
                  </a:lnTo>
                  <a:lnTo>
                    <a:pt x="2008313" y="1243"/>
                  </a:lnTo>
                  <a:lnTo>
                    <a:pt x="2016127" y="508"/>
                  </a:lnTo>
                  <a:lnTo>
                    <a:pt x="202394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8" name="pl237"/>
            <p:cNvSpPr/>
            <p:nvPr/>
          </p:nvSpPr>
          <p:spPr>
            <a:xfrm>
              <a:off x="6041499" y="3711733"/>
              <a:ext cx="2023942" cy="52906"/>
            </a:xfrm>
            <a:custGeom>
              <a:avLst/>
              <a:pathLst>
                <a:path w="2023942" h="52906">
                  <a:moveTo>
                    <a:pt x="2023942" y="0"/>
                  </a:moveTo>
                  <a:lnTo>
                    <a:pt x="2016127" y="50"/>
                  </a:lnTo>
                  <a:lnTo>
                    <a:pt x="2008313" y="101"/>
                  </a:lnTo>
                  <a:lnTo>
                    <a:pt x="2000498" y="151"/>
                  </a:lnTo>
                  <a:lnTo>
                    <a:pt x="1992684" y="202"/>
                  </a:lnTo>
                  <a:lnTo>
                    <a:pt x="1984869" y="253"/>
                  </a:lnTo>
                  <a:lnTo>
                    <a:pt x="1977055" y="302"/>
                  </a:lnTo>
                  <a:lnTo>
                    <a:pt x="1969241" y="352"/>
                  </a:lnTo>
                  <a:lnTo>
                    <a:pt x="1961426" y="401"/>
                  </a:lnTo>
                  <a:lnTo>
                    <a:pt x="1953612" y="450"/>
                  </a:lnTo>
                  <a:lnTo>
                    <a:pt x="1945797" y="500"/>
                  </a:lnTo>
                  <a:lnTo>
                    <a:pt x="1937983" y="549"/>
                  </a:lnTo>
                  <a:lnTo>
                    <a:pt x="1930168" y="598"/>
                  </a:lnTo>
                  <a:lnTo>
                    <a:pt x="1922354" y="647"/>
                  </a:lnTo>
                  <a:lnTo>
                    <a:pt x="1914539" y="653"/>
                  </a:lnTo>
                  <a:lnTo>
                    <a:pt x="1906725" y="632"/>
                  </a:lnTo>
                  <a:lnTo>
                    <a:pt x="1898910" y="611"/>
                  </a:lnTo>
                  <a:lnTo>
                    <a:pt x="1891096" y="628"/>
                  </a:lnTo>
                  <a:lnTo>
                    <a:pt x="1883282" y="716"/>
                  </a:lnTo>
                  <a:lnTo>
                    <a:pt x="1875467" y="804"/>
                  </a:lnTo>
                  <a:lnTo>
                    <a:pt x="1867653" y="890"/>
                  </a:lnTo>
                  <a:lnTo>
                    <a:pt x="1859838" y="955"/>
                  </a:lnTo>
                  <a:lnTo>
                    <a:pt x="1852024" y="946"/>
                  </a:lnTo>
                  <a:lnTo>
                    <a:pt x="1844209" y="936"/>
                  </a:lnTo>
                  <a:lnTo>
                    <a:pt x="1836395" y="926"/>
                  </a:lnTo>
                  <a:lnTo>
                    <a:pt x="1828580" y="917"/>
                  </a:lnTo>
                  <a:lnTo>
                    <a:pt x="1820766" y="907"/>
                  </a:lnTo>
                  <a:lnTo>
                    <a:pt x="1812952" y="897"/>
                  </a:lnTo>
                  <a:lnTo>
                    <a:pt x="1805137" y="1012"/>
                  </a:lnTo>
                  <a:lnTo>
                    <a:pt x="1797323" y="1018"/>
                  </a:lnTo>
                  <a:lnTo>
                    <a:pt x="1789508" y="1019"/>
                  </a:lnTo>
                  <a:lnTo>
                    <a:pt x="1781694" y="1019"/>
                  </a:lnTo>
                  <a:lnTo>
                    <a:pt x="1773879" y="1018"/>
                  </a:lnTo>
                  <a:lnTo>
                    <a:pt x="1766065" y="1000"/>
                  </a:lnTo>
                  <a:lnTo>
                    <a:pt x="1758250" y="1011"/>
                  </a:lnTo>
                  <a:lnTo>
                    <a:pt x="1750436" y="1055"/>
                  </a:lnTo>
                  <a:lnTo>
                    <a:pt x="1742622" y="1087"/>
                  </a:lnTo>
                  <a:lnTo>
                    <a:pt x="1734807" y="1027"/>
                  </a:lnTo>
                  <a:lnTo>
                    <a:pt x="1726993" y="1030"/>
                  </a:lnTo>
                  <a:lnTo>
                    <a:pt x="1719178" y="1032"/>
                  </a:lnTo>
                  <a:lnTo>
                    <a:pt x="1711364" y="1078"/>
                  </a:lnTo>
                  <a:lnTo>
                    <a:pt x="1703549" y="1138"/>
                  </a:lnTo>
                  <a:lnTo>
                    <a:pt x="1695735" y="1226"/>
                  </a:lnTo>
                  <a:lnTo>
                    <a:pt x="1687920" y="1313"/>
                  </a:lnTo>
                  <a:lnTo>
                    <a:pt x="1680106" y="1401"/>
                  </a:lnTo>
                  <a:lnTo>
                    <a:pt x="1672291" y="1489"/>
                  </a:lnTo>
                  <a:lnTo>
                    <a:pt x="1664477" y="1545"/>
                  </a:lnTo>
                  <a:lnTo>
                    <a:pt x="1656663" y="1591"/>
                  </a:lnTo>
                  <a:lnTo>
                    <a:pt x="1648848" y="1636"/>
                  </a:lnTo>
                  <a:lnTo>
                    <a:pt x="1641034" y="1681"/>
                  </a:lnTo>
                  <a:lnTo>
                    <a:pt x="1633219" y="1724"/>
                  </a:lnTo>
                  <a:lnTo>
                    <a:pt x="1625405" y="1767"/>
                  </a:lnTo>
                  <a:lnTo>
                    <a:pt x="1617590" y="1781"/>
                  </a:lnTo>
                  <a:lnTo>
                    <a:pt x="1609776" y="1826"/>
                  </a:lnTo>
                  <a:lnTo>
                    <a:pt x="1601961" y="1895"/>
                  </a:lnTo>
                  <a:lnTo>
                    <a:pt x="1594147" y="1944"/>
                  </a:lnTo>
                  <a:lnTo>
                    <a:pt x="1586333" y="1988"/>
                  </a:lnTo>
                  <a:lnTo>
                    <a:pt x="1578518" y="2032"/>
                  </a:lnTo>
                  <a:lnTo>
                    <a:pt x="1570704" y="2061"/>
                  </a:lnTo>
                  <a:lnTo>
                    <a:pt x="1562889" y="2101"/>
                  </a:lnTo>
                  <a:lnTo>
                    <a:pt x="1555075" y="2166"/>
                  </a:lnTo>
                  <a:lnTo>
                    <a:pt x="1547260" y="2210"/>
                  </a:lnTo>
                  <a:lnTo>
                    <a:pt x="1539446" y="2254"/>
                  </a:lnTo>
                  <a:lnTo>
                    <a:pt x="1531631" y="2294"/>
                  </a:lnTo>
                  <a:lnTo>
                    <a:pt x="1523817" y="2307"/>
                  </a:lnTo>
                  <a:lnTo>
                    <a:pt x="1516003" y="2321"/>
                  </a:lnTo>
                  <a:lnTo>
                    <a:pt x="1508188" y="2334"/>
                  </a:lnTo>
                  <a:lnTo>
                    <a:pt x="1500374" y="2380"/>
                  </a:lnTo>
                  <a:lnTo>
                    <a:pt x="1492559" y="2428"/>
                  </a:lnTo>
                  <a:lnTo>
                    <a:pt x="1484745" y="2476"/>
                  </a:lnTo>
                  <a:lnTo>
                    <a:pt x="1476930" y="2529"/>
                  </a:lnTo>
                  <a:lnTo>
                    <a:pt x="1469116" y="2612"/>
                  </a:lnTo>
                  <a:lnTo>
                    <a:pt x="1461301" y="2696"/>
                  </a:lnTo>
                  <a:lnTo>
                    <a:pt x="1453487" y="2781"/>
                  </a:lnTo>
                  <a:lnTo>
                    <a:pt x="1445672" y="2866"/>
                  </a:lnTo>
                  <a:lnTo>
                    <a:pt x="1437858" y="2951"/>
                  </a:lnTo>
                  <a:lnTo>
                    <a:pt x="1430044" y="3034"/>
                  </a:lnTo>
                  <a:lnTo>
                    <a:pt x="1422229" y="3080"/>
                  </a:lnTo>
                  <a:lnTo>
                    <a:pt x="1414415" y="3094"/>
                  </a:lnTo>
                  <a:lnTo>
                    <a:pt x="1406600" y="3108"/>
                  </a:lnTo>
                  <a:lnTo>
                    <a:pt x="1398786" y="3122"/>
                  </a:lnTo>
                  <a:lnTo>
                    <a:pt x="1390971" y="3137"/>
                  </a:lnTo>
                  <a:lnTo>
                    <a:pt x="1383157" y="3151"/>
                  </a:lnTo>
                  <a:lnTo>
                    <a:pt x="1375342" y="3189"/>
                  </a:lnTo>
                  <a:lnTo>
                    <a:pt x="1367528" y="3234"/>
                  </a:lnTo>
                  <a:lnTo>
                    <a:pt x="1359714" y="3279"/>
                  </a:lnTo>
                  <a:lnTo>
                    <a:pt x="1351899" y="3323"/>
                  </a:lnTo>
                  <a:lnTo>
                    <a:pt x="1344085" y="3480"/>
                  </a:lnTo>
                  <a:lnTo>
                    <a:pt x="1336270" y="3687"/>
                  </a:lnTo>
                  <a:lnTo>
                    <a:pt x="1328456" y="3883"/>
                  </a:lnTo>
                  <a:lnTo>
                    <a:pt x="1320641" y="3906"/>
                  </a:lnTo>
                  <a:lnTo>
                    <a:pt x="1312827" y="3928"/>
                  </a:lnTo>
                  <a:lnTo>
                    <a:pt x="1305012" y="3948"/>
                  </a:lnTo>
                  <a:lnTo>
                    <a:pt x="1297198" y="3968"/>
                  </a:lnTo>
                  <a:lnTo>
                    <a:pt x="1289384" y="3987"/>
                  </a:lnTo>
                  <a:lnTo>
                    <a:pt x="1281569" y="4007"/>
                  </a:lnTo>
                  <a:lnTo>
                    <a:pt x="1273755" y="4027"/>
                  </a:lnTo>
                  <a:lnTo>
                    <a:pt x="1265940" y="4167"/>
                  </a:lnTo>
                  <a:lnTo>
                    <a:pt x="1258126" y="4319"/>
                  </a:lnTo>
                  <a:lnTo>
                    <a:pt x="1250311" y="4466"/>
                  </a:lnTo>
                  <a:lnTo>
                    <a:pt x="1242497" y="4613"/>
                  </a:lnTo>
                  <a:lnTo>
                    <a:pt x="1234682" y="4555"/>
                  </a:lnTo>
                  <a:lnTo>
                    <a:pt x="1226868" y="4450"/>
                  </a:lnTo>
                  <a:lnTo>
                    <a:pt x="1219053" y="4343"/>
                  </a:lnTo>
                  <a:lnTo>
                    <a:pt x="1211239" y="4236"/>
                  </a:lnTo>
                  <a:lnTo>
                    <a:pt x="1203425" y="4326"/>
                  </a:lnTo>
                  <a:lnTo>
                    <a:pt x="1195610" y="4444"/>
                  </a:lnTo>
                  <a:lnTo>
                    <a:pt x="1187796" y="4563"/>
                  </a:lnTo>
                  <a:lnTo>
                    <a:pt x="1179981" y="4608"/>
                  </a:lnTo>
                  <a:lnTo>
                    <a:pt x="1172167" y="4597"/>
                  </a:lnTo>
                  <a:lnTo>
                    <a:pt x="1164352" y="4759"/>
                  </a:lnTo>
                  <a:lnTo>
                    <a:pt x="1156538" y="4920"/>
                  </a:lnTo>
                  <a:lnTo>
                    <a:pt x="1148723" y="5082"/>
                  </a:lnTo>
                  <a:lnTo>
                    <a:pt x="1140909" y="5186"/>
                  </a:lnTo>
                  <a:lnTo>
                    <a:pt x="1133095" y="5126"/>
                  </a:lnTo>
                  <a:lnTo>
                    <a:pt x="1125280" y="5354"/>
                  </a:lnTo>
                  <a:lnTo>
                    <a:pt x="1117466" y="5214"/>
                  </a:lnTo>
                  <a:lnTo>
                    <a:pt x="1109651" y="5339"/>
                  </a:lnTo>
                  <a:lnTo>
                    <a:pt x="1101837" y="5642"/>
                  </a:lnTo>
                  <a:lnTo>
                    <a:pt x="1094022" y="5898"/>
                  </a:lnTo>
                  <a:lnTo>
                    <a:pt x="1086208" y="5950"/>
                  </a:lnTo>
                  <a:lnTo>
                    <a:pt x="1078393" y="6120"/>
                  </a:lnTo>
                  <a:lnTo>
                    <a:pt x="1070579" y="6334"/>
                  </a:lnTo>
                  <a:lnTo>
                    <a:pt x="1062765" y="6435"/>
                  </a:lnTo>
                  <a:lnTo>
                    <a:pt x="1054950" y="6342"/>
                  </a:lnTo>
                  <a:lnTo>
                    <a:pt x="1047136" y="6249"/>
                  </a:lnTo>
                  <a:lnTo>
                    <a:pt x="1039321" y="6259"/>
                  </a:lnTo>
                  <a:lnTo>
                    <a:pt x="1031507" y="6422"/>
                  </a:lnTo>
                  <a:lnTo>
                    <a:pt x="1023692" y="6584"/>
                  </a:lnTo>
                  <a:lnTo>
                    <a:pt x="1015878" y="6745"/>
                  </a:lnTo>
                  <a:lnTo>
                    <a:pt x="1008063" y="6790"/>
                  </a:lnTo>
                  <a:lnTo>
                    <a:pt x="1000249" y="7077"/>
                  </a:lnTo>
                  <a:lnTo>
                    <a:pt x="992434" y="7104"/>
                  </a:lnTo>
                  <a:lnTo>
                    <a:pt x="984620" y="6999"/>
                  </a:lnTo>
                  <a:lnTo>
                    <a:pt x="976806" y="6894"/>
                  </a:lnTo>
                  <a:lnTo>
                    <a:pt x="968991" y="6788"/>
                  </a:lnTo>
                  <a:lnTo>
                    <a:pt x="961177" y="6883"/>
                  </a:lnTo>
                  <a:lnTo>
                    <a:pt x="953362" y="7102"/>
                  </a:lnTo>
                  <a:lnTo>
                    <a:pt x="945548" y="7320"/>
                  </a:lnTo>
                  <a:lnTo>
                    <a:pt x="937733" y="7451"/>
                  </a:lnTo>
                  <a:lnTo>
                    <a:pt x="929919" y="7479"/>
                  </a:lnTo>
                  <a:lnTo>
                    <a:pt x="922104" y="7503"/>
                  </a:lnTo>
                  <a:lnTo>
                    <a:pt x="914290" y="7612"/>
                  </a:lnTo>
                  <a:lnTo>
                    <a:pt x="906476" y="7776"/>
                  </a:lnTo>
                  <a:lnTo>
                    <a:pt x="898661" y="7739"/>
                  </a:lnTo>
                  <a:lnTo>
                    <a:pt x="890847" y="7698"/>
                  </a:lnTo>
                  <a:lnTo>
                    <a:pt x="883032" y="7750"/>
                  </a:lnTo>
                  <a:lnTo>
                    <a:pt x="875218" y="7855"/>
                  </a:lnTo>
                  <a:lnTo>
                    <a:pt x="867403" y="7959"/>
                  </a:lnTo>
                  <a:lnTo>
                    <a:pt x="859589" y="8064"/>
                  </a:lnTo>
                  <a:lnTo>
                    <a:pt x="851774" y="8136"/>
                  </a:lnTo>
                  <a:lnTo>
                    <a:pt x="843960" y="8162"/>
                  </a:lnTo>
                  <a:lnTo>
                    <a:pt x="836145" y="8187"/>
                  </a:lnTo>
                  <a:lnTo>
                    <a:pt x="828331" y="8405"/>
                  </a:lnTo>
                  <a:lnTo>
                    <a:pt x="820517" y="8596"/>
                  </a:lnTo>
                  <a:lnTo>
                    <a:pt x="812702" y="8679"/>
                  </a:lnTo>
                  <a:lnTo>
                    <a:pt x="804888" y="8807"/>
                  </a:lnTo>
                  <a:lnTo>
                    <a:pt x="797073" y="8899"/>
                  </a:lnTo>
                  <a:lnTo>
                    <a:pt x="789259" y="8966"/>
                  </a:lnTo>
                  <a:lnTo>
                    <a:pt x="781444" y="9034"/>
                  </a:lnTo>
                  <a:lnTo>
                    <a:pt x="773630" y="9178"/>
                  </a:lnTo>
                  <a:lnTo>
                    <a:pt x="765815" y="9181"/>
                  </a:lnTo>
                  <a:lnTo>
                    <a:pt x="758001" y="9393"/>
                  </a:lnTo>
                  <a:lnTo>
                    <a:pt x="750187" y="9552"/>
                  </a:lnTo>
                  <a:lnTo>
                    <a:pt x="742372" y="9661"/>
                  </a:lnTo>
                  <a:lnTo>
                    <a:pt x="734558" y="9869"/>
                  </a:lnTo>
                  <a:lnTo>
                    <a:pt x="726743" y="10075"/>
                  </a:lnTo>
                  <a:lnTo>
                    <a:pt x="718929" y="10177"/>
                  </a:lnTo>
                  <a:lnTo>
                    <a:pt x="711114" y="10386"/>
                  </a:lnTo>
                  <a:lnTo>
                    <a:pt x="703300" y="10677"/>
                  </a:lnTo>
                  <a:lnTo>
                    <a:pt x="695485" y="10822"/>
                  </a:lnTo>
                  <a:lnTo>
                    <a:pt x="687671" y="11039"/>
                  </a:lnTo>
                  <a:lnTo>
                    <a:pt x="679857" y="11235"/>
                  </a:lnTo>
                  <a:lnTo>
                    <a:pt x="672042" y="11311"/>
                  </a:lnTo>
                  <a:lnTo>
                    <a:pt x="664228" y="11563"/>
                  </a:lnTo>
                  <a:lnTo>
                    <a:pt x="656413" y="11765"/>
                  </a:lnTo>
                  <a:lnTo>
                    <a:pt x="648599" y="11987"/>
                  </a:lnTo>
                  <a:lnTo>
                    <a:pt x="640784" y="12269"/>
                  </a:lnTo>
                  <a:lnTo>
                    <a:pt x="632970" y="12521"/>
                  </a:lnTo>
                  <a:lnTo>
                    <a:pt x="625155" y="12573"/>
                  </a:lnTo>
                  <a:lnTo>
                    <a:pt x="617341" y="12735"/>
                  </a:lnTo>
                  <a:lnTo>
                    <a:pt x="609526" y="12830"/>
                  </a:lnTo>
                  <a:lnTo>
                    <a:pt x="601712" y="13140"/>
                  </a:lnTo>
                  <a:lnTo>
                    <a:pt x="593898" y="13398"/>
                  </a:lnTo>
                  <a:lnTo>
                    <a:pt x="586083" y="13678"/>
                  </a:lnTo>
                  <a:lnTo>
                    <a:pt x="578269" y="13829"/>
                  </a:lnTo>
                  <a:lnTo>
                    <a:pt x="570454" y="13947"/>
                  </a:lnTo>
                  <a:lnTo>
                    <a:pt x="562640" y="14058"/>
                  </a:lnTo>
                  <a:lnTo>
                    <a:pt x="554825" y="14174"/>
                  </a:lnTo>
                  <a:lnTo>
                    <a:pt x="547011" y="14297"/>
                  </a:lnTo>
                  <a:lnTo>
                    <a:pt x="539196" y="14724"/>
                  </a:lnTo>
                  <a:lnTo>
                    <a:pt x="531382" y="15118"/>
                  </a:lnTo>
                  <a:lnTo>
                    <a:pt x="523568" y="15386"/>
                  </a:lnTo>
                  <a:lnTo>
                    <a:pt x="515753" y="15807"/>
                  </a:lnTo>
                  <a:lnTo>
                    <a:pt x="507939" y="16474"/>
                  </a:lnTo>
                  <a:lnTo>
                    <a:pt x="500124" y="16768"/>
                  </a:lnTo>
                  <a:lnTo>
                    <a:pt x="492310" y="17004"/>
                  </a:lnTo>
                  <a:lnTo>
                    <a:pt x="484495" y="17490"/>
                  </a:lnTo>
                  <a:lnTo>
                    <a:pt x="476681" y="17739"/>
                  </a:lnTo>
                  <a:lnTo>
                    <a:pt x="468866" y="17891"/>
                  </a:lnTo>
                  <a:lnTo>
                    <a:pt x="461052" y="18193"/>
                  </a:lnTo>
                  <a:lnTo>
                    <a:pt x="453238" y="18448"/>
                  </a:lnTo>
                  <a:lnTo>
                    <a:pt x="445423" y="18710"/>
                  </a:lnTo>
                  <a:lnTo>
                    <a:pt x="437609" y="19237"/>
                  </a:lnTo>
                  <a:lnTo>
                    <a:pt x="429794" y="19481"/>
                  </a:lnTo>
                  <a:lnTo>
                    <a:pt x="421980" y="19778"/>
                  </a:lnTo>
                  <a:lnTo>
                    <a:pt x="414165" y="20287"/>
                  </a:lnTo>
                  <a:lnTo>
                    <a:pt x="406351" y="20613"/>
                  </a:lnTo>
                  <a:lnTo>
                    <a:pt x="398536" y="21067"/>
                  </a:lnTo>
                  <a:lnTo>
                    <a:pt x="390722" y="21364"/>
                  </a:lnTo>
                  <a:lnTo>
                    <a:pt x="382907" y="21665"/>
                  </a:lnTo>
                  <a:lnTo>
                    <a:pt x="375093" y="22242"/>
                  </a:lnTo>
                  <a:lnTo>
                    <a:pt x="367279" y="22932"/>
                  </a:lnTo>
                  <a:lnTo>
                    <a:pt x="359464" y="23442"/>
                  </a:lnTo>
                  <a:lnTo>
                    <a:pt x="351650" y="24186"/>
                  </a:lnTo>
                  <a:lnTo>
                    <a:pt x="343835" y="24406"/>
                  </a:lnTo>
                  <a:lnTo>
                    <a:pt x="336021" y="24854"/>
                  </a:lnTo>
                  <a:lnTo>
                    <a:pt x="328206" y="25172"/>
                  </a:lnTo>
                  <a:lnTo>
                    <a:pt x="320392" y="25641"/>
                  </a:lnTo>
                  <a:lnTo>
                    <a:pt x="312577" y="26077"/>
                  </a:lnTo>
                  <a:lnTo>
                    <a:pt x="304763" y="26704"/>
                  </a:lnTo>
                  <a:lnTo>
                    <a:pt x="296949" y="27335"/>
                  </a:lnTo>
                  <a:lnTo>
                    <a:pt x="289134" y="27841"/>
                  </a:lnTo>
                  <a:lnTo>
                    <a:pt x="281320" y="28643"/>
                  </a:lnTo>
                  <a:lnTo>
                    <a:pt x="273505" y="29303"/>
                  </a:lnTo>
                  <a:lnTo>
                    <a:pt x="265691" y="30053"/>
                  </a:lnTo>
                  <a:lnTo>
                    <a:pt x="257876" y="30712"/>
                  </a:lnTo>
                  <a:lnTo>
                    <a:pt x="250062" y="31286"/>
                  </a:lnTo>
                  <a:lnTo>
                    <a:pt x="242247" y="31953"/>
                  </a:lnTo>
                  <a:lnTo>
                    <a:pt x="234433" y="32613"/>
                  </a:lnTo>
                  <a:lnTo>
                    <a:pt x="226619" y="33266"/>
                  </a:lnTo>
                  <a:lnTo>
                    <a:pt x="218804" y="33905"/>
                  </a:lnTo>
                  <a:lnTo>
                    <a:pt x="210990" y="34552"/>
                  </a:lnTo>
                  <a:lnTo>
                    <a:pt x="203175" y="35184"/>
                  </a:lnTo>
                  <a:lnTo>
                    <a:pt x="195361" y="35955"/>
                  </a:lnTo>
                  <a:lnTo>
                    <a:pt x="187546" y="36607"/>
                  </a:lnTo>
                  <a:lnTo>
                    <a:pt x="179732" y="37125"/>
                  </a:lnTo>
                  <a:lnTo>
                    <a:pt x="171917" y="38016"/>
                  </a:lnTo>
                  <a:lnTo>
                    <a:pt x="164103" y="38689"/>
                  </a:lnTo>
                  <a:lnTo>
                    <a:pt x="156288" y="39271"/>
                  </a:lnTo>
                  <a:lnTo>
                    <a:pt x="148474" y="40014"/>
                  </a:lnTo>
                  <a:lnTo>
                    <a:pt x="140660" y="40563"/>
                  </a:lnTo>
                  <a:lnTo>
                    <a:pt x="132845" y="41246"/>
                  </a:lnTo>
                  <a:lnTo>
                    <a:pt x="125031" y="41719"/>
                  </a:lnTo>
                  <a:lnTo>
                    <a:pt x="117216" y="42380"/>
                  </a:lnTo>
                  <a:lnTo>
                    <a:pt x="109402" y="43101"/>
                  </a:lnTo>
                  <a:lnTo>
                    <a:pt x="101587" y="43842"/>
                  </a:lnTo>
                  <a:lnTo>
                    <a:pt x="93773" y="44552"/>
                  </a:lnTo>
                  <a:lnTo>
                    <a:pt x="85958" y="45270"/>
                  </a:lnTo>
                  <a:lnTo>
                    <a:pt x="78144" y="45984"/>
                  </a:lnTo>
                  <a:lnTo>
                    <a:pt x="70330" y="46693"/>
                  </a:lnTo>
                  <a:lnTo>
                    <a:pt x="62515" y="47394"/>
                  </a:lnTo>
                  <a:lnTo>
                    <a:pt x="54701" y="48089"/>
                  </a:lnTo>
                  <a:lnTo>
                    <a:pt x="46886" y="48959"/>
                  </a:lnTo>
                  <a:lnTo>
                    <a:pt x="39072" y="49586"/>
                  </a:lnTo>
                  <a:lnTo>
                    <a:pt x="31257" y="50166"/>
                  </a:lnTo>
                  <a:lnTo>
                    <a:pt x="23443" y="50888"/>
                  </a:lnTo>
                  <a:lnTo>
                    <a:pt x="15628" y="51499"/>
                  </a:lnTo>
                  <a:lnTo>
                    <a:pt x="7814" y="52164"/>
                  </a:lnTo>
                  <a:lnTo>
                    <a:pt x="0" y="529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9" name="pg238"/>
            <p:cNvSpPr/>
            <p:nvPr/>
          </p:nvSpPr>
          <p:spPr>
            <a:xfrm>
              <a:off x="6041499" y="3522304"/>
              <a:ext cx="2023942" cy="241597"/>
            </a:xfrm>
            <a:custGeom>
              <a:avLst/>
              <a:pathLst>
                <a:path w="2023942" h="241597">
                  <a:moveTo>
                    <a:pt x="0" y="182815"/>
                  </a:moveTo>
                  <a:lnTo>
                    <a:pt x="7814" y="182642"/>
                  </a:lnTo>
                  <a:lnTo>
                    <a:pt x="15628" y="182469"/>
                  </a:lnTo>
                  <a:lnTo>
                    <a:pt x="23443" y="182332"/>
                  </a:lnTo>
                  <a:lnTo>
                    <a:pt x="31257" y="182356"/>
                  </a:lnTo>
                  <a:lnTo>
                    <a:pt x="39072" y="182383"/>
                  </a:lnTo>
                  <a:lnTo>
                    <a:pt x="46886" y="182367"/>
                  </a:lnTo>
                  <a:lnTo>
                    <a:pt x="54701" y="182200"/>
                  </a:lnTo>
                  <a:lnTo>
                    <a:pt x="62515" y="181944"/>
                  </a:lnTo>
                  <a:lnTo>
                    <a:pt x="70330" y="181736"/>
                  </a:lnTo>
                  <a:lnTo>
                    <a:pt x="78144" y="181525"/>
                  </a:lnTo>
                  <a:lnTo>
                    <a:pt x="85958" y="181556"/>
                  </a:lnTo>
                  <a:lnTo>
                    <a:pt x="93773" y="181591"/>
                  </a:lnTo>
                  <a:lnTo>
                    <a:pt x="101587" y="181618"/>
                  </a:lnTo>
                  <a:lnTo>
                    <a:pt x="109402" y="181444"/>
                  </a:lnTo>
                  <a:lnTo>
                    <a:pt x="117216" y="181204"/>
                  </a:lnTo>
                  <a:lnTo>
                    <a:pt x="125031" y="181037"/>
                  </a:lnTo>
                  <a:lnTo>
                    <a:pt x="132845" y="180957"/>
                  </a:lnTo>
                  <a:lnTo>
                    <a:pt x="140660" y="180860"/>
                  </a:lnTo>
                  <a:lnTo>
                    <a:pt x="148474" y="180924"/>
                  </a:lnTo>
                  <a:lnTo>
                    <a:pt x="156288" y="180846"/>
                  </a:lnTo>
                  <a:lnTo>
                    <a:pt x="164103" y="180762"/>
                  </a:lnTo>
                  <a:lnTo>
                    <a:pt x="171917" y="180573"/>
                  </a:lnTo>
                  <a:lnTo>
                    <a:pt x="179732" y="180220"/>
                  </a:lnTo>
                  <a:lnTo>
                    <a:pt x="187546" y="180360"/>
                  </a:lnTo>
                  <a:lnTo>
                    <a:pt x="195361" y="180063"/>
                  </a:lnTo>
                  <a:lnTo>
                    <a:pt x="203175" y="180097"/>
                  </a:lnTo>
                  <a:lnTo>
                    <a:pt x="210990" y="179962"/>
                  </a:lnTo>
                  <a:lnTo>
                    <a:pt x="218804" y="179673"/>
                  </a:lnTo>
                  <a:lnTo>
                    <a:pt x="226619" y="179366"/>
                  </a:lnTo>
                  <a:lnTo>
                    <a:pt x="234433" y="179246"/>
                  </a:lnTo>
                  <a:lnTo>
                    <a:pt x="242247" y="178987"/>
                  </a:lnTo>
                  <a:lnTo>
                    <a:pt x="250062" y="178742"/>
                  </a:lnTo>
                  <a:lnTo>
                    <a:pt x="257876" y="178521"/>
                  </a:lnTo>
                  <a:lnTo>
                    <a:pt x="265691" y="178186"/>
                  </a:lnTo>
                  <a:lnTo>
                    <a:pt x="273505" y="178156"/>
                  </a:lnTo>
                  <a:lnTo>
                    <a:pt x="281320" y="178046"/>
                  </a:lnTo>
                  <a:lnTo>
                    <a:pt x="289134" y="177630"/>
                  </a:lnTo>
                  <a:lnTo>
                    <a:pt x="296949" y="177272"/>
                  </a:lnTo>
                  <a:lnTo>
                    <a:pt x="304763" y="177165"/>
                  </a:lnTo>
                  <a:lnTo>
                    <a:pt x="312577" y="176820"/>
                  </a:lnTo>
                  <a:lnTo>
                    <a:pt x="320392" y="176707"/>
                  </a:lnTo>
                  <a:lnTo>
                    <a:pt x="328206" y="176460"/>
                  </a:lnTo>
                  <a:lnTo>
                    <a:pt x="336021" y="176453"/>
                  </a:lnTo>
                  <a:lnTo>
                    <a:pt x="343835" y="176300"/>
                  </a:lnTo>
                  <a:lnTo>
                    <a:pt x="351650" y="176034"/>
                  </a:lnTo>
                  <a:lnTo>
                    <a:pt x="359464" y="175725"/>
                  </a:lnTo>
                  <a:lnTo>
                    <a:pt x="367279" y="175615"/>
                  </a:lnTo>
                  <a:lnTo>
                    <a:pt x="375093" y="175175"/>
                  </a:lnTo>
                  <a:lnTo>
                    <a:pt x="382907" y="174892"/>
                  </a:lnTo>
                  <a:lnTo>
                    <a:pt x="390722" y="174614"/>
                  </a:lnTo>
                  <a:lnTo>
                    <a:pt x="398536" y="174311"/>
                  </a:lnTo>
                  <a:lnTo>
                    <a:pt x="406351" y="174107"/>
                  </a:lnTo>
                  <a:lnTo>
                    <a:pt x="414165" y="173699"/>
                  </a:lnTo>
                  <a:lnTo>
                    <a:pt x="421980" y="173408"/>
                  </a:lnTo>
                  <a:lnTo>
                    <a:pt x="429794" y="173124"/>
                  </a:lnTo>
                  <a:lnTo>
                    <a:pt x="437609" y="173014"/>
                  </a:lnTo>
                  <a:lnTo>
                    <a:pt x="445423" y="172829"/>
                  </a:lnTo>
                  <a:lnTo>
                    <a:pt x="453238" y="172683"/>
                  </a:lnTo>
                  <a:lnTo>
                    <a:pt x="461052" y="172404"/>
                  </a:lnTo>
                  <a:lnTo>
                    <a:pt x="468866" y="172164"/>
                  </a:lnTo>
                  <a:lnTo>
                    <a:pt x="476681" y="171519"/>
                  </a:lnTo>
                  <a:lnTo>
                    <a:pt x="484495" y="171212"/>
                  </a:lnTo>
                  <a:lnTo>
                    <a:pt x="492310" y="170735"/>
                  </a:lnTo>
                  <a:lnTo>
                    <a:pt x="500124" y="170252"/>
                  </a:lnTo>
                  <a:lnTo>
                    <a:pt x="507939" y="169776"/>
                  </a:lnTo>
                  <a:lnTo>
                    <a:pt x="515753" y="169296"/>
                  </a:lnTo>
                  <a:lnTo>
                    <a:pt x="523568" y="168881"/>
                  </a:lnTo>
                  <a:lnTo>
                    <a:pt x="531382" y="168329"/>
                  </a:lnTo>
                  <a:lnTo>
                    <a:pt x="539196" y="167858"/>
                  </a:lnTo>
                  <a:lnTo>
                    <a:pt x="547011" y="167669"/>
                  </a:lnTo>
                  <a:lnTo>
                    <a:pt x="554825" y="167322"/>
                  </a:lnTo>
                  <a:lnTo>
                    <a:pt x="562640" y="166788"/>
                  </a:lnTo>
                  <a:lnTo>
                    <a:pt x="570454" y="166152"/>
                  </a:lnTo>
                  <a:lnTo>
                    <a:pt x="578269" y="165409"/>
                  </a:lnTo>
                  <a:lnTo>
                    <a:pt x="586083" y="164826"/>
                  </a:lnTo>
                  <a:lnTo>
                    <a:pt x="593898" y="164380"/>
                  </a:lnTo>
                  <a:lnTo>
                    <a:pt x="601712" y="163888"/>
                  </a:lnTo>
                  <a:lnTo>
                    <a:pt x="609526" y="163134"/>
                  </a:lnTo>
                  <a:lnTo>
                    <a:pt x="617341" y="162525"/>
                  </a:lnTo>
                  <a:lnTo>
                    <a:pt x="625155" y="162085"/>
                  </a:lnTo>
                  <a:lnTo>
                    <a:pt x="632970" y="161645"/>
                  </a:lnTo>
                  <a:lnTo>
                    <a:pt x="640784" y="161207"/>
                  </a:lnTo>
                  <a:lnTo>
                    <a:pt x="648599" y="160660"/>
                  </a:lnTo>
                  <a:lnTo>
                    <a:pt x="656413" y="160043"/>
                  </a:lnTo>
                  <a:lnTo>
                    <a:pt x="664228" y="159233"/>
                  </a:lnTo>
                  <a:lnTo>
                    <a:pt x="672042" y="158359"/>
                  </a:lnTo>
                  <a:lnTo>
                    <a:pt x="679857" y="157483"/>
                  </a:lnTo>
                  <a:lnTo>
                    <a:pt x="687671" y="156768"/>
                  </a:lnTo>
                  <a:lnTo>
                    <a:pt x="695485" y="155962"/>
                  </a:lnTo>
                  <a:lnTo>
                    <a:pt x="703300" y="155462"/>
                  </a:lnTo>
                  <a:lnTo>
                    <a:pt x="711114" y="154622"/>
                  </a:lnTo>
                  <a:lnTo>
                    <a:pt x="718929" y="154116"/>
                  </a:lnTo>
                  <a:lnTo>
                    <a:pt x="726743" y="153551"/>
                  </a:lnTo>
                  <a:lnTo>
                    <a:pt x="734558" y="152814"/>
                  </a:lnTo>
                  <a:lnTo>
                    <a:pt x="742372" y="152260"/>
                  </a:lnTo>
                  <a:lnTo>
                    <a:pt x="750187" y="151524"/>
                  </a:lnTo>
                  <a:lnTo>
                    <a:pt x="758001" y="150685"/>
                  </a:lnTo>
                  <a:lnTo>
                    <a:pt x="765815" y="150139"/>
                  </a:lnTo>
                  <a:lnTo>
                    <a:pt x="773630" y="149716"/>
                  </a:lnTo>
                  <a:lnTo>
                    <a:pt x="781444" y="149169"/>
                  </a:lnTo>
                  <a:lnTo>
                    <a:pt x="789259" y="148309"/>
                  </a:lnTo>
                  <a:lnTo>
                    <a:pt x="797073" y="147674"/>
                  </a:lnTo>
                  <a:lnTo>
                    <a:pt x="804888" y="146858"/>
                  </a:lnTo>
                  <a:lnTo>
                    <a:pt x="812702" y="146042"/>
                  </a:lnTo>
                  <a:lnTo>
                    <a:pt x="820517" y="145123"/>
                  </a:lnTo>
                  <a:lnTo>
                    <a:pt x="828331" y="144151"/>
                  </a:lnTo>
                  <a:lnTo>
                    <a:pt x="836145" y="143179"/>
                  </a:lnTo>
                  <a:lnTo>
                    <a:pt x="843960" y="142352"/>
                  </a:lnTo>
                  <a:lnTo>
                    <a:pt x="851774" y="141562"/>
                  </a:lnTo>
                  <a:lnTo>
                    <a:pt x="859589" y="140710"/>
                  </a:lnTo>
                  <a:lnTo>
                    <a:pt x="867403" y="139844"/>
                  </a:lnTo>
                  <a:lnTo>
                    <a:pt x="875218" y="138976"/>
                  </a:lnTo>
                  <a:lnTo>
                    <a:pt x="883032" y="138110"/>
                  </a:lnTo>
                  <a:lnTo>
                    <a:pt x="890847" y="137245"/>
                  </a:lnTo>
                  <a:lnTo>
                    <a:pt x="898661" y="136544"/>
                  </a:lnTo>
                  <a:lnTo>
                    <a:pt x="906476" y="135655"/>
                  </a:lnTo>
                  <a:lnTo>
                    <a:pt x="914290" y="134751"/>
                  </a:lnTo>
                  <a:lnTo>
                    <a:pt x="922104" y="133840"/>
                  </a:lnTo>
                  <a:lnTo>
                    <a:pt x="929919" y="132890"/>
                  </a:lnTo>
                  <a:lnTo>
                    <a:pt x="937733" y="131969"/>
                  </a:lnTo>
                  <a:lnTo>
                    <a:pt x="945548" y="131077"/>
                  </a:lnTo>
                  <a:lnTo>
                    <a:pt x="953362" y="129895"/>
                  </a:lnTo>
                  <a:lnTo>
                    <a:pt x="961177" y="129046"/>
                  </a:lnTo>
                  <a:lnTo>
                    <a:pt x="968991" y="128155"/>
                  </a:lnTo>
                  <a:lnTo>
                    <a:pt x="976806" y="126794"/>
                  </a:lnTo>
                  <a:lnTo>
                    <a:pt x="984620" y="125993"/>
                  </a:lnTo>
                  <a:lnTo>
                    <a:pt x="992434" y="125389"/>
                  </a:lnTo>
                  <a:lnTo>
                    <a:pt x="1000249" y="124520"/>
                  </a:lnTo>
                  <a:lnTo>
                    <a:pt x="1008063" y="123523"/>
                  </a:lnTo>
                  <a:lnTo>
                    <a:pt x="1015878" y="122529"/>
                  </a:lnTo>
                  <a:lnTo>
                    <a:pt x="1023692" y="121537"/>
                  </a:lnTo>
                  <a:lnTo>
                    <a:pt x="1031507" y="120548"/>
                  </a:lnTo>
                  <a:lnTo>
                    <a:pt x="1039321" y="119574"/>
                  </a:lnTo>
                  <a:lnTo>
                    <a:pt x="1047136" y="118551"/>
                  </a:lnTo>
                  <a:lnTo>
                    <a:pt x="1054950" y="117548"/>
                  </a:lnTo>
                  <a:lnTo>
                    <a:pt x="1062765" y="116544"/>
                  </a:lnTo>
                  <a:lnTo>
                    <a:pt x="1070579" y="115550"/>
                  </a:lnTo>
                  <a:lnTo>
                    <a:pt x="1078393" y="114647"/>
                  </a:lnTo>
                  <a:lnTo>
                    <a:pt x="1086208" y="113526"/>
                  </a:lnTo>
                  <a:lnTo>
                    <a:pt x="1094022" y="112542"/>
                  </a:lnTo>
                  <a:lnTo>
                    <a:pt x="1101837" y="111513"/>
                  </a:lnTo>
                  <a:lnTo>
                    <a:pt x="1109651" y="110504"/>
                  </a:lnTo>
                  <a:lnTo>
                    <a:pt x="1117466" y="109493"/>
                  </a:lnTo>
                  <a:lnTo>
                    <a:pt x="1125280" y="108471"/>
                  </a:lnTo>
                  <a:lnTo>
                    <a:pt x="1133095" y="107499"/>
                  </a:lnTo>
                  <a:lnTo>
                    <a:pt x="1140909" y="106543"/>
                  </a:lnTo>
                  <a:lnTo>
                    <a:pt x="1148723" y="105582"/>
                  </a:lnTo>
                  <a:lnTo>
                    <a:pt x="1156538" y="104646"/>
                  </a:lnTo>
                  <a:lnTo>
                    <a:pt x="1164352" y="103592"/>
                  </a:lnTo>
                  <a:lnTo>
                    <a:pt x="1172167" y="102539"/>
                  </a:lnTo>
                  <a:lnTo>
                    <a:pt x="1179981" y="101486"/>
                  </a:lnTo>
                  <a:lnTo>
                    <a:pt x="1187796" y="100501"/>
                  </a:lnTo>
                  <a:lnTo>
                    <a:pt x="1195610" y="99538"/>
                  </a:lnTo>
                  <a:lnTo>
                    <a:pt x="1203425" y="98535"/>
                  </a:lnTo>
                  <a:lnTo>
                    <a:pt x="1211239" y="97349"/>
                  </a:lnTo>
                  <a:lnTo>
                    <a:pt x="1219053" y="96350"/>
                  </a:lnTo>
                  <a:lnTo>
                    <a:pt x="1226868" y="95454"/>
                  </a:lnTo>
                  <a:lnTo>
                    <a:pt x="1234682" y="94359"/>
                  </a:lnTo>
                  <a:lnTo>
                    <a:pt x="1242497" y="93295"/>
                  </a:lnTo>
                  <a:lnTo>
                    <a:pt x="1250311" y="92279"/>
                  </a:lnTo>
                  <a:lnTo>
                    <a:pt x="1258126" y="91365"/>
                  </a:lnTo>
                  <a:lnTo>
                    <a:pt x="1265940" y="90571"/>
                  </a:lnTo>
                  <a:lnTo>
                    <a:pt x="1273755" y="89482"/>
                  </a:lnTo>
                  <a:lnTo>
                    <a:pt x="1281569" y="88396"/>
                  </a:lnTo>
                  <a:lnTo>
                    <a:pt x="1289384" y="87312"/>
                  </a:lnTo>
                  <a:lnTo>
                    <a:pt x="1297198" y="86327"/>
                  </a:lnTo>
                  <a:lnTo>
                    <a:pt x="1305012" y="85420"/>
                  </a:lnTo>
                  <a:lnTo>
                    <a:pt x="1312827" y="84375"/>
                  </a:lnTo>
                  <a:lnTo>
                    <a:pt x="1320641" y="83268"/>
                  </a:lnTo>
                  <a:lnTo>
                    <a:pt x="1328456" y="82267"/>
                  </a:lnTo>
                  <a:lnTo>
                    <a:pt x="1336270" y="81361"/>
                  </a:lnTo>
                  <a:lnTo>
                    <a:pt x="1344085" y="80501"/>
                  </a:lnTo>
                  <a:lnTo>
                    <a:pt x="1351899" y="79496"/>
                  </a:lnTo>
                  <a:lnTo>
                    <a:pt x="1359714" y="78556"/>
                  </a:lnTo>
                  <a:lnTo>
                    <a:pt x="1367528" y="77668"/>
                  </a:lnTo>
                  <a:lnTo>
                    <a:pt x="1375342" y="76773"/>
                  </a:lnTo>
                  <a:lnTo>
                    <a:pt x="1383157" y="75732"/>
                  </a:lnTo>
                  <a:lnTo>
                    <a:pt x="1390971" y="74798"/>
                  </a:lnTo>
                  <a:lnTo>
                    <a:pt x="1398786" y="73919"/>
                  </a:lnTo>
                  <a:lnTo>
                    <a:pt x="1406600" y="72913"/>
                  </a:lnTo>
                  <a:lnTo>
                    <a:pt x="1414415" y="71968"/>
                  </a:lnTo>
                  <a:lnTo>
                    <a:pt x="1422229" y="71008"/>
                  </a:lnTo>
                  <a:lnTo>
                    <a:pt x="1430044" y="69823"/>
                  </a:lnTo>
                  <a:lnTo>
                    <a:pt x="1437858" y="68829"/>
                  </a:lnTo>
                  <a:lnTo>
                    <a:pt x="1445672" y="67889"/>
                  </a:lnTo>
                  <a:lnTo>
                    <a:pt x="1453487" y="66899"/>
                  </a:lnTo>
                  <a:lnTo>
                    <a:pt x="1461301" y="65811"/>
                  </a:lnTo>
                  <a:lnTo>
                    <a:pt x="1469116" y="64808"/>
                  </a:lnTo>
                  <a:lnTo>
                    <a:pt x="1476930" y="63730"/>
                  </a:lnTo>
                  <a:lnTo>
                    <a:pt x="1484745" y="62656"/>
                  </a:lnTo>
                  <a:lnTo>
                    <a:pt x="1492559" y="61584"/>
                  </a:lnTo>
                  <a:lnTo>
                    <a:pt x="1500374" y="60514"/>
                  </a:lnTo>
                  <a:lnTo>
                    <a:pt x="1508188" y="59445"/>
                  </a:lnTo>
                  <a:lnTo>
                    <a:pt x="1516003" y="58377"/>
                  </a:lnTo>
                  <a:lnTo>
                    <a:pt x="1523817" y="57324"/>
                  </a:lnTo>
                  <a:lnTo>
                    <a:pt x="1531631" y="56348"/>
                  </a:lnTo>
                  <a:lnTo>
                    <a:pt x="1539446" y="55268"/>
                  </a:lnTo>
                  <a:lnTo>
                    <a:pt x="1547260" y="54229"/>
                  </a:lnTo>
                  <a:lnTo>
                    <a:pt x="1555075" y="53381"/>
                  </a:lnTo>
                  <a:lnTo>
                    <a:pt x="1562889" y="52465"/>
                  </a:lnTo>
                  <a:lnTo>
                    <a:pt x="1570704" y="51499"/>
                  </a:lnTo>
                  <a:lnTo>
                    <a:pt x="1578518" y="50535"/>
                  </a:lnTo>
                  <a:lnTo>
                    <a:pt x="1586333" y="49574"/>
                  </a:lnTo>
                  <a:lnTo>
                    <a:pt x="1594147" y="48617"/>
                  </a:lnTo>
                  <a:lnTo>
                    <a:pt x="1601961" y="47628"/>
                  </a:lnTo>
                  <a:lnTo>
                    <a:pt x="1609776" y="46577"/>
                  </a:lnTo>
                  <a:lnTo>
                    <a:pt x="1617590" y="45530"/>
                  </a:lnTo>
                  <a:lnTo>
                    <a:pt x="1625405" y="44455"/>
                  </a:lnTo>
                  <a:lnTo>
                    <a:pt x="1633219" y="43441"/>
                  </a:lnTo>
                  <a:lnTo>
                    <a:pt x="1641034" y="42484"/>
                  </a:lnTo>
                  <a:lnTo>
                    <a:pt x="1648848" y="41593"/>
                  </a:lnTo>
                  <a:lnTo>
                    <a:pt x="1656663" y="40706"/>
                  </a:lnTo>
                  <a:lnTo>
                    <a:pt x="1664477" y="39824"/>
                  </a:lnTo>
                  <a:lnTo>
                    <a:pt x="1672291" y="38944"/>
                  </a:lnTo>
                  <a:lnTo>
                    <a:pt x="1680106" y="37957"/>
                  </a:lnTo>
                  <a:lnTo>
                    <a:pt x="1687920" y="37049"/>
                  </a:lnTo>
                  <a:lnTo>
                    <a:pt x="1695735" y="36204"/>
                  </a:lnTo>
                  <a:lnTo>
                    <a:pt x="1703549" y="35362"/>
                  </a:lnTo>
                  <a:lnTo>
                    <a:pt x="1711364" y="34529"/>
                  </a:lnTo>
                  <a:lnTo>
                    <a:pt x="1719178" y="33658"/>
                  </a:lnTo>
                  <a:lnTo>
                    <a:pt x="1726993" y="32751"/>
                  </a:lnTo>
                  <a:lnTo>
                    <a:pt x="1734807" y="31919"/>
                  </a:lnTo>
                  <a:lnTo>
                    <a:pt x="1742622" y="31132"/>
                  </a:lnTo>
                  <a:lnTo>
                    <a:pt x="1750436" y="30276"/>
                  </a:lnTo>
                  <a:lnTo>
                    <a:pt x="1758250" y="29417"/>
                  </a:lnTo>
                  <a:lnTo>
                    <a:pt x="1766065" y="28482"/>
                  </a:lnTo>
                  <a:lnTo>
                    <a:pt x="1773879" y="27551"/>
                  </a:lnTo>
                  <a:lnTo>
                    <a:pt x="1781694" y="26624"/>
                  </a:lnTo>
                  <a:lnTo>
                    <a:pt x="1789508" y="25701"/>
                  </a:lnTo>
                  <a:lnTo>
                    <a:pt x="1797323" y="24782"/>
                  </a:lnTo>
                  <a:lnTo>
                    <a:pt x="1805137" y="23867"/>
                  </a:lnTo>
                  <a:lnTo>
                    <a:pt x="1812952" y="22957"/>
                  </a:lnTo>
                  <a:lnTo>
                    <a:pt x="1820766" y="22050"/>
                  </a:lnTo>
                  <a:lnTo>
                    <a:pt x="1828580" y="21168"/>
                  </a:lnTo>
                  <a:lnTo>
                    <a:pt x="1836395" y="20299"/>
                  </a:lnTo>
                  <a:lnTo>
                    <a:pt x="1844209" y="19476"/>
                  </a:lnTo>
                  <a:lnTo>
                    <a:pt x="1852024" y="18675"/>
                  </a:lnTo>
                  <a:lnTo>
                    <a:pt x="1859838" y="17876"/>
                  </a:lnTo>
                  <a:lnTo>
                    <a:pt x="1867653" y="17081"/>
                  </a:lnTo>
                  <a:lnTo>
                    <a:pt x="1875467" y="16288"/>
                  </a:lnTo>
                  <a:lnTo>
                    <a:pt x="1883282" y="15499"/>
                  </a:lnTo>
                  <a:lnTo>
                    <a:pt x="1891096" y="14713"/>
                  </a:lnTo>
                  <a:lnTo>
                    <a:pt x="1898910" y="13749"/>
                  </a:lnTo>
                  <a:lnTo>
                    <a:pt x="1906725" y="12901"/>
                  </a:lnTo>
                  <a:lnTo>
                    <a:pt x="1914539" y="12137"/>
                  </a:lnTo>
                  <a:lnTo>
                    <a:pt x="1922354" y="11379"/>
                  </a:lnTo>
                  <a:lnTo>
                    <a:pt x="1930168" y="10553"/>
                  </a:lnTo>
                  <a:lnTo>
                    <a:pt x="1937983" y="9607"/>
                  </a:lnTo>
                  <a:lnTo>
                    <a:pt x="1945797" y="8664"/>
                  </a:lnTo>
                  <a:lnTo>
                    <a:pt x="1953612" y="7833"/>
                  </a:lnTo>
                  <a:lnTo>
                    <a:pt x="1961426" y="6935"/>
                  </a:lnTo>
                  <a:lnTo>
                    <a:pt x="1969241" y="6050"/>
                  </a:lnTo>
                  <a:lnTo>
                    <a:pt x="1977055" y="5245"/>
                  </a:lnTo>
                  <a:lnTo>
                    <a:pt x="1984869" y="4473"/>
                  </a:lnTo>
                  <a:lnTo>
                    <a:pt x="1992684" y="3709"/>
                  </a:lnTo>
                  <a:lnTo>
                    <a:pt x="2000498" y="2848"/>
                  </a:lnTo>
                  <a:lnTo>
                    <a:pt x="2008313" y="1839"/>
                  </a:lnTo>
                  <a:lnTo>
                    <a:pt x="2016127" y="798"/>
                  </a:lnTo>
                  <a:lnTo>
                    <a:pt x="2023942" y="0"/>
                  </a:lnTo>
                  <a:lnTo>
                    <a:pt x="2023942" y="204449"/>
                  </a:lnTo>
                  <a:lnTo>
                    <a:pt x="2016127" y="204446"/>
                  </a:lnTo>
                  <a:lnTo>
                    <a:pt x="2008313" y="204481"/>
                  </a:lnTo>
                  <a:lnTo>
                    <a:pt x="2000498" y="204516"/>
                  </a:lnTo>
                  <a:lnTo>
                    <a:pt x="1992684" y="204549"/>
                  </a:lnTo>
                  <a:lnTo>
                    <a:pt x="1984869" y="204577"/>
                  </a:lnTo>
                  <a:lnTo>
                    <a:pt x="1977055" y="204508"/>
                  </a:lnTo>
                  <a:lnTo>
                    <a:pt x="1969241" y="204438"/>
                  </a:lnTo>
                  <a:lnTo>
                    <a:pt x="1961426" y="204369"/>
                  </a:lnTo>
                  <a:lnTo>
                    <a:pt x="1953612" y="204298"/>
                  </a:lnTo>
                  <a:lnTo>
                    <a:pt x="1945797" y="204228"/>
                  </a:lnTo>
                  <a:lnTo>
                    <a:pt x="1937983" y="204157"/>
                  </a:lnTo>
                  <a:lnTo>
                    <a:pt x="1930168" y="204087"/>
                  </a:lnTo>
                  <a:lnTo>
                    <a:pt x="1922354" y="204016"/>
                  </a:lnTo>
                  <a:lnTo>
                    <a:pt x="1914539" y="203944"/>
                  </a:lnTo>
                  <a:lnTo>
                    <a:pt x="1906725" y="203872"/>
                  </a:lnTo>
                  <a:lnTo>
                    <a:pt x="1898910" y="203799"/>
                  </a:lnTo>
                  <a:lnTo>
                    <a:pt x="1891096" y="203727"/>
                  </a:lnTo>
                  <a:lnTo>
                    <a:pt x="1883282" y="203655"/>
                  </a:lnTo>
                  <a:lnTo>
                    <a:pt x="1875467" y="203582"/>
                  </a:lnTo>
                  <a:lnTo>
                    <a:pt x="1867653" y="203510"/>
                  </a:lnTo>
                  <a:lnTo>
                    <a:pt x="1859838" y="203437"/>
                  </a:lnTo>
                  <a:lnTo>
                    <a:pt x="1852024" y="203365"/>
                  </a:lnTo>
                  <a:lnTo>
                    <a:pt x="1844209" y="203292"/>
                  </a:lnTo>
                  <a:lnTo>
                    <a:pt x="1836395" y="203220"/>
                  </a:lnTo>
                  <a:lnTo>
                    <a:pt x="1828580" y="203147"/>
                  </a:lnTo>
                  <a:lnTo>
                    <a:pt x="1820766" y="203180"/>
                  </a:lnTo>
                  <a:lnTo>
                    <a:pt x="1812952" y="203222"/>
                  </a:lnTo>
                  <a:lnTo>
                    <a:pt x="1805137" y="203264"/>
                  </a:lnTo>
                  <a:lnTo>
                    <a:pt x="1797323" y="203306"/>
                  </a:lnTo>
                  <a:lnTo>
                    <a:pt x="1789508" y="203347"/>
                  </a:lnTo>
                  <a:lnTo>
                    <a:pt x="1781694" y="203389"/>
                  </a:lnTo>
                  <a:lnTo>
                    <a:pt x="1773879" y="203329"/>
                  </a:lnTo>
                  <a:lnTo>
                    <a:pt x="1766065" y="203257"/>
                  </a:lnTo>
                  <a:lnTo>
                    <a:pt x="1758250" y="203186"/>
                  </a:lnTo>
                  <a:lnTo>
                    <a:pt x="1750436" y="203113"/>
                  </a:lnTo>
                  <a:lnTo>
                    <a:pt x="1742622" y="203020"/>
                  </a:lnTo>
                  <a:lnTo>
                    <a:pt x="1734807" y="202974"/>
                  </a:lnTo>
                  <a:lnTo>
                    <a:pt x="1726993" y="202906"/>
                  </a:lnTo>
                  <a:lnTo>
                    <a:pt x="1719178" y="202837"/>
                  </a:lnTo>
                  <a:lnTo>
                    <a:pt x="1711364" y="202769"/>
                  </a:lnTo>
                  <a:lnTo>
                    <a:pt x="1703549" y="202700"/>
                  </a:lnTo>
                  <a:lnTo>
                    <a:pt x="1695735" y="202631"/>
                  </a:lnTo>
                  <a:lnTo>
                    <a:pt x="1687920" y="202563"/>
                  </a:lnTo>
                  <a:lnTo>
                    <a:pt x="1680106" y="202490"/>
                  </a:lnTo>
                  <a:lnTo>
                    <a:pt x="1672291" y="202417"/>
                  </a:lnTo>
                  <a:lnTo>
                    <a:pt x="1664477" y="202379"/>
                  </a:lnTo>
                  <a:lnTo>
                    <a:pt x="1656663" y="202367"/>
                  </a:lnTo>
                  <a:lnTo>
                    <a:pt x="1648848" y="202356"/>
                  </a:lnTo>
                  <a:lnTo>
                    <a:pt x="1641034" y="202345"/>
                  </a:lnTo>
                  <a:lnTo>
                    <a:pt x="1633219" y="202249"/>
                  </a:lnTo>
                  <a:lnTo>
                    <a:pt x="1625405" y="202238"/>
                  </a:lnTo>
                  <a:lnTo>
                    <a:pt x="1617590" y="202227"/>
                  </a:lnTo>
                  <a:lnTo>
                    <a:pt x="1609776" y="202216"/>
                  </a:lnTo>
                  <a:lnTo>
                    <a:pt x="1601961" y="202205"/>
                  </a:lnTo>
                  <a:lnTo>
                    <a:pt x="1594147" y="202192"/>
                  </a:lnTo>
                  <a:lnTo>
                    <a:pt x="1586333" y="202116"/>
                  </a:lnTo>
                  <a:lnTo>
                    <a:pt x="1578518" y="202007"/>
                  </a:lnTo>
                  <a:lnTo>
                    <a:pt x="1570704" y="201898"/>
                  </a:lnTo>
                  <a:lnTo>
                    <a:pt x="1562889" y="201789"/>
                  </a:lnTo>
                  <a:lnTo>
                    <a:pt x="1555075" y="201680"/>
                  </a:lnTo>
                  <a:lnTo>
                    <a:pt x="1547260" y="201570"/>
                  </a:lnTo>
                  <a:lnTo>
                    <a:pt x="1539446" y="201507"/>
                  </a:lnTo>
                  <a:lnTo>
                    <a:pt x="1531631" y="201603"/>
                  </a:lnTo>
                  <a:lnTo>
                    <a:pt x="1523817" y="201703"/>
                  </a:lnTo>
                  <a:lnTo>
                    <a:pt x="1516003" y="201802"/>
                  </a:lnTo>
                  <a:lnTo>
                    <a:pt x="1508188" y="201902"/>
                  </a:lnTo>
                  <a:lnTo>
                    <a:pt x="1500374" y="202001"/>
                  </a:lnTo>
                  <a:lnTo>
                    <a:pt x="1492559" y="202048"/>
                  </a:lnTo>
                  <a:lnTo>
                    <a:pt x="1484745" y="202039"/>
                  </a:lnTo>
                  <a:lnTo>
                    <a:pt x="1476930" y="202093"/>
                  </a:lnTo>
                  <a:lnTo>
                    <a:pt x="1469116" y="202165"/>
                  </a:lnTo>
                  <a:lnTo>
                    <a:pt x="1461301" y="202165"/>
                  </a:lnTo>
                  <a:lnTo>
                    <a:pt x="1453487" y="202160"/>
                  </a:lnTo>
                  <a:lnTo>
                    <a:pt x="1445672" y="202154"/>
                  </a:lnTo>
                  <a:lnTo>
                    <a:pt x="1437858" y="202148"/>
                  </a:lnTo>
                  <a:lnTo>
                    <a:pt x="1430044" y="202142"/>
                  </a:lnTo>
                  <a:lnTo>
                    <a:pt x="1422229" y="202137"/>
                  </a:lnTo>
                  <a:lnTo>
                    <a:pt x="1414415" y="202129"/>
                  </a:lnTo>
                  <a:lnTo>
                    <a:pt x="1406600" y="202118"/>
                  </a:lnTo>
                  <a:lnTo>
                    <a:pt x="1398786" y="202107"/>
                  </a:lnTo>
                  <a:lnTo>
                    <a:pt x="1390971" y="202096"/>
                  </a:lnTo>
                  <a:lnTo>
                    <a:pt x="1383157" y="202083"/>
                  </a:lnTo>
                  <a:lnTo>
                    <a:pt x="1375342" y="201951"/>
                  </a:lnTo>
                  <a:lnTo>
                    <a:pt x="1367528" y="201874"/>
                  </a:lnTo>
                  <a:lnTo>
                    <a:pt x="1359714" y="201863"/>
                  </a:lnTo>
                  <a:lnTo>
                    <a:pt x="1351899" y="201852"/>
                  </a:lnTo>
                  <a:lnTo>
                    <a:pt x="1344085" y="201841"/>
                  </a:lnTo>
                  <a:lnTo>
                    <a:pt x="1336270" y="201830"/>
                  </a:lnTo>
                  <a:lnTo>
                    <a:pt x="1328456" y="201819"/>
                  </a:lnTo>
                  <a:lnTo>
                    <a:pt x="1320641" y="201808"/>
                  </a:lnTo>
                  <a:lnTo>
                    <a:pt x="1312827" y="201797"/>
                  </a:lnTo>
                  <a:lnTo>
                    <a:pt x="1305012" y="201786"/>
                  </a:lnTo>
                  <a:lnTo>
                    <a:pt x="1297198" y="201782"/>
                  </a:lnTo>
                  <a:lnTo>
                    <a:pt x="1289384" y="201804"/>
                  </a:lnTo>
                  <a:lnTo>
                    <a:pt x="1281569" y="201807"/>
                  </a:lnTo>
                  <a:lnTo>
                    <a:pt x="1273755" y="201718"/>
                  </a:lnTo>
                  <a:lnTo>
                    <a:pt x="1265940" y="201632"/>
                  </a:lnTo>
                  <a:lnTo>
                    <a:pt x="1258126" y="201546"/>
                  </a:lnTo>
                  <a:lnTo>
                    <a:pt x="1250311" y="201510"/>
                  </a:lnTo>
                  <a:lnTo>
                    <a:pt x="1242497" y="201588"/>
                  </a:lnTo>
                  <a:lnTo>
                    <a:pt x="1234682" y="201665"/>
                  </a:lnTo>
                  <a:lnTo>
                    <a:pt x="1226868" y="201671"/>
                  </a:lnTo>
                  <a:lnTo>
                    <a:pt x="1219053" y="201658"/>
                  </a:lnTo>
                  <a:lnTo>
                    <a:pt x="1211239" y="201473"/>
                  </a:lnTo>
                  <a:lnTo>
                    <a:pt x="1203425" y="201493"/>
                  </a:lnTo>
                  <a:lnTo>
                    <a:pt x="1195610" y="201514"/>
                  </a:lnTo>
                  <a:lnTo>
                    <a:pt x="1187796" y="201535"/>
                  </a:lnTo>
                  <a:lnTo>
                    <a:pt x="1179981" y="201555"/>
                  </a:lnTo>
                  <a:lnTo>
                    <a:pt x="1172167" y="201576"/>
                  </a:lnTo>
                  <a:lnTo>
                    <a:pt x="1164352" y="201580"/>
                  </a:lnTo>
                  <a:lnTo>
                    <a:pt x="1156538" y="201623"/>
                  </a:lnTo>
                  <a:lnTo>
                    <a:pt x="1148723" y="201609"/>
                  </a:lnTo>
                  <a:lnTo>
                    <a:pt x="1140909" y="201548"/>
                  </a:lnTo>
                  <a:lnTo>
                    <a:pt x="1133095" y="201536"/>
                  </a:lnTo>
                  <a:lnTo>
                    <a:pt x="1125280" y="201530"/>
                  </a:lnTo>
                  <a:lnTo>
                    <a:pt x="1117466" y="201514"/>
                  </a:lnTo>
                  <a:lnTo>
                    <a:pt x="1109651" y="201441"/>
                  </a:lnTo>
                  <a:lnTo>
                    <a:pt x="1101837" y="201397"/>
                  </a:lnTo>
                  <a:lnTo>
                    <a:pt x="1094022" y="201353"/>
                  </a:lnTo>
                  <a:lnTo>
                    <a:pt x="1086208" y="201309"/>
                  </a:lnTo>
                  <a:lnTo>
                    <a:pt x="1078393" y="201265"/>
                  </a:lnTo>
                  <a:lnTo>
                    <a:pt x="1070579" y="201221"/>
                  </a:lnTo>
                  <a:lnTo>
                    <a:pt x="1062765" y="201335"/>
                  </a:lnTo>
                  <a:lnTo>
                    <a:pt x="1054950" y="201411"/>
                  </a:lnTo>
                  <a:lnTo>
                    <a:pt x="1047136" y="201303"/>
                  </a:lnTo>
                  <a:lnTo>
                    <a:pt x="1039321" y="201364"/>
                  </a:lnTo>
                  <a:lnTo>
                    <a:pt x="1031507" y="201391"/>
                  </a:lnTo>
                  <a:lnTo>
                    <a:pt x="1023692" y="201394"/>
                  </a:lnTo>
                  <a:lnTo>
                    <a:pt x="1015878" y="201432"/>
                  </a:lnTo>
                  <a:lnTo>
                    <a:pt x="1008063" y="201463"/>
                  </a:lnTo>
                  <a:lnTo>
                    <a:pt x="1000249" y="201352"/>
                  </a:lnTo>
                  <a:lnTo>
                    <a:pt x="992434" y="201399"/>
                  </a:lnTo>
                  <a:lnTo>
                    <a:pt x="984620" y="201500"/>
                  </a:lnTo>
                  <a:lnTo>
                    <a:pt x="976806" y="201600"/>
                  </a:lnTo>
                  <a:lnTo>
                    <a:pt x="968991" y="201669"/>
                  </a:lnTo>
                  <a:lnTo>
                    <a:pt x="961177" y="201714"/>
                  </a:lnTo>
                  <a:lnTo>
                    <a:pt x="953362" y="201772"/>
                  </a:lnTo>
                  <a:lnTo>
                    <a:pt x="945548" y="201899"/>
                  </a:lnTo>
                  <a:lnTo>
                    <a:pt x="937733" y="201652"/>
                  </a:lnTo>
                  <a:lnTo>
                    <a:pt x="929919" y="201758"/>
                  </a:lnTo>
                  <a:lnTo>
                    <a:pt x="922104" y="201631"/>
                  </a:lnTo>
                  <a:lnTo>
                    <a:pt x="914290" y="201628"/>
                  </a:lnTo>
                  <a:lnTo>
                    <a:pt x="906476" y="201865"/>
                  </a:lnTo>
                  <a:lnTo>
                    <a:pt x="898661" y="202215"/>
                  </a:lnTo>
                  <a:lnTo>
                    <a:pt x="890847" y="202348"/>
                  </a:lnTo>
                  <a:lnTo>
                    <a:pt x="883032" y="202568"/>
                  </a:lnTo>
                  <a:lnTo>
                    <a:pt x="875218" y="202610"/>
                  </a:lnTo>
                  <a:lnTo>
                    <a:pt x="867403" y="202746"/>
                  </a:lnTo>
                  <a:lnTo>
                    <a:pt x="859589" y="202803"/>
                  </a:lnTo>
                  <a:lnTo>
                    <a:pt x="851774" y="202662"/>
                  </a:lnTo>
                  <a:lnTo>
                    <a:pt x="843960" y="202516"/>
                  </a:lnTo>
                  <a:lnTo>
                    <a:pt x="836145" y="202623"/>
                  </a:lnTo>
                  <a:lnTo>
                    <a:pt x="828331" y="202935"/>
                  </a:lnTo>
                  <a:lnTo>
                    <a:pt x="820517" y="203080"/>
                  </a:lnTo>
                  <a:lnTo>
                    <a:pt x="812702" y="203077"/>
                  </a:lnTo>
                  <a:lnTo>
                    <a:pt x="804888" y="203177"/>
                  </a:lnTo>
                  <a:lnTo>
                    <a:pt x="797073" y="203298"/>
                  </a:lnTo>
                  <a:lnTo>
                    <a:pt x="789259" y="203517"/>
                  </a:lnTo>
                  <a:lnTo>
                    <a:pt x="781444" y="203427"/>
                  </a:lnTo>
                  <a:lnTo>
                    <a:pt x="773630" y="203487"/>
                  </a:lnTo>
                  <a:lnTo>
                    <a:pt x="765815" y="203572"/>
                  </a:lnTo>
                  <a:lnTo>
                    <a:pt x="758001" y="203864"/>
                  </a:lnTo>
                  <a:lnTo>
                    <a:pt x="750187" y="204155"/>
                  </a:lnTo>
                  <a:lnTo>
                    <a:pt x="742372" y="204292"/>
                  </a:lnTo>
                  <a:lnTo>
                    <a:pt x="734558" y="204559"/>
                  </a:lnTo>
                  <a:lnTo>
                    <a:pt x="726743" y="204621"/>
                  </a:lnTo>
                  <a:lnTo>
                    <a:pt x="718929" y="204887"/>
                  </a:lnTo>
                  <a:lnTo>
                    <a:pt x="711114" y="205058"/>
                  </a:lnTo>
                  <a:lnTo>
                    <a:pt x="703300" y="205160"/>
                  </a:lnTo>
                  <a:lnTo>
                    <a:pt x="695485" y="205260"/>
                  </a:lnTo>
                  <a:lnTo>
                    <a:pt x="687671" y="205358"/>
                  </a:lnTo>
                  <a:lnTo>
                    <a:pt x="679857" y="205409"/>
                  </a:lnTo>
                  <a:lnTo>
                    <a:pt x="672042" y="205642"/>
                  </a:lnTo>
                  <a:lnTo>
                    <a:pt x="664228" y="205763"/>
                  </a:lnTo>
                  <a:lnTo>
                    <a:pt x="656413" y="206054"/>
                  </a:lnTo>
                  <a:lnTo>
                    <a:pt x="648599" y="206059"/>
                  </a:lnTo>
                  <a:lnTo>
                    <a:pt x="640784" y="206399"/>
                  </a:lnTo>
                  <a:lnTo>
                    <a:pt x="632970" y="206548"/>
                  </a:lnTo>
                  <a:lnTo>
                    <a:pt x="625155" y="206562"/>
                  </a:lnTo>
                  <a:lnTo>
                    <a:pt x="617341" y="206595"/>
                  </a:lnTo>
                  <a:lnTo>
                    <a:pt x="609526" y="206890"/>
                  </a:lnTo>
                  <a:lnTo>
                    <a:pt x="601712" y="206926"/>
                  </a:lnTo>
                  <a:lnTo>
                    <a:pt x="593898" y="207153"/>
                  </a:lnTo>
                  <a:lnTo>
                    <a:pt x="586083" y="207487"/>
                  </a:lnTo>
                  <a:lnTo>
                    <a:pt x="578269" y="207787"/>
                  </a:lnTo>
                  <a:lnTo>
                    <a:pt x="570454" y="208139"/>
                  </a:lnTo>
                  <a:lnTo>
                    <a:pt x="562640" y="208303"/>
                  </a:lnTo>
                  <a:lnTo>
                    <a:pt x="554825" y="208532"/>
                  </a:lnTo>
                  <a:lnTo>
                    <a:pt x="547011" y="208733"/>
                  </a:lnTo>
                  <a:lnTo>
                    <a:pt x="539196" y="208920"/>
                  </a:lnTo>
                  <a:lnTo>
                    <a:pt x="531382" y="209450"/>
                  </a:lnTo>
                  <a:lnTo>
                    <a:pt x="523568" y="209970"/>
                  </a:lnTo>
                  <a:lnTo>
                    <a:pt x="515753" y="210200"/>
                  </a:lnTo>
                  <a:lnTo>
                    <a:pt x="507939" y="210451"/>
                  </a:lnTo>
                  <a:lnTo>
                    <a:pt x="500124" y="210647"/>
                  </a:lnTo>
                  <a:lnTo>
                    <a:pt x="492310" y="210989"/>
                  </a:lnTo>
                  <a:lnTo>
                    <a:pt x="484495" y="211337"/>
                  </a:lnTo>
                  <a:lnTo>
                    <a:pt x="476681" y="211796"/>
                  </a:lnTo>
                  <a:lnTo>
                    <a:pt x="468866" y="212299"/>
                  </a:lnTo>
                  <a:lnTo>
                    <a:pt x="461052" y="212474"/>
                  </a:lnTo>
                  <a:lnTo>
                    <a:pt x="453238" y="212725"/>
                  </a:lnTo>
                  <a:lnTo>
                    <a:pt x="445423" y="212994"/>
                  </a:lnTo>
                  <a:lnTo>
                    <a:pt x="437609" y="213577"/>
                  </a:lnTo>
                  <a:lnTo>
                    <a:pt x="429794" y="213923"/>
                  </a:lnTo>
                  <a:lnTo>
                    <a:pt x="421980" y="214196"/>
                  </a:lnTo>
                  <a:lnTo>
                    <a:pt x="414165" y="214704"/>
                  </a:lnTo>
                  <a:lnTo>
                    <a:pt x="406351" y="215208"/>
                  </a:lnTo>
                  <a:lnTo>
                    <a:pt x="398536" y="215710"/>
                  </a:lnTo>
                  <a:lnTo>
                    <a:pt x="390722" y="216020"/>
                  </a:lnTo>
                  <a:lnTo>
                    <a:pt x="382907" y="216314"/>
                  </a:lnTo>
                  <a:lnTo>
                    <a:pt x="375093" y="216893"/>
                  </a:lnTo>
                  <a:lnTo>
                    <a:pt x="367279" y="217309"/>
                  </a:lnTo>
                  <a:lnTo>
                    <a:pt x="359464" y="217721"/>
                  </a:lnTo>
                  <a:lnTo>
                    <a:pt x="351650" y="217976"/>
                  </a:lnTo>
                  <a:lnTo>
                    <a:pt x="343835" y="218409"/>
                  </a:lnTo>
                  <a:lnTo>
                    <a:pt x="336021" y="218959"/>
                  </a:lnTo>
                  <a:lnTo>
                    <a:pt x="328206" y="219294"/>
                  </a:lnTo>
                  <a:lnTo>
                    <a:pt x="320392" y="219687"/>
                  </a:lnTo>
                  <a:lnTo>
                    <a:pt x="312577" y="220121"/>
                  </a:lnTo>
                  <a:lnTo>
                    <a:pt x="304763" y="220557"/>
                  </a:lnTo>
                  <a:lnTo>
                    <a:pt x="296949" y="221034"/>
                  </a:lnTo>
                  <a:lnTo>
                    <a:pt x="289134" y="221562"/>
                  </a:lnTo>
                  <a:lnTo>
                    <a:pt x="281320" y="222169"/>
                  </a:lnTo>
                  <a:lnTo>
                    <a:pt x="273505" y="222794"/>
                  </a:lnTo>
                  <a:lnTo>
                    <a:pt x="265691" y="223404"/>
                  </a:lnTo>
                  <a:lnTo>
                    <a:pt x="257876" y="223979"/>
                  </a:lnTo>
                  <a:lnTo>
                    <a:pt x="250062" y="224468"/>
                  </a:lnTo>
                  <a:lnTo>
                    <a:pt x="242247" y="225039"/>
                  </a:lnTo>
                  <a:lnTo>
                    <a:pt x="234433" y="225675"/>
                  </a:lnTo>
                  <a:lnTo>
                    <a:pt x="226619" y="226160"/>
                  </a:lnTo>
                  <a:lnTo>
                    <a:pt x="218804" y="226921"/>
                  </a:lnTo>
                  <a:lnTo>
                    <a:pt x="210990" y="227560"/>
                  </a:lnTo>
                  <a:lnTo>
                    <a:pt x="203175" y="228151"/>
                  </a:lnTo>
                  <a:lnTo>
                    <a:pt x="195361" y="228704"/>
                  </a:lnTo>
                  <a:lnTo>
                    <a:pt x="187546" y="229225"/>
                  </a:lnTo>
                  <a:lnTo>
                    <a:pt x="179732" y="229742"/>
                  </a:lnTo>
                  <a:lnTo>
                    <a:pt x="171917" y="230258"/>
                  </a:lnTo>
                  <a:lnTo>
                    <a:pt x="164103" y="230777"/>
                  </a:lnTo>
                  <a:lnTo>
                    <a:pt x="156288" y="231311"/>
                  </a:lnTo>
                  <a:lnTo>
                    <a:pt x="148474" y="231809"/>
                  </a:lnTo>
                  <a:lnTo>
                    <a:pt x="140660" y="232443"/>
                  </a:lnTo>
                  <a:lnTo>
                    <a:pt x="132845" y="233073"/>
                  </a:lnTo>
                  <a:lnTo>
                    <a:pt x="125031" y="233699"/>
                  </a:lnTo>
                  <a:lnTo>
                    <a:pt x="117216" y="234221"/>
                  </a:lnTo>
                  <a:lnTo>
                    <a:pt x="109402" y="234835"/>
                  </a:lnTo>
                  <a:lnTo>
                    <a:pt x="101587" y="235366"/>
                  </a:lnTo>
                  <a:lnTo>
                    <a:pt x="93773" y="235897"/>
                  </a:lnTo>
                  <a:lnTo>
                    <a:pt x="85958" y="236315"/>
                  </a:lnTo>
                  <a:lnTo>
                    <a:pt x="78144" y="236663"/>
                  </a:lnTo>
                  <a:lnTo>
                    <a:pt x="70330" y="237189"/>
                  </a:lnTo>
                  <a:lnTo>
                    <a:pt x="62515" y="237592"/>
                  </a:lnTo>
                  <a:lnTo>
                    <a:pt x="54701" y="237988"/>
                  </a:lnTo>
                  <a:lnTo>
                    <a:pt x="46886" y="238380"/>
                  </a:lnTo>
                  <a:lnTo>
                    <a:pt x="39072" y="238780"/>
                  </a:lnTo>
                  <a:lnTo>
                    <a:pt x="31257" y="239206"/>
                  </a:lnTo>
                  <a:lnTo>
                    <a:pt x="23443" y="239800"/>
                  </a:lnTo>
                  <a:lnTo>
                    <a:pt x="15628" y="240390"/>
                  </a:lnTo>
                  <a:lnTo>
                    <a:pt x="7814" y="241055"/>
                  </a:lnTo>
                  <a:lnTo>
                    <a:pt x="0" y="241597"/>
                  </a:lnTo>
                  <a:close/>
                </a:path>
              </a:pathLst>
            </a:custGeom>
            <a:solidFill>
              <a:srgbClr val="E69F00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240" name="pl239"/>
            <p:cNvSpPr/>
            <p:nvPr/>
          </p:nvSpPr>
          <p:spPr>
            <a:xfrm>
              <a:off x="6041499" y="3522304"/>
              <a:ext cx="2023942" cy="182815"/>
            </a:xfrm>
            <a:custGeom>
              <a:avLst/>
              <a:pathLst>
                <a:path w="2023942" h="182815">
                  <a:moveTo>
                    <a:pt x="0" y="182815"/>
                  </a:moveTo>
                  <a:lnTo>
                    <a:pt x="7814" y="182642"/>
                  </a:lnTo>
                  <a:lnTo>
                    <a:pt x="15628" y="182469"/>
                  </a:lnTo>
                  <a:lnTo>
                    <a:pt x="23443" y="182332"/>
                  </a:lnTo>
                  <a:lnTo>
                    <a:pt x="31257" y="182356"/>
                  </a:lnTo>
                  <a:lnTo>
                    <a:pt x="39072" y="182383"/>
                  </a:lnTo>
                  <a:lnTo>
                    <a:pt x="46886" y="182367"/>
                  </a:lnTo>
                  <a:lnTo>
                    <a:pt x="54701" y="182200"/>
                  </a:lnTo>
                  <a:lnTo>
                    <a:pt x="62515" y="181944"/>
                  </a:lnTo>
                  <a:lnTo>
                    <a:pt x="70330" y="181736"/>
                  </a:lnTo>
                  <a:lnTo>
                    <a:pt x="78144" y="181525"/>
                  </a:lnTo>
                  <a:lnTo>
                    <a:pt x="85958" y="181556"/>
                  </a:lnTo>
                  <a:lnTo>
                    <a:pt x="93773" y="181591"/>
                  </a:lnTo>
                  <a:lnTo>
                    <a:pt x="101587" y="181618"/>
                  </a:lnTo>
                  <a:lnTo>
                    <a:pt x="109402" y="181444"/>
                  </a:lnTo>
                  <a:lnTo>
                    <a:pt x="117216" y="181204"/>
                  </a:lnTo>
                  <a:lnTo>
                    <a:pt x="125031" y="181037"/>
                  </a:lnTo>
                  <a:lnTo>
                    <a:pt x="132845" y="180957"/>
                  </a:lnTo>
                  <a:lnTo>
                    <a:pt x="140660" y="180860"/>
                  </a:lnTo>
                  <a:lnTo>
                    <a:pt x="148474" y="180924"/>
                  </a:lnTo>
                  <a:lnTo>
                    <a:pt x="156288" y="180846"/>
                  </a:lnTo>
                  <a:lnTo>
                    <a:pt x="164103" y="180762"/>
                  </a:lnTo>
                  <a:lnTo>
                    <a:pt x="171917" y="180573"/>
                  </a:lnTo>
                  <a:lnTo>
                    <a:pt x="179732" y="180220"/>
                  </a:lnTo>
                  <a:lnTo>
                    <a:pt x="187546" y="180360"/>
                  </a:lnTo>
                  <a:lnTo>
                    <a:pt x="195361" y="180063"/>
                  </a:lnTo>
                  <a:lnTo>
                    <a:pt x="203175" y="180097"/>
                  </a:lnTo>
                  <a:lnTo>
                    <a:pt x="210990" y="179962"/>
                  </a:lnTo>
                  <a:lnTo>
                    <a:pt x="218804" y="179673"/>
                  </a:lnTo>
                  <a:lnTo>
                    <a:pt x="226619" y="179366"/>
                  </a:lnTo>
                  <a:lnTo>
                    <a:pt x="234433" y="179246"/>
                  </a:lnTo>
                  <a:lnTo>
                    <a:pt x="242247" y="178987"/>
                  </a:lnTo>
                  <a:lnTo>
                    <a:pt x="250062" y="178742"/>
                  </a:lnTo>
                  <a:lnTo>
                    <a:pt x="257876" y="178521"/>
                  </a:lnTo>
                  <a:lnTo>
                    <a:pt x="265691" y="178186"/>
                  </a:lnTo>
                  <a:lnTo>
                    <a:pt x="273505" y="178156"/>
                  </a:lnTo>
                  <a:lnTo>
                    <a:pt x="281320" y="178046"/>
                  </a:lnTo>
                  <a:lnTo>
                    <a:pt x="289134" y="177630"/>
                  </a:lnTo>
                  <a:lnTo>
                    <a:pt x="296949" y="177272"/>
                  </a:lnTo>
                  <a:lnTo>
                    <a:pt x="304763" y="177165"/>
                  </a:lnTo>
                  <a:lnTo>
                    <a:pt x="312577" y="176820"/>
                  </a:lnTo>
                  <a:lnTo>
                    <a:pt x="320392" y="176707"/>
                  </a:lnTo>
                  <a:lnTo>
                    <a:pt x="328206" y="176460"/>
                  </a:lnTo>
                  <a:lnTo>
                    <a:pt x="336021" y="176453"/>
                  </a:lnTo>
                  <a:lnTo>
                    <a:pt x="343835" y="176300"/>
                  </a:lnTo>
                  <a:lnTo>
                    <a:pt x="351650" y="176034"/>
                  </a:lnTo>
                  <a:lnTo>
                    <a:pt x="359464" y="175725"/>
                  </a:lnTo>
                  <a:lnTo>
                    <a:pt x="367279" y="175615"/>
                  </a:lnTo>
                  <a:lnTo>
                    <a:pt x="375093" y="175175"/>
                  </a:lnTo>
                  <a:lnTo>
                    <a:pt x="382907" y="174892"/>
                  </a:lnTo>
                  <a:lnTo>
                    <a:pt x="390722" y="174614"/>
                  </a:lnTo>
                  <a:lnTo>
                    <a:pt x="398536" y="174311"/>
                  </a:lnTo>
                  <a:lnTo>
                    <a:pt x="406351" y="174107"/>
                  </a:lnTo>
                  <a:lnTo>
                    <a:pt x="414165" y="173699"/>
                  </a:lnTo>
                  <a:lnTo>
                    <a:pt x="421980" y="173408"/>
                  </a:lnTo>
                  <a:lnTo>
                    <a:pt x="429794" y="173124"/>
                  </a:lnTo>
                  <a:lnTo>
                    <a:pt x="437609" y="173014"/>
                  </a:lnTo>
                  <a:lnTo>
                    <a:pt x="445423" y="172829"/>
                  </a:lnTo>
                  <a:lnTo>
                    <a:pt x="453238" y="172683"/>
                  </a:lnTo>
                  <a:lnTo>
                    <a:pt x="461052" y="172404"/>
                  </a:lnTo>
                  <a:lnTo>
                    <a:pt x="468866" y="172164"/>
                  </a:lnTo>
                  <a:lnTo>
                    <a:pt x="476681" y="171519"/>
                  </a:lnTo>
                  <a:lnTo>
                    <a:pt x="484495" y="171212"/>
                  </a:lnTo>
                  <a:lnTo>
                    <a:pt x="492310" y="170735"/>
                  </a:lnTo>
                  <a:lnTo>
                    <a:pt x="500124" y="170252"/>
                  </a:lnTo>
                  <a:lnTo>
                    <a:pt x="507939" y="169776"/>
                  </a:lnTo>
                  <a:lnTo>
                    <a:pt x="515753" y="169296"/>
                  </a:lnTo>
                  <a:lnTo>
                    <a:pt x="523568" y="168881"/>
                  </a:lnTo>
                  <a:lnTo>
                    <a:pt x="531382" y="168329"/>
                  </a:lnTo>
                  <a:lnTo>
                    <a:pt x="539196" y="167858"/>
                  </a:lnTo>
                  <a:lnTo>
                    <a:pt x="547011" y="167669"/>
                  </a:lnTo>
                  <a:lnTo>
                    <a:pt x="554825" y="167322"/>
                  </a:lnTo>
                  <a:lnTo>
                    <a:pt x="562640" y="166788"/>
                  </a:lnTo>
                  <a:lnTo>
                    <a:pt x="570454" y="166152"/>
                  </a:lnTo>
                  <a:lnTo>
                    <a:pt x="578269" y="165409"/>
                  </a:lnTo>
                  <a:lnTo>
                    <a:pt x="586083" y="164826"/>
                  </a:lnTo>
                  <a:lnTo>
                    <a:pt x="593898" y="164380"/>
                  </a:lnTo>
                  <a:lnTo>
                    <a:pt x="601712" y="163888"/>
                  </a:lnTo>
                  <a:lnTo>
                    <a:pt x="609526" y="163134"/>
                  </a:lnTo>
                  <a:lnTo>
                    <a:pt x="617341" y="162525"/>
                  </a:lnTo>
                  <a:lnTo>
                    <a:pt x="625155" y="162085"/>
                  </a:lnTo>
                  <a:lnTo>
                    <a:pt x="632970" y="161645"/>
                  </a:lnTo>
                  <a:lnTo>
                    <a:pt x="640784" y="161207"/>
                  </a:lnTo>
                  <a:lnTo>
                    <a:pt x="648599" y="160660"/>
                  </a:lnTo>
                  <a:lnTo>
                    <a:pt x="656413" y="160043"/>
                  </a:lnTo>
                  <a:lnTo>
                    <a:pt x="664228" y="159233"/>
                  </a:lnTo>
                  <a:lnTo>
                    <a:pt x="672042" y="158359"/>
                  </a:lnTo>
                  <a:lnTo>
                    <a:pt x="679857" y="157483"/>
                  </a:lnTo>
                  <a:lnTo>
                    <a:pt x="687671" y="156768"/>
                  </a:lnTo>
                  <a:lnTo>
                    <a:pt x="695485" y="155962"/>
                  </a:lnTo>
                  <a:lnTo>
                    <a:pt x="703300" y="155462"/>
                  </a:lnTo>
                  <a:lnTo>
                    <a:pt x="711114" y="154622"/>
                  </a:lnTo>
                  <a:lnTo>
                    <a:pt x="718929" y="154116"/>
                  </a:lnTo>
                  <a:lnTo>
                    <a:pt x="726743" y="153551"/>
                  </a:lnTo>
                  <a:lnTo>
                    <a:pt x="734558" y="152814"/>
                  </a:lnTo>
                  <a:lnTo>
                    <a:pt x="742372" y="152260"/>
                  </a:lnTo>
                  <a:lnTo>
                    <a:pt x="750187" y="151524"/>
                  </a:lnTo>
                  <a:lnTo>
                    <a:pt x="758001" y="150685"/>
                  </a:lnTo>
                  <a:lnTo>
                    <a:pt x="765815" y="150139"/>
                  </a:lnTo>
                  <a:lnTo>
                    <a:pt x="773630" y="149716"/>
                  </a:lnTo>
                  <a:lnTo>
                    <a:pt x="781444" y="149169"/>
                  </a:lnTo>
                  <a:lnTo>
                    <a:pt x="789259" y="148309"/>
                  </a:lnTo>
                  <a:lnTo>
                    <a:pt x="797073" y="147674"/>
                  </a:lnTo>
                  <a:lnTo>
                    <a:pt x="804888" y="146858"/>
                  </a:lnTo>
                  <a:lnTo>
                    <a:pt x="812702" y="146042"/>
                  </a:lnTo>
                  <a:lnTo>
                    <a:pt x="820517" y="145123"/>
                  </a:lnTo>
                  <a:lnTo>
                    <a:pt x="828331" y="144151"/>
                  </a:lnTo>
                  <a:lnTo>
                    <a:pt x="836145" y="143179"/>
                  </a:lnTo>
                  <a:lnTo>
                    <a:pt x="843960" y="142352"/>
                  </a:lnTo>
                  <a:lnTo>
                    <a:pt x="851774" y="141562"/>
                  </a:lnTo>
                  <a:lnTo>
                    <a:pt x="859589" y="140710"/>
                  </a:lnTo>
                  <a:lnTo>
                    <a:pt x="867403" y="139844"/>
                  </a:lnTo>
                  <a:lnTo>
                    <a:pt x="875218" y="138976"/>
                  </a:lnTo>
                  <a:lnTo>
                    <a:pt x="883032" y="138110"/>
                  </a:lnTo>
                  <a:lnTo>
                    <a:pt x="890847" y="137245"/>
                  </a:lnTo>
                  <a:lnTo>
                    <a:pt x="898661" y="136544"/>
                  </a:lnTo>
                  <a:lnTo>
                    <a:pt x="906476" y="135655"/>
                  </a:lnTo>
                  <a:lnTo>
                    <a:pt x="914290" y="134751"/>
                  </a:lnTo>
                  <a:lnTo>
                    <a:pt x="922104" y="133840"/>
                  </a:lnTo>
                  <a:lnTo>
                    <a:pt x="929919" y="132890"/>
                  </a:lnTo>
                  <a:lnTo>
                    <a:pt x="937733" y="131969"/>
                  </a:lnTo>
                  <a:lnTo>
                    <a:pt x="945548" y="131077"/>
                  </a:lnTo>
                  <a:lnTo>
                    <a:pt x="953362" y="129895"/>
                  </a:lnTo>
                  <a:lnTo>
                    <a:pt x="961177" y="129046"/>
                  </a:lnTo>
                  <a:lnTo>
                    <a:pt x="968991" y="128155"/>
                  </a:lnTo>
                  <a:lnTo>
                    <a:pt x="976806" y="126794"/>
                  </a:lnTo>
                  <a:lnTo>
                    <a:pt x="984620" y="125993"/>
                  </a:lnTo>
                  <a:lnTo>
                    <a:pt x="992434" y="125389"/>
                  </a:lnTo>
                  <a:lnTo>
                    <a:pt x="1000249" y="124520"/>
                  </a:lnTo>
                  <a:lnTo>
                    <a:pt x="1008063" y="123523"/>
                  </a:lnTo>
                  <a:lnTo>
                    <a:pt x="1015878" y="122529"/>
                  </a:lnTo>
                  <a:lnTo>
                    <a:pt x="1023692" y="121537"/>
                  </a:lnTo>
                  <a:lnTo>
                    <a:pt x="1031507" y="120548"/>
                  </a:lnTo>
                  <a:lnTo>
                    <a:pt x="1039321" y="119574"/>
                  </a:lnTo>
                  <a:lnTo>
                    <a:pt x="1047136" y="118551"/>
                  </a:lnTo>
                  <a:lnTo>
                    <a:pt x="1054950" y="117548"/>
                  </a:lnTo>
                  <a:lnTo>
                    <a:pt x="1062765" y="116544"/>
                  </a:lnTo>
                  <a:lnTo>
                    <a:pt x="1070579" y="115550"/>
                  </a:lnTo>
                  <a:lnTo>
                    <a:pt x="1078393" y="114647"/>
                  </a:lnTo>
                  <a:lnTo>
                    <a:pt x="1086208" y="113526"/>
                  </a:lnTo>
                  <a:lnTo>
                    <a:pt x="1094022" y="112542"/>
                  </a:lnTo>
                  <a:lnTo>
                    <a:pt x="1101837" y="111513"/>
                  </a:lnTo>
                  <a:lnTo>
                    <a:pt x="1109651" y="110504"/>
                  </a:lnTo>
                  <a:lnTo>
                    <a:pt x="1117466" y="109493"/>
                  </a:lnTo>
                  <a:lnTo>
                    <a:pt x="1125280" y="108471"/>
                  </a:lnTo>
                  <a:lnTo>
                    <a:pt x="1133095" y="107499"/>
                  </a:lnTo>
                  <a:lnTo>
                    <a:pt x="1140909" y="106543"/>
                  </a:lnTo>
                  <a:lnTo>
                    <a:pt x="1148723" y="105582"/>
                  </a:lnTo>
                  <a:lnTo>
                    <a:pt x="1156538" y="104646"/>
                  </a:lnTo>
                  <a:lnTo>
                    <a:pt x="1164352" y="103592"/>
                  </a:lnTo>
                  <a:lnTo>
                    <a:pt x="1172167" y="102539"/>
                  </a:lnTo>
                  <a:lnTo>
                    <a:pt x="1179981" y="101486"/>
                  </a:lnTo>
                  <a:lnTo>
                    <a:pt x="1187796" y="100501"/>
                  </a:lnTo>
                  <a:lnTo>
                    <a:pt x="1195610" y="99538"/>
                  </a:lnTo>
                  <a:lnTo>
                    <a:pt x="1203425" y="98535"/>
                  </a:lnTo>
                  <a:lnTo>
                    <a:pt x="1211239" y="97349"/>
                  </a:lnTo>
                  <a:lnTo>
                    <a:pt x="1219053" y="96350"/>
                  </a:lnTo>
                  <a:lnTo>
                    <a:pt x="1226868" y="95454"/>
                  </a:lnTo>
                  <a:lnTo>
                    <a:pt x="1234682" y="94359"/>
                  </a:lnTo>
                  <a:lnTo>
                    <a:pt x="1242497" y="93295"/>
                  </a:lnTo>
                  <a:lnTo>
                    <a:pt x="1250311" y="92279"/>
                  </a:lnTo>
                  <a:lnTo>
                    <a:pt x="1258126" y="91365"/>
                  </a:lnTo>
                  <a:lnTo>
                    <a:pt x="1265940" y="90571"/>
                  </a:lnTo>
                  <a:lnTo>
                    <a:pt x="1273755" y="89482"/>
                  </a:lnTo>
                  <a:lnTo>
                    <a:pt x="1281569" y="88396"/>
                  </a:lnTo>
                  <a:lnTo>
                    <a:pt x="1289384" y="87312"/>
                  </a:lnTo>
                  <a:lnTo>
                    <a:pt x="1297198" y="86327"/>
                  </a:lnTo>
                  <a:lnTo>
                    <a:pt x="1305012" y="85420"/>
                  </a:lnTo>
                  <a:lnTo>
                    <a:pt x="1312827" y="84375"/>
                  </a:lnTo>
                  <a:lnTo>
                    <a:pt x="1320641" y="83268"/>
                  </a:lnTo>
                  <a:lnTo>
                    <a:pt x="1328456" y="82267"/>
                  </a:lnTo>
                  <a:lnTo>
                    <a:pt x="1336270" y="81361"/>
                  </a:lnTo>
                  <a:lnTo>
                    <a:pt x="1344085" y="80501"/>
                  </a:lnTo>
                  <a:lnTo>
                    <a:pt x="1351899" y="79496"/>
                  </a:lnTo>
                  <a:lnTo>
                    <a:pt x="1359714" y="78556"/>
                  </a:lnTo>
                  <a:lnTo>
                    <a:pt x="1367528" y="77668"/>
                  </a:lnTo>
                  <a:lnTo>
                    <a:pt x="1375342" y="76773"/>
                  </a:lnTo>
                  <a:lnTo>
                    <a:pt x="1383157" y="75732"/>
                  </a:lnTo>
                  <a:lnTo>
                    <a:pt x="1390971" y="74798"/>
                  </a:lnTo>
                  <a:lnTo>
                    <a:pt x="1398786" y="73919"/>
                  </a:lnTo>
                  <a:lnTo>
                    <a:pt x="1406600" y="72913"/>
                  </a:lnTo>
                  <a:lnTo>
                    <a:pt x="1414415" y="71968"/>
                  </a:lnTo>
                  <a:lnTo>
                    <a:pt x="1422229" y="71008"/>
                  </a:lnTo>
                  <a:lnTo>
                    <a:pt x="1430044" y="69823"/>
                  </a:lnTo>
                  <a:lnTo>
                    <a:pt x="1437858" y="68829"/>
                  </a:lnTo>
                  <a:lnTo>
                    <a:pt x="1445672" y="67889"/>
                  </a:lnTo>
                  <a:lnTo>
                    <a:pt x="1453487" y="66899"/>
                  </a:lnTo>
                  <a:lnTo>
                    <a:pt x="1461301" y="65811"/>
                  </a:lnTo>
                  <a:lnTo>
                    <a:pt x="1469116" y="64808"/>
                  </a:lnTo>
                  <a:lnTo>
                    <a:pt x="1476930" y="63730"/>
                  </a:lnTo>
                  <a:lnTo>
                    <a:pt x="1484745" y="62656"/>
                  </a:lnTo>
                  <a:lnTo>
                    <a:pt x="1492559" y="61584"/>
                  </a:lnTo>
                  <a:lnTo>
                    <a:pt x="1500374" y="60514"/>
                  </a:lnTo>
                  <a:lnTo>
                    <a:pt x="1508188" y="59445"/>
                  </a:lnTo>
                  <a:lnTo>
                    <a:pt x="1516003" y="58377"/>
                  </a:lnTo>
                  <a:lnTo>
                    <a:pt x="1523817" y="57324"/>
                  </a:lnTo>
                  <a:lnTo>
                    <a:pt x="1531631" y="56348"/>
                  </a:lnTo>
                  <a:lnTo>
                    <a:pt x="1539446" y="55268"/>
                  </a:lnTo>
                  <a:lnTo>
                    <a:pt x="1547260" y="54229"/>
                  </a:lnTo>
                  <a:lnTo>
                    <a:pt x="1555075" y="53381"/>
                  </a:lnTo>
                  <a:lnTo>
                    <a:pt x="1562889" y="52465"/>
                  </a:lnTo>
                  <a:lnTo>
                    <a:pt x="1570704" y="51499"/>
                  </a:lnTo>
                  <a:lnTo>
                    <a:pt x="1578518" y="50535"/>
                  </a:lnTo>
                  <a:lnTo>
                    <a:pt x="1586333" y="49574"/>
                  </a:lnTo>
                  <a:lnTo>
                    <a:pt x="1594147" y="48617"/>
                  </a:lnTo>
                  <a:lnTo>
                    <a:pt x="1601961" y="47628"/>
                  </a:lnTo>
                  <a:lnTo>
                    <a:pt x="1609776" y="46577"/>
                  </a:lnTo>
                  <a:lnTo>
                    <a:pt x="1617590" y="45530"/>
                  </a:lnTo>
                  <a:lnTo>
                    <a:pt x="1625405" y="44455"/>
                  </a:lnTo>
                  <a:lnTo>
                    <a:pt x="1633219" y="43441"/>
                  </a:lnTo>
                  <a:lnTo>
                    <a:pt x="1641034" y="42484"/>
                  </a:lnTo>
                  <a:lnTo>
                    <a:pt x="1648848" y="41593"/>
                  </a:lnTo>
                  <a:lnTo>
                    <a:pt x="1656663" y="40706"/>
                  </a:lnTo>
                  <a:lnTo>
                    <a:pt x="1664477" y="39824"/>
                  </a:lnTo>
                  <a:lnTo>
                    <a:pt x="1672291" y="38944"/>
                  </a:lnTo>
                  <a:lnTo>
                    <a:pt x="1680106" y="37957"/>
                  </a:lnTo>
                  <a:lnTo>
                    <a:pt x="1687920" y="37049"/>
                  </a:lnTo>
                  <a:lnTo>
                    <a:pt x="1695735" y="36204"/>
                  </a:lnTo>
                  <a:lnTo>
                    <a:pt x="1703549" y="35362"/>
                  </a:lnTo>
                  <a:lnTo>
                    <a:pt x="1711364" y="34529"/>
                  </a:lnTo>
                  <a:lnTo>
                    <a:pt x="1719178" y="33658"/>
                  </a:lnTo>
                  <a:lnTo>
                    <a:pt x="1726993" y="32751"/>
                  </a:lnTo>
                  <a:lnTo>
                    <a:pt x="1734807" y="31919"/>
                  </a:lnTo>
                  <a:lnTo>
                    <a:pt x="1742622" y="31132"/>
                  </a:lnTo>
                  <a:lnTo>
                    <a:pt x="1750436" y="30276"/>
                  </a:lnTo>
                  <a:lnTo>
                    <a:pt x="1758250" y="29417"/>
                  </a:lnTo>
                  <a:lnTo>
                    <a:pt x="1766065" y="28482"/>
                  </a:lnTo>
                  <a:lnTo>
                    <a:pt x="1773879" y="27551"/>
                  </a:lnTo>
                  <a:lnTo>
                    <a:pt x="1781694" y="26624"/>
                  </a:lnTo>
                  <a:lnTo>
                    <a:pt x="1789508" y="25701"/>
                  </a:lnTo>
                  <a:lnTo>
                    <a:pt x="1797323" y="24782"/>
                  </a:lnTo>
                  <a:lnTo>
                    <a:pt x="1805137" y="23867"/>
                  </a:lnTo>
                  <a:lnTo>
                    <a:pt x="1812952" y="22957"/>
                  </a:lnTo>
                  <a:lnTo>
                    <a:pt x="1820766" y="22050"/>
                  </a:lnTo>
                  <a:lnTo>
                    <a:pt x="1828580" y="21168"/>
                  </a:lnTo>
                  <a:lnTo>
                    <a:pt x="1836395" y="20299"/>
                  </a:lnTo>
                  <a:lnTo>
                    <a:pt x="1844209" y="19476"/>
                  </a:lnTo>
                  <a:lnTo>
                    <a:pt x="1852024" y="18675"/>
                  </a:lnTo>
                  <a:lnTo>
                    <a:pt x="1859838" y="17876"/>
                  </a:lnTo>
                  <a:lnTo>
                    <a:pt x="1867653" y="17081"/>
                  </a:lnTo>
                  <a:lnTo>
                    <a:pt x="1875467" y="16288"/>
                  </a:lnTo>
                  <a:lnTo>
                    <a:pt x="1883282" y="15499"/>
                  </a:lnTo>
                  <a:lnTo>
                    <a:pt x="1891096" y="14713"/>
                  </a:lnTo>
                  <a:lnTo>
                    <a:pt x="1898910" y="13749"/>
                  </a:lnTo>
                  <a:lnTo>
                    <a:pt x="1906725" y="12901"/>
                  </a:lnTo>
                  <a:lnTo>
                    <a:pt x="1914539" y="12137"/>
                  </a:lnTo>
                  <a:lnTo>
                    <a:pt x="1922354" y="11379"/>
                  </a:lnTo>
                  <a:lnTo>
                    <a:pt x="1930168" y="10553"/>
                  </a:lnTo>
                  <a:lnTo>
                    <a:pt x="1937983" y="9607"/>
                  </a:lnTo>
                  <a:lnTo>
                    <a:pt x="1945797" y="8664"/>
                  </a:lnTo>
                  <a:lnTo>
                    <a:pt x="1953612" y="7833"/>
                  </a:lnTo>
                  <a:lnTo>
                    <a:pt x="1961426" y="6935"/>
                  </a:lnTo>
                  <a:lnTo>
                    <a:pt x="1969241" y="6050"/>
                  </a:lnTo>
                  <a:lnTo>
                    <a:pt x="1977055" y="5245"/>
                  </a:lnTo>
                  <a:lnTo>
                    <a:pt x="1984869" y="4473"/>
                  </a:lnTo>
                  <a:lnTo>
                    <a:pt x="1992684" y="3709"/>
                  </a:lnTo>
                  <a:lnTo>
                    <a:pt x="2000498" y="2848"/>
                  </a:lnTo>
                  <a:lnTo>
                    <a:pt x="2008313" y="1839"/>
                  </a:lnTo>
                  <a:lnTo>
                    <a:pt x="2016127" y="798"/>
                  </a:lnTo>
                  <a:lnTo>
                    <a:pt x="202394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1" name="pl240"/>
            <p:cNvSpPr/>
            <p:nvPr/>
          </p:nvSpPr>
          <p:spPr>
            <a:xfrm>
              <a:off x="6041499" y="3723525"/>
              <a:ext cx="2023942" cy="40375"/>
            </a:xfrm>
            <a:custGeom>
              <a:avLst/>
              <a:pathLst>
                <a:path w="2023942" h="40375">
                  <a:moveTo>
                    <a:pt x="2023942" y="3228"/>
                  </a:moveTo>
                  <a:lnTo>
                    <a:pt x="2016127" y="3225"/>
                  </a:lnTo>
                  <a:lnTo>
                    <a:pt x="2008313" y="3259"/>
                  </a:lnTo>
                  <a:lnTo>
                    <a:pt x="2000498" y="3294"/>
                  </a:lnTo>
                  <a:lnTo>
                    <a:pt x="1992684" y="3328"/>
                  </a:lnTo>
                  <a:lnTo>
                    <a:pt x="1984869" y="3355"/>
                  </a:lnTo>
                  <a:lnTo>
                    <a:pt x="1977055" y="3286"/>
                  </a:lnTo>
                  <a:lnTo>
                    <a:pt x="1969241" y="3217"/>
                  </a:lnTo>
                  <a:lnTo>
                    <a:pt x="1961426" y="3147"/>
                  </a:lnTo>
                  <a:lnTo>
                    <a:pt x="1953612" y="3077"/>
                  </a:lnTo>
                  <a:lnTo>
                    <a:pt x="1945797" y="3006"/>
                  </a:lnTo>
                  <a:lnTo>
                    <a:pt x="1937983" y="2936"/>
                  </a:lnTo>
                  <a:lnTo>
                    <a:pt x="1930168" y="2865"/>
                  </a:lnTo>
                  <a:lnTo>
                    <a:pt x="1922354" y="2795"/>
                  </a:lnTo>
                  <a:lnTo>
                    <a:pt x="1914539" y="2722"/>
                  </a:lnTo>
                  <a:lnTo>
                    <a:pt x="1906725" y="2650"/>
                  </a:lnTo>
                  <a:lnTo>
                    <a:pt x="1898910" y="2578"/>
                  </a:lnTo>
                  <a:lnTo>
                    <a:pt x="1891096" y="2506"/>
                  </a:lnTo>
                  <a:lnTo>
                    <a:pt x="1883282" y="2433"/>
                  </a:lnTo>
                  <a:lnTo>
                    <a:pt x="1875467" y="2361"/>
                  </a:lnTo>
                  <a:lnTo>
                    <a:pt x="1867653" y="2288"/>
                  </a:lnTo>
                  <a:lnTo>
                    <a:pt x="1859838" y="2216"/>
                  </a:lnTo>
                  <a:lnTo>
                    <a:pt x="1852024" y="2143"/>
                  </a:lnTo>
                  <a:lnTo>
                    <a:pt x="1844209" y="2071"/>
                  </a:lnTo>
                  <a:lnTo>
                    <a:pt x="1836395" y="1998"/>
                  </a:lnTo>
                  <a:lnTo>
                    <a:pt x="1828580" y="1925"/>
                  </a:lnTo>
                  <a:lnTo>
                    <a:pt x="1820766" y="1959"/>
                  </a:lnTo>
                  <a:lnTo>
                    <a:pt x="1812952" y="2001"/>
                  </a:lnTo>
                  <a:lnTo>
                    <a:pt x="1805137" y="2042"/>
                  </a:lnTo>
                  <a:lnTo>
                    <a:pt x="1797323" y="2084"/>
                  </a:lnTo>
                  <a:lnTo>
                    <a:pt x="1789508" y="2126"/>
                  </a:lnTo>
                  <a:lnTo>
                    <a:pt x="1781694" y="2167"/>
                  </a:lnTo>
                  <a:lnTo>
                    <a:pt x="1773879" y="2107"/>
                  </a:lnTo>
                  <a:lnTo>
                    <a:pt x="1766065" y="2036"/>
                  </a:lnTo>
                  <a:lnTo>
                    <a:pt x="1758250" y="1964"/>
                  </a:lnTo>
                  <a:lnTo>
                    <a:pt x="1750436" y="1892"/>
                  </a:lnTo>
                  <a:lnTo>
                    <a:pt x="1742622" y="1798"/>
                  </a:lnTo>
                  <a:lnTo>
                    <a:pt x="1734807" y="1752"/>
                  </a:lnTo>
                  <a:lnTo>
                    <a:pt x="1726993" y="1684"/>
                  </a:lnTo>
                  <a:lnTo>
                    <a:pt x="1719178" y="1616"/>
                  </a:lnTo>
                  <a:lnTo>
                    <a:pt x="1711364" y="1547"/>
                  </a:lnTo>
                  <a:lnTo>
                    <a:pt x="1703549" y="1479"/>
                  </a:lnTo>
                  <a:lnTo>
                    <a:pt x="1695735" y="1410"/>
                  </a:lnTo>
                  <a:lnTo>
                    <a:pt x="1687920" y="1341"/>
                  </a:lnTo>
                  <a:lnTo>
                    <a:pt x="1680106" y="1268"/>
                  </a:lnTo>
                  <a:lnTo>
                    <a:pt x="1672291" y="1195"/>
                  </a:lnTo>
                  <a:lnTo>
                    <a:pt x="1664477" y="1157"/>
                  </a:lnTo>
                  <a:lnTo>
                    <a:pt x="1656663" y="1146"/>
                  </a:lnTo>
                  <a:lnTo>
                    <a:pt x="1648848" y="1135"/>
                  </a:lnTo>
                  <a:lnTo>
                    <a:pt x="1641034" y="1123"/>
                  </a:lnTo>
                  <a:lnTo>
                    <a:pt x="1633219" y="1027"/>
                  </a:lnTo>
                  <a:lnTo>
                    <a:pt x="1625405" y="1016"/>
                  </a:lnTo>
                  <a:lnTo>
                    <a:pt x="1617590" y="1005"/>
                  </a:lnTo>
                  <a:lnTo>
                    <a:pt x="1609776" y="994"/>
                  </a:lnTo>
                  <a:lnTo>
                    <a:pt x="1601961" y="983"/>
                  </a:lnTo>
                  <a:lnTo>
                    <a:pt x="1594147" y="970"/>
                  </a:lnTo>
                  <a:lnTo>
                    <a:pt x="1586333" y="894"/>
                  </a:lnTo>
                  <a:lnTo>
                    <a:pt x="1578518" y="785"/>
                  </a:lnTo>
                  <a:lnTo>
                    <a:pt x="1570704" y="676"/>
                  </a:lnTo>
                  <a:lnTo>
                    <a:pt x="1562889" y="567"/>
                  </a:lnTo>
                  <a:lnTo>
                    <a:pt x="1555075" y="458"/>
                  </a:lnTo>
                  <a:lnTo>
                    <a:pt x="1547260" y="349"/>
                  </a:lnTo>
                  <a:lnTo>
                    <a:pt x="1539446" y="285"/>
                  </a:lnTo>
                  <a:lnTo>
                    <a:pt x="1531631" y="381"/>
                  </a:lnTo>
                  <a:lnTo>
                    <a:pt x="1523817" y="481"/>
                  </a:lnTo>
                  <a:lnTo>
                    <a:pt x="1516003" y="581"/>
                  </a:lnTo>
                  <a:lnTo>
                    <a:pt x="1508188" y="680"/>
                  </a:lnTo>
                  <a:lnTo>
                    <a:pt x="1500374" y="780"/>
                  </a:lnTo>
                  <a:lnTo>
                    <a:pt x="1492559" y="827"/>
                  </a:lnTo>
                  <a:lnTo>
                    <a:pt x="1484745" y="818"/>
                  </a:lnTo>
                  <a:lnTo>
                    <a:pt x="1476930" y="871"/>
                  </a:lnTo>
                  <a:lnTo>
                    <a:pt x="1469116" y="944"/>
                  </a:lnTo>
                  <a:lnTo>
                    <a:pt x="1461301" y="944"/>
                  </a:lnTo>
                  <a:lnTo>
                    <a:pt x="1453487" y="938"/>
                  </a:lnTo>
                  <a:lnTo>
                    <a:pt x="1445672" y="932"/>
                  </a:lnTo>
                  <a:lnTo>
                    <a:pt x="1437858" y="927"/>
                  </a:lnTo>
                  <a:lnTo>
                    <a:pt x="1430044" y="921"/>
                  </a:lnTo>
                  <a:lnTo>
                    <a:pt x="1422229" y="915"/>
                  </a:lnTo>
                  <a:lnTo>
                    <a:pt x="1414415" y="908"/>
                  </a:lnTo>
                  <a:lnTo>
                    <a:pt x="1406600" y="897"/>
                  </a:lnTo>
                  <a:lnTo>
                    <a:pt x="1398786" y="885"/>
                  </a:lnTo>
                  <a:lnTo>
                    <a:pt x="1390971" y="874"/>
                  </a:lnTo>
                  <a:lnTo>
                    <a:pt x="1383157" y="861"/>
                  </a:lnTo>
                  <a:lnTo>
                    <a:pt x="1375342" y="729"/>
                  </a:lnTo>
                  <a:lnTo>
                    <a:pt x="1367528" y="652"/>
                  </a:lnTo>
                  <a:lnTo>
                    <a:pt x="1359714" y="641"/>
                  </a:lnTo>
                  <a:lnTo>
                    <a:pt x="1351899" y="630"/>
                  </a:lnTo>
                  <a:lnTo>
                    <a:pt x="1344085" y="619"/>
                  </a:lnTo>
                  <a:lnTo>
                    <a:pt x="1336270" y="608"/>
                  </a:lnTo>
                  <a:lnTo>
                    <a:pt x="1328456" y="597"/>
                  </a:lnTo>
                  <a:lnTo>
                    <a:pt x="1320641" y="586"/>
                  </a:lnTo>
                  <a:lnTo>
                    <a:pt x="1312827" y="575"/>
                  </a:lnTo>
                  <a:lnTo>
                    <a:pt x="1305012" y="564"/>
                  </a:lnTo>
                  <a:lnTo>
                    <a:pt x="1297198" y="561"/>
                  </a:lnTo>
                  <a:lnTo>
                    <a:pt x="1289384" y="583"/>
                  </a:lnTo>
                  <a:lnTo>
                    <a:pt x="1281569" y="585"/>
                  </a:lnTo>
                  <a:lnTo>
                    <a:pt x="1273755" y="497"/>
                  </a:lnTo>
                  <a:lnTo>
                    <a:pt x="1265940" y="410"/>
                  </a:lnTo>
                  <a:lnTo>
                    <a:pt x="1258126" y="324"/>
                  </a:lnTo>
                  <a:lnTo>
                    <a:pt x="1250311" y="289"/>
                  </a:lnTo>
                  <a:lnTo>
                    <a:pt x="1242497" y="366"/>
                  </a:lnTo>
                  <a:lnTo>
                    <a:pt x="1234682" y="444"/>
                  </a:lnTo>
                  <a:lnTo>
                    <a:pt x="1226868" y="449"/>
                  </a:lnTo>
                  <a:lnTo>
                    <a:pt x="1219053" y="437"/>
                  </a:lnTo>
                  <a:lnTo>
                    <a:pt x="1211239" y="251"/>
                  </a:lnTo>
                  <a:lnTo>
                    <a:pt x="1203425" y="272"/>
                  </a:lnTo>
                  <a:lnTo>
                    <a:pt x="1195610" y="293"/>
                  </a:lnTo>
                  <a:lnTo>
                    <a:pt x="1187796" y="313"/>
                  </a:lnTo>
                  <a:lnTo>
                    <a:pt x="1179981" y="334"/>
                  </a:lnTo>
                  <a:lnTo>
                    <a:pt x="1172167" y="354"/>
                  </a:lnTo>
                  <a:lnTo>
                    <a:pt x="1164352" y="358"/>
                  </a:lnTo>
                  <a:lnTo>
                    <a:pt x="1156538" y="402"/>
                  </a:lnTo>
                  <a:lnTo>
                    <a:pt x="1148723" y="388"/>
                  </a:lnTo>
                  <a:lnTo>
                    <a:pt x="1140909" y="326"/>
                  </a:lnTo>
                  <a:lnTo>
                    <a:pt x="1133095" y="314"/>
                  </a:lnTo>
                  <a:lnTo>
                    <a:pt x="1125280" y="309"/>
                  </a:lnTo>
                  <a:lnTo>
                    <a:pt x="1117466" y="292"/>
                  </a:lnTo>
                  <a:lnTo>
                    <a:pt x="1109651" y="220"/>
                  </a:lnTo>
                  <a:lnTo>
                    <a:pt x="1101837" y="176"/>
                  </a:lnTo>
                  <a:lnTo>
                    <a:pt x="1094022" y="132"/>
                  </a:lnTo>
                  <a:lnTo>
                    <a:pt x="1086208" y="88"/>
                  </a:lnTo>
                  <a:lnTo>
                    <a:pt x="1078393" y="44"/>
                  </a:lnTo>
                  <a:lnTo>
                    <a:pt x="1070579" y="0"/>
                  </a:lnTo>
                  <a:lnTo>
                    <a:pt x="1062765" y="114"/>
                  </a:lnTo>
                  <a:lnTo>
                    <a:pt x="1054950" y="189"/>
                  </a:lnTo>
                  <a:lnTo>
                    <a:pt x="1047136" y="82"/>
                  </a:lnTo>
                  <a:lnTo>
                    <a:pt x="1039321" y="143"/>
                  </a:lnTo>
                  <a:lnTo>
                    <a:pt x="1031507" y="169"/>
                  </a:lnTo>
                  <a:lnTo>
                    <a:pt x="1023692" y="173"/>
                  </a:lnTo>
                  <a:lnTo>
                    <a:pt x="1015878" y="210"/>
                  </a:lnTo>
                  <a:lnTo>
                    <a:pt x="1008063" y="241"/>
                  </a:lnTo>
                  <a:lnTo>
                    <a:pt x="1000249" y="131"/>
                  </a:lnTo>
                  <a:lnTo>
                    <a:pt x="992434" y="178"/>
                  </a:lnTo>
                  <a:lnTo>
                    <a:pt x="984620" y="278"/>
                  </a:lnTo>
                  <a:lnTo>
                    <a:pt x="976806" y="378"/>
                  </a:lnTo>
                  <a:lnTo>
                    <a:pt x="968991" y="447"/>
                  </a:lnTo>
                  <a:lnTo>
                    <a:pt x="961177" y="492"/>
                  </a:lnTo>
                  <a:lnTo>
                    <a:pt x="953362" y="551"/>
                  </a:lnTo>
                  <a:lnTo>
                    <a:pt x="945548" y="677"/>
                  </a:lnTo>
                  <a:lnTo>
                    <a:pt x="937733" y="430"/>
                  </a:lnTo>
                  <a:lnTo>
                    <a:pt x="929919" y="537"/>
                  </a:lnTo>
                  <a:lnTo>
                    <a:pt x="922104" y="410"/>
                  </a:lnTo>
                  <a:lnTo>
                    <a:pt x="914290" y="407"/>
                  </a:lnTo>
                  <a:lnTo>
                    <a:pt x="906476" y="644"/>
                  </a:lnTo>
                  <a:lnTo>
                    <a:pt x="898661" y="994"/>
                  </a:lnTo>
                  <a:lnTo>
                    <a:pt x="890847" y="1127"/>
                  </a:lnTo>
                  <a:lnTo>
                    <a:pt x="883032" y="1346"/>
                  </a:lnTo>
                  <a:lnTo>
                    <a:pt x="875218" y="1388"/>
                  </a:lnTo>
                  <a:lnTo>
                    <a:pt x="867403" y="1525"/>
                  </a:lnTo>
                  <a:lnTo>
                    <a:pt x="859589" y="1581"/>
                  </a:lnTo>
                  <a:lnTo>
                    <a:pt x="851774" y="1440"/>
                  </a:lnTo>
                  <a:lnTo>
                    <a:pt x="843960" y="1294"/>
                  </a:lnTo>
                  <a:lnTo>
                    <a:pt x="836145" y="1402"/>
                  </a:lnTo>
                  <a:lnTo>
                    <a:pt x="828331" y="1714"/>
                  </a:lnTo>
                  <a:lnTo>
                    <a:pt x="820517" y="1858"/>
                  </a:lnTo>
                  <a:lnTo>
                    <a:pt x="812702" y="1856"/>
                  </a:lnTo>
                  <a:lnTo>
                    <a:pt x="804888" y="1955"/>
                  </a:lnTo>
                  <a:lnTo>
                    <a:pt x="797073" y="2077"/>
                  </a:lnTo>
                  <a:lnTo>
                    <a:pt x="789259" y="2295"/>
                  </a:lnTo>
                  <a:lnTo>
                    <a:pt x="781444" y="2205"/>
                  </a:lnTo>
                  <a:lnTo>
                    <a:pt x="773630" y="2266"/>
                  </a:lnTo>
                  <a:lnTo>
                    <a:pt x="765815" y="2350"/>
                  </a:lnTo>
                  <a:lnTo>
                    <a:pt x="758001" y="2642"/>
                  </a:lnTo>
                  <a:lnTo>
                    <a:pt x="750187" y="2933"/>
                  </a:lnTo>
                  <a:lnTo>
                    <a:pt x="742372" y="3070"/>
                  </a:lnTo>
                  <a:lnTo>
                    <a:pt x="734558" y="3338"/>
                  </a:lnTo>
                  <a:lnTo>
                    <a:pt x="726743" y="3399"/>
                  </a:lnTo>
                  <a:lnTo>
                    <a:pt x="718929" y="3666"/>
                  </a:lnTo>
                  <a:lnTo>
                    <a:pt x="711114" y="3837"/>
                  </a:lnTo>
                  <a:lnTo>
                    <a:pt x="703300" y="3939"/>
                  </a:lnTo>
                  <a:lnTo>
                    <a:pt x="695485" y="4039"/>
                  </a:lnTo>
                  <a:lnTo>
                    <a:pt x="687671" y="4137"/>
                  </a:lnTo>
                  <a:lnTo>
                    <a:pt x="679857" y="4188"/>
                  </a:lnTo>
                  <a:lnTo>
                    <a:pt x="672042" y="4420"/>
                  </a:lnTo>
                  <a:lnTo>
                    <a:pt x="664228" y="4541"/>
                  </a:lnTo>
                  <a:lnTo>
                    <a:pt x="656413" y="4833"/>
                  </a:lnTo>
                  <a:lnTo>
                    <a:pt x="648599" y="4838"/>
                  </a:lnTo>
                  <a:lnTo>
                    <a:pt x="640784" y="5177"/>
                  </a:lnTo>
                  <a:lnTo>
                    <a:pt x="632970" y="5326"/>
                  </a:lnTo>
                  <a:lnTo>
                    <a:pt x="625155" y="5341"/>
                  </a:lnTo>
                  <a:lnTo>
                    <a:pt x="617341" y="5373"/>
                  </a:lnTo>
                  <a:lnTo>
                    <a:pt x="609526" y="5669"/>
                  </a:lnTo>
                  <a:lnTo>
                    <a:pt x="601712" y="5705"/>
                  </a:lnTo>
                  <a:lnTo>
                    <a:pt x="593898" y="5931"/>
                  </a:lnTo>
                  <a:lnTo>
                    <a:pt x="586083" y="6265"/>
                  </a:lnTo>
                  <a:lnTo>
                    <a:pt x="578269" y="6566"/>
                  </a:lnTo>
                  <a:lnTo>
                    <a:pt x="570454" y="6917"/>
                  </a:lnTo>
                  <a:lnTo>
                    <a:pt x="562640" y="7082"/>
                  </a:lnTo>
                  <a:lnTo>
                    <a:pt x="554825" y="7310"/>
                  </a:lnTo>
                  <a:lnTo>
                    <a:pt x="547011" y="7511"/>
                  </a:lnTo>
                  <a:lnTo>
                    <a:pt x="539196" y="7699"/>
                  </a:lnTo>
                  <a:lnTo>
                    <a:pt x="531382" y="8228"/>
                  </a:lnTo>
                  <a:lnTo>
                    <a:pt x="523568" y="8748"/>
                  </a:lnTo>
                  <a:lnTo>
                    <a:pt x="515753" y="8979"/>
                  </a:lnTo>
                  <a:lnTo>
                    <a:pt x="507939" y="9229"/>
                  </a:lnTo>
                  <a:lnTo>
                    <a:pt x="500124" y="9425"/>
                  </a:lnTo>
                  <a:lnTo>
                    <a:pt x="492310" y="9767"/>
                  </a:lnTo>
                  <a:lnTo>
                    <a:pt x="484495" y="10115"/>
                  </a:lnTo>
                  <a:lnTo>
                    <a:pt x="476681" y="10574"/>
                  </a:lnTo>
                  <a:lnTo>
                    <a:pt x="468866" y="11077"/>
                  </a:lnTo>
                  <a:lnTo>
                    <a:pt x="461052" y="11253"/>
                  </a:lnTo>
                  <a:lnTo>
                    <a:pt x="453238" y="11503"/>
                  </a:lnTo>
                  <a:lnTo>
                    <a:pt x="445423" y="11773"/>
                  </a:lnTo>
                  <a:lnTo>
                    <a:pt x="437609" y="12356"/>
                  </a:lnTo>
                  <a:lnTo>
                    <a:pt x="429794" y="12702"/>
                  </a:lnTo>
                  <a:lnTo>
                    <a:pt x="421980" y="12974"/>
                  </a:lnTo>
                  <a:lnTo>
                    <a:pt x="414165" y="13482"/>
                  </a:lnTo>
                  <a:lnTo>
                    <a:pt x="406351" y="13986"/>
                  </a:lnTo>
                  <a:lnTo>
                    <a:pt x="398536" y="14488"/>
                  </a:lnTo>
                  <a:lnTo>
                    <a:pt x="390722" y="14798"/>
                  </a:lnTo>
                  <a:lnTo>
                    <a:pt x="382907" y="15092"/>
                  </a:lnTo>
                  <a:lnTo>
                    <a:pt x="375093" y="15672"/>
                  </a:lnTo>
                  <a:lnTo>
                    <a:pt x="367279" y="16087"/>
                  </a:lnTo>
                  <a:lnTo>
                    <a:pt x="359464" y="16499"/>
                  </a:lnTo>
                  <a:lnTo>
                    <a:pt x="351650" y="16754"/>
                  </a:lnTo>
                  <a:lnTo>
                    <a:pt x="343835" y="17187"/>
                  </a:lnTo>
                  <a:lnTo>
                    <a:pt x="336021" y="17737"/>
                  </a:lnTo>
                  <a:lnTo>
                    <a:pt x="328206" y="18072"/>
                  </a:lnTo>
                  <a:lnTo>
                    <a:pt x="320392" y="18466"/>
                  </a:lnTo>
                  <a:lnTo>
                    <a:pt x="312577" y="18900"/>
                  </a:lnTo>
                  <a:lnTo>
                    <a:pt x="304763" y="19336"/>
                  </a:lnTo>
                  <a:lnTo>
                    <a:pt x="296949" y="19812"/>
                  </a:lnTo>
                  <a:lnTo>
                    <a:pt x="289134" y="20340"/>
                  </a:lnTo>
                  <a:lnTo>
                    <a:pt x="281320" y="20947"/>
                  </a:lnTo>
                  <a:lnTo>
                    <a:pt x="273505" y="21572"/>
                  </a:lnTo>
                  <a:lnTo>
                    <a:pt x="265691" y="22183"/>
                  </a:lnTo>
                  <a:lnTo>
                    <a:pt x="257876" y="22757"/>
                  </a:lnTo>
                  <a:lnTo>
                    <a:pt x="250062" y="23246"/>
                  </a:lnTo>
                  <a:lnTo>
                    <a:pt x="242247" y="23817"/>
                  </a:lnTo>
                  <a:lnTo>
                    <a:pt x="234433" y="24454"/>
                  </a:lnTo>
                  <a:lnTo>
                    <a:pt x="226619" y="24939"/>
                  </a:lnTo>
                  <a:lnTo>
                    <a:pt x="218804" y="25700"/>
                  </a:lnTo>
                  <a:lnTo>
                    <a:pt x="210990" y="26338"/>
                  </a:lnTo>
                  <a:lnTo>
                    <a:pt x="203175" y="26930"/>
                  </a:lnTo>
                  <a:lnTo>
                    <a:pt x="195361" y="27483"/>
                  </a:lnTo>
                  <a:lnTo>
                    <a:pt x="187546" y="28003"/>
                  </a:lnTo>
                  <a:lnTo>
                    <a:pt x="179732" y="28521"/>
                  </a:lnTo>
                  <a:lnTo>
                    <a:pt x="171917" y="29036"/>
                  </a:lnTo>
                  <a:lnTo>
                    <a:pt x="164103" y="29556"/>
                  </a:lnTo>
                  <a:lnTo>
                    <a:pt x="156288" y="30090"/>
                  </a:lnTo>
                  <a:lnTo>
                    <a:pt x="148474" y="30588"/>
                  </a:lnTo>
                  <a:lnTo>
                    <a:pt x="140660" y="31222"/>
                  </a:lnTo>
                  <a:lnTo>
                    <a:pt x="132845" y="31852"/>
                  </a:lnTo>
                  <a:lnTo>
                    <a:pt x="125031" y="32477"/>
                  </a:lnTo>
                  <a:lnTo>
                    <a:pt x="117216" y="33000"/>
                  </a:lnTo>
                  <a:lnTo>
                    <a:pt x="109402" y="33613"/>
                  </a:lnTo>
                  <a:lnTo>
                    <a:pt x="101587" y="34145"/>
                  </a:lnTo>
                  <a:lnTo>
                    <a:pt x="93773" y="34675"/>
                  </a:lnTo>
                  <a:lnTo>
                    <a:pt x="85958" y="35093"/>
                  </a:lnTo>
                  <a:lnTo>
                    <a:pt x="78144" y="35442"/>
                  </a:lnTo>
                  <a:lnTo>
                    <a:pt x="70330" y="35968"/>
                  </a:lnTo>
                  <a:lnTo>
                    <a:pt x="62515" y="36371"/>
                  </a:lnTo>
                  <a:lnTo>
                    <a:pt x="54701" y="36767"/>
                  </a:lnTo>
                  <a:lnTo>
                    <a:pt x="46886" y="37158"/>
                  </a:lnTo>
                  <a:lnTo>
                    <a:pt x="39072" y="37558"/>
                  </a:lnTo>
                  <a:lnTo>
                    <a:pt x="31257" y="37984"/>
                  </a:lnTo>
                  <a:lnTo>
                    <a:pt x="23443" y="38578"/>
                  </a:lnTo>
                  <a:lnTo>
                    <a:pt x="15628" y="39168"/>
                  </a:lnTo>
                  <a:lnTo>
                    <a:pt x="7814" y="39833"/>
                  </a:lnTo>
                  <a:lnTo>
                    <a:pt x="0" y="403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2" name="pg241"/>
            <p:cNvSpPr/>
            <p:nvPr/>
          </p:nvSpPr>
          <p:spPr>
            <a:xfrm>
              <a:off x="6041499" y="3533636"/>
              <a:ext cx="2023942" cy="209305"/>
            </a:xfrm>
            <a:custGeom>
              <a:avLst/>
              <a:pathLst>
                <a:path w="2023942" h="209305">
                  <a:moveTo>
                    <a:pt x="0" y="136647"/>
                  </a:moveTo>
                  <a:lnTo>
                    <a:pt x="7814" y="136946"/>
                  </a:lnTo>
                  <a:lnTo>
                    <a:pt x="15628" y="137456"/>
                  </a:lnTo>
                  <a:lnTo>
                    <a:pt x="23443" y="137399"/>
                  </a:lnTo>
                  <a:lnTo>
                    <a:pt x="31257" y="137525"/>
                  </a:lnTo>
                  <a:lnTo>
                    <a:pt x="39072" y="137759"/>
                  </a:lnTo>
                  <a:lnTo>
                    <a:pt x="46886" y="138056"/>
                  </a:lnTo>
                  <a:lnTo>
                    <a:pt x="54701" y="138449"/>
                  </a:lnTo>
                  <a:lnTo>
                    <a:pt x="62515" y="138700"/>
                  </a:lnTo>
                  <a:lnTo>
                    <a:pt x="70330" y="138685"/>
                  </a:lnTo>
                  <a:lnTo>
                    <a:pt x="78144" y="138866"/>
                  </a:lnTo>
                  <a:lnTo>
                    <a:pt x="85958" y="139138"/>
                  </a:lnTo>
                  <a:lnTo>
                    <a:pt x="93773" y="139187"/>
                  </a:lnTo>
                  <a:lnTo>
                    <a:pt x="101587" y="139054"/>
                  </a:lnTo>
                  <a:lnTo>
                    <a:pt x="109402" y="139210"/>
                  </a:lnTo>
                  <a:lnTo>
                    <a:pt x="117216" y="139368"/>
                  </a:lnTo>
                  <a:lnTo>
                    <a:pt x="125031" y="139382"/>
                  </a:lnTo>
                  <a:lnTo>
                    <a:pt x="132845" y="139448"/>
                  </a:lnTo>
                  <a:lnTo>
                    <a:pt x="140660" y="139593"/>
                  </a:lnTo>
                  <a:lnTo>
                    <a:pt x="148474" y="139599"/>
                  </a:lnTo>
                  <a:lnTo>
                    <a:pt x="156288" y="139604"/>
                  </a:lnTo>
                  <a:lnTo>
                    <a:pt x="164103" y="139797"/>
                  </a:lnTo>
                  <a:lnTo>
                    <a:pt x="171917" y="139845"/>
                  </a:lnTo>
                  <a:lnTo>
                    <a:pt x="179732" y="139699"/>
                  </a:lnTo>
                  <a:lnTo>
                    <a:pt x="187546" y="139551"/>
                  </a:lnTo>
                  <a:lnTo>
                    <a:pt x="195361" y="139639"/>
                  </a:lnTo>
                  <a:lnTo>
                    <a:pt x="203175" y="139779"/>
                  </a:lnTo>
                  <a:lnTo>
                    <a:pt x="210990" y="139960"/>
                  </a:lnTo>
                  <a:lnTo>
                    <a:pt x="218804" y="140144"/>
                  </a:lnTo>
                  <a:lnTo>
                    <a:pt x="226619" y="139999"/>
                  </a:lnTo>
                  <a:lnTo>
                    <a:pt x="234433" y="140132"/>
                  </a:lnTo>
                  <a:lnTo>
                    <a:pt x="242247" y="140181"/>
                  </a:lnTo>
                  <a:lnTo>
                    <a:pt x="250062" y="140012"/>
                  </a:lnTo>
                  <a:lnTo>
                    <a:pt x="257876" y="139896"/>
                  </a:lnTo>
                  <a:lnTo>
                    <a:pt x="265691" y="140108"/>
                  </a:lnTo>
                  <a:lnTo>
                    <a:pt x="273505" y="139946"/>
                  </a:lnTo>
                  <a:lnTo>
                    <a:pt x="281320" y="139852"/>
                  </a:lnTo>
                  <a:lnTo>
                    <a:pt x="289134" y="139843"/>
                  </a:lnTo>
                  <a:lnTo>
                    <a:pt x="296949" y="139810"/>
                  </a:lnTo>
                  <a:lnTo>
                    <a:pt x="304763" y="139954"/>
                  </a:lnTo>
                  <a:lnTo>
                    <a:pt x="312577" y="139795"/>
                  </a:lnTo>
                  <a:lnTo>
                    <a:pt x="320392" y="139576"/>
                  </a:lnTo>
                  <a:lnTo>
                    <a:pt x="328206" y="139553"/>
                  </a:lnTo>
                  <a:lnTo>
                    <a:pt x="336021" y="139489"/>
                  </a:lnTo>
                  <a:lnTo>
                    <a:pt x="343835" y="139209"/>
                  </a:lnTo>
                  <a:lnTo>
                    <a:pt x="351650" y="138910"/>
                  </a:lnTo>
                  <a:lnTo>
                    <a:pt x="359464" y="138838"/>
                  </a:lnTo>
                  <a:lnTo>
                    <a:pt x="367279" y="138680"/>
                  </a:lnTo>
                  <a:lnTo>
                    <a:pt x="375093" y="138524"/>
                  </a:lnTo>
                  <a:lnTo>
                    <a:pt x="382907" y="138425"/>
                  </a:lnTo>
                  <a:lnTo>
                    <a:pt x="390722" y="138422"/>
                  </a:lnTo>
                  <a:lnTo>
                    <a:pt x="398536" y="138241"/>
                  </a:lnTo>
                  <a:lnTo>
                    <a:pt x="406351" y="138076"/>
                  </a:lnTo>
                  <a:lnTo>
                    <a:pt x="414165" y="138108"/>
                  </a:lnTo>
                  <a:lnTo>
                    <a:pt x="421980" y="138156"/>
                  </a:lnTo>
                  <a:lnTo>
                    <a:pt x="429794" y="137870"/>
                  </a:lnTo>
                  <a:lnTo>
                    <a:pt x="437609" y="137543"/>
                  </a:lnTo>
                  <a:lnTo>
                    <a:pt x="445423" y="137225"/>
                  </a:lnTo>
                  <a:lnTo>
                    <a:pt x="453238" y="136959"/>
                  </a:lnTo>
                  <a:lnTo>
                    <a:pt x="461052" y="136596"/>
                  </a:lnTo>
                  <a:lnTo>
                    <a:pt x="468866" y="136246"/>
                  </a:lnTo>
                  <a:lnTo>
                    <a:pt x="476681" y="135878"/>
                  </a:lnTo>
                  <a:lnTo>
                    <a:pt x="484495" y="135462"/>
                  </a:lnTo>
                  <a:lnTo>
                    <a:pt x="492310" y="135269"/>
                  </a:lnTo>
                  <a:lnTo>
                    <a:pt x="500124" y="135119"/>
                  </a:lnTo>
                  <a:lnTo>
                    <a:pt x="507939" y="134777"/>
                  </a:lnTo>
                  <a:lnTo>
                    <a:pt x="515753" y="134518"/>
                  </a:lnTo>
                  <a:lnTo>
                    <a:pt x="523568" y="134186"/>
                  </a:lnTo>
                  <a:lnTo>
                    <a:pt x="531382" y="133858"/>
                  </a:lnTo>
                  <a:lnTo>
                    <a:pt x="539196" y="133634"/>
                  </a:lnTo>
                  <a:lnTo>
                    <a:pt x="547011" y="133227"/>
                  </a:lnTo>
                  <a:lnTo>
                    <a:pt x="554825" y="132865"/>
                  </a:lnTo>
                  <a:lnTo>
                    <a:pt x="562640" y="132391"/>
                  </a:lnTo>
                  <a:lnTo>
                    <a:pt x="570454" y="132206"/>
                  </a:lnTo>
                  <a:lnTo>
                    <a:pt x="578269" y="131872"/>
                  </a:lnTo>
                  <a:lnTo>
                    <a:pt x="586083" y="131364"/>
                  </a:lnTo>
                  <a:lnTo>
                    <a:pt x="593898" y="130944"/>
                  </a:lnTo>
                  <a:lnTo>
                    <a:pt x="601712" y="130519"/>
                  </a:lnTo>
                  <a:lnTo>
                    <a:pt x="609526" y="130104"/>
                  </a:lnTo>
                  <a:lnTo>
                    <a:pt x="617341" y="129975"/>
                  </a:lnTo>
                  <a:lnTo>
                    <a:pt x="625155" y="129436"/>
                  </a:lnTo>
                  <a:lnTo>
                    <a:pt x="632970" y="129013"/>
                  </a:lnTo>
                  <a:lnTo>
                    <a:pt x="640784" y="128597"/>
                  </a:lnTo>
                  <a:lnTo>
                    <a:pt x="648599" y="128355"/>
                  </a:lnTo>
                  <a:lnTo>
                    <a:pt x="656413" y="127956"/>
                  </a:lnTo>
                  <a:lnTo>
                    <a:pt x="664228" y="127950"/>
                  </a:lnTo>
                  <a:lnTo>
                    <a:pt x="672042" y="127392"/>
                  </a:lnTo>
                  <a:lnTo>
                    <a:pt x="679857" y="126818"/>
                  </a:lnTo>
                  <a:lnTo>
                    <a:pt x="687671" y="126088"/>
                  </a:lnTo>
                  <a:lnTo>
                    <a:pt x="695485" y="125436"/>
                  </a:lnTo>
                  <a:lnTo>
                    <a:pt x="703300" y="124826"/>
                  </a:lnTo>
                  <a:lnTo>
                    <a:pt x="711114" y="124453"/>
                  </a:lnTo>
                  <a:lnTo>
                    <a:pt x="718929" y="124125"/>
                  </a:lnTo>
                  <a:lnTo>
                    <a:pt x="726743" y="123788"/>
                  </a:lnTo>
                  <a:lnTo>
                    <a:pt x="734558" y="123271"/>
                  </a:lnTo>
                  <a:lnTo>
                    <a:pt x="742372" y="122591"/>
                  </a:lnTo>
                  <a:lnTo>
                    <a:pt x="750187" y="121756"/>
                  </a:lnTo>
                  <a:lnTo>
                    <a:pt x="758001" y="121234"/>
                  </a:lnTo>
                  <a:lnTo>
                    <a:pt x="765815" y="120532"/>
                  </a:lnTo>
                  <a:lnTo>
                    <a:pt x="773630" y="120205"/>
                  </a:lnTo>
                  <a:lnTo>
                    <a:pt x="781444" y="119610"/>
                  </a:lnTo>
                  <a:lnTo>
                    <a:pt x="789259" y="119104"/>
                  </a:lnTo>
                  <a:lnTo>
                    <a:pt x="797073" y="118498"/>
                  </a:lnTo>
                  <a:lnTo>
                    <a:pt x="804888" y="117890"/>
                  </a:lnTo>
                  <a:lnTo>
                    <a:pt x="812702" y="117406"/>
                  </a:lnTo>
                  <a:lnTo>
                    <a:pt x="820517" y="116727"/>
                  </a:lnTo>
                  <a:lnTo>
                    <a:pt x="828331" y="116072"/>
                  </a:lnTo>
                  <a:lnTo>
                    <a:pt x="836145" y="115551"/>
                  </a:lnTo>
                  <a:lnTo>
                    <a:pt x="843960" y="114809"/>
                  </a:lnTo>
                  <a:lnTo>
                    <a:pt x="851774" y="113997"/>
                  </a:lnTo>
                  <a:lnTo>
                    <a:pt x="859589" y="113243"/>
                  </a:lnTo>
                  <a:lnTo>
                    <a:pt x="867403" y="112560"/>
                  </a:lnTo>
                  <a:lnTo>
                    <a:pt x="875218" y="111973"/>
                  </a:lnTo>
                  <a:lnTo>
                    <a:pt x="883032" y="111366"/>
                  </a:lnTo>
                  <a:lnTo>
                    <a:pt x="890847" y="110889"/>
                  </a:lnTo>
                  <a:lnTo>
                    <a:pt x="898661" y="110284"/>
                  </a:lnTo>
                  <a:lnTo>
                    <a:pt x="906476" y="109452"/>
                  </a:lnTo>
                  <a:lnTo>
                    <a:pt x="914290" y="108687"/>
                  </a:lnTo>
                  <a:lnTo>
                    <a:pt x="922104" y="108169"/>
                  </a:lnTo>
                  <a:lnTo>
                    <a:pt x="929919" y="107569"/>
                  </a:lnTo>
                  <a:lnTo>
                    <a:pt x="937733" y="106941"/>
                  </a:lnTo>
                  <a:lnTo>
                    <a:pt x="945548" y="106117"/>
                  </a:lnTo>
                  <a:lnTo>
                    <a:pt x="953362" y="105381"/>
                  </a:lnTo>
                  <a:lnTo>
                    <a:pt x="961177" y="104900"/>
                  </a:lnTo>
                  <a:lnTo>
                    <a:pt x="968991" y="104432"/>
                  </a:lnTo>
                  <a:lnTo>
                    <a:pt x="976806" y="103848"/>
                  </a:lnTo>
                  <a:lnTo>
                    <a:pt x="984620" y="103315"/>
                  </a:lnTo>
                  <a:lnTo>
                    <a:pt x="992434" y="102597"/>
                  </a:lnTo>
                  <a:lnTo>
                    <a:pt x="1000249" y="101915"/>
                  </a:lnTo>
                  <a:lnTo>
                    <a:pt x="1008063" y="101211"/>
                  </a:lnTo>
                  <a:lnTo>
                    <a:pt x="1015878" y="100434"/>
                  </a:lnTo>
                  <a:lnTo>
                    <a:pt x="1023692" y="99709"/>
                  </a:lnTo>
                  <a:lnTo>
                    <a:pt x="1031507" y="98774"/>
                  </a:lnTo>
                  <a:lnTo>
                    <a:pt x="1039321" y="97802"/>
                  </a:lnTo>
                  <a:lnTo>
                    <a:pt x="1047136" y="96830"/>
                  </a:lnTo>
                  <a:lnTo>
                    <a:pt x="1054950" y="96275"/>
                  </a:lnTo>
                  <a:lnTo>
                    <a:pt x="1062765" y="95690"/>
                  </a:lnTo>
                  <a:lnTo>
                    <a:pt x="1070579" y="94848"/>
                  </a:lnTo>
                  <a:lnTo>
                    <a:pt x="1078393" y="94242"/>
                  </a:lnTo>
                  <a:lnTo>
                    <a:pt x="1086208" y="93641"/>
                  </a:lnTo>
                  <a:lnTo>
                    <a:pt x="1094022" y="92834"/>
                  </a:lnTo>
                  <a:lnTo>
                    <a:pt x="1101837" y="91957"/>
                  </a:lnTo>
                  <a:lnTo>
                    <a:pt x="1109651" y="91190"/>
                  </a:lnTo>
                  <a:lnTo>
                    <a:pt x="1117466" y="90497"/>
                  </a:lnTo>
                  <a:lnTo>
                    <a:pt x="1125280" y="89845"/>
                  </a:lnTo>
                  <a:lnTo>
                    <a:pt x="1133095" y="89156"/>
                  </a:lnTo>
                  <a:lnTo>
                    <a:pt x="1140909" y="88575"/>
                  </a:lnTo>
                  <a:lnTo>
                    <a:pt x="1148723" y="87957"/>
                  </a:lnTo>
                  <a:lnTo>
                    <a:pt x="1156538" y="87115"/>
                  </a:lnTo>
                  <a:lnTo>
                    <a:pt x="1164352" y="86322"/>
                  </a:lnTo>
                  <a:lnTo>
                    <a:pt x="1172167" y="85622"/>
                  </a:lnTo>
                  <a:lnTo>
                    <a:pt x="1179981" y="84713"/>
                  </a:lnTo>
                  <a:lnTo>
                    <a:pt x="1187796" y="83798"/>
                  </a:lnTo>
                  <a:lnTo>
                    <a:pt x="1195610" y="82885"/>
                  </a:lnTo>
                  <a:lnTo>
                    <a:pt x="1203425" y="81999"/>
                  </a:lnTo>
                  <a:lnTo>
                    <a:pt x="1211239" y="81433"/>
                  </a:lnTo>
                  <a:lnTo>
                    <a:pt x="1219053" y="80869"/>
                  </a:lnTo>
                  <a:lnTo>
                    <a:pt x="1226868" y="80310"/>
                  </a:lnTo>
                  <a:lnTo>
                    <a:pt x="1234682" y="79751"/>
                  </a:lnTo>
                  <a:lnTo>
                    <a:pt x="1242497" y="78953"/>
                  </a:lnTo>
                  <a:lnTo>
                    <a:pt x="1250311" y="77854"/>
                  </a:lnTo>
                  <a:lnTo>
                    <a:pt x="1258126" y="77103"/>
                  </a:lnTo>
                  <a:lnTo>
                    <a:pt x="1265940" y="76459"/>
                  </a:lnTo>
                  <a:lnTo>
                    <a:pt x="1273755" y="75816"/>
                  </a:lnTo>
                  <a:lnTo>
                    <a:pt x="1281569" y="75172"/>
                  </a:lnTo>
                  <a:lnTo>
                    <a:pt x="1289384" y="74319"/>
                  </a:lnTo>
                  <a:lnTo>
                    <a:pt x="1297198" y="73327"/>
                  </a:lnTo>
                  <a:lnTo>
                    <a:pt x="1305012" y="72335"/>
                  </a:lnTo>
                  <a:lnTo>
                    <a:pt x="1312827" y="71344"/>
                  </a:lnTo>
                  <a:lnTo>
                    <a:pt x="1320641" y="70353"/>
                  </a:lnTo>
                  <a:lnTo>
                    <a:pt x="1328456" y="69364"/>
                  </a:lnTo>
                  <a:lnTo>
                    <a:pt x="1336270" y="68375"/>
                  </a:lnTo>
                  <a:lnTo>
                    <a:pt x="1344085" y="67387"/>
                  </a:lnTo>
                  <a:lnTo>
                    <a:pt x="1351899" y="66649"/>
                  </a:lnTo>
                  <a:lnTo>
                    <a:pt x="1359714" y="65764"/>
                  </a:lnTo>
                  <a:lnTo>
                    <a:pt x="1367528" y="64665"/>
                  </a:lnTo>
                  <a:lnTo>
                    <a:pt x="1375342" y="63888"/>
                  </a:lnTo>
                  <a:lnTo>
                    <a:pt x="1383157" y="63248"/>
                  </a:lnTo>
                  <a:lnTo>
                    <a:pt x="1390971" y="62608"/>
                  </a:lnTo>
                  <a:lnTo>
                    <a:pt x="1398786" y="61969"/>
                  </a:lnTo>
                  <a:lnTo>
                    <a:pt x="1406600" y="61127"/>
                  </a:lnTo>
                  <a:lnTo>
                    <a:pt x="1414415" y="60156"/>
                  </a:lnTo>
                  <a:lnTo>
                    <a:pt x="1422229" y="59186"/>
                  </a:lnTo>
                  <a:lnTo>
                    <a:pt x="1430044" y="58230"/>
                  </a:lnTo>
                  <a:lnTo>
                    <a:pt x="1437858" y="57466"/>
                  </a:lnTo>
                  <a:lnTo>
                    <a:pt x="1445672" y="56702"/>
                  </a:lnTo>
                  <a:lnTo>
                    <a:pt x="1453487" y="55945"/>
                  </a:lnTo>
                  <a:lnTo>
                    <a:pt x="1461301" y="55191"/>
                  </a:lnTo>
                  <a:lnTo>
                    <a:pt x="1469116" y="54437"/>
                  </a:lnTo>
                  <a:lnTo>
                    <a:pt x="1476930" y="53685"/>
                  </a:lnTo>
                  <a:lnTo>
                    <a:pt x="1484745" y="53054"/>
                  </a:lnTo>
                  <a:lnTo>
                    <a:pt x="1492559" y="52425"/>
                  </a:lnTo>
                  <a:lnTo>
                    <a:pt x="1500374" y="51669"/>
                  </a:lnTo>
                  <a:lnTo>
                    <a:pt x="1508188" y="50825"/>
                  </a:lnTo>
                  <a:lnTo>
                    <a:pt x="1516003" y="49981"/>
                  </a:lnTo>
                  <a:lnTo>
                    <a:pt x="1523817" y="49157"/>
                  </a:lnTo>
                  <a:lnTo>
                    <a:pt x="1531631" y="48402"/>
                  </a:lnTo>
                  <a:lnTo>
                    <a:pt x="1539446" y="47649"/>
                  </a:lnTo>
                  <a:lnTo>
                    <a:pt x="1547260" y="46896"/>
                  </a:lnTo>
                  <a:lnTo>
                    <a:pt x="1555075" y="46144"/>
                  </a:lnTo>
                  <a:lnTo>
                    <a:pt x="1562889" y="45393"/>
                  </a:lnTo>
                  <a:lnTo>
                    <a:pt x="1570704" y="44642"/>
                  </a:lnTo>
                  <a:lnTo>
                    <a:pt x="1578518" y="43893"/>
                  </a:lnTo>
                  <a:lnTo>
                    <a:pt x="1586333" y="43096"/>
                  </a:lnTo>
                  <a:lnTo>
                    <a:pt x="1594147" y="42273"/>
                  </a:lnTo>
                  <a:lnTo>
                    <a:pt x="1601961" y="41452"/>
                  </a:lnTo>
                  <a:lnTo>
                    <a:pt x="1609776" y="40632"/>
                  </a:lnTo>
                  <a:lnTo>
                    <a:pt x="1617590" y="39813"/>
                  </a:lnTo>
                  <a:lnTo>
                    <a:pt x="1625405" y="38898"/>
                  </a:lnTo>
                  <a:lnTo>
                    <a:pt x="1633219" y="37933"/>
                  </a:lnTo>
                  <a:lnTo>
                    <a:pt x="1641034" y="36970"/>
                  </a:lnTo>
                  <a:lnTo>
                    <a:pt x="1648848" y="36008"/>
                  </a:lnTo>
                  <a:lnTo>
                    <a:pt x="1656663" y="35215"/>
                  </a:lnTo>
                  <a:lnTo>
                    <a:pt x="1664477" y="34555"/>
                  </a:lnTo>
                  <a:lnTo>
                    <a:pt x="1672291" y="33672"/>
                  </a:lnTo>
                  <a:lnTo>
                    <a:pt x="1680106" y="32790"/>
                  </a:lnTo>
                  <a:lnTo>
                    <a:pt x="1687920" y="32082"/>
                  </a:lnTo>
                  <a:lnTo>
                    <a:pt x="1695735" y="31377"/>
                  </a:lnTo>
                  <a:lnTo>
                    <a:pt x="1703549" y="30677"/>
                  </a:lnTo>
                  <a:lnTo>
                    <a:pt x="1711364" y="29980"/>
                  </a:lnTo>
                  <a:lnTo>
                    <a:pt x="1719178" y="29245"/>
                  </a:lnTo>
                  <a:lnTo>
                    <a:pt x="1726993" y="28376"/>
                  </a:lnTo>
                  <a:lnTo>
                    <a:pt x="1734807" y="27739"/>
                  </a:lnTo>
                  <a:lnTo>
                    <a:pt x="1742622" y="26949"/>
                  </a:lnTo>
                  <a:lnTo>
                    <a:pt x="1750436" y="26197"/>
                  </a:lnTo>
                  <a:lnTo>
                    <a:pt x="1758250" y="25507"/>
                  </a:lnTo>
                  <a:lnTo>
                    <a:pt x="1766065" y="24820"/>
                  </a:lnTo>
                  <a:lnTo>
                    <a:pt x="1773879" y="24134"/>
                  </a:lnTo>
                  <a:lnTo>
                    <a:pt x="1781694" y="23411"/>
                  </a:lnTo>
                  <a:lnTo>
                    <a:pt x="1789508" y="22616"/>
                  </a:lnTo>
                  <a:lnTo>
                    <a:pt x="1797323" y="21823"/>
                  </a:lnTo>
                  <a:lnTo>
                    <a:pt x="1805137" y="21017"/>
                  </a:lnTo>
                  <a:lnTo>
                    <a:pt x="1812952" y="20026"/>
                  </a:lnTo>
                  <a:lnTo>
                    <a:pt x="1820766" y="19131"/>
                  </a:lnTo>
                  <a:lnTo>
                    <a:pt x="1828580" y="18355"/>
                  </a:lnTo>
                  <a:lnTo>
                    <a:pt x="1836395" y="17580"/>
                  </a:lnTo>
                  <a:lnTo>
                    <a:pt x="1844209" y="16810"/>
                  </a:lnTo>
                  <a:lnTo>
                    <a:pt x="1852024" y="16047"/>
                  </a:lnTo>
                  <a:lnTo>
                    <a:pt x="1859838" y="15286"/>
                  </a:lnTo>
                  <a:lnTo>
                    <a:pt x="1867653" y="14527"/>
                  </a:lnTo>
                  <a:lnTo>
                    <a:pt x="1875467" y="13771"/>
                  </a:lnTo>
                  <a:lnTo>
                    <a:pt x="1883282" y="13016"/>
                  </a:lnTo>
                  <a:lnTo>
                    <a:pt x="1891096" y="12264"/>
                  </a:lnTo>
                  <a:lnTo>
                    <a:pt x="1898910" y="11514"/>
                  </a:lnTo>
                  <a:lnTo>
                    <a:pt x="1906725" y="10767"/>
                  </a:lnTo>
                  <a:lnTo>
                    <a:pt x="1914539" y="10021"/>
                  </a:lnTo>
                  <a:lnTo>
                    <a:pt x="1922354" y="9278"/>
                  </a:lnTo>
                  <a:lnTo>
                    <a:pt x="1930168" y="8551"/>
                  </a:lnTo>
                  <a:lnTo>
                    <a:pt x="1937983" y="7878"/>
                  </a:lnTo>
                  <a:lnTo>
                    <a:pt x="1945797" y="7208"/>
                  </a:lnTo>
                  <a:lnTo>
                    <a:pt x="1953612" y="6521"/>
                  </a:lnTo>
                  <a:lnTo>
                    <a:pt x="1961426" y="5595"/>
                  </a:lnTo>
                  <a:lnTo>
                    <a:pt x="1969241" y="4855"/>
                  </a:lnTo>
                  <a:lnTo>
                    <a:pt x="1977055" y="4258"/>
                  </a:lnTo>
                  <a:lnTo>
                    <a:pt x="1984869" y="3594"/>
                  </a:lnTo>
                  <a:lnTo>
                    <a:pt x="1992684" y="2869"/>
                  </a:lnTo>
                  <a:lnTo>
                    <a:pt x="2000498" y="2148"/>
                  </a:lnTo>
                  <a:lnTo>
                    <a:pt x="2008313" y="1429"/>
                  </a:lnTo>
                  <a:lnTo>
                    <a:pt x="2016127" y="713"/>
                  </a:lnTo>
                  <a:lnTo>
                    <a:pt x="2023942" y="0"/>
                  </a:lnTo>
                  <a:lnTo>
                    <a:pt x="2023942" y="199390"/>
                  </a:lnTo>
                  <a:lnTo>
                    <a:pt x="2016127" y="199150"/>
                  </a:lnTo>
                  <a:lnTo>
                    <a:pt x="2008313" y="198937"/>
                  </a:lnTo>
                  <a:lnTo>
                    <a:pt x="2000498" y="198791"/>
                  </a:lnTo>
                  <a:lnTo>
                    <a:pt x="1992684" y="198687"/>
                  </a:lnTo>
                  <a:lnTo>
                    <a:pt x="1984869" y="198583"/>
                  </a:lnTo>
                  <a:lnTo>
                    <a:pt x="1977055" y="198483"/>
                  </a:lnTo>
                  <a:lnTo>
                    <a:pt x="1969241" y="198396"/>
                  </a:lnTo>
                  <a:lnTo>
                    <a:pt x="1961426" y="198309"/>
                  </a:lnTo>
                  <a:lnTo>
                    <a:pt x="1953612" y="198221"/>
                  </a:lnTo>
                  <a:lnTo>
                    <a:pt x="1945797" y="198134"/>
                  </a:lnTo>
                  <a:lnTo>
                    <a:pt x="1937983" y="198047"/>
                  </a:lnTo>
                  <a:lnTo>
                    <a:pt x="1930168" y="197959"/>
                  </a:lnTo>
                  <a:lnTo>
                    <a:pt x="1922354" y="197872"/>
                  </a:lnTo>
                  <a:lnTo>
                    <a:pt x="1914539" y="197756"/>
                  </a:lnTo>
                  <a:lnTo>
                    <a:pt x="1906725" y="197594"/>
                  </a:lnTo>
                  <a:lnTo>
                    <a:pt x="1898910" y="197433"/>
                  </a:lnTo>
                  <a:lnTo>
                    <a:pt x="1891096" y="197312"/>
                  </a:lnTo>
                  <a:lnTo>
                    <a:pt x="1883282" y="197207"/>
                  </a:lnTo>
                  <a:lnTo>
                    <a:pt x="1875467" y="197102"/>
                  </a:lnTo>
                  <a:lnTo>
                    <a:pt x="1867653" y="196996"/>
                  </a:lnTo>
                  <a:lnTo>
                    <a:pt x="1859838" y="196891"/>
                  </a:lnTo>
                  <a:lnTo>
                    <a:pt x="1852024" y="196785"/>
                  </a:lnTo>
                  <a:lnTo>
                    <a:pt x="1844209" y="196677"/>
                  </a:lnTo>
                  <a:lnTo>
                    <a:pt x="1836395" y="196567"/>
                  </a:lnTo>
                  <a:lnTo>
                    <a:pt x="1828580" y="196445"/>
                  </a:lnTo>
                  <a:lnTo>
                    <a:pt x="1820766" y="196223"/>
                  </a:lnTo>
                  <a:lnTo>
                    <a:pt x="1812952" y="196000"/>
                  </a:lnTo>
                  <a:lnTo>
                    <a:pt x="1805137" y="195776"/>
                  </a:lnTo>
                  <a:lnTo>
                    <a:pt x="1797323" y="195761"/>
                  </a:lnTo>
                  <a:lnTo>
                    <a:pt x="1789508" y="195806"/>
                  </a:lnTo>
                  <a:lnTo>
                    <a:pt x="1781694" y="195820"/>
                  </a:lnTo>
                  <a:lnTo>
                    <a:pt x="1773879" y="195717"/>
                  </a:lnTo>
                  <a:lnTo>
                    <a:pt x="1766065" y="195614"/>
                  </a:lnTo>
                  <a:lnTo>
                    <a:pt x="1758250" y="195511"/>
                  </a:lnTo>
                  <a:lnTo>
                    <a:pt x="1750436" y="195406"/>
                  </a:lnTo>
                  <a:lnTo>
                    <a:pt x="1742622" y="195299"/>
                  </a:lnTo>
                  <a:lnTo>
                    <a:pt x="1734807" y="195192"/>
                  </a:lnTo>
                  <a:lnTo>
                    <a:pt x="1726993" y="195085"/>
                  </a:lnTo>
                  <a:lnTo>
                    <a:pt x="1719178" y="194979"/>
                  </a:lnTo>
                  <a:lnTo>
                    <a:pt x="1711364" y="194872"/>
                  </a:lnTo>
                  <a:lnTo>
                    <a:pt x="1703549" y="194765"/>
                  </a:lnTo>
                  <a:lnTo>
                    <a:pt x="1695735" y="194657"/>
                  </a:lnTo>
                  <a:lnTo>
                    <a:pt x="1687920" y="194550"/>
                  </a:lnTo>
                  <a:lnTo>
                    <a:pt x="1680106" y="194443"/>
                  </a:lnTo>
                  <a:lnTo>
                    <a:pt x="1672291" y="194336"/>
                  </a:lnTo>
                  <a:lnTo>
                    <a:pt x="1664477" y="194226"/>
                  </a:lnTo>
                  <a:lnTo>
                    <a:pt x="1656663" y="194114"/>
                  </a:lnTo>
                  <a:lnTo>
                    <a:pt x="1648848" y="194002"/>
                  </a:lnTo>
                  <a:lnTo>
                    <a:pt x="1641034" y="193891"/>
                  </a:lnTo>
                  <a:lnTo>
                    <a:pt x="1633219" y="193779"/>
                  </a:lnTo>
                  <a:lnTo>
                    <a:pt x="1625405" y="193667"/>
                  </a:lnTo>
                  <a:lnTo>
                    <a:pt x="1617590" y="193383"/>
                  </a:lnTo>
                  <a:lnTo>
                    <a:pt x="1609776" y="193097"/>
                  </a:lnTo>
                  <a:lnTo>
                    <a:pt x="1601961" y="192809"/>
                  </a:lnTo>
                  <a:lnTo>
                    <a:pt x="1594147" y="192662"/>
                  </a:lnTo>
                  <a:lnTo>
                    <a:pt x="1586333" y="192411"/>
                  </a:lnTo>
                  <a:lnTo>
                    <a:pt x="1578518" y="192159"/>
                  </a:lnTo>
                  <a:lnTo>
                    <a:pt x="1570704" y="191907"/>
                  </a:lnTo>
                  <a:lnTo>
                    <a:pt x="1562889" y="191651"/>
                  </a:lnTo>
                  <a:lnTo>
                    <a:pt x="1555075" y="191394"/>
                  </a:lnTo>
                  <a:lnTo>
                    <a:pt x="1547260" y="191136"/>
                  </a:lnTo>
                  <a:lnTo>
                    <a:pt x="1539446" y="190877"/>
                  </a:lnTo>
                  <a:lnTo>
                    <a:pt x="1531631" y="190618"/>
                  </a:lnTo>
                  <a:lnTo>
                    <a:pt x="1523817" y="190426"/>
                  </a:lnTo>
                  <a:lnTo>
                    <a:pt x="1516003" y="190293"/>
                  </a:lnTo>
                  <a:lnTo>
                    <a:pt x="1508188" y="190161"/>
                  </a:lnTo>
                  <a:lnTo>
                    <a:pt x="1500374" y="190003"/>
                  </a:lnTo>
                  <a:lnTo>
                    <a:pt x="1492559" y="189739"/>
                  </a:lnTo>
                  <a:lnTo>
                    <a:pt x="1484745" y="189474"/>
                  </a:lnTo>
                  <a:lnTo>
                    <a:pt x="1476930" y="189241"/>
                  </a:lnTo>
                  <a:lnTo>
                    <a:pt x="1469116" y="189141"/>
                  </a:lnTo>
                  <a:lnTo>
                    <a:pt x="1461301" y="189041"/>
                  </a:lnTo>
                  <a:lnTo>
                    <a:pt x="1453487" y="188940"/>
                  </a:lnTo>
                  <a:lnTo>
                    <a:pt x="1445672" y="188839"/>
                  </a:lnTo>
                  <a:lnTo>
                    <a:pt x="1437858" y="188803"/>
                  </a:lnTo>
                  <a:lnTo>
                    <a:pt x="1430044" y="188776"/>
                  </a:lnTo>
                  <a:lnTo>
                    <a:pt x="1422229" y="188678"/>
                  </a:lnTo>
                  <a:lnTo>
                    <a:pt x="1414415" y="188454"/>
                  </a:lnTo>
                  <a:lnTo>
                    <a:pt x="1406600" y="188335"/>
                  </a:lnTo>
                  <a:lnTo>
                    <a:pt x="1398786" y="188235"/>
                  </a:lnTo>
                  <a:lnTo>
                    <a:pt x="1390971" y="188133"/>
                  </a:lnTo>
                  <a:lnTo>
                    <a:pt x="1383157" y="188011"/>
                  </a:lnTo>
                  <a:lnTo>
                    <a:pt x="1375342" y="187785"/>
                  </a:lnTo>
                  <a:lnTo>
                    <a:pt x="1367528" y="187646"/>
                  </a:lnTo>
                  <a:lnTo>
                    <a:pt x="1359714" y="187676"/>
                  </a:lnTo>
                  <a:lnTo>
                    <a:pt x="1351899" y="187545"/>
                  </a:lnTo>
                  <a:lnTo>
                    <a:pt x="1344085" y="187414"/>
                  </a:lnTo>
                  <a:lnTo>
                    <a:pt x="1336270" y="187282"/>
                  </a:lnTo>
                  <a:lnTo>
                    <a:pt x="1328456" y="187171"/>
                  </a:lnTo>
                  <a:lnTo>
                    <a:pt x="1320641" y="187063"/>
                  </a:lnTo>
                  <a:lnTo>
                    <a:pt x="1312827" y="187000"/>
                  </a:lnTo>
                  <a:lnTo>
                    <a:pt x="1305012" y="186936"/>
                  </a:lnTo>
                  <a:lnTo>
                    <a:pt x="1297198" y="186872"/>
                  </a:lnTo>
                  <a:lnTo>
                    <a:pt x="1289384" y="186807"/>
                  </a:lnTo>
                  <a:lnTo>
                    <a:pt x="1281569" y="186722"/>
                  </a:lnTo>
                  <a:lnTo>
                    <a:pt x="1273755" y="186587"/>
                  </a:lnTo>
                  <a:lnTo>
                    <a:pt x="1265940" y="186365"/>
                  </a:lnTo>
                  <a:lnTo>
                    <a:pt x="1258126" y="186330"/>
                  </a:lnTo>
                  <a:lnTo>
                    <a:pt x="1250311" y="186294"/>
                  </a:lnTo>
                  <a:lnTo>
                    <a:pt x="1242497" y="186215"/>
                  </a:lnTo>
                  <a:lnTo>
                    <a:pt x="1234682" y="186115"/>
                  </a:lnTo>
                  <a:lnTo>
                    <a:pt x="1226868" y="186016"/>
                  </a:lnTo>
                  <a:lnTo>
                    <a:pt x="1219053" y="185916"/>
                  </a:lnTo>
                  <a:lnTo>
                    <a:pt x="1211239" y="185816"/>
                  </a:lnTo>
                  <a:lnTo>
                    <a:pt x="1203425" y="185712"/>
                  </a:lnTo>
                  <a:lnTo>
                    <a:pt x="1195610" y="185608"/>
                  </a:lnTo>
                  <a:lnTo>
                    <a:pt x="1187796" y="185503"/>
                  </a:lnTo>
                  <a:lnTo>
                    <a:pt x="1179981" y="185401"/>
                  </a:lnTo>
                  <a:lnTo>
                    <a:pt x="1172167" y="185303"/>
                  </a:lnTo>
                  <a:lnTo>
                    <a:pt x="1164352" y="185271"/>
                  </a:lnTo>
                  <a:lnTo>
                    <a:pt x="1156538" y="185246"/>
                  </a:lnTo>
                  <a:lnTo>
                    <a:pt x="1148723" y="185188"/>
                  </a:lnTo>
                  <a:lnTo>
                    <a:pt x="1140909" y="185199"/>
                  </a:lnTo>
                  <a:lnTo>
                    <a:pt x="1133095" y="185181"/>
                  </a:lnTo>
                  <a:lnTo>
                    <a:pt x="1125280" y="185118"/>
                  </a:lnTo>
                  <a:lnTo>
                    <a:pt x="1117466" y="184820"/>
                  </a:lnTo>
                  <a:lnTo>
                    <a:pt x="1109651" y="184680"/>
                  </a:lnTo>
                  <a:lnTo>
                    <a:pt x="1101837" y="184559"/>
                  </a:lnTo>
                  <a:lnTo>
                    <a:pt x="1094022" y="184353"/>
                  </a:lnTo>
                  <a:lnTo>
                    <a:pt x="1086208" y="184317"/>
                  </a:lnTo>
                  <a:lnTo>
                    <a:pt x="1078393" y="184276"/>
                  </a:lnTo>
                  <a:lnTo>
                    <a:pt x="1070579" y="184235"/>
                  </a:lnTo>
                  <a:lnTo>
                    <a:pt x="1062765" y="184202"/>
                  </a:lnTo>
                  <a:lnTo>
                    <a:pt x="1054950" y="184168"/>
                  </a:lnTo>
                  <a:lnTo>
                    <a:pt x="1047136" y="184134"/>
                  </a:lnTo>
                  <a:lnTo>
                    <a:pt x="1039321" y="184093"/>
                  </a:lnTo>
                  <a:lnTo>
                    <a:pt x="1031507" y="184049"/>
                  </a:lnTo>
                  <a:lnTo>
                    <a:pt x="1023692" y="183878"/>
                  </a:lnTo>
                  <a:lnTo>
                    <a:pt x="1015878" y="183598"/>
                  </a:lnTo>
                  <a:lnTo>
                    <a:pt x="1008063" y="183312"/>
                  </a:lnTo>
                  <a:lnTo>
                    <a:pt x="1000249" y="183106"/>
                  </a:lnTo>
                  <a:lnTo>
                    <a:pt x="992434" y="182949"/>
                  </a:lnTo>
                  <a:lnTo>
                    <a:pt x="984620" y="182838"/>
                  </a:lnTo>
                  <a:lnTo>
                    <a:pt x="976806" y="182831"/>
                  </a:lnTo>
                  <a:lnTo>
                    <a:pt x="968991" y="182768"/>
                  </a:lnTo>
                  <a:lnTo>
                    <a:pt x="961177" y="182594"/>
                  </a:lnTo>
                  <a:lnTo>
                    <a:pt x="953362" y="182495"/>
                  </a:lnTo>
                  <a:lnTo>
                    <a:pt x="945548" y="182402"/>
                  </a:lnTo>
                  <a:lnTo>
                    <a:pt x="937733" y="182396"/>
                  </a:lnTo>
                  <a:lnTo>
                    <a:pt x="929919" y="182367"/>
                  </a:lnTo>
                  <a:lnTo>
                    <a:pt x="922104" y="182316"/>
                  </a:lnTo>
                  <a:lnTo>
                    <a:pt x="914290" y="182265"/>
                  </a:lnTo>
                  <a:lnTo>
                    <a:pt x="906476" y="182184"/>
                  </a:lnTo>
                  <a:lnTo>
                    <a:pt x="898661" y="182160"/>
                  </a:lnTo>
                  <a:lnTo>
                    <a:pt x="890847" y="182159"/>
                  </a:lnTo>
                  <a:lnTo>
                    <a:pt x="883032" y="182155"/>
                  </a:lnTo>
                  <a:lnTo>
                    <a:pt x="875218" y="182151"/>
                  </a:lnTo>
                  <a:lnTo>
                    <a:pt x="867403" y="182147"/>
                  </a:lnTo>
                  <a:lnTo>
                    <a:pt x="859589" y="182143"/>
                  </a:lnTo>
                  <a:lnTo>
                    <a:pt x="851774" y="182106"/>
                  </a:lnTo>
                  <a:lnTo>
                    <a:pt x="843960" y="181968"/>
                  </a:lnTo>
                  <a:lnTo>
                    <a:pt x="836145" y="181824"/>
                  </a:lnTo>
                  <a:lnTo>
                    <a:pt x="828331" y="181768"/>
                  </a:lnTo>
                  <a:lnTo>
                    <a:pt x="820517" y="181720"/>
                  </a:lnTo>
                  <a:lnTo>
                    <a:pt x="812702" y="181635"/>
                  </a:lnTo>
                  <a:lnTo>
                    <a:pt x="804888" y="181643"/>
                  </a:lnTo>
                  <a:lnTo>
                    <a:pt x="797073" y="181585"/>
                  </a:lnTo>
                  <a:lnTo>
                    <a:pt x="789259" y="181541"/>
                  </a:lnTo>
                  <a:lnTo>
                    <a:pt x="781444" y="181504"/>
                  </a:lnTo>
                  <a:lnTo>
                    <a:pt x="773630" y="181454"/>
                  </a:lnTo>
                  <a:lnTo>
                    <a:pt x="765815" y="181696"/>
                  </a:lnTo>
                  <a:lnTo>
                    <a:pt x="758001" y="181712"/>
                  </a:lnTo>
                  <a:lnTo>
                    <a:pt x="750187" y="181827"/>
                  </a:lnTo>
                  <a:lnTo>
                    <a:pt x="742372" y="181900"/>
                  </a:lnTo>
                  <a:lnTo>
                    <a:pt x="734558" y="181884"/>
                  </a:lnTo>
                  <a:lnTo>
                    <a:pt x="726743" y="182082"/>
                  </a:lnTo>
                  <a:lnTo>
                    <a:pt x="718929" y="182232"/>
                  </a:lnTo>
                  <a:lnTo>
                    <a:pt x="711114" y="182247"/>
                  </a:lnTo>
                  <a:lnTo>
                    <a:pt x="703300" y="182260"/>
                  </a:lnTo>
                  <a:lnTo>
                    <a:pt x="695485" y="182268"/>
                  </a:lnTo>
                  <a:lnTo>
                    <a:pt x="687671" y="182107"/>
                  </a:lnTo>
                  <a:lnTo>
                    <a:pt x="679857" y="181963"/>
                  </a:lnTo>
                  <a:lnTo>
                    <a:pt x="672042" y="181820"/>
                  </a:lnTo>
                  <a:lnTo>
                    <a:pt x="664228" y="181821"/>
                  </a:lnTo>
                  <a:lnTo>
                    <a:pt x="656413" y="181843"/>
                  </a:lnTo>
                  <a:lnTo>
                    <a:pt x="648599" y="181855"/>
                  </a:lnTo>
                  <a:lnTo>
                    <a:pt x="640784" y="181865"/>
                  </a:lnTo>
                  <a:lnTo>
                    <a:pt x="632970" y="182040"/>
                  </a:lnTo>
                  <a:lnTo>
                    <a:pt x="625155" y="182031"/>
                  </a:lnTo>
                  <a:lnTo>
                    <a:pt x="617341" y="182031"/>
                  </a:lnTo>
                  <a:lnTo>
                    <a:pt x="609526" y="182029"/>
                  </a:lnTo>
                  <a:lnTo>
                    <a:pt x="601712" y="182024"/>
                  </a:lnTo>
                  <a:lnTo>
                    <a:pt x="593898" y="182115"/>
                  </a:lnTo>
                  <a:lnTo>
                    <a:pt x="586083" y="182328"/>
                  </a:lnTo>
                  <a:lnTo>
                    <a:pt x="578269" y="182460"/>
                  </a:lnTo>
                  <a:lnTo>
                    <a:pt x="570454" y="182465"/>
                  </a:lnTo>
                  <a:lnTo>
                    <a:pt x="562640" y="182710"/>
                  </a:lnTo>
                  <a:lnTo>
                    <a:pt x="554825" y="182866"/>
                  </a:lnTo>
                  <a:lnTo>
                    <a:pt x="547011" y="183110"/>
                  </a:lnTo>
                  <a:lnTo>
                    <a:pt x="539196" y="183197"/>
                  </a:lnTo>
                  <a:lnTo>
                    <a:pt x="531382" y="183381"/>
                  </a:lnTo>
                  <a:lnTo>
                    <a:pt x="523568" y="183411"/>
                  </a:lnTo>
                  <a:lnTo>
                    <a:pt x="515753" y="183642"/>
                  </a:lnTo>
                  <a:lnTo>
                    <a:pt x="507939" y="184009"/>
                  </a:lnTo>
                  <a:lnTo>
                    <a:pt x="500124" y="184380"/>
                  </a:lnTo>
                  <a:lnTo>
                    <a:pt x="492310" y="184743"/>
                  </a:lnTo>
                  <a:lnTo>
                    <a:pt x="484495" y="185103"/>
                  </a:lnTo>
                  <a:lnTo>
                    <a:pt x="476681" y="185319"/>
                  </a:lnTo>
                  <a:lnTo>
                    <a:pt x="468866" y="185530"/>
                  </a:lnTo>
                  <a:lnTo>
                    <a:pt x="461052" y="185741"/>
                  </a:lnTo>
                  <a:lnTo>
                    <a:pt x="453238" y="185999"/>
                  </a:lnTo>
                  <a:lnTo>
                    <a:pt x="445423" y="186375"/>
                  </a:lnTo>
                  <a:lnTo>
                    <a:pt x="437609" y="186597"/>
                  </a:lnTo>
                  <a:lnTo>
                    <a:pt x="429794" y="186764"/>
                  </a:lnTo>
                  <a:lnTo>
                    <a:pt x="421980" y="187094"/>
                  </a:lnTo>
                  <a:lnTo>
                    <a:pt x="414165" y="187136"/>
                  </a:lnTo>
                  <a:lnTo>
                    <a:pt x="406351" y="187291"/>
                  </a:lnTo>
                  <a:lnTo>
                    <a:pt x="398536" y="187467"/>
                  </a:lnTo>
                  <a:lnTo>
                    <a:pt x="390722" y="187738"/>
                  </a:lnTo>
                  <a:lnTo>
                    <a:pt x="382907" y="188170"/>
                  </a:lnTo>
                  <a:lnTo>
                    <a:pt x="375093" y="188473"/>
                  </a:lnTo>
                  <a:lnTo>
                    <a:pt x="367279" y="188926"/>
                  </a:lnTo>
                  <a:lnTo>
                    <a:pt x="359464" y="189221"/>
                  </a:lnTo>
                  <a:lnTo>
                    <a:pt x="351650" y="189517"/>
                  </a:lnTo>
                  <a:lnTo>
                    <a:pt x="343835" y="189985"/>
                  </a:lnTo>
                  <a:lnTo>
                    <a:pt x="336021" y="190498"/>
                  </a:lnTo>
                  <a:lnTo>
                    <a:pt x="328206" y="190882"/>
                  </a:lnTo>
                  <a:lnTo>
                    <a:pt x="320392" y="191148"/>
                  </a:lnTo>
                  <a:lnTo>
                    <a:pt x="312577" y="191414"/>
                  </a:lnTo>
                  <a:lnTo>
                    <a:pt x="304763" y="191754"/>
                  </a:lnTo>
                  <a:lnTo>
                    <a:pt x="296949" y="192190"/>
                  </a:lnTo>
                  <a:lnTo>
                    <a:pt x="289134" y="192661"/>
                  </a:lnTo>
                  <a:lnTo>
                    <a:pt x="281320" y="193063"/>
                  </a:lnTo>
                  <a:lnTo>
                    <a:pt x="273505" y="193442"/>
                  </a:lnTo>
                  <a:lnTo>
                    <a:pt x="265691" y="193831"/>
                  </a:lnTo>
                  <a:lnTo>
                    <a:pt x="257876" y="194396"/>
                  </a:lnTo>
                  <a:lnTo>
                    <a:pt x="250062" y="195013"/>
                  </a:lnTo>
                  <a:lnTo>
                    <a:pt x="242247" y="195233"/>
                  </a:lnTo>
                  <a:lnTo>
                    <a:pt x="234433" y="195687"/>
                  </a:lnTo>
                  <a:lnTo>
                    <a:pt x="226619" y="196159"/>
                  </a:lnTo>
                  <a:lnTo>
                    <a:pt x="218804" y="196506"/>
                  </a:lnTo>
                  <a:lnTo>
                    <a:pt x="210990" y="196924"/>
                  </a:lnTo>
                  <a:lnTo>
                    <a:pt x="203175" y="197352"/>
                  </a:lnTo>
                  <a:lnTo>
                    <a:pt x="195361" y="197775"/>
                  </a:lnTo>
                  <a:lnTo>
                    <a:pt x="187546" y="198150"/>
                  </a:lnTo>
                  <a:lnTo>
                    <a:pt x="179732" y="198560"/>
                  </a:lnTo>
                  <a:lnTo>
                    <a:pt x="171917" y="198984"/>
                  </a:lnTo>
                  <a:lnTo>
                    <a:pt x="164103" y="199309"/>
                  </a:lnTo>
                  <a:lnTo>
                    <a:pt x="156288" y="199660"/>
                  </a:lnTo>
                  <a:lnTo>
                    <a:pt x="148474" y="200178"/>
                  </a:lnTo>
                  <a:lnTo>
                    <a:pt x="140660" y="200652"/>
                  </a:lnTo>
                  <a:lnTo>
                    <a:pt x="132845" y="201211"/>
                  </a:lnTo>
                  <a:lnTo>
                    <a:pt x="125031" y="201651"/>
                  </a:lnTo>
                  <a:lnTo>
                    <a:pt x="117216" y="202069"/>
                  </a:lnTo>
                  <a:lnTo>
                    <a:pt x="109402" y="202353"/>
                  </a:lnTo>
                  <a:lnTo>
                    <a:pt x="101587" y="202935"/>
                  </a:lnTo>
                  <a:lnTo>
                    <a:pt x="93773" y="203571"/>
                  </a:lnTo>
                  <a:lnTo>
                    <a:pt x="85958" y="204063"/>
                  </a:lnTo>
                  <a:lnTo>
                    <a:pt x="78144" y="204352"/>
                  </a:lnTo>
                  <a:lnTo>
                    <a:pt x="70330" y="204803"/>
                  </a:lnTo>
                  <a:lnTo>
                    <a:pt x="62515" y="205389"/>
                  </a:lnTo>
                  <a:lnTo>
                    <a:pt x="54701" y="205972"/>
                  </a:lnTo>
                  <a:lnTo>
                    <a:pt x="46886" y="206545"/>
                  </a:lnTo>
                  <a:lnTo>
                    <a:pt x="39072" y="207068"/>
                  </a:lnTo>
                  <a:lnTo>
                    <a:pt x="31257" y="207493"/>
                  </a:lnTo>
                  <a:lnTo>
                    <a:pt x="23443" y="207908"/>
                  </a:lnTo>
                  <a:lnTo>
                    <a:pt x="15628" y="208441"/>
                  </a:lnTo>
                  <a:lnTo>
                    <a:pt x="7814" y="208860"/>
                  </a:lnTo>
                  <a:lnTo>
                    <a:pt x="0" y="209305"/>
                  </a:lnTo>
                  <a:close/>
                </a:path>
              </a:pathLst>
            </a:custGeom>
            <a:solidFill>
              <a:srgbClr val="D55E00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243" name="pl242"/>
            <p:cNvSpPr/>
            <p:nvPr/>
          </p:nvSpPr>
          <p:spPr>
            <a:xfrm>
              <a:off x="6041499" y="3533636"/>
              <a:ext cx="2023942" cy="140181"/>
            </a:xfrm>
            <a:custGeom>
              <a:avLst/>
              <a:pathLst>
                <a:path w="2023942" h="140181">
                  <a:moveTo>
                    <a:pt x="0" y="136647"/>
                  </a:moveTo>
                  <a:lnTo>
                    <a:pt x="7814" y="136946"/>
                  </a:lnTo>
                  <a:lnTo>
                    <a:pt x="15628" y="137456"/>
                  </a:lnTo>
                  <a:lnTo>
                    <a:pt x="23443" y="137399"/>
                  </a:lnTo>
                  <a:lnTo>
                    <a:pt x="31257" y="137525"/>
                  </a:lnTo>
                  <a:lnTo>
                    <a:pt x="39072" y="137759"/>
                  </a:lnTo>
                  <a:lnTo>
                    <a:pt x="46886" y="138056"/>
                  </a:lnTo>
                  <a:lnTo>
                    <a:pt x="54701" y="138449"/>
                  </a:lnTo>
                  <a:lnTo>
                    <a:pt x="62515" y="138700"/>
                  </a:lnTo>
                  <a:lnTo>
                    <a:pt x="70330" y="138685"/>
                  </a:lnTo>
                  <a:lnTo>
                    <a:pt x="78144" y="138866"/>
                  </a:lnTo>
                  <a:lnTo>
                    <a:pt x="85958" y="139138"/>
                  </a:lnTo>
                  <a:lnTo>
                    <a:pt x="93773" y="139187"/>
                  </a:lnTo>
                  <a:lnTo>
                    <a:pt x="101587" y="139054"/>
                  </a:lnTo>
                  <a:lnTo>
                    <a:pt x="109402" y="139210"/>
                  </a:lnTo>
                  <a:lnTo>
                    <a:pt x="117216" y="139368"/>
                  </a:lnTo>
                  <a:lnTo>
                    <a:pt x="125031" y="139382"/>
                  </a:lnTo>
                  <a:lnTo>
                    <a:pt x="132845" y="139448"/>
                  </a:lnTo>
                  <a:lnTo>
                    <a:pt x="140660" y="139593"/>
                  </a:lnTo>
                  <a:lnTo>
                    <a:pt x="148474" y="139599"/>
                  </a:lnTo>
                  <a:lnTo>
                    <a:pt x="156288" y="139604"/>
                  </a:lnTo>
                  <a:lnTo>
                    <a:pt x="164103" y="139797"/>
                  </a:lnTo>
                  <a:lnTo>
                    <a:pt x="171917" y="139845"/>
                  </a:lnTo>
                  <a:lnTo>
                    <a:pt x="179732" y="139699"/>
                  </a:lnTo>
                  <a:lnTo>
                    <a:pt x="187546" y="139551"/>
                  </a:lnTo>
                  <a:lnTo>
                    <a:pt x="195361" y="139639"/>
                  </a:lnTo>
                  <a:lnTo>
                    <a:pt x="203175" y="139779"/>
                  </a:lnTo>
                  <a:lnTo>
                    <a:pt x="210990" y="139960"/>
                  </a:lnTo>
                  <a:lnTo>
                    <a:pt x="218804" y="140144"/>
                  </a:lnTo>
                  <a:lnTo>
                    <a:pt x="226619" y="139999"/>
                  </a:lnTo>
                  <a:lnTo>
                    <a:pt x="234433" y="140132"/>
                  </a:lnTo>
                  <a:lnTo>
                    <a:pt x="242247" y="140181"/>
                  </a:lnTo>
                  <a:lnTo>
                    <a:pt x="250062" y="140012"/>
                  </a:lnTo>
                  <a:lnTo>
                    <a:pt x="257876" y="139896"/>
                  </a:lnTo>
                  <a:lnTo>
                    <a:pt x="265691" y="140108"/>
                  </a:lnTo>
                  <a:lnTo>
                    <a:pt x="273505" y="139946"/>
                  </a:lnTo>
                  <a:lnTo>
                    <a:pt x="281320" y="139852"/>
                  </a:lnTo>
                  <a:lnTo>
                    <a:pt x="289134" y="139843"/>
                  </a:lnTo>
                  <a:lnTo>
                    <a:pt x="296949" y="139810"/>
                  </a:lnTo>
                  <a:lnTo>
                    <a:pt x="304763" y="139954"/>
                  </a:lnTo>
                  <a:lnTo>
                    <a:pt x="312577" y="139795"/>
                  </a:lnTo>
                  <a:lnTo>
                    <a:pt x="320392" y="139576"/>
                  </a:lnTo>
                  <a:lnTo>
                    <a:pt x="328206" y="139553"/>
                  </a:lnTo>
                  <a:lnTo>
                    <a:pt x="336021" y="139489"/>
                  </a:lnTo>
                  <a:lnTo>
                    <a:pt x="343835" y="139209"/>
                  </a:lnTo>
                  <a:lnTo>
                    <a:pt x="351650" y="138910"/>
                  </a:lnTo>
                  <a:lnTo>
                    <a:pt x="359464" y="138838"/>
                  </a:lnTo>
                  <a:lnTo>
                    <a:pt x="367279" y="138680"/>
                  </a:lnTo>
                  <a:lnTo>
                    <a:pt x="375093" y="138524"/>
                  </a:lnTo>
                  <a:lnTo>
                    <a:pt x="382907" y="138425"/>
                  </a:lnTo>
                  <a:lnTo>
                    <a:pt x="390722" y="138422"/>
                  </a:lnTo>
                  <a:lnTo>
                    <a:pt x="398536" y="138241"/>
                  </a:lnTo>
                  <a:lnTo>
                    <a:pt x="406351" y="138076"/>
                  </a:lnTo>
                  <a:lnTo>
                    <a:pt x="414165" y="138108"/>
                  </a:lnTo>
                  <a:lnTo>
                    <a:pt x="421980" y="138156"/>
                  </a:lnTo>
                  <a:lnTo>
                    <a:pt x="429794" y="137870"/>
                  </a:lnTo>
                  <a:lnTo>
                    <a:pt x="437609" y="137543"/>
                  </a:lnTo>
                  <a:lnTo>
                    <a:pt x="445423" y="137225"/>
                  </a:lnTo>
                  <a:lnTo>
                    <a:pt x="453238" y="136959"/>
                  </a:lnTo>
                  <a:lnTo>
                    <a:pt x="461052" y="136596"/>
                  </a:lnTo>
                  <a:lnTo>
                    <a:pt x="468866" y="136246"/>
                  </a:lnTo>
                  <a:lnTo>
                    <a:pt x="476681" y="135878"/>
                  </a:lnTo>
                  <a:lnTo>
                    <a:pt x="484495" y="135462"/>
                  </a:lnTo>
                  <a:lnTo>
                    <a:pt x="492310" y="135269"/>
                  </a:lnTo>
                  <a:lnTo>
                    <a:pt x="500124" y="135119"/>
                  </a:lnTo>
                  <a:lnTo>
                    <a:pt x="507939" y="134777"/>
                  </a:lnTo>
                  <a:lnTo>
                    <a:pt x="515753" y="134518"/>
                  </a:lnTo>
                  <a:lnTo>
                    <a:pt x="523568" y="134186"/>
                  </a:lnTo>
                  <a:lnTo>
                    <a:pt x="531382" y="133858"/>
                  </a:lnTo>
                  <a:lnTo>
                    <a:pt x="539196" y="133634"/>
                  </a:lnTo>
                  <a:lnTo>
                    <a:pt x="547011" y="133227"/>
                  </a:lnTo>
                  <a:lnTo>
                    <a:pt x="554825" y="132865"/>
                  </a:lnTo>
                  <a:lnTo>
                    <a:pt x="562640" y="132391"/>
                  </a:lnTo>
                  <a:lnTo>
                    <a:pt x="570454" y="132206"/>
                  </a:lnTo>
                  <a:lnTo>
                    <a:pt x="578269" y="131872"/>
                  </a:lnTo>
                  <a:lnTo>
                    <a:pt x="586083" y="131364"/>
                  </a:lnTo>
                  <a:lnTo>
                    <a:pt x="593898" y="130944"/>
                  </a:lnTo>
                  <a:lnTo>
                    <a:pt x="601712" y="130519"/>
                  </a:lnTo>
                  <a:lnTo>
                    <a:pt x="609526" y="130104"/>
                  </a:lnTo>
                  <a:lnTo>
                    <a:pt x="617341" y="129975"/>
                  </a:lnTo>
                  <a:lnTo>
                    <a:pt x="625155" y="129436"/>
                  </a:lnTo>
                  <a:lnTo>
                    <a:pt x="632970" y="129013"/>
                  </a:lnTo>
                  <a:lnTo>
                    <a:pt x="640784" y="128597"/>
                  </a:lnTo>
                  <a:lnTo>
                    <a:pt x="648599" y="128355"/>
                  </a:lnTo>
                  <a:lnTo>
                    <a:pt x="656413" y="127956"/>
                  </a:lnTo>
                  <a:lnTo>
                    <a:pt x="664228" y="127950"/>
                  </a:lnTo>
                  <a:lnTo>
                    <a:pt x="672042" y="127392"/>
                  </a:lnTo>
                  <a:lnTo>
                    <a:pt x="679857" y="126818"/>
                  </a:lnTo>
                  <a:lnTo>
                    <a:pt x="687671" y="126088"/>
                  </a:lnTo>
                  <a:lnTo>
                    <a:pt x="695485" y="125436"/>
                  </a:lnTo>
                  <a:lnTo>
                    <a:pt x="703300" y="124826"/>
                  </a:lnTo>
                  <a:lnTo>
                    <a:pt x="711114" y="124453"/>
                  </a:lnTo>
                  <a:lnTo>
                    <a:pt x="718929" y="124125"/>
                  </a:lnTo>
                  <a:lnTo>
                    <a:pt x="726743" y="123788"/>
                  </a:lnTo>
                  <a:lnTo>
                    <a:pt x="734558" y="123271"/>
                  </a:lnTo>
                  <a:lnTo>
                    <a:pt x="742372" y="122591"/>
                  </a:lnTo>
                  <a:lnTo>
                    <a:pt x="750187" y="121756"/>
                  </a:lnTo>
                  <a:lnTo>
                    <a:pt x="758001" y="121234"/>
                  </a:lnTo>
                  <a:lnTo>
                    <a:pt x="765815" y="120532"/>
                  </a:lnTo>
                  <a:lnTo>
                    <a:pt x="773630" y="120205"/>
                  </a:lnTo>
                  <a:lnTo>
                    <a:pt x="781444" y="119610"/>
                  </a:lnTo>
                  <a:lnTo>
                    <a:pt x="789259" y="119104"/>
                  </a:lnTo>
                  <a:lnTo>
                    <a:pt x="797073" y="118498"/>
                  </a:lnTo>
                  <a:lnTo>
                    <a:pt x="804888" y="117890"/>
                  </a:lnTo>
                  <a:lnTo>
                    <a:pt x="812702" y="117406"/>
                  </a:lnTo>
                  <a:lnTo>
                    <a:pt x="820517" y="116727"/>
                  </a:lnTo>
                  <a:lnTo>
                    <a:pt x="828331" y="116072"/>
                  </a:lnTo>
                  <a:lnTo>
                    <a:pt x="836145" y="115551"/>
                  </a:lnTo>
                  <a:lnTo>
                    <a:pt x="843960" y="114809"/>
                  </a:lnTo>
                  <a:lnTo>
                    <a:pt x="851774" y="113997"/>
                  </a:lnTo>
                  <a:lnTo>
                    <a:pt x="859589" y="113243"/>
                  </a:lnTo>
                  <a:lnTo>
                    <a:pt x="867403" y="112560"/>
                  </a:lnTo>
                  <a:lnTo>
                    <a:pt x="875218" y="111973"/>
                  </a:lnTo>
                  <a:lnTo>
                    <a:pt x="883032" y="111366"/>
                  </a:lnTo>
                  <a:lnTo>
                    <a:pt x="890847" y="110889"/>
                  </a:lnTo>
                  <a:lnTo>
                    <a:pt x="898661" y="110284"/>
                  </a:lnTo>
                  <a:lnTo>
                    <a:pt x="906476" y="109452"/>
                  </a:lnTo>
                  <a:lnTo>
                    <a:pt x="914290" y="108687"/>
                  </a:lnTo>
                  <a:lnTo>
                    <a:pt x="922104" y="108169"/>
                  </a:lnTo>
                  <a:lnTo>
                    <a:pt x="929919" y="107569"/>
                  </a:lnTo>
                  <a:lnTo>
                    <a:pt x="937733" y="106941"/>
                  </a:lnTo>
                  <a:lnTo>
                    <a:pt x="945548" y="106117"/>
                  </a:lnTo>
                  <a:lnTo>
                    <a:pt x="953362" y="105381"/>
                  </a:lnTo>
                  <a:lnTo>
                    <a:pt x="961177" y="104900"/>
                  </a:lnTo>
                  <a:lnTo>
                    <a:pt x="968991" y="104432"/>
                  </a:lnTo>
                  <a:lnTo>
                    <a:pt x="976806" y="103848"/>
                  </a:lnTo>
                  <a:lnTo>
                    <a:pt x="984620" y="103315"/>
                  </a:lnTo>
                  <a:lnTo>
                    <a:pt x="992434" y="102597"/>
                  </a:lnTo>
                  <a:lnTo>
                    <a:pt x="1000249" y="101915"/>
                  </a:lnTo>
                  <a:lnTo>
                    <a:pt x="1008063" y="101211"/>
                  </a:lnTo>
                  <a:lnTo>
                    <a:pt x="1015878" y="100434"/>
                  </a:lnTo>
                  <a:lnTo>
                    <a:pt x="1023692" y="99709"/>
                  </a:lnTo>
                  <a:lnTo>
                    <a:pt x="1031507" y="98774"/>
                  </a:lnTo>
                  <a:lnTo>
                    <a:pt x="1039321" y="97802"/>
                  </a:lnTo>
                  <a:lnTo>
                    <a:pt x="1047136" y="96830"/>
                  </a:lnTo>
                  <a:lnTo>
                    <a:pt x="1054950" y="96275"/>
                  </a:lnTo>
                  <a:lnTo>
                    <a:pt x="1062765" y="95690"/>
                  </a:lnTo>
                  <a:lnTo>
                    <a:pt x="1070579" y="94848"/>
                  </a:lnTo>
                  <a:lnTo>
                    <a:pt x="1078393" y="94242"/>
                  </a:lnTo>
                  <a:lnTo>
                    <a:pt x="1086208" y="93641"/>
                  </a:lnTo>
                  <a:lnTo>
                    <a:pt x="1094022" y="92834"/>
                  </a:lnTo>
                  <a:lnTo>
                    <a:pt x="1101837" y="91957"/>
                  </a:lnTo>
                  <a:lnTo>
                    <a:pt x="1109651" y="91190"/>
                  </a:lnTo>
                  <a:lnTo>
                    <a:pt x="1117466" y="90497"/>
                  </a:lnTo>
                  <a:lnTo>
                    <a:pt x="1125280" y="89845"/>
                  </a:lnTo>
                  <a:lnTo>
                    <a:pt x="1133095" y="89156"/>
                  </a:lnTo>
                  <a:lnTo>
                    <a:pt x="1140909" y="88575"/>
                  </a:lnTo>
                  <a:lnTo>
                    <a:pt x="1148723" y="87957"/>
                  </a:lnTo>
                  <a:lnTo>
                    <a:pt x="1156538" y="87115"/>
                  </a:lnTo>
                  <a:lnTo>
                    <a:pt x="1164352" y="86322"/>
                  </a:lnTo>
                  <a:lnTo>
                    <a:pt x="1172167" y="85622"/>
                  </a:lnTo>
                  <a:lnTo>
                    <a:pt x="1179981" y="84713"/>
                  </a:lnTo>
                  <a:lnTo>
                    <a:pt x="1187796" y="83798"/>
                  </a:lnTo>
                  <a:lnTo>
                    <a:pt x="1195610" y="82885"/>
                  </a:lnTo>
                  <a:lnTo>
                    <a:pt x="1203425" y="81999"/>
                  </a:lnTo>
                  <a:lnTo>
                    <a:pt x="1211239" y="81433"/>
                  </a:lnTo>
                  <a:lnTo>
                    <a:pt x="1219053" y="80869"/>
                  </a:lnTo>
                  <a:lnTo>
                    <a:pt x="1226868" y="80310"/>
                  </a:lnTo>
                  <a:lnTo>
                    <a:pt x="1234682" y="79751"/>
                  </a:lnTo>
                  <a:lnTo>
                    <a:pt x="1242497" y="78953"/>
                  </a:lnTo>
                  <a:lnTo>
                    <a:pt x="1250311" y="77854"/>
                  </a:lnTo>
                  <a:lnTo>
                    <a:pt x="1258126" y="77103"/>
                  </a:lnTo>
                  <a:lnTo>
                    <a:pt x="1265940" y="76459"/>
                  </a:lnTo>
                  <a:lnTo>
                    <a:pt x="1273755" y="75816"/>
                  </a:lnTo>
                  <a:lnTo>
                    <a:pt x="1281569" y="75172"/>
                  </a:lnTo>
                  <a:lnTo>
                    <a:pt x="1289384" y="74319"/>
                  </a:lnTo>
                  <a:lnTo>
                    <a:pt x="1297198" y="73327"/>
                  </a:lnTo>
                  <a:lnTo>
                    <a:pt x="1305012" y="72335"/>
                  </a:lnTo>
                  <a:lnTo>
                    <a:pt x="1312827" y="71344"/>
                  </a:lnTo>
                  <a:lnTo>
                    <a:pt x="1320641" y="70353"/>
                  </a:lnTo>
                  <a:lnTo>
                    <a:pt x="1328456" y="69364"/>
                  </a:lnTo>
                  <a:lnTo>
                    <a:pt x="1336270" y="68375"/>
                  </a:lnTo>
                  <a:lnTo>
                    <a:pt x="1344085" y="67387"/>
                  </a:lnTo>
                  <a:lnTo>
                    <a:pt x="1351899" y="66649"/>
                  </a:lnTo>
                  <a:lnTo>
                    <a:pt x="1359714" y="65764"/>
                  </a:lnTo>
                  <a:lnTo>
                    <a:pt x="1367528" y="64665"/>
                  </a:lnTo>
                  <a:lnTo>
                    <a:pt x="1375342" y="63888"/>
                  </a:lnTo>
                  <a:lnTo>
                    <a:pt x="1383157" y="63248"/>
                  </a:lnTo>
                  <a:lnTo>
                    <a:pt x="1390971" y="62608"/>
                  </a:lnTo>
                  <a:lnTo>
                    <a:pt x="1398786" y="61969"/>
                  </a:lnTo>
                  <a:lnTo>
                    <a:pt x="1406600" y="61127"/>
                  </a:lnTo>
                  <a:lnTo>
                    <a:pt x="1414415" y="60156"/>
                  </a:lnTo>
                  <a:lnTo>
                    <a:pt x="1422229" y="59186"/>
                  </a:lnTo>
                  <a:lnTo>
                    <a:pt x="1430044" y="58230"/>
                  </a:lnTo>
                  <a:lnTo>
                    <a:pt x="1437858" y="57466"/>
                  </a:lnTo>
                  <a:lnTo>
                    <a:pt x="1445672" y="56702"/>
                  </a:lnTo>
                  <a:lnTo>
                    <a:pt x="1453487" y="55945"/>
                  </a:lnTo>
                  <a:lnTo>
                    <a:pt x="1461301" y="55191"/>
                  </a:lnTo>
                  <a:lnTo>
                    <a:pt x="1469116" y="54437"/>
                  </a:lnTo>
                  <a:lnTo>
                    <a:pt x="1476930" y="53685"/>
                  </a:lnTo>
                  <a:lnTo>
                    <a:pt x="1484745" y="53054"/>
                  </a:lnTo>
                  <a:lnTo>
                    <a:pt x="1492559" y="52425"/>
                  </a:lnTo>
                  <a:lnTo>
                    <a:pt x="1500374" y="51669"/>
                  </a:lnTo>
                  <a:lnTo>
                    <a:pt x="1508188" y="50825"/>
                  </a:lnTo>
                  <a:lnTo>
                    <a:pt x="1516003" y="49981"/>
                  </a:lnTo>
                  <a:lnTo>
                    <a:pt x="1523817" y="49157"/>
                  </a:lnTo>
                  <a:lnTo>
                    <a:pt x="1531631" y="48402"/>
                  </a:lnTo>
                  <a:lnTo>
                    <a:pt x="1539446" y="47649"/>
                  </a:lnTo>
                  <a:lnTo>
                    <a:pt x="1547260" y="46896"/>
                  </a:lnTo>
                  <a:lnTo>
                    <a:pt x="1555075" y="46144"/>
                  </a:lnTo>
                  <a:lnTo>
                    <a:pt x="1562889" y="45393"/>
                  </a:lnTo>
                  <a:lnTo>
                    <a:pt x="1570704" y="44642"/>
                  </a:lnTo>
                  <a:lnTo>
                    <a:pt x="1578518" y="43893"/>
                  </a:lnTo>
                  <a:lnTo>
                    <a:pt x="1586333" y="43096"/>
                  </a:lnTo>
                  <a:lnTo>
                    <a:pt x="1594147" y="42273"/>
                  </a:lnTo>
                  <a:lnTo>
                    <a:pt x="1601961" y="41452"/>
                  </a:lnTo>
                  <a:lnTo>
                    <a:pt x="1609776" y="40632"/>
                  </a:lnTo>
                  <a:lnTo>
                    <a:pt x="1617590" y="39813"/>
                  </a:lnTo>
                  <a:lnTo>
                    <a:pt x="1625405" y="38898"/>
                  </a:lnTo>
                  <a:lnTo>
                    <a:pt x="1633219" y="37933"/>
                  </a:lnTo>
                  <a:lnTo>
                    <a:pt x="1641034" y="36970"/>
                  </a:lnTo>
                  <a:lnTo>
                    <a:pt x="1648848" y="36008"/>
                  </a:lnTo>
                  <a:lnTo>
                    <a:pt x="1656663" y="35215"/>
                  </a:lnTo>
                  <a:lnTo>
                    <a:pt x="1664477" y="34555"/>
                  </a:lnTo>
                  <a:lnTo>
                    <a:pt x="1672291" y="33672"/>
                  </a:lnTo>
                  <a:lnTo>
                    <a:pt x="1680106" y="32790"/>
                  </a:lnTo>
                  <a:lnTo>
                    <a:pt x="1687920" y="32082"/>
                  </a:lnTo>
                  <a:lnTo>
                    <a:pt x="1695735" y="31377"/>
                  </a:lnTo>
                  <a:lnTo>
                    <a:pt x="1703549" y="30677"/>
                  </a:lnTo>
                  <a:lnTo>
                    <a:pt x="1711364" y="29980"/>
                  </a:lnTo>
                  <a:lnTo>
                    <a:pt x="1719178" y="29245"/>
                  </a:lnTo>
                  <a:lnTo>
                    <a:pt x="1726993" y="28376"/>
                  </a:lnTo>
                  <a:lnTo>
                    <a:pt x="1734807" y="27739"/>
                  </a:lnTo>
                  <a:lnTo>
                    <a:pt x="1742622" y="26949"/>
                  </a:lnTo>
                  <a:lnTo>
                    <a:pt x="1750436" y="26197"/>
                  </a:lnTo>
                  <a:lnTo>
                    <a:pt x="1758250" y="25507"/>
                  </a:lnTo>
                  <a:lnTo>
                    <a:pt x="1766065" y="24820"/>
                  </a:lnTo>
                  <a:lnTo>
                    <a:pt x="1773879" y="24134"/>
                  </a:lnTo>
                  <a:lnTo>
                    <a:pt x="1781694" y="23411"/>
                  </a:lnTo>
                  <a:lnTo>
                    <a:pt x="1789508" y="22616"/>
                  </a:lnTo>
                  <a:lnTo>
                    <a:pt x="1797323" y="21823"/>
                  </a:lnTo>
                  <a:lnTo>
                    <a:pt x="1805137" y="21017"/>
                  </a:lnTo>
                  <a:lnTo>
                    <a:pt x="1812952" y="20026"/>
                  </a:lnTo>
                  <a:lnTo>
                    <a:pt x="1820766" y="19131"/>
                  </a:lnTo>
                  <a:lnTo>
                    <a:pt x="1828580" y="18355"/>
                  </a:lnTo>
                  <a:lnTo>
                    <a:pt x="1836395" y="17580"/>
                  </a:lnTo>
                  <a:lnTo>
                    <a:pt x="1844209" y="16810"/>
                  </a:lnTo>
                  <a:lnTo>
                    <a:pt x="1852024" y="16047"/>
                  </a:lnTo>
                  <a:lnTo>
                    <a:pt x="1859838" y="15286"/>
                  </a:lnTo>
                  <a:lnTo>
                    <a:pt x="1867653" y="14527"/>
                  </a:lnTo>
                  <a:lnTo>
                    <a:pt x="1875467" y="13771"/>
                  </a:lnTo>
                  <a:lnTo>
                    <a:pt x="1883282" y="13016"/>
                  </a:lnTo>
                  <a:lnTo>
                    <a:pt x="1891096" y="12264"/>
                  </a:lnTo>
                  <a:lnTo>
                    <a:pt x="1898910" y="11514"/>
                  </a:lnTo>
                  <a:lnTo>
                    <a:pt x="1906725" y="10767"/>
                  </a:lnTo>
                  <a:lnTo>
                    <a:pt x="1914539" y="10021"/>
                  </a:lnTo>
                  <a:lnTo>
                    <a:pt x="1922354" y="9278"/>
                  </a:lnTo>
                  <a:lnTo>
                    <a:pt x="1930168" y="8551"/>
                  </a:lnTo>
                  <a:lnTo>
                    <a:pt x="1937983" y="7878"/>
                  </a:lnTo>
                  <a:lnTo>
                    <a:pt x="1945797" y="7208"/>
                  </a:lnTo>
                  <a:lnTo>
                    <a:pt x="1953612" y="6521"/>
                  </a:lnTo>
                  <a:lnTo>
                    <a:pt x="1961426" y="5595"/>
                  </a:lnTo>
                  <a:lnTo>
                    <a:pt x="1969241" y="4855"/>
                  </a:lnTo>
                  <a:lnTo>
                    <a:pt x="1977055" y="4258"/>
                  </a:lnTo>
                  <a:lnTo>
                    <a:pt x="1984869" y="3594"/>
                  </a:lnTo>
                  <a:lnTo>
                    <a:pt x="1992684" y="2869"/>
                  </a:lnTo>
                  <a:lnTo>
                    <a:pt x="2000498" y="2148"/>
                  </a:lnTo>
                  <a:lnTo>
                    <a:pt x="2008313" y="1429"/>
                  </a:lnTo>
                  <a:lnTo>
                    <a:pt x="2016127" y="713"/>
                  </a:lnTo>
                  <a:lnTo>
                    <a:pt x="202394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4" name="pl243"/>
            <p:cNvSpPr/>
            <p:nvPr/>
          </p:nvSpPr>
          <p:spPr>
            <a:xfrm>
              <a:off x="6041499" y="3715090"/>
              <a:ext cx="2023942" cy="27851"/>
            </a:xfrm>
            <a:custGeom>
              <a:avLst/>
              <a:pathLst>
                <a:path w="2023942" h="27851">
                  <a:moveTo>
                    <a:pt x="2023942" y="17936"/>
                  </a:moveTo>
                  <a:lnTo>
                    <a:pt x="2016127" y="17696"/>
                  </a:lnTo>
                  <a:lnTo>
                    <a:pt x="2008313" y="17483"/>
                  </a:lnTo>
                  <a:lnTo>
                    <a:pt x="2000498" y="17337"/>
                  </a:lnTo>
                  <a:lnTo>
                    <a:pt x="1992684" y="17233"/>
                  </a:lnTo>
                  <a:lnTo>
                    <a:pt x="1984869" y="17129"/>
                  </a:lnTo>
                  <a:lnTo>
                    <a:pt x="1977055" y="17029"/>
                  </a:lnTo>
                  <a:lnTo>
                    <a:pt x="1969241" y="16942"/>
                  </a:lnTo>
                  <a:lnTo>
                    <a:pt x="1961426" y="16855"/>
                  </a:lnTo>
                  <a:lnTo>
                    <a:pt x="1953612" y="16767"/>
                  </a:lnTo>
                  <a:lnTo>
                    <a:pt x="1945797" y="16680"/>
                  </a:lnTo>
                  <a:lnTo>
                    <a:pt x="1937983" y="16593"/>
                  </a:lnTo>
                  <a:lnTo>
                    <a:pt x="1930168" y="16505"/>
                  </a:lnTo>
                  <a:lnTo>
                    <a:pt x="1922354" y="16418"/>
                  </a:lnTo>
                  <a:lnTo>
                    <a:pt x="1914539" y="16302"/>
                  </a:lnTo>
                  <a:lnTo>
                    <a:pt x="1906725" y="16140"/>
                  </a:lnTo>
                  <a:lnTo>
                    <a:pt x="1898910" y="15979"/>
                  </a:lnTo>
                  <a:lnTo>
                    <a:pt x="1891096" y="15858"/>
                  </a:lnTo>
                  <a:lnTo>
                    <a:pt x="1883282" y="15753"/>
                  </a:lnTo>
                  <a:lnTo>
                    <a:pt x="1875467" y="15648"/>
                  </a:lnTo>
                  <a:lnTo>
                    <a:pt x="1867653" y="15542"/>
                  </a:lnTo>
                  <a:lnTo>
                    <a:pt x="1859838" y="15437"/>
                  </a:lnTo>
                  <a:lnTo>
                    <a:pt x="1852024" y="15331"/>
                  </a:lnTo>
                  <a:lnTo>
                    <a:pt x="1844209" y="15223"/>
                  </a:lnTo>
                  <a:lnTo>
                    <a:pt x="1836395" y="15113"/>
                  </a:lnTo>
                  <a:lnTo>
                    <a:pt x="1828580" y="14991"/>
                  </a:lnTo>
                  <a:lnTo>
                    <a:pt x="1820766" y="14769"/>
                  </a:lnTo>
                  <a:lnTo>
                    <a:pt x="1812952" y="14546"/>
                  </a:lnTo>
                  <a:lnTo>
                    <a:pt x="1805137" y="14322"/>
                  </a:lnTo>
                  <a:lnTo>
                    <a:pt x="1797323" y="14307"/>
                  </a:lnTo>
                  <a:lnTo>
                    <a:pt x="1789508" y="14352"/>
                  </a:lnTo>
                  <a:lnTo>
                    <a:pt x="1781694" y="14366"/>
                  </a:lnTo>
                  <a:lnTo>
                    <a:pt x="1773879" y="14263"/>
                  </a:lnTo>
                  <a:lnTo>
                    <a:pt x="1766065" y="14160"/>
                  </a:lnTo>
                  <a:lnTo>
                    <a:pt x="1758250" y="14057"/>
                  </a:lnTo>
                  <a:lnTo>
                    <a:pt x="1750436" y="13952"/>
                  </a:lnTo>
                  <a:lnTo>
                    <a:pt x="1742622" y="13845"/>
                  </a:lnTo>
                  <a:lnTo>
                    <a:pt x="1734807" y="13738"/>
                  </a:lnTo>
                  <a:lnTo>
                    <a:pt x="1726993" y="13631"/>
                  </a:lnTo>
                  <a:lnTo>
                    <a:pt x="1719178" y="13525"/>
                  </a:lnTo>
                  <a:lnTo>
                    <a:pt x="1711364" y="13418"/>
                  </a:lnTo>
                  <a:lnTo>
                    <a:pt x="1703549" y="13311"/>
                  </a:lnTo>
                  <a:lnTo>
                    <a:pt x="1695735" y="13203"/>
                  </a:lnTo>
                  <a:lnTo>
                    <a:pt x="1687920" y="13096"/>
                  </a:lnTo>
                  <a:lnTo>
                    <a:pt x="1680106" y="12989"/>
                  </a:lnTo>
                  <a:lnTo>
                    <a:pt x="1672291" y="12882"/>
                  </a:lnTo>
                  <a:lnTo>
                    <a:pt x="1664477" y="12772"/>
                  </a:lnTo>
                  <a:lnTo>
                    <a:pt x="1656663" y="12660"/>
                  </a:lnTo>
                  <a:lnTo>
                    <a:pt x="1648848" y="12548"/>
                  </a:lnTo>
                  <a:lnTo>
                    <a:pt x="1641034" y="12437"/>
                  </a:lnTo>
                  <a:lnTo>
                    <a:pt x="1633219" y="12325"/>
                  </a:lnTo>
                  <a:lnTo>
                    <a:pt x="1625405" y="12213"/>
                  </a:lnTo>
                  <a:lnTo>
                    <a:pt x="1617590" y="11929"/>
                  </a:lnTo>
                  <a:lnTo>
                    <a:pt x="1609776" y="11643"/>
                  </a:lnTo>
                  <a:lnTo>
                    <a:pt x="1601961" y="11355"/>
                  </a:lnTo>
                  <a:lnTo>
                    <a:pt x="1594147" y="11208"/>
                  </a:lnTo>
                  <a:lnTo>
                    <a:pt x="1586333" y="10957"/>
                  </a:lnTo>
                  <a:lnTo>
                    <a:pt x="1578518" y="10705"/>
                  </a:lnTo>
                  <a:lnTo>
                    <a:pt x="1570704" y="10453"/>
                  </a:lnTo>
                  <a:lnTo>
                    <a:pt x="1562889" y="10197"/>
                  </a:lnTo>
                  <a:lnTo>
                    <a:pt x="1555075" y="9940"/>
                  </a:lnTo>
                  <a:lnTo>
                    <a:pt x="1547260" y="9682"/>
                  </a:lnTo>
                  <a:lnTo>
                    <a:pt x="1539446" y="9423"/>
                  </a:lnTo>
                  <a:lnTo>
                    <a:pt x="1531631" y="9164"/>
                  </a:lnTo>
                  <a:lnTo>
                    <a:pt x="1523817" y="8972"/>
                  </a:lnTo>
                  <a:lnTo>
                    <a:pt x="1516003" y="8839"/>
                  </a:lnTo>
                  <a:lnTo>
                    <a:pt x="1508188" y="8707"/>
                  </a:lnTo>
                  <a:lnTo>
                    <a:pt x="1500374" y="8549"/>
                  </a:lnTo>
                  <a:lnTo>
                    <a:pt x="1492559" y="8285"/>
                  </a:lnTo>
                  <a:lnTo>
                    <a:pt x="1484745" y="8020"/>
                  </a:lnTo>
                  <a:lnTo>
                    <a:pt x="1476930" y="7787"/>
                  </a:lnTo>
                  <a:lnTo>
                    <a:pt x="1469116" y="7687"/>
                  </a:lnTo>
                  <a:lnTo>
                    <a:pt x="1461301" y="7587"/>
                  </a:lnTo>
                  <a:lnTo>
                    <a:pt x="1453487" y="7486"/>
                  </a:lnTo>
                  <a:lnTo>
                    <a:pt x="1445672" y="7385"/>
                  </a:lnTo>
                  <a:lnTo>
                    <a:pt x="1437858" y="7349"/>
                  </a:lnTo>
                  <a:lnTo>
                    <a:pt x="1430044" y="7322"/>
                  </a:lnTo>
                  <a:lnTo>
                    <a:pt x="1422229" y="7224"/>
                  </a:lnTo>
                  <a:lnTo>
                    <a:pt x="1414415" y="7000"/>
                  </a:lnTo>
                  <a:lnTo>
                    <a:pt x="1406600" y="6881"/>
                  </a:lnTo>
                  <a:lnTo>
                    <a:pt x="1398786" y="6781"/>
                  </a:lnTo>
                  <a:lnTo>
                    <a:pt x="1390971" y="6679"/>
                  </a:lnTo>
                  <a:lnTo>
                    <a:pt x="1383157" y="6557"/>
                  </a:lnTo>
                  <a:lnTo>
                    <a:pt x="1375342" y="6331"/>
                  </a:lnTo>
                  <a:lnTo>
                    <a:pt x="1367528" y="6192"/>
                  </a:lnTo>
                  <a:lnTo>
                    <a:pt x="1359714" y="6222"/>
                  </a:lnTo>
                  <a:lnTo>
                    <a:pt x="1351899" y="6091"/>
                  </a:lnTo>
                  <a:lnTo>
                    <a:pt x="1344085" y="5960"/>
                  </a:lnTo>
                  <a:lnTo>
                    <a:pt x="1336270" y="5828"/>
                  </a:lnTo>
                  <a:lnTo>
                    <a:pt x="1328456" y="5717"/>
                  </a:lnTo>
                  <a:lnTo>
                    <a:pt x="1320641" y="5609"/>
                  </a:lnTo>
                  <a:lnTo>
                    <a:pt x="1312827" y="5546"/>
                  </a:lnTo>
                  <a:lnTo>
                    <a:pt x="1305012" y="5482"/>
                  </a:lnTo>
                  <a:lnTo>
                    <a:pt x="1297198" y="5418"/>
                  </a:lnTo>
                  <a:lnTo>
                    <a:pt x="1289384" y="5353"/>
                  </a:lnTo>
                  <a:lnTo>
                    <a:pt x="1281569" y="5268"/>
                  </a:lnTo>
                  <a:lnTo>
                    <a:pt x="1273755" y="5133"/>
                  </a:lnTo>
                  <a:lnTo>
                    <a:pt x="1265940" y="4911"/>
                  </a:lnTo>
                  <a:lnTo>
                    <a:pt x="1258126" y="4876"/>
                  </a:lnTo>
                  <a:lnTo>
                    <a:pt x="1250311" y="4840"/>
                  </a:lnTo>
                  <a:lnTo>
                    <a:pt x="1242497" y="4761"/>
                  </a:lnTo>
                  <a:lnTo>
                    <a:pt x="1234682" y="4661"/>
                  </a:lnTo>
                  <a:lnTo>
                    <a:pt x="1226868" y="4562"/>
                  </a:lnTo>
                  <a:lnTo>
                    <a:pt x="1219053" y="4462"/>
                  </a:lnTo>
                  <a:lnTo>
                    <a:pt x="1211239" y="4362"/>
                  </a:lnTo>
                  <a:lnTo>
                    <a:pt x="1203425" y="4258"/>
                  </a:lnTo>
                  <a:lnTo>
                    <a:pt x="1195610" y="4154"/>
                  </a:lnTo>
                  <a:lnTo>
                    <a:pt x="1187796" y="4049"/>
                  </a:lnTo>
                  <a:lnTo>
                    <a:pt x="1179981" y="3947"/>
                  </a:lnTo>
                  <a:lnTo>
                    <a:pt x="1172167" y="3849"/>
                  </a:lnTo>
                  <a:lnTo>
                    <a:pt x="1164352" y="3817"/>
                  </a:lnTo>
                  <a:lnTo>
                    <a:pt x="1156538" y="3792"/>
                  </a:lnTo>
                  <a:lnTo>
                    <a:pt x="1148723" y="3734"/>
                  </a:lnTo>
                  <a:lnTo>
                    <a:pt x="1140909" y="3745"/>
                  </a:lnTo>
                  <a:lnTo>
                    <a:pt x="1133095" y="3727"/>
                  </a:lnTo>
                  <a:lnTo>
                    <a:pt x="1125280" y="3664"/>
                  </a:lnTo>
                  <a:lnTo>
                    <a:pt x="1117466" y="3366"/>
                  </a:lnTo>
                  <a:lnTo>
                    <a:pt x="1109651" y="3226"/>
                  </a:lnTo>
                  <a:lnTo>
                    <a:pt x="1101837" y="3105"/>
                  </a:lnTo>
                  <a:lnTo>
                    <a:pt x="1094022" y="2899"/>
                  </a:lnTo>
                  <a:lnTo>
                    <a:pt x="1086208" y="2863"/>
                  </a:lnTo>
                  <a:lnTo>
                    <a:pt x="1078393" y="2822"/>
                  </a:lnTo>
                  <a:lnTo>
                    <a:pt x="1070579" y="2781"/>
                  </a:lnTo>
                  <a:lnTo>
                    <a:pt x="1062765" y="2748"/>
                  </a:lnTo>
                  <a:lnTo>
                    <a:pt x="1054950" y="2714"/>
                  </a:lnTo>
                  <a:lnTo>
                    <a:pt x="1047136" y="2680"/>
                  </a:lnTo>
                  <a:lnTo>
                    <a:pt x="1039321" y="2639"/>
                  </a:lnTo>
                  <a:lnTo>
                    <a:pt x="1031507" y="2595"/>
                  </a:lnTo>
                  <a:lnTo>
                    <a:pt x="1023692" y="2424"/>
                  </a:lnTo>
                  <a:lnTo>
                    <a:pt x="1015878" y="2144"/>
                  </a:lnTo>
                  <a:lnTo>
                    <a:pt x="1008063" y="1858"/>
                  </a:lnTo>
                  <a:lnTo>
                    <a:pt x="1000249" y="1652"/>
                  </a:lnTo>
                  <a:lnTo>
                    <a:pt x="992434" y="1495"/>
                  </a:lnTo>
                  <a:lnTo>
                    <a:pt x="984620" y="1384"/>
                  </a:lnTo>
                  <a:lnTo>
                    <a:pt x="976806" y="1377"/>
                  </a:lnTo>
                  <a:lnTo>
                    <a:pt x="968991" y="1314"/>
                  </a:lnTo>
                  <a:lnTo>
                    <a:pt x="961177" y="1140"/>
                  </a:lnTo>
                  <a:lnTo>
                    <a:pt x="953362" y="1041"/>
                  </a:lnTo>
                  <a:lnTo>
                    <a:pt x="945548" y="948"/>
                  </a:lnTo>
                  <a:lnTo>
                    <a:pt x="937733" y="942"/>
                  </a:lnTo>
                  <a:lnTo>
                    <a:pt x="929919" y="913"/>
                  </a:lnTo>
                  <a:lnTo>
                    <a:pt x="922104" y="862"/>
                  </a:lnTo>
                  <a:lnTo>
                    <a:pt x="914290" y="811"/>
                  </a:lnTo>
                  <a:lnTo>
                    <a:pt x="906476" y="730"/>
                  </a:lnTo>
                  <a:lnTo>
                    <a:pt x="898661" y="706"/>
                  </a:lnTo>
                  <a:lnTo>
                    <a:pt x="890847" y="705"/>
                  </a:lnTo>
                  <a:lnTo>
                    <a:pt x="883032" y="701"/>
                  </a:lnTo>
                  <a:lnTo>
                    <a:pt x="875218" y="697"/>
                  </a:lnTo>
                  <a:lnTo>
                    <a:pt x="867403" y="693"/>
                  </a:lnTo>
                  <a:lnTo>
                    <a:pt x="859589" y="689"/>
                  </a:lnTo>
                  <a:lnTo>
                    <a:pt x="851774" y="652"/>
                  </a:lnTo>
                  <a:lnTo>
                    <a:pt x="843960" y="514"/>
                  </a:lnTo>
                  <a:lnTo>
                    <a:pt x="836145" y="370"/>
                  </a:lnTo>
                  <a:lnTo>
                    <a:pt x="828331" y="314"/>
                  </a:lnTo>
                  <a:lnTo>
                    <a:pt x="820517" y="266"/>
                  </a:lnTo>
                  <a:lnTo>
                    <a:pt x="812702" y="181"/>
                  </a:lnTo>
                  <a:lnTo>
                    <a:pt x="804888" y="189"/>
                  </a:lnTo>
                  <a:lnTo>
                    <a:pt x="797073" y="131"/>
                  </a:lnTo>
                  <a:lnTo>
                    <a:pt x="789259" y="87"/>
                  </a:lnTo>
                  <a:lnTo>
                    <a:pt x="781444" y="50"/>
                  </a:lnTo>
                  <a:lnTo>
                    <a:pt x="773630" y="0"/>
                  </a:lnTo>
                  <a:lnTo>
                    <a:pt x="765815" y="242"/>
                  </a:lnTo>
                  <a:lnTo>
                    <a:pt x="758001" y="258"/>
                  </a:lnTo>
                  <a:lnTo>
                    <a:pt x="750187" y="373"/>
                  </a:lnTo>
                  <a:lnTo>
                    <a:pt x="742372" y="446"/>
                  </a:lnTo>
                  <a:lnTo>
                    <a:pt x="734558" y="430"/>
                  </a:lnTo>
                  <a:lnTo>
                    <a:pt x="726743" y="628"/>
                  </a:lnTo>
                  <a:lnTo>
                    <a:pt x="718929" y="778"/>
                  </a:lnTo>
                  <a:lnTo>
                    <a:pt x="711114" y="793"/>
                  </a:lnTo>
                  <a:lnTo>
                    <a:pt x="703300" y="806"/>
                  </a:lnTo>
                  <a:lnTo>
                    <a:pt x="695485" y="814"/>
                  </a:lnTo>
                  <a:lnTo>
                    <a:pt x="687671" y="653"/>
                  </a:lnTo>
                  <a:lnTo>
                    <a:pt x="679857" y="509"/>
                  </a:lnTo>
                  <a:lnTo>
                    <a:pt x="672042" y="366"/>
                  </a:lnTo>
                  <a:lnTo>
                    <a:pt x="664228" y="367"/>
                  </a:lnTo>
                  <a:lnTo>
                    <a:pt x="656413" y="389"/>
                  </a:lnTo>
                  <a:lnTo>
                    <a:pt x="648599" y="401"/>
                  </a:lnTo>
                  <a:lnTo>
                    <a:pt x="640784" y="411"/>
                  </a:lnTo>
                  <a:lnTo>
                    <a:pt x="632970" y="586"/>
                  </a:lnTo>
                  <a:lnTo>
                    <a:pt x="625155" y="577"/>
                  </a:lnTo>
                  <a:lnTo>
                    <a:pt x="617341" y="577"/>
                  </a:lnTo>
                  <a:lnTo>
                    <a:pt x="609526" y="575"/>
                  </a:lnTo>
                  <a:lnTo>
                    <a:pt x="601712" y="570"/>
                  </a:lnTo>
                  <a:lnTo>
                    <a:pt x="593898" y="661"/>
                  </a:lnTo>
                  <a:lnTo>
                    <a:pt x="586083" y="874"/>
                  </a:lnTo>
                  <a:lnTo>
                    <a:pt x="578269" y="1006"/>
                  </a:lnTo>
                  <a:lnTo>
                    <a:pt x="570454" y="1011"/>
                  </a:lnTo>
                  <a:lnTo>
                    <a:pt x="562640" y="1256"/>
                  </a:lnTo>
                  <a:lnTo>
                    <a:pt x="554825" y="1412"/>
                  </a:lnTo>
                  <a:lnTo>
                    <a:pt x="547011" y="1656"/>
                  </a:lnTo>
                  <a:lnTo>
                    <a:pt x="539196" y="1743"/>
                  </a:lnTo>
                  <a:lnTo>
                    <a:pt x="531382" y="1927"/>
                  </a:lnTo>
                  <a:lnTo>
                    <a:pt x="523568" y="1957"/>
                  </a:lnTo>
                  <a:lnTo>
                    <a:pt x="515753" y="2188"/>
                  </a:lnTo>
                  <a:lnTo>
                    <a:pt x="507939" y="2555"/>
                  </a:lnTo>
                  <a:lnTo>
                    <a:pt x="500124" y="2926"/>
                  </a:lnTo>
                  <a:lnTo>
                    <a:pt x="492310" y="3289"/>
                  </a:lnTo>
                  <a:lnTo>
                    <a:pt x="484495" y="3649"/>
                  </a:lnTo>
                  <a:lnTo>
                    <a:pt x="476681" y="3865"/>
                  </a:lnTo>
                  <a:lnTo>
                    <a:pt x="468866" y="4076"/>
                  </a:lnTo>
                  <a:lnTo>
                    <a:pt x="461052" y="4287"/>
                  </a:lnTo>
                  <a:lnTo>
                    <a:pt x="453238" y="4545"/>
                  </a:lnTo>
                  <a:lnTo>
                    <a:pt x="445423" y="4921"/>
                  </a:lnTo>
                  <a:lnTo>
                    <a:pt x="437609" y="5143"/>
                  </a:lnTo>
                  <a:lnTo>
                    <a:pt x="429794" y="5310"/>
                  </a:lnTo>
                  <a:lnTo>
                    <a:pt x="421980" y="5640"/>
                  </a:lnTo>
                  <a:lnTo>
                    <a:pt x="414165" y="5682"/>
                  </a:lnTo>
                  <a:lnTo>
                    <a:pt x="406351" y="5837"/>
                  </a:lnTo>
                  <a:lnTo>
                    <a:pt x="398536" y="6013"/>
                  </a:lnTo>
                  <a:lnTo>
                    <a:pt x="390722" y="6284"/>
                  </a:lnTo>
                  <a:lnTo>
                    <a:pt x="382907" y="6716"/>
                  </a:lnTo>
                  <a:lnTo>
                    <a:pt x="375093" y="7019"/>
                  </a:lnTo>
                  <a:lnTo>
                    <a:pt x="367279" y="7472"/>
                  </a:lnTo>
                  <a:lnTo>
                    <a:pt x="359464" y="7767"/>
                  </a:lnTo>
                  <a:lnTo>
                    <a:pt x="351650" y="8063"/>
                  </a:lnTo>
                  <a:lnTo>
                    <a:pt x="343835" y="8531"/>
                  </a:lnTo>
                  <a:lnTo>
                    <a:pt x="336021" y="9044"/>
                  </a:lnTo>
                  <a:lnTo>
                    <a:pt x="328206" y="9428"/>
                  </a:lnTo>
                  <a:lnTo>
                    <a:pt x="320392" y="9694"/>
                  </a:lnTo>
                  <a:lnTo>
                    <a:pt x="312577" y="9960"/>
                  </a:lnTo>
                  <a:lnTo>
                    <a:pt x="304763" y="10300"/>
                  </a:lnTo>
                  <a:lnTo>
                    <a:pt x="296949" y="10736"/>
                  </a:lnTo>
                  <a:lnTo>
                    <a:pt x="289134" y="11207"/>
                  </a:lnTo>
                  <a:lnTo>
                    <a:pt x="281320" y="11609"/>
                  </a:lnTo>
                  <a:lnTo>
                    <a:pt x="273505" y="11988"/>
                  </a:lnTo>
                  <a:lnTo>
                    <a:pt x="265691" y="12377"/>
                  </a:lnTo>
                  <a:lnTo>
                    <a:pt x="257876" y="12942"/>
                  </a:lnTo>
                  <a:lnTo>
                    <a:pt x="250062" y="13559"/>
                  </a:lnTo>
                  <a:lnTo>
                    <a:pt x="242247" y="13779"/>
                  </a:lnTo>
                  <a:lnTo>
                    <a:pt x="234433" y="14233"/>
                  </a:lnTo>
                  <a:lnTo>
                    <a:pt x="226619" y="14705"/>
                  </a:lnTo>
                  <a:lnTo>
                    <a:pt x="218804" y="15052"/>
                  </a:lnTo>
                  <a:lnTo>
                    <a:pt x="210990" y="15470"/>
                  </a:lnTo>
                  <a:lnTo>
                    <a:pt x="203175" y="15898"/>
                  </a:lnTo>
                  <a:lnTo>
                    <a:pt x="195361" y="16321"/>
                  </a:lnTo>
                  <a:lnTo>
                    <a:pt x="187546" y="16696"/>
                  </a:lnTo>
                  <a:lnTo>
                    <a:pt x="179732" y="17106"/>
                  </a:lnTo>
                  <a:lnTo>
                    <a:pt x="171917" y="17530"/>
                  </a:lnTo>
                  <a:lnTo>
                    <a:pt x="164103" y="17855"/>
                  </a:lnTo>
                  <a:lnTo>
                    <a:pt x="156288" y="18206"/>
                  </a:lnTo>
                  <a:lnTo>
                    <a:pt x="148474" y="18724"/>
                  </a:lnTo>
                  <a:lnTo>
                    <a:pt x="140660" y="19198"/>
                  </a:lnTo>
                  <a:lnTo>
                    <a:pt x="132845" y="19757"/>
                  </a:lnTo>
                  <a:lnTo>
                    <a:pt x="125031" y="20197"/>
                  </a:lnTo>
                  <a:lnTo>
                    <a:pt x="117216" y="20615"/>
                  </a:lnTo>
                  <a:lnTo>
                    <a:pt x="109402" y="20899"/>
                  </a:lnTo>
                  <a:lnTo>
                    <a:pt x="101587" y="21481"/>
                  </a:lnTo>
                  <a:lnTo>
                    <a:pt x="93773" y="22117"/>
                  </a:lnTo>
                  <a:lnTo>
                    <a:pt x="85958" y="22609"/>
                  </a:lnTo>
                  <a:lnTo>
                    <a:pt x="78144" y="22898"/>
                  </a:lnTo>
                  <a:lnTo>
                    <a:pt x="70330" y="23349"/>
                  </a:lnTo>
                  <a:lnTo>
                    <a:pt x="62515" y="23935"/>
                  </a:lnTo>
                  <a:lnTo>
                    <a:pt x="54701" y="24518"/>
                  </a:lnTo>
                  <a:lnTo>
                    <a:pt x="46886" y="25091"/>
                  </a:lnTo>
                  <a:lnTo>
                    <a:pt x="39072" y="25614"/>
                  </a:lnTo>
                  <a:lnTo>
                    <a:pt x="31257" y="26039"/>
                  </a:lnTo>
                  <a:lnTo>
                    <a:pt x="23443" y="26454"/>
                  </a:lnTo>
                  <a:lnTo>
                    <a:pt x="15628" y="26987"/>
                  </a:lnTo>
                  <a:lnTo>
                    <a:pt x="7814" y="27406"/>
                  </a:lnTo>
                  <a:lnTo>
                    <a:pt x="0" y="278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5" name="pg244"/>
            <p:cNvSpPr/>
            <p:nvPr/>
          </p:nvSpPr>
          <p:spPr>
            <a:xfrm>
              <a:off x="6041499" y="3501122"/>
              <a:ext cx="2023942" cy="342466"/>
            </a:xfrm>
            <a:custGeom>
              <a:avLst/>
              <a:pathLst>
                <a:path w="2023942" h="342466">
                  <a:moveTo>
                    <a:pt x="0" y="250404"/>
                  </a:moveTo>
                  <a:lnTo>
                    <a:pt x="7814" y="250701"/>
                  </a:lnTo>
                  <a:lnTo>
                    <a:pt x="15628" y="250989"/>
                  </a:lnTo>
                  <a:lnTo>
                    <a:pt x="23443" y="251251"/>
                  </a:lnTo>
                  <a:lnTo>
                    <a:pt x="31257" y="251623"/>
                  </a:lnTo>
                  <a:lnTo>
                    <a:pt x="39072" y="252002"/>
                  </a:lnTo>
                  <a:lnTo>
                    <a:pt x="46886" y="252135"/>
                  </a:lnTo>
                  <a:lnTo>
                    <a:pt x="54701" y="252219"/>
                  </a:lnTo>
                  <a:lnTo>
                    <a:pt x="62515" y="252370"/>
                  </a:lnTo>
                  <a:lnTo>
                    <a:pt x="70330" y="252493"/>
                  </a:lnTo>
                  <a:lnTo>
                    <a:pt x="78144" y="252531"/>
                  </a:lnTo>
                  <a:lnTo>
                    <a:pt x="85958" y="252707"/>
                  </a:lnTo>
                  <a:lnTo>
                    <a:pt x="93773" y="253061"/>
                  </a:lnTo>
                  <a:lnTo>
                    <a:pt x="101587" y="253016"/>
                  </a:lnTo>
                  <a:lnTo>
                    <a:pt x="109402" y="253083"/>
                  </a:lnTo>
                  <a:lnTo>
                    <a:pt x="117216" y="253103"/>
                  </a:lnTo>
                  <a:lnTo>
                    <a:pt x="125031" y="253014"/>
                  </a:lnTo>
                  <a:lnTo>
                    <a:pt x="132845" y="253062"/>
                  </a:lnTo>
                  <a:lnTo>
                    <a:pt x="140660" y="253121"/>
                  </a:lnTo>
                  <a:lnTo>
                    <a:pt x="148474" y="253141"/>
                  </a:lnTo>
                  <a:lnTo>
                    <a:pt x="156288" y="253101"/>
                  </a:lnTo>
                  <a:lnTo>
                    <a:pt x="164103" y="253031"/>
                  </a:lnTo>
                  <a:lnTo>
                    <a:pt x="171917" y="253019"/>
                  </a:lnTo>
                  <a:lnTo>
                    <a:pt x="179732" y="252923"/>
                  </a:lnTo>
                  <a:lnTo>
                    <a:pt x="187546" y="253140"/>
                  </a:lnTo>
                  <a:lnTo>
                    <a:pt x="195361" y="253140"/>
                  </a:lnTo>
                  <a:lnTo>
                    <a:pt x="203175" y="253007"/>
                  </a:lnTo>
                  <a:lnTo>
                    <a:pt x="210990" y="252858"/>
                  </a:lnTo>
                  <a:lnTo>
                    <a:pt x="218804" y="252874"/>
                  </a:lnTo>
                  <a:lnTo>
                    <a:pt x="226619" y="252900"/>
                  </a:lnTo>
                  <a:lnTo>
                    <a:pt x="234433" y="252752"/>
                  </a:lnTo>
                  <a:lnTo>
                    <a:pt x="242247" y="252941"/>
                  </a:lnTo>
                  <a:lnTo>
                    <a:pt x="250062" y="252499"/>
                  </a:lnTo>
                  <a:lnTo>
                    <a:pt x="257876" y="252277"/>
                  </a:lnTo>
                  <a:lnTo>
                    <a:pt x="265691" y="252304"/>
                  </a:lnTo>
                  <a:lnTo>
                    <a:pt x="273505" y="251980"/>
                  </a:lnTo>
                  <a:lnTo>
                    <a:pt x="281320" y="251818"/>
                  </a:lnTo>
                  <a:lnTo>
                    <a:pt x="289134" y="251650"/>
                  </a:lnTo>
                  <a:lnTo>
                    <a:pt x="296949" y="251375"/>
                  </a:lnTo>
                  <a:lnTo>
                    <a:pt x="304763" y="250995"/>
                  </a:lnTo>
                  <a:lnTo>
                    <a:pt x="312577" y="250804"/>
                  </a:lnTo>
                  <a:lnTo>
                    <a:pt x="320392" y="250386"/>
                  </a:lnTo>
                  <a:lnTo>
                    <a:pt x="328206" y="250119"/>
                  </a:lnTo>
                  <a:lnTo>
                    <a:pt x="336021" y="249782"/>
                  </a:lnTo>
                  <a:lnTo>
                    <a:pt x="343835" y="249515"/>
                  </a:lnTo>
                  <a:lnTo>
                    <a:pt x="351650" y="249182"/>
                  </a:lnTo>
                  <a:lnTo>
                    <a:pt x="359464" y="248984"/>
                  </a:lnTo>
                  <a:lnTo>
                    <a:pt x="367279" y="248286"/>
                  </a:lnTo>
                  <a:lnTo>
                    <a:pt x="375093" y="247910"/>
                  </a:lnTo>
                  <a:lnTo>
                    <a:pt x="382907" y="247533"/>
                  </a:lnTo>
                  <a:lnTo>
                    <a:pt x="390722" y="247152"/>
                  </a:lnTo>
                  <a:lnTo>
                    <a:pt x="398536" y="246761"/>
                  </a:lnTo>
                  <a:lnTo>
                    <a:pt x="406351" y="246286"/>
                  </a:lnTo>
                  <a:lnTo>
                    <a:pt x="414165" y="245970"/>
                  </a:lnTo>
                  <a:lnTo>
                    <a:pt x="421980" y="245717"/>
                  </a:lnTo>
                  <a:lnTo>
                    <a:pt x="429794" y="245385"/>
                  </a:lnTo>
                  <a:lnTo>
                    <a:pt x="437609" y="245021"/>
                  </a:lnTo>
                  <a:lnTo>
                    <a:pt x="445423" y="244605"/>
                  </a:lnTo>
                  <a:lnTo>
                    <a:pt x="453238" y="244059"/>
                  </a:lnTo>
                  <a:lnTo>
                    <a:pt x="461052" y="243485"/>
                  </a:lnTo>
                  <a:lnTo>
                    <a:pt x="468866" y="242692"/>
                  </a:lnTo>
                  <a:lnTo>
                    <a:pt x="476681" y="242363"/>
                  </a:lnTo>
                  <a:lnTo>
                    <a:pt x="484495" y="241576"/>
                  </a:lnTo>
                  <a:lnTo>
                    <a:pt x="492310" y="241123"/>
                  </a:lnTo>
                  <a:lnTo>
                    <a:pt x="500124" y="240590"/>
                  </a:lnTo>
                  <a:lnTo>
                    <a:pt x="507939" y="240015"/>
                  </a:lnTo>
                  <a:lnTo>
                    <a:pt x="515753" y="239537"/>
                  </a:lnTo>
                  <a:lnTo>
                    <a:pt x="523568" y="238957"/>
                  </a:lnTo>
                  <a:lnTo>
                    <a:pt x="531382" y="238455"/>
                  </a:lnTo>
                  <a:lnTo>
                    <a:pt x="539196" y="237943"/>
                  </a:lnTo>
                  <a:lnTo>
                    <a:pt x="547011" y="237185"/>
                  </a:lnTo>
                  <a:lnTo>
                    <a:pt x="554825" y="236584"/>
                  </a:lnTo>
                  <a:lnTo>
                    <a:pt x="562640" y="235671"/>
                  </a:lnTo>
                  <a:lnTo>
                    <a:pt x="570454" y="234562"/>
                  </a:lnTo>
                  <a:lnTo>
                    <a:pt x="578269" y="233443"/>
                  </a:lnTo>
                  <a:lnTo>
                    <a:pt x="586083" y="232333"/>
                  </a:lnTo>
                  <a:lnTo>
                    <a:pt x="593898" y="231914"/>
                  </a:lnTo>
                  <a:lnTo>
                    <a:pt x="601712" y="231342"/>
                  </a:lnTo>
                  <a:lnTo>
                    <a:pt x="609526" y="230341"/>
                  </a:lnTo>
                  <a:lnTo>
                    <a:pt x="617341" y="229578"/>
                  </a:lnTo>
                  <a:lnTo>
                    <a:pt x="625155" y="229034"/>
                  </a:lnTo>
                  <a:lnTo>
                    <a:pt x="632970" y="228155"/>
                  </a:lnTo>
                  <a:lnTo>
                    <a:pt x="640784" y="227009"/>
                  </a:lnTo>
                  <a:lnTo>
                    <a:pt x="648599" y="226344"/>
                  </a:lnTo>
                  <a:lnTo>
                    <a:pt x="656413" y="225727"/>
                  </a:lnTo>
                  <a:lnTo>
                    <a:pt x="664228" y="225104"/>
                  </a:lnTo>
                  <a:lnTo>
                    <a:pt x="672042" y="224286"/>
                  </a:lnTo>
                  <a:lnTo>
                    <a:pt x="679857" y="223322"/>
                  </a:lnTo>
                  <a:lnTo>
                    <a:pt x="687671" y="222350"/>
                  </a:lnTo>
                  <a:lnTo>
                    <a:pt x="695485" y="221484"/>
                  </a:lnTo>
                  <a:lnTo>
                    <a:pt x="703300" y="220602"/>
                  </a:lnTo>
                  <a:lnTo>
                    <a:pt x="711114" y="219351"/>
                  </a:lnTo>
                  <a:lnTo>
                    <a:pt x="718929" y="218076"/>
                  </a:lnTo>
                  <a:lnTo>
                    <a:pt x="726743" y="217289"/>
                  </a:lnTo>
                  <a:lnTo>
                    <a:pt x="734558" y="216243"/>
                  </a:lnTo>
                  <a:lnTo>
                    <a:pt x="742372" y="215190"/>
                  </a:lnTo>
                  <a:lnTo>
                    <a:pt x="750187" y="214139"/>
                  </a:lnTo>
                  <a:lnTo>
                    <a:pt x="758001" y="213087"/>
                  </a:lnTo>
                  <a:lnTo>
                    <a:pt x="765815" y="211986"/>
                  </a:lnTo>
                  <a:lnTo>
                    <a:pt x="773630" y="210793"/>
                  </a:lnTo>
                  <a:lnTo>
                    <a:pt x="781444" y="209871"/>
                  </a:lnTo>
                  <a:lnTo>
                    <a:pt x="789259" y="208774"/>
                  </a:lnTo>
                  <a:lnTo>
                    <a:pt x="797073" y="207668"/>
                  </a:lnTo>
                  <a:lnTo>
                    <a:pt x="804888" y="206396"/>
                  </a:lnTo>
                  <a:lnTo>
                    <a:pt x="812702" y="205294"/>
                  </a:lnTo>
                  <a:lnTo>
                    <a:pt x="820517" y="204324"/>
                  </a:lnTo>
                  <a:lnTo>
                    <a:pt x="828331" y="203345"/>
                  </a:lnTo>
                  <a:lnTo>
                    <a:pt x="836145" y="202338"/>
                  </a:lnTo>
                  <a:lnTo>
                    <a:pt x="843960" y="200898"/>
                  </a:lnTo>
                  <a:lnTo>
                    <a:pt x="851774" y="199949"/>
                  </a:lnTo>
                  <a:lnTo>
                    <a:pt x="859589" y="199000"/>
                  </a:lnTo>
                  <a:lnTo>
                    <a:pt x="867403" y="198043"/>
                  </a:lnTo>
                  <a:lnTo>
                    <a:pt x="875218" y="197078"/>
                  </a:lnTo>
                  <a:lnTo>
                    <a:pt x="883032" y="196106"/>
                  </a:lnTo>
                  <a:lnTo>
                    <a:pt x="890847" y="195056"/>
                  </a:lnTo>
                  <a:lnTo>
                    <a:pt x="898661" y="193745"/>
                  </a:lnTo>
                  <a:lnTo>
                    <a:pt x="906476" y="192426"/>
                  </a:lnTo>
                  <a:lnTo>
                    <a:pt x="914290" y="191098"/>
                  </a:lnTo>
                  <a:lnTo>
                    <a:pt x="922104" y="189788"/>
                  </a:lnTo>
                  <a:lnTo>
                    <a:pt x="929919" y="188714"/>
                  </a:lnTo>
                  <a:lnTo>
                    <a:pt x="937733" y="187636"/>
                  </a:lnTo>
                  <a:lnTo>
                    <a:pt x="945548" y="186560"/>
                  </a:lnTo>
                  <a:lnTo>
                    <a:pt x="953362" y="185483"/>
                  </a:lnTo>
                  <a:lnTo>
                    <a:pt x="961177" y="184100"/>
                  </a:lnTo>
                  <a:lnTo>
                    <a:pt x="968991" y="182699"/>
                  </a:lnTo>
                  <a:lnTo>
                    <a:pt x="976806" y="181285"/>
                  </a:lnTo>
                  <a:lnTo>
                    <a:pt x="984620" y="179865"/>
                  </a:lnTo>
                  <a:lnTo>
                    <a:pt x="992434" y="178438"/>
                  </a:lnTo>
                  <a:lnTo>
                    <a:pt x="1000249" y="177006"/>
                  </a:lnTo>
                  <a:lnTo>
                    <a:pt x="1008063" y="175465"/>
                  </a:lnTo>
                  <a:lnTo>
                    <a:pt x="1015878" y="173872"/>
                  </a:lnTo>
                  <a:lnTo>
                    <a:pt x="1023692" y="172342"/>
                  </a:lnTo>
                  <a:lnTo>
                    <a:pt x="1031507" y="171070"/>
                  </a:lnTo>
                  <a:lnTo>
                    <a:pt x="1039321" y="169787"/>
                  </a:lnTo>
                  <a:lnTo>
                    <a:pt x="1047136" y="168349"/>
                  </a:lnTo>
                  <a:lnTo>
                    <a:pt x="1054950" y="167003"/>
                  </a:lnTo>
                  <a:lnTo>
                    <a:pt x="1062765" y="165650"/>
                  </a:lnTo>
                  <a:lnTo>
                    <a:pt x="1070579" y="164291"/>
                  </a:lnTo>
                  <a:lnTo>
                    <a:pt x="1078393" y="162927"/>
                  </a:lnTo>
                  <a:lnTo>
                    <a:pt x="1086208" y="161247"/>
                  </a:lnTo>
                  <a:lnTo>
                    <a:pt x="1094022" y="159521"/>
                  </a:lnTo>
                  <a:lnTo>
                    <a:pt x="1101837" y="157958"/>
                  </a:lnTo>
                  <a:lnTo>
                    <a:pt x="1109651" y="156454"/>
                  </a:lnTo>
                  <a:lnTo>
                    <a:pt x="1117466" y="154946"/>
                  </a:lnTo>
                  <a:lnTo>
                    <a:pt x="1125280" y="153436"/>
                  </a:lnTo>
                  <a:lnTo>
                    <a:pt x="1133095" y="151937"/>
                  </a:lnTo>
                  <a:lnTo>
                    <a:pt x="1140909" y="150434"/>
                  </a:lnTo>
                  <a:lnTo>
                    <a:pt x="1148723" y="149105"/>
                  </a:lnTo>
                  <a:lnTo>
                    <a:pt x="1156538" y="147943"/>
                  </a:lnTo>
                  <a:lnTo>
                    <a:pt x="1164352" y="146779"/>
                  </a:lnTo>
                  <a:lnTo>
                    <a:pt x="1172167" y="145615"/>
                  </a:lnTo>
                  <a:lnTo>
                    <a:pt x="1179981" y="144343"/>
                  </a:lnTo>
                  <a:lnTo>
                    <a:pt x="1187796" y="142475"/>
                  </a:lnTo>
                  <a:lnTo>
                    <a:pt x="1195610" y="140608"/>
                  </a:lnTo>
                  <a:lnTo>
                    <a:pt x="1203425" y="138741"/>
                  </a:lnTo>
                  <a:lnTo>
                    <a:pt x="1211239" y="136874"/>
                  </a:lnTo>
                  <a:lnTo>
                    <a:pt x="1219053" y="135175"/>
                  </a:lnTo>
                  <a:lnTo>
                    <a:pt x="1226868" y="133632"/>
                  </a:lnTo>
                  <a:lnTo>
                    <a:pt x="1234682" y="132099"/>
                  </a:lnTo>
                  <a:lnTo>
                    <a:pt x="1242497" y="130565"/>
                  </a:lnTo>
                  <a:lnTo>
                    <a:pt x="1250311" y="129094"/>
                  </a:lnTo>
                  <a:lnTo>
                    <a:pt x="1258126" y="127716"/>
                  </a:lnTo>
                  <a:lnTo>
                    <a:pt x="1265940" y="126336"/>
                  </a:lnTo>
                  <a:lnTo>
                    <a:pt x="1273755" y="124953"/>
                  </a:lnTo>
                  <a:lnTo>
                    <a:pt x="1281569" y="123568"/>
                  </a:lnTo>
                  <a:lnTo>
                    <a:pt x="1289384" y="122181"/>
                  </a:lnTo>
                  <a:lnTo>
                    <a:pt x="1297198" y="120793"/>
                  </a:lnTo>
                  <a:lnTo>
                    <a:pt x="1305012" y="119403"/>
                  </a:lnTo>
                  <a:lnTo>
                    <a:pt x="1312827" y="118011"/>
                  </a:lnTo>
                  <a:lnTo>
                    <a:pt x="1320641" y="116618"/>
                  </a:lnTo>
                  <a:lnTo>
                    <a:pt x="1328456" y="115224"/>
                  </a:lnTo>
                  <a:lnTo>
                    <a:pt x="1336270" y="113828"/>
                  </a:lnTo>
                  <a:lnTo>
                    <a:pt x="1344085" y="112431"/>
                  </a:lnTo>
                  <a:lnTo>
                    <a:pt x="1351899" y="111034"/>
                  </a:lnTo>
                  <a:lnTo>
                    <a:pt x="1359714" y="109636"/>
                  </a:lnTo>
                  <a:lnTo>
                    <a:pt x="1367528" y="108237"/>
                  </a:lnTo>
                  <a:lnTo>
                    <a:pt x="1375342" y="106838"/>
                  </a:lnTo>
                  <a:lnTo>
                    <a:pt x="1383157" y="105438"/>
                  </a:lnTo>
                  <a:lnTo>
                    <a:pt x="1390971" y="104039"/>
                  </a:lnTo>
                  <a:lnTo>
                    <a:pt x="1398786" y="102639"/>
                  </a:lnTo>
                  <a:lnTo>
                    <a:pt x="1406600" y="101239"/>
                  </a:lnTo>
                  <a:lnTo>
                    <a:pt x="1414415" y="99840"/>
                  </a:lnTo>
                  <a:lnTo>
                    <a:pt x="1422229" y="98440"/>
                  </a:lnTo>
                  <a:lnTo>
                    <a:pt x="1430044" y="97042"/>
                  </a:lnTo>
                  <a:lnTo>
                    <a:pt x="1437858" y="95644"/>
                  </a:lnTo>
                  <a:lnTo>
                    <a:pt x="1445672" y="94246"/>
                  </a:lnTo>
                  <a:lnTo>
                    <a:pt x="1453487" y="92850"/>
                  </a:lnTo>
                  <a:lnTo>
                    <a:pt x="1461301" y="91454"/>
                  </a:lnTo>
                  <a:lnTo>
                    <a:pt x="1469116" y="90060"/>
                  </a:lnTo>
                  <a:lnTo>
                    <a:pt x="1476930" y="88667"/>
                  </a:lnTo>
                  <a:lnTo>
                    <a:pt x="1484745" y="87275"/>
                  </a:lnTo>
                  <a:lnTo>
                    <a:pt x="1492559" y="85885"/>
                  </a:lnTo>
                  <a:lnTo>
                    <a:pt x="1500374" y="84497"/>
                  </a:lnTo>
                  <a:lnTo>
                    <a:pt x="1508188" y="83052"/>
                  </a:lnTo>
                  <a:lnTo>
                    <a:pt x="1516003" y="81591"/>
                  </a:lnTo>
                  <a:lnTo>
                    <a:pt x="1523817" y="80134"/>
                  </a:lnTo>
                  <a:lnTo>
                    <a:pt x="1531631" y="78679"/>
                  </a:lnTo>
                  <a:lnTo>
                    <a:pt x="1539446" y="77227"/>
                  </a:lnTo>
                  <a:lnTo>
                    <a:pt x="1547260" y="75779"/>
                  </a:lnTo>
                  <a:lnTo>
                    <a:pt x="1555075" y="74212"/>
                  </a:lnTo>
                  <a:lnTo>
                    <a:pt x="1562889" y="72482"/>
                  </a:lnTo>
                  <a:lnTo>
                    <a:pt x="1570704" y="70759"/>
                  </a:lnTo>
                  <a:lnTo>
                    <a:pt x="1578518" y="69044"/>
                  </a:lnTo>
                  <a:lnTo>
                    <a:pt x="1586333" y="67337"/>
                  </a:lnTo>
                  <a:lnTo>
                    <a:pt x="1594147" y="65638"/>
                  </a:lnTo>
                  <a:lnTo>
                    <a:pt x="1601961" y="63947"/>
                  </a:lnTo>
                  <a:lnTo>
                    <a:pt x="1609776" y="62360"/>
                  </a:lnTo>
                  <a:lnTo>
                    <a:pt x="1617590" y="61236"/>
                  </a:lnTo>
                  <a:lnTo>
                    <a:pt x="1625405" y="60121"/>
                  </a:lnTo>
                  <a:lnTo>
                    <a:pt x="1633219" y="59025"/>
                  </a:lnTo>
                  <a:lnTo>
                    <a:pt x="1641034" y="57942"/>
                  </a:lnTo>
                  <a:lnTo>
                    <a:pt x="1648848" y="56868"/>
                  </a:lnTo>
                  <a:lnTo>
                    <a:pt x="1656663" y="55598"/>
                  </a:lnTo>
                  <a:lnTo>
                    <a:pt x="1664477" y="54112"/>
                  </a:lnTo>
                  <a:lnTo>
                    <a:pt x="1672291" y="52635"/>
                  </a:lnTo>
                  <a:lnTo>
                    <a:pt x="1680106" y="51345"/>
                  </a:lnTo>
                  <a:lnTo>
                    <a:pt x="1687920" y="50310"/>
                  </a:lnTo>
                  <a:lnTo>
                    <a:pt x="1695735" y="49101"/>
                  </a:lnTo>
                  <a:lnTo>
                    <a:pt x="1703549" y="47740"/>
                  </a:lnTo>
                  <a:lnTo>
                    <a:pt x="1711364" y="46385"/>
                  </a:lnTo>
                  <a:lnTo>
                    <a:pt x="1719178" y="45035"/>
                  </a:lnTo>
                  <a:lnTo>
                    <a:pt x="1726993" y="43692"/>
                  </a:lnTo>
                  <a:lnTo>
                    <a:pt x="1734807" y="42354"/>
                  </a:lnTo>
                  <a:lnTo>
                    <a:pt x="1742622" y="41023"/>
                  </a:lnTo>
                  <a:lnTo>
                    <a:pt x="1750436" y="39699"/>
                  </a:lnTo>
                  <a:lnTo>
                    <a:pt x="1758250" y="38381"/>
                  </a:lnTo>
                  <a:lnTo>
                    <a:pt x="1766065" y="37069"/>
                  </a:lnTo>
                  <a:lnTo>
                    <a:pt x="1773879" y="35764"/>
                  </a:lnTo>
                  <a:lnTo>
                    <a:pt x="1781694" y="34466"/>
                  </a:lnTo>
                  <a:lnTo>
                    <a:pt x="1789508" y="33174"/>
                  </a:lnTo>
                  <a:lnTo>
                    <a:pt x="1797323" y="31890"/>
                  </a:lnTo>
                  <a:lnTo>
                    <a:pt x="1805137" y="30613"/>
                  </a:lnTo>
                  <a:lnTo>
                    <a:pt x="1812952" y="29342"/>
                  </a:lnTo>
                  <a:lnTo>
                    <a:pt x="1820766" y="28079"/>
                  </a:lnTo>
                  <a:lnTo>
                    <a:pt x="1828580" y="26823"/>
                  </a:lnTo>
                  <a:lnTo>
                    <a:pt x="1836395" y="25588"/>
                  </a:lnTo>
                  <a:lnTo>
                    <a:pt x="1844209" y="24363"/>
                  </a:lnTo>
                  <a:lnTo>
                    <a:pt x="1852024" y="23144"/>
                  </a:lnTo>
                  <a:lnTo>
                    <a:pt x="1859838" y="22032"/>
                  </a:lnTo>
                  <a:lnTo>
                    <a:pt x="1867653" y="21373"/>
                  </a:lnTo>
                  <a:lnTo>
                    <a:pt x="1875467" y="20720"/>
                  </a:lnTo>
                  <a:lnTo>
                    <a:pt x="1883282" y="20073"/>
                  </a:lnTo>
                  <a:lnTo>
                    <a:pt x="1891096" y="19433"/>
                  </a:lnTo>
                  <a:lnTo>
                    <a:pt x="1898910" y="18686"/>
                  </a:lnTo>
                  <a:lnTo>
                    <a:pt x="1906725" y="17535"/>
                  </a:lnTo>
                  <a:lnTo>
                    <a:pt x="1914539" y="16390"/>
                  </a:lnTo>
                  <a:lnTo>
                    <a:pt x="1922354" y="15252"/>
                  </a:lnTo>
                  <a:lnTo>
                    <a:pt x="1930168" y="14120"/>
                  </a:lnTo>
                  <a:lnTo>
                    <a:pt x="1937983" y="12996"/>
                  </a:lnTo>
                  <a:lnTo>
                    <a:pt x="1945797" y="11879"/>
                  </a:lnTo>
                  <a:lnTo>
                    <a:pt x="1953612" y="10768"/>
                  </a:lnTo>
                  <a:lnTo>
                    <a:pt x="1961426" y="9665"/>
                  </a:lnTo>
                  <a:lnTo>
                    <a:pt x="1969241" y="8570"/>
                  </a:lnTo>
                  <a:lnTo>
                    <a:pt x="1977055" y="7375"/>
                  </a:lnTo>
                  <a:lnTo>
                    <a:pt x="1984869" y="6123"/>
                  </a:lnTo>
                  <a:lnTo>
                    <a:pt x="1992684" y="4880"/>
                  </a:lnTo>
                  <a:lnTo>
                    <a:pt x="2000498" y="3646"/>
                  </a:lnTo>
                  <a:lnTo>
                    <a:pt x="2008313" y="2421"/>
                  </a:lnTo>
                  <a:lnTo>
                    <a:pt x="2016127" y="1206"/>
                  </a:lnTo>
                  <a:lnTo>
                    <a:pt x="2023942" y="0"/>
                  </a:lnTo>
                  <a:lnTo>
                    <a:pt x="2023942" y="342466"/>
                  </a:lnTo>
                  <a:lnTo>
                    <a:pt x="2016127" y="342363"/>
                  </a:lnTo>
                  <a:lnTo>
                    <a:pt x="2008313" y="342259"/>
                  </a:lnTo>
                  <a:lnTo>
                    <a:pt x="2000498" y="342188"/>
                  </a:lnTo>
                  <a:lnTo>
                    <a:pt x="1992684" y="342163"/>
                  </a:lnTo>
                  <a:lnTo>
                    <a:pt x="1984869" y="342137"/>
                  </a:lnTo>
                  <a:lnTo>
                    <a:pt x="1977055" y="342111"/>
                  </a:lnTo>
                  <a:lnTo>
                    <a:pt x="1969241" y="342085"/>
                  </a:lnTo>
                  <a:lnTo>
                    <a:pt x="1961426" y="342059"/>
                  </a:lnTo>
                  <a:lnTo>
                    <a:pt x="1953612" y="342032"/>
                  </a:lnTo>
                  <a:lnTo>
                    <a:pt x="1945797" y="342004"/>
                  </a:lnTo>
                  <a:lnTo>
                    <a:pt x="1937983" y="341977"/>
                  </a:lnTo>
                  <a:lnTo>
                    <a:pt x="1930168" y="341949"/>
                  </a:lnTo>
                  <a:lnTo>
                    <a:pt x="1922354" y="341920"/>
                  </a:lnTo>
                  <a:lnTo>
                    <a:pt x="1914539" y="341892"/>
                  </a:lnTo>
                  <a:lnTo>
                    <a:pt x="1906725" y="341863"/>
                  </a:lnTo>
                  <a:lnTo>
                    <a:pt x="1898910" y="341833"/>
                  </a:lnTo>
                  <a:lnTo>
                    <a:pt x="1891096" y="341804"/>
                  </a:lnTo>
                  <a:lnTo>
                    <a:pt x="1883282" y="341774"/>
                  </a:lnTo>
                  <a:lnTo>
                    <a:pt x="1875467" y="341743"/>
                  </a:lnTo>
                  <a:lnTo>
                    <a:pt x="1867653" y="341713"/>
                  </a:lnTo>
                  <a:lnTo>
                    <a:pt x="1859838" y="341681"/>
                  </a:lnTo>
                  <a:lnTo>
                    <a:pt x="1852024" y="341650"/>
                  </a:lnTo>
                  <a:lnTo>
                    <a:pt x="1844209" y="341618"/>
                  </a:lnTo>
                  <a:lnTo>
                    <a:pt x="1836395" y="341586"/>
                  </a:lnTo>
                  <a:lnTo>
                    <a:pt x="1828580" y="341553"/>
                  </a:lnTo>
                  <a:lnTo>
                    <a:pt x="1820766" y="341520"/>
                  </a:lnTo>
                  <a:lnTo>
                    <a:pt x="1812952" y="341486"/>
                  </a:lnTo>
                  <a:lnTo>
                    <a:pt x="1805137" y="341452"/>
                  </a:lnTo>
                  <a:lnTo>
                    <a:pt x="1797323" y="341418"/>
                  </a:lnTo>
                  <a:lnTo>
                    <a:pt x="1789508" y="341383"/>
                  </a:lnTo>
                  <a:lnTo>
                    <a:pt x="1781694" y="341348"/>
                  </a:lnTo>
                  <a:lnTo>
                    <a:pt x="1773879" y="341312"/>
                  </a:lnTo>
                  <a:lnTo>
                    <a:pt x="1766065" y="341276"/>
                  </a:lnTo>
                  <a:lnTo>
                    <a:pt x="1758250" y="341240"/>
                  </a:lnTo>
                  <a:lnTo>
                    <a:pt x="1750436" y="341203"/>
                  </a:lnTo>
                  <a:lnTo>
                    <a:pt x="1742622" y="341165"/>
                  </a:lnTo>
                  <a:lnTo>
                    <a:pt x="1734807" y="341128"/>
                  </a:lnTo>
                  <a:lnTo>
                    <a:pt x="1726993" y="341089"/>
                  </a:lnTo>
                  <a:lnTo>
                    <a:pt x="1719178" y="341051"/>
                  </a:lnTo>
                  <a:lnTo>
                    <a:pt x="1711364" y="341011"/>
                  </a:lnTo>
                  <a:lnTo>
                    <a:pt x="1703549" y="340972"/>
                  </a:lnTo>
                  <a:lnTo>
                    <a:pt x="1695735" y="340931"/>
                  </a:lnTo>
                  <a:lnTo>
                    <a:pt x="1687920" y="340891"/>
                  </a:lnTo>
                  <a:lnTo>
                    <a:pt x="1680106" y="340850"/>
                  </a:lnTo>
                  <a:lnTo>
                    <a:pt x="1672291" y="340807"/>
                  </a:lnTo>
                  <a:lnTo>
                    <a:pt x="1664477" y="340765"/>
                  </a:lnTo>
                  <a:lnTo>
                    <a:pt x="1656663" y="340720"/>
                  </a:lnTo>
                  <a:lnTo>
                    <a:pt x="1648848" y="340674"/>
                  </a:lnTo>
                  <a:lnTo>
                    <a:pt x="1641034" y="340629"/>
                  </a:lnTo>
                  <a:lnTo>
                    <a:pt x="1633219" y="340582"/>
                  </a:lnTo>
                  <a:lnTo>
                    <a:pt x="1625405" y="340535"/>
                  </a:lnTo>
                  <a:lnTo>
                    <a:pt x="1617590" y="340488"/>
                  </a:lnTo>
                  <a:lnTo>
                    <a:pt x="1609776" y="340439"/>
                  </a:lnTo>
                  <a:lnTo>
                    <a:pt x="1601961" y="340391"/>
                  </a:lnTo>
                  <a:lnTo>
                    <a:pt x="1594147" y="340341"/>
                  </a:lnTo>
                  <a:lnTo>
                    <a:pt x="1586333" y="340218"/>
                  </a:lnTo>
                  <a:lnTo>
                    <a:pt x="1578518" y="340090"/>
                  </a:lnTo>
                  <a:lnTo>
                    <a:pt x="1570704" y="339960"/>
                  </a:lnTo>
                  <a:lnTo>
                    <a:pt x="1562889" y="339829"/>
                  </a:lnTo>
                  <a:lnTo>
                    <a:pt x="1555075" y="339696"/>
                  </a:lnTo>
                  <a:lnTo>
                    <a:pt x="1547260" y="339561"/>
                  </a:lnTo>
                  <a:lnTo>
                    <a:pt x="1539446" y="339425"/>
                  </a:lnTo>
                  <a:lnTo>
                    <a:pt x="1531631" y="339287"/>
                  </a:lnTo>
                  <a:lnTo>
                    <a:pt x="1523817" y="339160"/>
                  </a:lnTo>
                  <a:lnTo>
                    <a:pt x="1516003" y="339127"/>
                  </a:lnTo>
                  <a:lnTo>
                    <a:pt x="1508188" y="339094"/>
                  </a:lnTo>
                  <a:lnTo>
                    <a:pt x="1500374" y="339060"/>
                  </a:lnTo>
                  <a:lnTo>
                    <a:pt x="1492559" y="339026"/>
                  </a:lnTo>
                  <a:lnTo>
                    <a:pt x="1484745" y="338991"/>
                  </a:lnTo>
                  <a:lnTo>
                    <a:pt x="1476930" y="338955"/>
                  </a:lnTo>
                  <a:lnTo>
                    <a:pt x="1469116" y="338918"/>
                  </a:lnTo>
                  <a:lnTo>
                    <a:pt x="1461301" y="338881"/>
                  </a:lnTo>
                  <a:lnTo>
                    <a:pt x="1453487" y="338844"/>
                  </a:lnTo>
                  <a:lnTo>
                    <a:pt x="1445672" y="338805"/>
                  </a:lnTo>
                  <a:lnTo>
                    <a:pt x="1437858" y="338766"/>
                  </a:lnTo>
                  <a:lnTo>
                    <a:pt x="1430044" y="338726"/>
                  </a:lnTo>
                  <a:lnTo>
                    <a:pt x="1422229" y="338685"/>
                  </a:lnTo>
                  <a:lnTo>
                    <a:pt x="1414415" y="338643"/>
                  </a:lnTo>
                  <a:lnTo>
                    <a:pt x="1406600" y="338601"/>
                  </a:lnTo>
                  <a:lnTo>
                    <a:pt x="1398786" y="338557"/>
                  </a:lnTo>
                  <a:lnTo>
                    <a:pt x="1390971" y="338511"/>
                  </a:lnTo>
                  <a:lnTo>
                    <a:pt x="1383157" y="338464"/>
                  </a:lnTo>
                  <a:lnTo>
                    <a:pt x="1375342" y="338417"/>
                  </a:lnTo>
                  <a:lnTo>
                    <a:pt x="1367528" y="338271"/>
                  </a:lnTo>
                  <a:lnTo>
                    <a:pt x="1359714" y="337984"/>
                  </a:lnTo>
                  <a:lnTo>
                    <a:pt x="1351899" y="337695"/>
                  </a:lnTo>
                  <a:lnTo>
                    <a:pt x="1344085" y="337403"/>
                  </a:lnTo>
                  <a:lnTo>
                    <a:pt x="1336270" y="337109"/>
                  </a:lnTo>
                  <a:lnTo>
                    <a:pt x="1328456" y="336847"/>
                  </a:lnTo>
                  <a:lnTo>
                    <a:pt x="1320641" y="336755"/>
                  </a:lnTo>
                  <a:lnTo>
                    <a:pt x="1312827" y="336661"/>
                  </a:lnTo>
                  <a:lnTo>
                    <a:pt x="1305012" y="336564"/>
                  </a:lnTo>
                  <a:lnTo>
                    <a:pt x="1297198" y="336466"/>
                  </a:lnTo>
                  <a:lnTo>
                    <a:pt x="1289384" y="336366"/>
                  </a:lnTo>
                  <a:lnTo>
                    <a:pt x="1281569" y="336264"/>
                  </a:lnTo>
                  <a:lnTo>
                    <a:pt x="1273755" y="336159"/>
                  </a:lnTo>
                  <a:lnTo>
                    <a:pt x="1265940" y="336053"/>
                  </a:lnTo>
                  <a:lnTo>
                    <a:pt x="1258126" y="335944"/>
                  </a:lnTo>
                  <a:lnTo>
                    <a:pt x="1250311" y="335833"/>
                  </a:lnTo>
                  <a:lnTo>
                    <a:pt x="1242497" y="335720"/>
                  </a:lnTo>
                  <a:lnTo>
                    <a:pt x="1234682" y="335604"/>
                  </a:lnTo>
                  <a:lnTo>
                    <a:pt x="1226868" y="335486"/>
                  </a:lnTo>
                  <a:lnTo>
                    <a:pt x="1219053" y="335362"/>
                  </a:lnTo>
                  <a:lnTo>
                    <a:pt x="1211239" y="335196"/>
                  </a:lnTo>
                  <a:lnTo>
                    <a:pt x="1203425" y="335037"/>
                  </a:lnTo>
                  <a:lnTo>
                    <a:pt x="1195610" y="334861"/>
                  </a:lnTo>
                  <a:lnTo>
                    <a:pt x="1187796" y="334768"/>
                  </a:lnTo>
                  <a:lnTo>
                    <a:pt x="1179981" y="334681"/>
                  </a:lnTo>
                  <a:lnTo>
                    <a:pt x="1172167" y="334593"/>
                  </a:lnTo>
                  <a:lnTo>
                    <a:pt x="1164352" y="334456"/>
                  </a:lnTo>
                  <a:lnTo>
                    <a:pt x="1156538" y="334316"/>
                  </a:lnTo>
                  <a:lnTo>
                    <a:pt x="1148723" y="334172"/>
                  </a:lnTo>
                  <a:lnTo>
                    <a:pt x="1140909" y="334024"/>
                  </a:lnTo>
                  <a:lnTo>
                    <a:pt x="1133095" y="333872"/>
                  </a:lnTo>
                  <a:lnTo>
                    <a:pt x="1125280" y="333718"/>
                  </a:lnTo>
                  <a:lnTo>
                    <a:pt x="1117466" y="333561"/>
                  </a:lnTo>
                  <a:lnTo>
                    <a:pt x="1109651" y="333403"/>
                  </a:lnTo>
                  <a:lnTo>
                    <a:pt x="1101837" y="333239"/>
                  </a:lnTo>
                  <a:lnTo>
                    <a:pt x="1094022" y="333071"/>
                  </a:lnTo>
                  <a:lnTo>
                    <a:pt x="1086208" y="332900"/>
                  </a:lnTo>
                  <a:lnTo>
                    <a:pt x="1078393" y="332725"/>
                  </a:lnTo>
                  <a:lnTo>
                    <a:pt x="1070579" y="332552"/>
                  </a:lnTo>
                  <a:lnTo>
                    <a:pt x="1062765" y="332392"/>
                  </a:lnTo>
                  <a:lnTo>
                    <a:pt x="1054950" y="332256"/>
                  </a:lnTo>
                  <a:lnTo>
                    <a:pt x="1047136" y="332117"/>
                  </a:lnTo>
                  <a:lnTo>
                    <a:pt x="1039321" y="332002"/>
                  </a:lnTo>
                  <a:lnTo>
                    <a:pt x="1031507" y="331912"/>
                  </a:lnTo>
                  <a:lnTo>
                    <a:pt x="1023692" y="331821"/>
                  </a:lnTo>
                  <a:lnTo>
                    <a:pt x="1015878" y="331729"/>
                  </a:lnTo>
                  <a:lnTo>
                    <a:pt x="1008063" y="331615"/>
                  </a:lnTo>
                  <a:lnTo>
                    <a:pt x="1000249" y="331490"/>
                  </a:lnTo>
                  <a:lnTo>
                    <a:pt x="992434" y="331362"/>
                  </a:lnTo>
                  <a:lnTo>
                    <a:pt x="984620" y="331149"/>
                  </a:lnTo>
                  <a:lnTo>
                    <a:pt x="976806" y="330954"/>
                  </a:lnTo>
                  <a:lnTo>
                    <a:pt x="968991" y="330860"/>
                  </a:lnTo>
                  <a:lnTo>
                    <a:pt x="961177" y="330766"/>
                  </a:lnTo>
                  <a:lnTo>
                    <a:pt x="953362" y="330672"/>
                  </a:lnTo>
                  <a:lnTo>
                    <a:pt x="945548" y="330558"/>
                  </a:lnTo>
                  <a:lnTo>
                    <a:pt x="937733" y="330418"/>
                  </a:lnTo>
                  <a:lnTo>
                    <a:pt x="929919" y="330276"/>
                  </a:lnTo>
                  <a:lnTo>
                    <a:pt x="922104" y="330132"/>
                  </a:lnTo>
                  <a:lnTo>
                    <a:pt x="914290" y="329986"/>
                  </a:lnTo>
                  <a:lnTo>
                    <a:pt x="906476" y="329838"/>
                  </a:lnTo>
                  <a:lnTo>
                    <a:pt x="898661" y="329687"/>
                  </a:lnTo>
                  <a:lnTo>
                    <a:pt x="890847" y="329535"/>
                  </a:lnTo>
                  <a:lnTo>
                    <a:pt x="883032" y="329380"/>
                  </a:lnTo>
                  <a:lnTo>
                    <a:pt x="875218" y="329223"/>
                  </a:lnTo>
                  <a:lnTo>
                    <a:pt x="867403" y="329064"/>
                  </a:lnTo>
                  <a:lnTo>
                    <a:pt x="859589" y="328900"/>
                  </a:lnTo>
                  <a:lnTo>
                    <a:pt x="851774" y="328735"/>
                  </a:lnTo>
                  <a:lnTo>
                    <a:pt x="843960" y="328634"/>
                  </a:lnTo>
                  <a:lnTo>
                    <a:pt x="836145" y="328536"/>
                  </a:lnTo>
                  <a:lnTo>
                    <a:pt x="828331" y="328436"/>
                  </a:lnTo>
                  <a:lnTo>
                    <a:pt x="820517" y="328335"/>
                  </a:lnTo>
                  <a:lnTo>
                    <a:pt x="812702" y="328232"/>
                  </a:lnTo>
                  <a:lnTo>
                    <a:pt x="804888" y="328127"/>
                  </a:lnTo>
                  <a:lnTo>
                    <a:pt x="797073" y="328004"/>
                  </a:lnTo>
                  <a:lnTo>
                    <a:pt x="789259" y="327810"/>
                  </a:lnTo>
                  <a:lnTo>
                    <a:pt x="781444" y="327648"/>
                  </a:lnTo>
                  <a:lnTo>
                    <a:pt x="773630" y="327443"/>
                  </a:lnTo>
                  <a:lnTo>
                    <a:pt x="765815" y="327386"/>
                  </a:lnTo>
                  <a:lnTo>
                    <a:pt x="758001" y="327358"/>
                  </a:lnTo>
                  <a:lnTo>
                    <a:pt x="750187" y="327328"/>
                  </a:lnTo>
                  <a:lnTo>
                    <a:pt x="742372" y="327242"/>
                  </a:lnTo>
                  <a:lnTo>
                    <a:pt x="734558" y="327125"/>
                  </a:lnTo>
                  <a:lnTo>
                    <a:pt x="726743" y="327000"/>
                  </a:lnTo>
                  <a:lnTo>
                    <a:pt x="718929" y="326589"/>
                  </a:lnTo>
                  <a:lnTo>
                    <a:pt x="711114" y="326508"/>
                  </a:lnTo>
                  <a:lnTo>
                    <a:pt x="703300" y="326346"/>
                  </a:lnTo>
                  <a:lnTo>
                    <a:pt x="695485" y="325936"/>
                  </a:lnTo>
                  <a:lnTo>
                    <a:pt x="687671" y="325522"/>
                  </a:lnTo>
                  <a:lnTo>
                    <a:pt x="679857" y="325100"/>
                  </a:lnTo>
                  <a:lnTo>
                    <a:pt x="672042" y="324675"/>
                  </a:lnTo>
                  <a:lnTo>
                    <a:pt x="664228" y="324289"/>
                  </a:lnTo>
                  <a:lnTo>
                    <a:pt x="656413" y="324108"/>
                  </a:lnTo>
                  <a:lnTo>
                    <a:pt x="648599" y="323926"/>
                  </a:lnTo>
                  <a:lnTo>
                    <a:pt x="640784" y="323742"/>
                  </a:lnTo>
                  <a:lnTo>
                    <a:pt x="632970" y="323485"/>
                  </a:lnTo>
                  <a:lnTo>
                    <a:pt x="625155" y="323167"/>
                  </a:lnTo>
                  <a:lnTo>
                    <a:pt x="617341" y="322992"/>
                  </a:lnTo>
                  <a:lnTo>
                    <a:pt x="609526" y="322814"/>
                  </a:lnTo>
                  <a:lnTo>
                    <a:pt x="601712" y="322635"/>
                  </a:lnTo>
                  <a:lnTo>
                    <a:pt x="593898" y="322453"/>
                  </a:lnTo>
                  <a:lnTo>
                    <a:pt x="586083" y="322269"/>
                  </a:lnTo>
                  <a:lnTo>
                    <a:pt x="578269" y="322083"/>
                  </a:lnTo>
                  <a:lnTo>
                    <a:pt x="570454" y="321895"/>
                  </a:lnTo>
                  <a:lnTo>
                    <a:pt x="562640" y="321704"/>
                  </a:lnTo>
                  <a:lnTo>
                    <a:pt x="554825" y="321521"/>
                  </a:lnTo>
                  <a:lnTo>
                    <a:pt x="547011" y="321492"/>
                  </a:lnTo>
                  <a:lnTo>
                    <a:pt x="539196" y="321301"/>
                  </a:lnTo>
                  <a:lnTo>
                    <a:pt x="531382" y="321108"/>
                  </a:lnTo>
                  <a:lnTo>
                    <a:pt x="523568" y="320903"/>
                  </a:lnTo>
                  <a:lnTo>
                    <a:pt x="515753" y="320694"/>
                  </a:lnTo>
                  <a:lnTo>
                    <a:pt x="507939" y="320307"/>
                  </a:lnTo>
                  <a:lnTo>
                    <a:pt x="500124" y="320098"/>
                  </a:lnTo>
                  <a:lnTo>
                    <a:pt x="492310" y="319882"/>
                  </a:lnTo>
                  <a:lnTo>
                    <a:pt x="484495" y="319526"/>
                  </a:lnTo>
                  <a:lnTo>
                    <a:pt x="476681" y="319127"/>
                  </a:lnTo>
                  <a:lnTo>
                    <a:pt x="468866" y="318724"/>
                  </a:lnTo>
                  <a:lnTo>
                    <a:pt x="461052" y="318445"/>
                  </a:lnTo>
                  <a:lnTo>
                    <a:pt x="453238" y="318351"/>
                  </a:lnTo>
                  <a:lnTo>
                    <a:pt x="445423" y="318239"/>
                  </a:lnTo>
                  <a:lnTo>
                    <a:pt x="437609" y="317832"/>
                  </a:lnTo>
                  <a:lnTo>
                    <a:pt x="429794" y="317547"/>
                  </a:lnTo>
                  <a:lnTo>
                    <a:pt x="421980" y="317663"/>
                  </a:lnTo>
                  <a:lnTo>
                    <a:pt x="414165" y="317323"/>
                  </a:lnTo>
                  <a:lnTo>
                    <a:pt x="406351" y="316802"/>
                  </a:lnTo>
                  <a:lnTo>
                    <a:pt x="398536" y="316272"/>
                  </a:lnTo>
                  <a:lnTo>
                    <a:pt x="390722" y="316287"/>
                  </a:lnTo>
                  <a:lnTo>
                    <a:pt x="382907" y="315856"/>
                  </a:lnTo>
                  <a:lnTo>
                    <a:pt x="375093" y="315169"/>
                  </a:lnTo>
                  <a:lnTo>
                    <a:pt x="367279" y="314800"/>
                  </a:lnTo>
                  <a:lnTo>
                    <a:pt x="359464" y="314215"/>
                  </a:lnTo>
                  <a:lnTo>
                    <a:pt x="351650" y="313932"/>
                  </a:lnTo>
                  <a:lnTo>
                    <a:pt x="343835" y="313844"/>
                  </a:lnTo>
                  <a:lnTo>
                    <a:pt x="336021" y="313775"/>
                  </a:lnTo>
                  <a:lnTo>
                    <a:pt x="328206" y="313701"/>
                  </a:lnTo>
                  <a:lnTo>
                    <a:pt x="320392" y="313636"/>
                  </a:lnTo>
                  <a:lnTo>
                    <a:pt x="312577" y="313331"/>
                  </a:lnTo>
                  <a:lnTo>
                    <a:pt x="304763" y="313080"/>
                  </a:lnTo>
                  <a:lnTo>
                    <a:pt x="296949" y="313017"/>
                  </a:lnTo>
                  <a:lnTo>
                    <a:pt x="289134" y="312954"/>
                  </a:lnTo>
                  <a:lnTo>
                    <a:pt x="281320" y="312890"/>
                  </a:lnTo>
                  <a:lnTo>
                    <a:pt x="273505" y="312734"/>
                  </a:lnTo>
                  <a:lnTo>
                    <a:pt x="265691" y="312459"/>
                  </a:lnTo>
                  <a:lnTo>
                    <a:pt x="257876" y="312250"/>
                  </a:lnTo>
                  <a:lnTo>
                    <a:pt x="250062" y="311953"/>
                  </a:lnTo>
                  <a:lnTo>
                    <a:pt x="242247" y="311651"/>
                  </a:lnTo>
                  <a:lnTo>
                    <a:pt x="234433" y="311457"/>
                  </a:lnTo>
                  <a:lnTo>
                    <a:pt x="226619" y="311522"/>
                  </a:lnTo>
                  <a:lnTo>
                    <a:pt x="218804" y="311594"/>
                  </a:lnTo>
                  <a:lnTo>
                    <a:pt x="210990" y="311549"/>
                  </a:lnTo>
                  <a:lnTo>
                    <a:pt x="203175" y="311284"/>
                  </a:lnTo>
                  <a:lnTo>
                    <a:pt x="195361" y="311228"/>
                  </a:lnTo>
                  <a:lnTo>
                    <a:pt x="187546" y="311172"/>
                  </a:lnTo>
                  <a:lnTo>
                    <a:pt x="179732" y="310960"/>
                  </a:lnTo>
                  <a:lnTo>
                    <a:pt x="171917" y="310767"/>
                  </a:lnTo>
                  <a:lnTo>
                    <a:pt x="164103" y="310730"/>
                  </a:lnTo>
                  <a:lnTo>
                    <a:pt x="156288" y="310546"/>
                  </a:lnTo>
                  <a:lnTo>
                    <a:pt x="148474" y="310479"/>
                  </a:lnTo>
                  <a:lnTo>
                    <a:pt x="140660" y="310355"/>
                  </a:lnTo>
                  <a:lnTo>
                    <a:pt x="132845" y="310337"/>
                  </a:lnTo>
                  <a:lnTo>
                    <a:pt x="125031" y="310272"/>
                  </a:lnTo>
                  <a:lnTo>
                    <a:pt x="117216" y="309983"/>
                  </a:lnTo>
                  <a:lnTo>
                    <a:pt x="109402" y="310199"/>
                  </a:lnTo>
                  <a:lnTo>
                    <a:pt x="101587" y="310071"/>
                  </a:lnTo>
                  <a:lnTo>
                    <a:pt x="93773" y="309918"/>
                  </a:lnTo>
                  <a:lnTo>
                    <a:pt x="85958" y="309776"/>
                  </a:lnTo>
                  <a:lnTo>
                    <a:pt x="78144" y="309869"/>
                  </a:lnTo>
                  <a:lnTo>
                    <a:pt x="70330" y="309834"/>
                  </a:lnTo>
                  <a:lnTo>
                    <a:pt x="62515" y="309746"/>
                  </a:lnTo>
                  <a:lnTo>
                    <a:pt x="54701" y="309987"/>
                  </a:lnTo>
                  <a:lnTo>
                    <a:pt x="46886" y="310047"/>
                  </a:lnTo>
                  <a:lnTo>
                    <a:pt x="39072" y="310038"/>
                  </a:lnTo>
                  <a:lnTo>
                    <a:pt x="31257" y="309992"/>
                  </a:lnTo>
                  <a:lnTo>
                    <a:pt x="23443" y="309954"/>
                  </a:lnTo>
                  <a:lnTo>
                    <a:pt x="15628" y="310088"/>
                  </a:lnTo>
                  <a:lnTo>
                    <a:pt x="7814" y="310070"/>
                  </a:lnTo>
                  <a:lnTo>
                    <a:pt x="0" y="309968"/>
                  </a:lnTo>
                  <a:close/>
                </a:path>
              </a:pathLst>
            </a:custGeom>
            <a:solidFill>
              <a:srgbClr val="FFC0CB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246" name="pl245"/>
            <p:cNvSpPr/>
            <p:nvPr/>
          </p:nvSpPr>
          <p:spPr>
            <a:xfrm>
              <a:off x="6041499" y="3501122"/>
              <a:ext cx="2023942" cy="253141"/>
            </a:xfrm>
            <a:custGeom>
              <a:avLst/>
              <a:pathLst>
                <a:path w="2023942" h="253141">
                  <a:moveTo>
                    <a:pt x="0" y="250404"/>
                  </a:moveTo>
                  <a:lnTo>
                    <a:pt x="7814" y="250701"/>
                  </a:lnTo>
                  <a:lnTo>
                    <a:pt x="15628" y="250989"/>
                  </a:lnTo>
                  <a:lnTo>
                    <a:pt x="23443" y="251251"/>
                  </a:lnTo>
                  <a:lnTo>
                    <a:pt x="31257" y="251623"/>
                  </a:lnTo>
                  <a:lnTo>
                    <a:pt x="39072" y="252002"/>
                  </a:lnTo>
                  <a:lnTo>
                    <a:pt x="46886" y="252135"/>
                  </a:lnTo>
                  <a:lnTo>
                    <a:pt x="54701" y="252219"/>
                  </a:lnTo>
                  <a:lnTo>
                    <a:pt x="62515" y="252370"/>
                  </a:lnTo>
                  <a:lnTo>
                    <a:pt x="70330" y="252493"/>
                  </a:lnTo>
                  <a:lnTo>
                    <a:pt x="78144" y="252531"/>
                  </a:lnTo>
                  <a:lnTo>
                    <a:pt x="85958" y="252707"/>
                  </a:lnTo>
                  <a:lnTo>
                    <a:pt x="93773" y="253061"/>
                  </a:lnTo>
                  <a:lnTo>
                    <a:pt x="101587" y="253016"/>
                  </a:lnTo>
                  <a:lnTo>
                    <a:pt x="109402" y="253083"/>
                  </a:lnTo>
                  <a:lnTo>
                    <a:pt x="117216" y="253103"/>
                  </a:lnTo>
                  <a:lnTo>
                    <a:pt x="125031" y="253014"/>
                  </a:lnTo>
                  <a:lnTo>
                    <a:pt x="132845" y="253062"/>
                  </a:lnTo>
                  <a:lnTo>
                    <a:pt x="140660" y="253121"/>
                  </a:lnTo>
                  <a:lnTo>
                    <a:pt x="148474" y="253141"/>
                  </a:lnTo>
                  <a:lnTo>
                    <a:pt x="156288" y="253101"/>
                  </a:lnTo>
                  <a:lnTo>
                    <a:pt x="164103" y="253031"/>
                  </a:lnTo>
                  <a:lnTo>
                    <a:pt x="171917" y="253019"/>
                  </a:lnTo>
                  <a:lnTo>
                    <a:pt x="179732" y="252923"/>
                  </a:lnTo>
                  <a:lnTo>
                    <a:pt x="187546" y="253140"/>
                  </a:lnTo>
                  <a:lnTo>
                    <a:pt x="195361" y="253140"/>
                  </a:lnTo>
                  <a:lnTo>
                    <a:pt x="203175" y="253007"/>
                  </a:lnTo>
                  <a:lnTo>
                    <a:pt x="210990" y="252858"/>
                  </a:lnTo>
                  <a:lnTo>
                    <a:pt x="218804" y="252874"/>
                  </a:lnTo>
                  <a:lnTo>
                    <a:pt x="226619" y="252900"/>
                  </a:lnTo>
                  <a:lnTo>
                    <a:pt x="234433" y="252752"/>
                  </a:lnTo>
                  <a:lnTo>
                    <a:pt x="242247" y="252941"/>
                  </a:lnTo>
                  <a:lnTo>
                    <a:pt x="250062" y="252499"/>
                  </a:lnTo>
                  <a:lnTo>
                    <a:pt x="257876" y="252277"/>
                  </a:lnTo>
                  <a:lnTo>
                    <a:pt x="265691" y="252304"/>
                  </a:lnTo>
                  <a:lnTo>
                    <a:pt x="273505" y="251980"/>
                  </a:lnTo>
                  <a:lnTo>
                    <a:pt x="281320" y="251818"/>
                  </a:lnTo>
                  <a:lnTo>
                    <a:pt x="289134" y="251650"/>
                  </a:lnTo>
                  <a:lnTo>
                    <a:pt x="296949" y="251375"/>
                  </a:lnTo>
                  <a:lnTo>
                    <a:pt x="304763" y="250995"/>
                  </a:lnTo>
                  <a:lnTo>
                    <a:pt x="312577" y="250804"/>
                  </a:lnTo>
                  <a:lnTo>
                    <a:pt x="320392" y="250386"/>
                  </a:lnTo>
                  <a:lnTo>
                    <a:pt x="328206" y="250119"/>
                  </a:lnTo>
                  <a:lnTo>
                    <a:pt x="336021" y="249782"/>
                  </a:lnTo>
                  <a:lnTo>
                    <a:pt x="343835" y="249515"/>
                  </a:lnTo>
                  <a:lnTo>
                    <a:pt x="351650" y="249182"/>
                  </a:lnTo>
                  <a:lnTo>
                    <a:pt x="359464" y="248984"/>
                  </a:lnTo>
                  <a:lnTo>
                    <a:pt x="367279" y="248286"/>
                  </a:lnTo>
                  <a:lnTo>
                    <a:pt x="375093" y="247910"/>
                  </a:lnTo>
                  <a:lnTo>
                    <a:pt x="382907" y="247533"/>
                  </a:lnTo>
                  <a:lnTo>
                    <a:pt x="390722" y="247152"/>
                  </a:lnTo>
                  <a:lnTo>
                    <a:pt x="398536" y="246761"/>
                  </a:lnTo>
                  <a:lnTo>
                    <a:pt x="406351" y="246286"/>
                  </a:lnTo>
                  <a:lnTo>
                    <a:pt x="414165" y="245970"/>
                  </a:lnTo>
                  <a:lnTo>
                    <a:pt x="421980" y="245717"/>
                  </a:lnTo>
                  <a:lnTo>
                    <a:pt x="429794" y="245385"/>
                  </a:lnTo>
                  <a:lnTo>
                    <a:pt x="437609" y="245021"/>
                  </a:lnTo>
                  <a:lnTo>
                    <a:pt x="445423" y="244605"/>
                  </a:lnTo>
                  <a:lnTo>
                    <a:pt x="453238" y="244059"/>
                  </a:lnTo>
                  <a:lnTo>
                    <a:pt x="461052" y="243485"/>
                  </a:lnTo>
                  <a:lnTo>
                    <a:pt x="468866" y="242692"/>
                  </a:lnTo>
                  <a:lnTo>
                    <a:pt x="476681" y="242363"/>
                  </a:lnTo>
                  <a:lnTo>
                    <a:pt x="484495" y="241576"/>
                  </a:lnTo>
                  <a:lnTo>
                    <a:pt x="492310" y="241123"/>
                  </a:lnTo>
                  <a:lnTo>
                    <a:pt x="500124" y="240590"/>
                  </a:lnTo>
                  <a:lnTo>
                    <a:pt x="507939" y="240015"/>
                  </a:lnTo>
                  <a:lnTo>
                    <a:pt x="515753" y="239537"/>
                  </a:lnTo>
                  <a:lnTo>
                    <a:pt x="523568" y="238957"/>
                  </a:lnTo>
                  <a:lnTo>
                    <a:pt x="531382" y="238455"/>
                  </a:lnTo>
                  <a:lnTo>
                    <a:pt x="539196" y="237943"/>
                  </a:lnTo>
                  <a:lnTo>
                    <a:pt x="547011" y="237185"/>
                  </a:lnTo>
                  <a:lnTo>
                    <a:pt x="554825" y="236584"/>
                  </a:lnTo>
                  <a:lnTo>
                    <a:pt x="562640" y="235671"/>
                  </a:lnTo>
                  <a:lnTo>
                    <a:pt x="570454" y="234562"/>
                  </a:lnTo>
                  <a:lnTo>
                    <a:pt x="578269" y="233443"/>
                  </a:lnTo>
                  <a:lnTo>
                    <a:pt x="586083" y="232333"/>
                  </a:lnTo>
                  <a:lnTo>
                    <a:pt x="593898" y="231914"/>
                  </a:lnTo>
                  <a:lnTo>
                    <a:pt x="601712" y="231342"/>
                  </a:lnTo>
                  <a:lnTo>
                    <a:pt x="609526" y="230341"/>
                  </a:lnTo>
                  <a:lnTo>
                    <a:pt x="617341" y="229578"/>
                  </a:lnTo>
                  <a:lnTo>
                    <a:pt x="625155" y="229034"/>
                  </a:lnTo>
                  <a:lnTo>
                    <a:pt x="632970" y="228155"/>
                  </a:lnTo>
                  <a:lnTo>
                    <a:pt x="640784" y="227009"/>
                  </a:lnTo>
                  <a:lnTo>
                    <a:pt x="648599" y="226344"/>
                  </a:lnTo>
                  <a:lnTo>
                    <a:pt x="656413" y="225727"/>
                  </a:lnTo>
                  <a:lnTo>
                    <a:pt x="664228" y="225104"/>
                  </a:lnTo>
                  <a:lnTo>
                    <a:pt x="672042" y="224286"/>
                  </a:lnTo>
                  <a:lnTo>
                    <a:pt x="679857" y="223322"/>
                  </a:lnTo>
                  <a:lnTo>
                    <a:pt x="687671" y="222350"/>
                  </a:lnTo>
                  <a:lnTo>
                    <a:pt x="695485" y="221484"/>
                  </a:lnTo>
                  <a:lnTo>
                    <a:pt x="703300" y="220602"/>
                  </a:lnTo>
                  <a:lnTo>
                    <a:pt x="711114" y="219351"/>
                  </a:lnTo>
                  <a:lnTo>
                    <a:pt x="718929" y="218076"/>
                  </a:lnTo>
                  <a:lnTo>
                    <a:pt x="726743" y="217289"/>
                  </a:lnTo>
                  <a:lnTo>
                    <a:pt x="734558" y="216243"/>
                  </a:lnTo>
                  <a:lnTo>
                    <a:pt x="742372" y="215190"/>
                  </a:lnTo>
                  <a:lnTo>
                    <a:pt x="750187" y="214139"/>
                  </a:lnTo>
                  <a:lnTo>
                    <a:pt x="758001" y="213087"/>
                  </a:lnTo>
                  <a:lnTo>
                    <a:pt x="765815" y="211986"/>
                  </a:lnTo>
                  <a:lnTo>
                    <a:pt x="773630" y="210793"/>
                  </a:lnTo>
                  <a:lnTo>
                    <a:pt x="781444" y="209871"/>
                  </a:lnTo>
                  <a:lnTo>
                    <a:pt x="789259" y="208774"/>
                  </a:lnTo>
                  <a:lnTo>
                    <a:pt x="797073" y="207668"/>
                  </a:lnTo>
                  <a:lnTo>
                    <a:pt x="804888" y="206396"/>
                  </a:lnTo>
                  <a:lnTo>
                    <a:pt x="812702" y="205294"/>
                  </a:lnTo>
                  <a:lnTo>
                    <a:pt x="820517" y="204324"/>
                  </a:lnTo>
                  <a:lnTo>
                    <a:pt x="828331" y="203345"/>
                  </a:lnTo>
                  <a:lnTo>
                    <a:pt x="836145" y="202338"/>
                  </a:lnTo>
                  <a:lnTo>
                    <a:pt x="843960" y="200898"/>
                  </a:lnTo>
                  <a:lnTo>
                    <a:pt x="851774" y="199949"/>
                  </a:lnTo>
                  <a:lnTo>
                    <a:pt x="859589" y="199000"/>
                  </a:lnTo>
                  <a:lnTo>
                    <a:pt x="867403" y="198043"/>
                  </a:lnTo>
                  <a:lnTo>
                    <a:pt x="875218" y="197078"/>
                  </a:lnTo>
                  <a:lnTo>
                    <a:pt x="883032" y="196106"/>
                  </a:lnTo>
                  <a:lnTo>
                    <a:pt x="890847" y="195056"/>
                  </a:lnTo>
                  <a:lnTo>
                    <a:pt x="898661" y="193745"/>
                  </a:lnTo>
                  <a:lnTo>
                    <a:pt x="906476" y="192426"/>
                  </a:lnTo>
                  <a:lnTo>
                    <a:pt x="914290" y="191098"/>
                  </a:lnTo>
                  <a:lnTo>
                    <a:pt x="922104" y="189788"/>
                  </a:lnTo>
                  <a:lnTo>
                    <a:pt x="929919" y="188714"/>
                  </a:lnTo>
                  <a:lnTo>
                    <a:pt x="937733" y="187636"/>
                  </a:lnTo>
                  <a:lnTo>
                    <a:pt x="945548" y="186560"/>
                  </a:lnTo>
                  <a:lnTo>
                    <a:pt x="953362" y="185483"/>
                  </a:lnTo>
                  <a:lnTo>
                    <a:pt x="961177" y="184100"/>
                  </a:lnTo>
                  <a:lnTo>
                    <a:pt x="968991" y="182699"/>
                  </a:lnTo>
                  <a:lnTo>
                    <a:pt x="976806" y="181285"/>
                  </a:lnTo>
                  <a:lnTo>
                    <a:pt x="984620" y="179865"/>
                  </a:lnTo>
                  <a:lnTo>
                    <a:pt x="992434" y="178438"/>
                  </a:lnTo>
                  <a:lnTo>
                    <a:pt x="1000249" y="177006"/>
                  </a:lnTo>
                  <a:lnTo>
                    <a:pt x="1008063" y="175465"/>
                  </a:lnTo>
                  <a:lnTo>
                    <a:pt x="1015878" y="173872"/>
                  </a:lnTo>
                  <a:lnTo>
                    <a:pt x="1023692" y="172342"/>
                  </a:lnTo>
                  <a:lnTo>
                    <a:pt x="1031507" y="171070"/>
                  </a:lnTo>
                  <a:lnTo>
                    <a:pt x="1039321" y="169787"/>
                  </a:lnTo>
                  <a:lnTo>
                    <a:pt x="1047136" y="168349"/>
                  </a:lnTo>
                  <a:lnTo>
                    <a:pt x="1054950" y="167003"/>
                  </a:lnTo>
                  <a:lnTo>
                    <a:pt x="1062765" y="165650"/>
                  </a:lnTo>
                  <a:lnTo>
                    <a:pt x="1070579" y="164291"/>
                  </a:lnTo>
                  <a:lnTo>
                    <a:pt x="1078393" y="162927"/>
                  </a:lnTo>
                  <a:lnTo>
                    <a:pt x="1086208" y="161247"/>
                  </a:lnTo>
                  <a:lnTo>
                    <a:pt x="1094022" y="159521"/>
                  </a:lnTo>
                  <a:lnTo>
                    <a:pt x="1101837" y="157958"/>
                  </a:lnTo>
                  <a:lnTo>
                    <a:pt x="1109651" y="156454"/>
                  </a:lnTo>
                  <a:lnTo>
                    <a:pt x="1117466" y="154946"/>
                  </a:lnTo>
                  <a:lnTo>
                    <a:pt x="1125280" y="153436"/>
                  </a:lnTo>
                  <a:lnTo>
                    <a:pt x="1133095" y="151937"/>
                  </a:lnTo>
                  <a:lnTo>
                    <a:pt x="1140909" y="150434"/>
                  </a:lnTo>
                  <a:lnTo>
                    <a:pt x="1148723" y="149105"/>
                  </a:lnTo>
                  <a:lnTo>
                    <a:pt x="1156538" y="147943"/>
                  </a:lnTo>
                  <a:lnTo>
                    <a:pt x="1164352" y="146779"/>
                  </a:lnTo>
                  <a:lnTo>
                    <a:pt x="1172167" y="145615"/>
                  </a:lnTo>
                  <a:lnTo>
                    <a:pt x="1179981" y="144343"/>
                  </a:lnTo>
                  <a:lnTo>
                    <a:pt x="1187796" y="142475"/>
                  </a:lnTo>
                  <a:lnTo>
                    <a:pt x="1195610" y="140608"/>
                  </a:lnTo>
                  <a:lnTo>
                    <a:pt x="1203425" y="138741"/>
                  </a:lnTo>
                  <a:lnTo>
                    <a:pt x="1211239" y="136874"/>
                  </a:lnTo>
                  <a:lnTo>
                    <a:pt x="1219053" y="135175"/>
                  </a:lnTo>
                  <a:lnTo>
                    <a:pt x="1226868" y="133632"/>
                  </a:lnTo>
                  <a:lnTo>
                    <a:pt x="1234682" y="132099"/>
                  </a:lnTo>
                  <a:lnTo>
                    <a:pt x="1242497" y="130565"/>
                  </a:lnTo>
                  <a:lnTo>
                    <a:pt x="1250311" y="129094"/>
                  </a:lnTo>
                  <a:lnTo>
                    <a:pt x="1258126" y="127716"/>
                  </a:lnTo>
                  <a:lnTo>
                    <a:pt x="1265940" y="126336"/>
                  </a:lnTo>
                  <a:lnTo>
                    <a:pt x="1273755" y="124953"/>
                  </a:lnTo>
                  <a:lnTo>
                    <a:pt x="1281569" y="123568"/>
                  </a:lnTo>
                  <a:lnTo>
                    <a:pt x="1289384" y="122181"/>
                  </a:lnTo>
                  <a:lnTo>
                    <a:pt x="1297198" y="120793"/>
                  </a:lnTo>
                  <a:lnTo>
                    <a:pt x="1305012" y="119403"/>
                  </a:lnTo>
                  <a:lnTo>
                    <a:pt x="1312827" y="118011"/>
                  </a:lnTo>
                  <a:lnTo>
                    <a:pt x="1320641" y="116618"/>
                  </a:lnTo>
                  <a:lnTo>
                    <a:pt x="1328456" y="115224"/>
                  </a:lnTo>
                  <a:lnTo>
                    <a:pt x="1336270" y="113828"/>
                  </a:lnTo>
                  <a:lnTo>
                    <a:pt x="1344085" y="112431"/>
                  </a:lnTo>
                  <a:lnTo>
                    <a:pt x="1351899" y="111034"/>
                  </a:lnTo>
                  <a:lnTo>
                    <a:pt x="1359714" y="109636"/>
                  </a:lnTo>
                  <a:lnTo>
                    <a:pt x="1367528" y="108237"/>
                  </a:lnTo>
                  <a:lnTo>
                    <a:pt x="1375342" y="106838"/>
                  </a:lnTo>
                  <a:lnTo>
                    <a:pt x="1383157" y="105438"/>
                  </a:lnTo>
                  <a:lnTo>
                    <a:pt x="1390971" y="104039"/>
                  </a:lnTo>
                  <a:lnTo>
                    <a:pt x="1398786" y="102639"/>
                  </a:lnTo>
                  <a:lnTo>
                    <a:pt x="1406600" y="101239"/>
                  </a:lnTo>
                  <a:lnTo>
                    <a:pt x="1414415" y="99840"/>
                  </a:lnTo>
                  <a:lnTo>
                    <a:pt x="1422229" y="98440"/>
                  </a:lnTo>
                  <a:lnTo>
                    <a:pt x="1430044" y="97042"/>
                  </a:lnTo>
                  <a:lnTo>
                    <a:pt x="1437858" y="95644"/>
                  </a:lnTo>
                  <a:lnTo>
                    <a:pt x="1445672" y="94246"/>
                  </a:lnTo>
                  <a:lnTo>
                    <a:pt x="1453487" y="92850"/>
                  </a:lnTo>
                  <a:lnTo>
                    <a:pt x="1461301" y="91454"/>
                  </a:lnTo>
                  <a:lnTo>
                    <a:pt x="1469116" y="90060"/>
                  </a:lnTo>
                  <a:lnTo>
                    <a:pt x="1476930" y="88667"/>
                  </a:lnTo>
                  <a:lnTo>
                    <a:pt x="1484745" y="87275"/>
                  </a:lnTo>
                  <a:lnTo>
                    <a:pt x="1492559" y="85885"/>
                  </a:lnTo>
                  <a:lnTo>
                    <a:pt x="1500374" y="84497"/>
                  </a:lnTo>
                  <a:lnTo>
                    <a:pt x="1508188" y="83052"/>
                  </a:lnTo>
                  <a:lnTo>
                    <a:pt x="1516003" y="81591"/>
                  </a:lnTo>
                  <a:lnTo>
                    <a:pt x="1523817" y="80134"/>
                  </a:lnTo>
                  <a:lnTo>
                    <a:pt x="1531631" y="78679"/>
                  </a:lnTo>
                  <a:lnTo>
                    <a:pt x="1539446" y="77227"/>
                  </a:lnTo>
                  <a:lnTo>
                    <a:pt x="1547260" y="75779"/>
                  </a:lnTo>
                  <a:lnTo>
                    <a:pt x="1555075" y="74212"/>
                  </a:lnTo>
                  <a:lnTo>
                    <a:pt x="1562889" y="72482"/>
                  </a:lnTo>
                  <a:lnTo>
                    <a:pt x="1570704" y="70759"/>
                  </a:lnTo>
                  <a:lnTo>
                    <a:pt x="1578518" y="69044"/>
                  </a:lnTo>
                  <a:lnTo>
                    <a:pt x="1586333" y="67337"/>
                  </a:lnTo>
                  <a:lnTo>
                    <a:pt x="1594147" y="65638"/>
                  </a:lnTo>
                  <a:lnTo>
                    <a:pt x="1601961" y="63947"/>
                  </a:lnTo>
                  <a:lnTo>
                    <a:pt x="1609776" y="62360"/>
                  </a:lnTo>
                  <a:lnTo>
                    <a:pt x="1617590" y="61236"/>
                  </a:lnTo>
                  <a:lnTo>
                    <a:pt x="1625405" y="60121"/>
                  </a:lnTo>
                  <a:lnTo>
                    <a:pt x="1633219" y="59025"/>
                  </a:lnTo>
                  <a:lnTo>
                    <a:pt x="1641034" y="57942"/>
                  </a:lnTo>
                  <a:lnTo>
                    <a:pt x="1648848" y="56868"/>
                  </a:lnTo>
                  <a:lnTo>
                    <a:pt x="1656663" y="55598"/>
                  </a:lnTo>
                  <a:lnTo>
                    <a:pt x="1664477" y="54112"/>
                  </a:lnTo>
                  <a:lnTo>
                    <a:pt x="1672291" y="52635"/>
                  </a:lnTo>
                  <a:lnTo>
                    <a:pt x="1680106" y="51345"/>
                  </a:lnTo>
                  <a:lnTo>
                    <a:pt x="1687920" y="50310"/>
                  </a:lnTo>
                  <a:lnTo>
                    <a:pt x="1695735" y="49101"/>
                  </a:lnTo>
                  <a:lnTo>
                    <a:pt x="1703549" y="47740"/>
                  </a:lnTo>
                  <a:lnTo>
                    <a:pt x="1711364" y="46385"/>
                  </a:lnTo>
                  <a:lnTo>
                    <a:pt x="1719178" y="45035"/>
                  </a:lnTo>
                  <a:lnTo>
                    <a:pt x="1726993" y="43692"/>
                  </a:lnTo>
                  <a:lnTo>
                    <a:pt x="1734807" y="42354"/>
                  </a:lnTo>
                  <a:lnTo>
                    <a:pt x="1742622" y="41023"/>
                  </a:lnTo>
                  <a:lnTo>
                    <a:pt x="1750436" y="39699"/>
                  </a:lnTo>
                  <a:lnTo>
                    <a:pt x="1758250" y="38381"/>
                  </a:lnTo>
                  <a:lnTo>
                    <a:pt x="1766065" y="37069"/>
                  </a:lnTo>
                  <a:lnTo>
                    <a:pt x="1773879" y="35764"/>
                  </a:lnTo>
                  <a:lnTo>
                    <a:pt x="1781694" y="34466"/>
                  </a:lnTo>
                  <a:lnTo>
                    <a:pt x="1789508" y="33174"/>
                  </a:lnTo>
                  <a:lnTo>
                    <a:pt x="1797323" y="31890"/>
                  </a:lnTo>
                  <a:lnTo>
                    <a:pt x="1805137" y="30613"/>
                  </a:lnTo>
                  <a:lnTo>
                    <a:pt x="1812952" y="29342"/>
                  </a:lnTo>
                  <a:lnTo>
                    <a:pt x="1820766" y="28079"/>
                  </a:lnTo>
                  <a:lnTo>
                    <a:pt x="1828580" y="26823"/>
                  </a:lnTo>
                  <a:lnTo>
                    <a:pt x="1836395" y="25588"/>
                  </a:lnTo>
                  <a:lnTo>
                    <a:pt x="1844209" y="24363"/>
                  </a:lnTo>
                  <a:lnTo>
                    <a:pt x="1852024" y="23144"/>
                  </a:lnTo>
                  <a:lnTo>
                    <a:pt x="1859838" y="22032"/>
                  </a:lnTo>
                  <a:lnTo>
                    <a:pt x="1867653" y="21373"/>
                  </a:lnTo>
                  <a:lnTo>
                    <a:pt x="1875467" y="20720"/>
                  </a:lnTo>
                  <a:lnTo>
                    <a:pt x="1883282" y="20073"/>
                  </a:lnTo>
                  <a:lnTo>
                    <a:pt x="1891096" y="19433"/>
                  </a:lnTo>
                  <a:lnTo>
                    <a:pt x="1898910" y="18686"/>
                  </a:lnTo>
                  <a:lnTo>
                    <a:pt x="1906725" y="17535"/>
                  </a:lnTo>
                  <a:lnTo>
                    <a:pt x="1914539" y="16390"/>
                  </a:lnTo>
                  <a:lnTo>
                    <a:pt x="1922354" y="15252"/>
                  </a:lnTo>
                  <a:lnTo>
                    <a:pt x="1930168" y="14120"/>
                  </a:lnTo>
                  <a:lnTo>
                    <a:pt x="1937983" y="12996"/>
                  </a:lnTo>
                  <a:lnTo>
                    <a:pt x="1945797" y="11879"/>
                  </a:lnTo>
                  <a:lnTo>
                    <a:pt x="1953612" y="10768"/>
                  </a:lnTo>
                  <a:lnTo>
                    <a:pt x="1961426" y="9665"/>
                  </a:lnTo>
                  <a:lnTo>
                    <a:pt x="1969241" y="8570"/>
                  </a:lnTo>
                  <a:lnTo>
                    <a:pt x="1977055" y="7375"/>
                  </a:lnTo>
                  <a:lnTo>
                    <a:pt x="1984869" y="6123"/>
                  </a:lnTo>
                  <a:lnTo>
                    <a:pt x="1992684" y="4880"/>
                  </a:lnTo>
                  <a:lnTo>
                    <a:pt x="2000498" y="3646"/>
                  </a:lnTo>
                  <a:lnTo>
                    <a:pt x="2008313" y="2421"/>
                  </a:lnTo>
                  <a:lnTo>
                    <a:pt x="2016127" y="1206"/>
                  </a:lnTo>
                  <a:lnTo>
                    <a:pt x="202394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7" name="pl246"/>
            <p:cNvSpPr/>
            <p:nvPr/>
          </p:nvSpPr>
          <p:spPr>
            <a:xfrm>
              <a:off x="6041499" y="3810869"/>
              <a:ext cx="2023942" cy="32720"/>
            </a:xfrm>
            <a:custGeom>
              <a:avLst/>
              <a:pathLst>
                <a:path w="2023942" h="32720">
                  <a:moveTo>
                    <a:pt x="2023942" y="32720"/>
                  </a:moveTo>
                  <a:lnTo>
                    <a:pt x="2016127" y="32616"/>
                  </a:lnTo>
                  <a:lnTo>
                    <a:pt x="2008313" y="32512"/>
                  </a:lnTo>
                  <a:lnTo>
                    <a:pt x="2000498" y="32442"/>
                  </a:lnTo>
                  <a:lnTo>
                    <a:pt x="1992684" y="32417"/>
                  </a:lnTo>
                  <a:lnTo>
                    <a:pt x="1984869" y="32391"/>
                  </a:lnTo>
                  <a:lnTo>
                    <a:pt x="1977055" y="32365"/>
                  </a:lnTo>
                  <a:lnTo>
                    <a:pt x="1969241" y="32339"/>
                  </a:lnTo>
                  <a:lnTo>
                    <a:pt x="1961426" y="32312"/>
                  </a:lnTo>
                  <a:lnTo>
                    <a:pt x="1953612" y="32285"/>
                  </a:lnTo>
                  <a:lnTo>
                    <a:pt x="1945797" y="32258"/>
                  </a:lnTo>
                  <a:lnTo>
                    <a:pt x="1937983" y="32230"/>
                  </a:lnTo>
                  <a:lnTo>
                    <a:pt x="1930168" y="32202"/>
                  </a:lnTo>
                  <a:lnTo>
                    <a:pt x="1922354" y="32174"/>
                  </a:lnTo>
                  <a:lnTo>
                    <a:pt x="1914539" y="32145"/>
                  </a:lnTo>
                  <a:lnTo>
                    <a:pt x="1906725" y="32116"/>
                  </a:lnTo>
                  <a:lnTo>
                    <a:pt x="1898910" y="32087"/>
                  </a:lnTo>
                  <a:lnTo>
                    <a:pt x="1891096" y="32057"/>
                  </a:lnTo>
                  <a:lnTo>
                    <a:pt x="1883282" y="32027"/>
                  </a:lnTo>
                  <a:lnTo>
                    <a:pt x="1875467" y="31997"/>
                  </a:lnTo>
                  <a:lnTo>
                    <a:pt x="1867653" y="31966"/>
                  </a:lnTo>
                  <a:lnTo>
                    <a:pt x="1859838" y="31935"/>
                  </a:lnTo>
                  <a:lnTo>
                    <a:pt x="1852024" y="31903"/>
                  </a:lnTo>
                  <a:lnTo>
                    <a:pt x="1844209" y="31871"/>
                  </a:lnTo>
                  <a:lnTo>
                    <a:pt x="1836395" y="31839"/>
                  </a:lnTo>
                  <a:lnTo>
                    <a:pt x="1828580" y="31806"/>
                  </a:lnTo>
                  <a:lnTo>
                    <a:pt x="1820766" y="31773"/>
                  </a:lnTo>
                  <a:lnTo>
                    <a:pt x="1812952" y="31740"/>
                  </a:lnTo>
                  <a:lnTo>
                    <a:pt x="1805137" y="31706"/>
                  </a:lnTo>
                  <a:lnTo>
                    <a:pt x="1797323" y="31671"/>
                  </a:lnTo>
                  <a:lnTo>
                    <a:pt x="1789508" y="31637"/>
                  </a:lnTo>
                  <a:lnTo>
                    <a:pt x="1781694" y="31601"/>
                  </a:lnTo>
                  <a:lnTo>
                    <a:pt x="1773879" y="31566"/>
                  </a:lnTo>
                  <a:lnTo>
                    <a:pt x="1766065" y="31530"/>
                  </a:lnTo>
                  <a:lnTo>
                    <a:pt x="1758250" y="31493"/>
                  </a:lnTo>
                  <a:lnTo>
                    <a:pt x="1750436" y="31456"/>
                  </a:lnTo>
                  <a:lnTo>
                    <a:pt x="1742622" y="31419"/>
                  </a:lnTo>
                  <a:lnTo>
                    <a:pt x="1734807" y="31381"/>
                  </a:lnTo>
                  <a:lnTo>
                    <a:pt x="1726993" y="31343"/>
                  </a:lnTo>
                  <a:lnTo>
                    <a:pt x="1719178" y="31304"/>
                  </a:lnTo>
                  <a:lnTo>
                    <a:pt x="1711364" y="31265"/>
                  </a:lnTo>
                  <a:lnTo>
                    <a:pt x="1703549" y="31225"/>
                  </a:lnTo>
                  <a:lnTo>
                    <a:pt x="1695735" y="31185"/>
                  </a:lnTo>
                  <a:lnTo>
                    <a:pt x="1687920" y="31144"/>
                  </a:lnTo>
                  <a:lnTo>
                    <a:pt x="1680106" y="31103"/>
                  </a:lnTo>
                  <a:lnTo>
                    <a:pt x="1672291" y="31061"/>
                  </a:lnTo>
                  <a:lnTo>
                    <a:pt x="1664477" y="31018"/>
                  </a:lnTo>
                  <a:lnTo>
                    <a:pt x="1656663" y="30973"/>
                  </a:lnTo>
                  <a:lnTo>
                    <a:pt x="1648848" y="30928"/>
                  </a:lnTo>
                  <a:lnTo>
                    <a:pt x="1641034" y="30882"/>
                  </a:lnTo>
                  <a:lnTo>
                    <a:pt x="1633219" y="30836"/>
                  </a:lnTo>
                  <a:lnTo>
                    <a:pt x="1625405" y="30789"/>
                  </a:lnTo>
                  <a:lnTo>
                    <a:pt x="1617590" y="30741"/>
                  </a:lnTo>
                  <a:lnTo>
                    <a:pt x="1609776" y="30693"/>
                  </a:lnTo>
                  <a:lnTo>
                    <a:pt x="1601961" y="30644"/>
                  </a:lnTo>
                  <a:lnTo>
                    <a:pt x="1594147" y="30595"/>
                  </a:lnTo>
                  <a:lnTo>
                    <a:pt x="1586333" y="30471"/>
                  </a:lnTo>
                  <a:lnTo>
                    <a:pt x="1578518" y="30343"/>
                  </a:lnTo>
                  <a:lnTo>
                    <a:pt x="1570704" y="30214"/>
                  </a:lnTo>
                  <a:lnTo>
                    <a:pt x="1562889" y="30082"/>
                  </a:lnTo>
                  <a:lnTo>
                    <a:pt x="1555075" y="29949"/>
                  </a:lnTo>
                  <a:lnTo>
                    <a:pt x="1547260" y="29815"/>
                  </a:lnTo>
                  <a:lnTo>
                    <a:pt x="1539446" y="29678"/>
                  </a:lnTo>
                  <a:lnTo>
                    <a:pt x="1531631" y="29540"/>
                  </a:lnTo>
                  <a:lnTo>
                    <a:pt x="1523817" y="29413"/>
                  </a:lnTo>
                  <a:lnTo>
                    <a:pt x="1516003" y="29381"/>
                  </a:lnTo>
                  <a:lnTo>
                    <a:pt x="1508188" y="29347"/>
                  </a:lnTo>
                  <a:lnTo>
                    <a:pt x="1500374" y="29314"/>
                  </a:lnTo>
                  <a:lnTo>
                    <a:pt x="1492559" y="29279"/>
                  </a:lnTo>
                  <a:lnTo>
                    <a:pt x="1484745" y="29244"/>
                  </a:lnTo>
                  <a:lnTo>
                    <a:pt x="1476930" y="29208"/>
                  </a:lnTo>
                  <a:lnTo>
                    <a:pt x="1469116" y="29172"/>
                  </a:lnTo>
                  <a:lnTo>
                    <a:pt x="1461301" y="29135"/>
                  </a:lnTo>
                  <a:lnTo>
                    <a:pt x="1453487" y="29097"/>
                  </a:lnTo>
                  <a:lnTo>
                    <a:pt x="1445672" y="29058"/>
                  </a:lnTo>
                  <a:lnTo>
                    <a:pt x="1437858" y="29019"/>
                  </a:lnTo>
                  <a:lnTo>
                    <a:pt x="1430044" y="28979"/>
                  </a:lnTo>
                  <a:lnTo>
                    <a:pt x="1422229" y="28938"/>
                  </a:lnTo>
                  <a:lnTo>
                    <a:pt x="1414415" y="28897"/>
                  </a:lnTo>
                  <a:lnTo>
                    <a:pt x="1406600" y="28854"/>
                  </a:lnTo>
                  <a:lnTo>
                    <a:pt x="1398786" y="28811"/>
                  </a:lnTo>
                  <a:lnTo>
                    <a:pt x="1390971" y="28765"/>
                  </a:lnTo>
                  <a:lnTo>
                    <a:pt x="1383157" y="28718"/>
                  </a:lnTo>
                  <a:lnTo>
                    <a:pt x="1375342" y="28670"/>
                  </a:lnTo>
                  <a:lnTo>
                    <a:pt x="1367528" y="28524"/>
                  </a:lnTo>
                  <a:lnTo>
                    <a:pt x="1359714" y="28237"/>
                  </a:lnTo>
                  <a:lnTo>
                    <a:pt x="1351899" y="27948"/>
                  </a:lnTo>
                  <a:lnTo>
                    <a:pt x="1344085" y="27657"/>
                  </a:lnTo>
                  <a:lnTo>
                    <a:pt x="1336270" y="27363"/>
                  </a:lnTo>
                  <a:lnTo>
                    <a:pt x="1328456" y="27100"/>
                  </a:lnTo>
                  <a:lnTo>
                    <a:pt x="1320641" y="27008"/>
                  </a:lnTo>
                  <a:lnTo>
                    <a:pt x="1312827" y="26914"/>
                  </a:lnTo>
                  <a:lnTo>
                    <a:pt x="1305012" y="26818"/>
                  </a:lnTo>
                  <a:lnTo>
                    <a:pt x="1297198" y="26720"/>
                  </a:lnTo>
                  <a:lnTo>
                    <a:pt x="1289384" y="26620"/>
                  </a:lnTo>
                  <a:lnTo>
                    <a:pt x="1281569" y="26517"/>
                  </a:lnTo>
                  <a:lnTo>
                    <a:pt x="1273755" y="26413"/>
                  </a:lnTo>
                  <a:lnTo>
                    <a:pt x="1265940" y="26306"/>
                  </a:lnTo>
                  <a:lnTo>
                    <a:pt x="1258126" y="26197"/>
                  </a:lnTo>
                  <a:lnTo>
                    <a:pt x="1250311" y="26086"/>
                  </a:lnTo>
                  <a:lnTo>
                    <a:pt x="1242497" y="25973"/>
                  </a:lnTo>
                  <a:lnTo>
                    <a:pt x="1234682" y="25857"/>
                  </a:lnTo>
                  <a:lnTo>
                    <a:pt x="1226868" y="25739"/>
                  </a:lnTo>
                  <a:lnTo>
                    <a:pt x="1219053" y="25615"/>
                  </a:lnTo>
                  <a:lnTo>
                    <a:pt x="1211239" y="25450"/>
                  </a:lnTo>
                  <a:lnTo>
                    <a:pt x="1203425" y="25290"/>
                  </a:lnTo>
                  <a:lnTo>
                    <a:pt x="1195610" y="25115"/>
                  </a:lnTo>
                  <a:lnTo>
                    <a:pt x="1187796" y="25021"/>
                  </a:lnTo>
                  <a:lnTo>
                    <a:pt x="1179981" y="24935"/>
                  </a:lnTo>
                  <a:lnTo>
                    <a:pt x="1172167" y="24847"/>
                  </a:lnTo>
                  <a:lnTo>
                    <a:pt x="1164352" y="24710"/>
                  </a:lnTo>
                  <a:lnTo>
                    <a:pt x="1156538" y="24570"/>
                  </a:lnTo>
                  <a:lnTo>
                    <a:pt x="1148723" y="24426"/>
                  </a:lnTo>
                  <a:lnTo>
                    <a:pt x="1140909" y="24277"/>
                  </a:lnTo>
                  <a:lnTo>
                    <a:pt x="1133095" y="24126"/>
                  </a:lnTo>
                  <a:lnTo>
                    <a:pt x="1125280" y="23971"/>
                  </a:lnTo>
                  <a:lnTo>
                    <a:pt x="1117466" y="23815"/>
                  </a:lnTo>
                  <a:lnTo>
                    <a:pt x="1109651" y="23656"/>
                  </a:lnTo>
                  <a:lnTo>
                    <a:pt x="1101837" y="23492"/>
                  </a:lnTo>
                  <a:lnTo>
                    <a:pt x="1094022" y="23324"/>
                  </a:lnTo>
                  <a:lnTo>
                    <a:pt x="1086208" y="23153"/>
                  </a:lnTo>
                  <a:lnTo>
                    <a:pt x="1078393" y="22979"/>
                  </a:lnTo>
                  <a:lnTo>
                    <a:pt x="1070579" y="22805"/>
                  </a:lnTo>
                  <a:lnTo>
                    <a:pt x="1062765" y="22646"/>
                  </a:lnTo>
                  <a:lnTo>
                    <a:pt x="1054950" y="22509"/>
                  </a:lnTo>
                  <a:lnTo>
                    <a:pt x="1047136" y="22370"/>
                  </a:lnTo>
                  <a:lnTo>
                    <a:pt x="1039321" y="22256"/>
                  </a:lnTo>
                  <a:lnTo>
                    <a:pt x="1031507" y="22165"/>
                  </a:lnTo>
                  <a:lnTo>
                    <a:pt x="1023692" y="22074"/>
                  </a:lnTo>
                  <a:lnTo>
                    <a:pt x="1015878" y="21983"/>
                  </a:lnTo>
                  <a:lnTo>
                    <a:pt x="1008063" y="21868"/>
                  </a:lnTo>
                  <a:lnTo>
                    <a:pt x="1000249" y="21743"/>
                  </a:lnTo>
                  <a:lnTo>
                    <a:pt x="992434" y="21616"/>
                  </a:lnTo>
                  <a:lnTo>
                    <a:pt x="984620" y="21403"/>
                  </a:lnTo>
                  <a:lnTo>
                    <a:pt x="976806" y="21207"/>
                  </a:lnTo>
                  <a:lnTo>
                    <a:pt x="968991" y="21114"/>
                  </a:lnTo>
                  <a:lnTo>
                    <a:pt x="961177" y="21020"/>
                  </a:lnTo>
                  <a:lnTo>
                    <a:pt x="953362" y="20926"/>
                  </a:lnTo>
                  <a:lnTo>
                    <a:pt x="945548" y="20811"/>
                  </a:lnTo>
                  <a:lnTo>
                    <a:pt x="937733" y="20671"/>
                  </a:lnTo>
                  <a:lnTo>
                    <a:pt x="929919" y="20529"/>
                  </a:lnTo>
                  <a:lnTo>
                    <a:pt x="922104" y="20385"/>
                  </a:lnTo>
                  <a:lnTo>
                    <a:pt x="914290" y="20239"/>
                  </a:lnTo>
                  <a:lnTo>
                    <a:pt x="906476" y="20091"/>
                  </a:lnTo>
                  <a:lnTo>
                    <a:pt x="898661" y="19941"/>
                  </a:lnTo>
                  <a:lnTo>
                    <a:pt x="890847" y="19788"/>
                  </a:lnTo>
                  <a:lnTo>
                    <a:pt x="883032" y="19633"/>
                  </a:lnTo>
                  <a:lnTo>
                    <a:pt x="875218" y="19477"/>
                  </a:lnTo>
                  <a:lnTo>
                    <a:pt x="867403" y="19317"/>
                  </a:lnTo>
                  <a:lnTo>
                    <a:pt x="859589" y="19154"/>
                  </a:lnTo>
                  <a:lnTo>
                    <a:pt x="851774" y="18988"/>
                  </a:lnTo>
                  <a:lnTo>
                    <a:pt x="843960" y="18887"/>
                  </a:lnTo>
                  <a:lnTo>
                    <a:pt x="836145" y="18789"/>
                  </a:lnTo>
                  <a:lnTo>
                    <a:pt x="828331" y="18690"/>
                  </a:lnTo>
                  <a:lnTo>
                    <a:pt x="820517" y="18588"/>
                  </a:lnTo>
                  <a:lnTo>
                    <a:pt x="812702" y="18485"/>
                  </a:lnTo>
                  <a:lnTo>
                    <a:pt x="804888" y="18381"/>
                  </a:lnTo>
                  <a:lnTo>
                    <a:pt x="797073" y="18258"/>
                  </a:lnTo>
                  <a:lnTo>
                    <a:pt x="789259" y="18064"/>
                  </a:lnTo>
                  <a:lnTo>
                    <a:pt x="781444" y="17902"/>
                  </a:lnTo>
                  <a:lnTo>
                    <a:pt x="773630" y="17697"/>
                  </a:lnTo>
                  <a:lnTo>
                    <a:pt x="765815" y="17639"/>
                  </a:lnTo>
                  <a:lnTo>
                    <a:pt x="758001" y="17611"/>
                  </a:lnTo>
                  <a:lnTo>
                    <a:pt x="750187" y="17582"/>
                  </a:lnTo>
                  <a:lnTo>
                    <a:pt x="742372" y="17495"/>
                  </a:lnTo>
                  <a:lnTo>
                    <a:pt x="734558" y="17378"/>
                  </a:lnTo>
                  <a:lnTo>
                    <a:pt x="726743" y="17253"/>
                  </a:lnTo>
                  <a:lnTo>
                    <a:pt x="718929" y="16843"/>
                  </a:lnTo>
                  <a:lnTo>
                    <a:pt x="711114" y="16761"/>
                  </a:lnTo>
                  <a:lnTo>
                    <a:pt x="703300" y="16599"/>
                  </a:lnTo>
                  <a:lnTo>
                    <a:pt x="695485" y="16189"/>
                  </a:lnTo>
                  <a:lnTo>
                    <a:pt x="687671" y="15775"/>
                  </a:lnTo>
                  <a:lnTo>
                    <a:pt x="679857" y="15353"/>
                  </a:lnTo>
                  <a:lnTo>
                    <a:pt x="672042" y="14929"/>
                  </a:lnTo>
                  <a:lnTo>
                    <a:pt x="664228" y="14542"/>
                  </a:lnTo>
                  <a:lnTo>
                    <a:pt x="656413" y="14361"/>
                  </a:lnTo>
                  <a:lnTo>
                    <a:pt x="648599" y="14179"/>
                  </a:lnTo>
                  <a:lnTo>
                    <a:pt x="640784" y="13996"/>
                  </a:lnTo>
                  <a:lnTo>
                    <a:pt x="632970" y="13738"/>
                  </a:lnTo>
                  <a:lnTo>
                    <a:pt x="625155" y="13421"/>
                  </a:lnTo>
                  <a:lnTo>
                    <a:pt x="617341" y="13245"/>
                  </a:lnTo>
                  <a:lnTo>
                    <a:pt x="609526" y="13068"/>
                  </a:lnTo>
                  <a:lnTo>
                    <a:pt x="601712" y="12888"/>
                  </a:lnTo>
                  <a:lnTo>
                    <a:pt x="593898" y="12706"/>
                  </a:lnTo>
                  <a:lnTo>
                    <a:pt x="586083" y="12523"/>
                  </a:lnTo>
                  <a:lnTo>
                    <a:pt x="578269" y="12336"/>
                  </a:lnTo>
                  <a:lnTo>
                    <a:pt x="570454" y="12148"/>
                  </a:lnTo>
                  <a:lnTo>
                    <a:pt x="562640" y="11958"/>
                  </a:lnTo>
                  <a:lnTo>
                    <a:pt x="554825" y="11774"/>
                  </a:lnTo>
                  <a:lnTo>
                    <a:pt x="547011" y="11745"/>
                  </a:lnTo>
                  <a:lnTo>
                    <a:pt x="539196" y="11554"/>
                  </a:lnTo>
                  <a:lnTo>
                    <a:pt x="531382" y="11362"/>
                  </a:lnTo>
                  <a:lnTo>
                    <a:pt x="523568" y="11157"/>
                  </a:lnTo>
                  <a:lnTo>
                    <a:pt x="515753" y="10947"/>
                  </a:lnTo>
                  <a:lnTo>
                    <a:pt x="507939" y="10560"/>
                  </a:lnTo>
                  <a:lnTo>
                    <a:pt x="500124" y="10351"/>
                  </a:lnTo>
                  <a:lnTo>
                    <a:pt x="492310" y="10136"/>
                  </a:lnTo>
                  <a:lnTo>
                    <a:pt x="484495" y="9779"/>
                  </a:lnTo>
                  <a:lnTo>
                    <a:pt x="476681" y="9380"/>
                  </a:lnTo>
                  <a:lnTo>
                    <a:pt x="468866" y="8978"/>
                  </a:lnTo>
                  <a:lnTo>
                    <a:pt x="461052" y="8699"/>
                  </a:lnTo>
                  <a:lnTo>
                    <a:pt x="453238" y="8604"/>
                  </a:lnTo>
                  <a:lnTo>
                    <a:pt x="445423" y="8493"/>
                  </a:lnTo>
                  <a:lnTo>
                    <a:pt x="437609" y="8085"/>
                  </a:lnTo>
                  <a:lnTo>
                    <a:pt x="429794" y="7800"/>
                  </a:lnTo>
                  <a:lnTo>
                    <a:pt x="421980" y="7917"/>
                  </a:lnTo>
                  <a:lnTo>
                    <a:pt x="414165" y="7577"/>
                  </a:lnTo>
                  <a:lnTo>
                    <a:pt x="406351" y="7056"/>
                  </a:lnTo>
                  <a:lnTo>
                    <a:pt x="398536" y="6525"/>
                  </a:lnTo>
                  <a:lnTo>
                    <a:pt x="390722" y="6540"/>
                  </a:lnTo>
                  <a:lnTo>
                    <a:pt x="382907" y="6110"/>
                  </a:lnTo>
                  <a:lnTo>
                    <a:pt x="375093" y="5423"/>
                  </a:lnTo>
                  <a:lnTo>
                    <a:pt x="367279" y="5054"/>
                  </a:lnTo>
                  <a:lnTo>
                    <a:pt x="359464" y="4469"/>
                  </a:lnTo>
                  <a:lnTo>
                    <a:pt x="351650" y="4186"/>
                  </a:lnTo>
                  <a:lnTo>
                    <a:pt x="343835" y="4097"/>
                  </a:lnTo>
                  <a:lnTo>
                    <a:pt x="336021" y="4029"/>
                  </a:lnTo>
                  <a:lnTo>
                    <a:pt x="328206" y="3955"/>
                  </a:lnTo>
                  <a:lnTo>
                    <a:pt x="320392" y="3890"/>
                  </a:lnTo>
                  <a:lnTo>
                    <a:pt x="312577" y="3584"/>
                  </a:lnTo>
                  <a:lnTo>
                    <a:pt x="304763" y="3333"/>
                  </a:lnTo>
                  <a:lnTo>
                    <a:pt x="296949" y="3270"/>
                  </a:lnTo>
                  <a:lnTo>
                    <a:pt x="289134" y="3207"/>
                  </a:lnTo>
                  <a:lnTo>
                    <a:pt x="281320" y="3144"/>
                  </a:lnTo>
                  <a:lnTo>
                    <a:pt x="273505" y="2987"/>
                  </a:lnTo>
                  <a:lnTo>
                    <a:pt x="265691" y="2713"/>
                  </a:lnTo>
                  <a:lnTo>
                    <a:pt x="257876" y="2504"/>
                  </a:lnTo>
                  <a:lnTo>
                    <a:pt x="250062" y="2207"/>
                  </a:lnTo>
                  <a:lnTo>
                    <a:pt x="242247" y="1904"/>
                  </a:lnTo>
                  <a:lnTo>
                    <a:pt x="234433" y="1710"/>
                  </a:lnTo>
                  <a:lnTo>
                    <a:pt x="226619" y="1775"/>
                  </a:lnTo>
                  <a:lnTo>
                    <a:pt x="218804" y="1847"/>
                  </a:lnTo>
                  <a:lnTo>
                    <a:pt x="210990" y="1802"/>
                  </a:lnTo>
                  <a:lnTo>
                    <a:pt x="203175" y="1537"/>
                  </a:lnTo>
                  <a:lnTo>
                    <a:pt x="195361" y="1481"/>
                  </a:lnTo>
                  <a:lnTo>
                    <a:pt x="187546" y="1426"/>
                  </a:lnTo>
                  <a:lnTo>
                    <a:pt x="179732" y="1213"/>
                  </a:lnTo>
                  <a:lnTo>
                    <a:pt x="171917" y="1021"/>
                  </a:lnTo>
                  <a:lnTo>
                    <a:pt x="164103" y="983"/>
                  </a:lnTo>
                  <a:lnTo>
                    <a:pt x="156288" y="800"/>
                  </a:lnTo>
                  <a:lnTo>
                    <a:pt x="148474" y="732"/>
                  </a:lnTo>
                  <a:lnTo>
                    <a:pt x="140660" y="609"/>
                  </a:lnTo>
                  <a:lnTo>
                    <a:pt x="132845" y="591"/>
                  </a:lnTo>
                  <a:lnTo>
                    <a:pt x="125031" y="526"/>
                  </a:lnTo>
                  <a:lnTo>
                    <a:pt x="117216" y="237"/>
                  </a:lnTo>
                  <a:lnTo>
                    <a:pt x="109402" y="453"/>
                  </a:lnTo>
                  <a:lnTo>
                    <a:pt x="101587" y="324"/>
                  </a:lnTo>
                  <a:lnTo>
                    <a:pt x="93773" y="171"/>
                  </a:lnTo>
                  <a:lnTo>
                    <a:pt x="85958" y="30"/>
                  </a:lnTo>
                  <a:lnTo>
                    <a:pt x="78144" y="122"/>
                  </a:lnTo>
                  <a:lnTo>
                    <a:pt x="70330" y="88"/>
                  </a:lnTo>
                  <a:lnTo>
                    <a:pt x="62515" y="0"/>
                  </a:lnTo>
                  <a:lnTo>
                    <a:pt x="54701" y="240"/>
                  </a:lnTo>
                  <a:lnTo>
                    <a:pt x="46886" y="300"/>
                  </a:lnTo>
                  <a:lnTo>
                    <a:pt x="39072" y="291"/>
                  </a:lnTo>
                  <a:lnTo>
                    <a:pt x="31257" y="245"/>
                  </a:lnTo>
                  <a:lnTo>
                    <a:pt x="23443" y="208"/>
                  </a:lnTo>
                  <a:lnTo>
                    <a:pt x="15628" y="341"/>
                  </a:lnTo>
                  <a:lnTo>
                    <a:pt x="7814" y="324"/>
                  </a:lnTo>
                  <a:lnTo>
                    <a:pt x="0" y="2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8" name="pl247"/>
            <p:cNvSpPr/>
            <p:nvPr/>
          </p:nvSpPr>
          <p:spPr>
            <a:xfrm>
              <a:off x="6041499" y="3644773"/>
              <a:ext cx="2023942" cy="94227"/>
            </a:xfrm>
            <a:custGeom>
              <a:avLst/>
              <a:pathLst>
                <a:path w="2023942" h="94227">
                  <a:moveTo>
                    <a:pt x="0" y="94227"/>
                  </a:moveTo>
                  <a:lnTo>
                    <a:pt x="7814" y="93959"/>
                  </a:lnTo>
                  <a:lnTo>
                    <a:pt x="15628" y="93692"/>
                  </a:lnTo>
                  <a:lnTo>
                    <a:pt x="23443" y="93425"/>
                  </a:lnTo>
                  <a:lnTo>
                    <a:pt x="31257" y="93156"/>
                  </a:lnTo>
                  <a:lnTo>
                    <a:pt x="39072" y="92887"/>
                  </a:lnTo>
                  <a:lnTo>
                    <a:pt x="46886" y="92617"/>
                  </a:lnTo>
                  <a:lnTo>
                    <a:pt x="54701" y="92347"/>
                  </a:lnTo>
                  <a:lnTo>
                    <a:pt x="62515" y="92078"/>
                  </a:lnTo>
                  <a:lnTo>
                    <a:pt x="70330" y="91811"/>
                  </a:lnTo>
                  <a:lnTo>
                    <a:pt x="78144" y="91542"/>
                  </a:lnTo>
                  <a:lnTo>
                    <a:pt x="85958" y="91267"/>
                  </a:lnTo>
                  <a:lnTo>
                    <a:pt x="93773" y="90990"/>
                  </a:lnTo>
                  <a:lnTo>
                    <a:pt x="101587" y="90713"/>
                  </a:lnTo>
                  <a:lnTo>
                    <a:pt x="109402" y="90444"/>
                  </a:lnTo>
                  <a:lnTo>
                    <a:pt x="117216" y="90174"/>
                  </a:lnTo>
                  <a:lnTo>
                    <a:pt x="125031" y="89903"/>
                  </a:lnTo>
                  <a:lnTo>
                    <a:pt x="132845" y="89634"/>
                  </a:lnTo>
                  <a:lnTo>
                    <a:pt x="140660" y="89358"/>
                  </a:lnTo>
                  <a:lnTo>
                    <a:pt x="148474" y="89084"/>
                  </a:lnTo>
                  <a:lnTo>
                    <a:pt x="156288" y="88806"/>
                  </a:lnTo>
                  <a:lnTo>
                    <a:pt x="164103" y="88529"/>
                  </a:lnTo>
                  <a:lnTo>
                    <a:pt x="171917" y="88249"/>
                  </a:lnTo>
                  <a:lnTo>
                    <a:pt x="179732" y="87969"/>
                  </a:lnTo>
                  <a:lnTo>
                    <a:pt x="187546" y="87686"/>
                  </a:lnTo>
                  <a:lnTo>
                    <a:pt x="195361" y="87399"/>
                  </a:lnTo>
                  <a:lnTo>
                    <a:pt x="203175" y="87111"/>
                  </a:lnTo>
                  <a:lnTo>
                    <a:pt x="210990" y="86821"/>
                  </a:lnTo>
                  <a:lnTo>
                    <a:pt x="218804" y="86528"/>
                  </a:lnTo>
                  <a:lnTo>
                    <a:pt x="226619" y="86235"/>
                  </a:lnTo>
                  <a:lnTo>
                    <a:pt x="234433" y="85943"/>
                  </a:lnTo>
                  <a:lnTo>
                    <a:pt x="242247" y="85652"/>
                  </a:lnTo>
                  <a:lnTo>
                    <a:pt x="250062" y="85362"/>
                  </a:lnTo>
                  <a:lnTo>
                    <a:pt x="257876" y="85073"/>
                  </a:lnTo>
                  <a:lnTo>
                    <a:pt x="265691" y="84783"/>
                  </a:lnTo>
                  <a:lnTo>
                    <a:pt x="273505" y="84492"/>
                  </a:lnTo>
                  <a:lnTo>
                    <a:pt x="281320" y="84200"/>
                  </a:lnTo>
                  <a:lnTo>
                    <a:pt x="289134" y="83907"/>
                  </a:lnTo>
                  <a:lnTo>
                    <a:pt x="296949" y="83613"/>
                  </a:lnTo>
                  <a:lnTo>
                    <a:pt x="304763" y="83319"/>
                  </a:lnTo>
                  <a:lnTo>
                    <a:pt x="312577" y="83024"/>
                  </a:lnTo>
                  <a:lnTo>
                    <a:pt x="320392" y="82726"/>
                  </a:lnTo>
                  <a:lnTo>
                    <a:pt x="328206" y="82427"/>
                  </a:lnTo>
                  <a:lnTo>
                    <a:pt x="336021" y="82126"/>
                  </a:lnTo>
                  <a:lnTo>
                    <a:pt x="343835" y="81824"/>
                  </a:lnTo>
                  <a:lnTo>
                    <a:pt x="351650" y="81521"/>
                  </a:lnTo>
                  <a:lnTo>
                    <a:pt x="359464" y="81218"/>
                  </a:lnTo>
                  <a:lnTo>
                    <a:pt x="367279" y="80914"/>
                  </a:lnTo>
                  <a:lnTo>
                    <a:pt x="375093" y="80609"/>
                  </a:lnTo>
                  <a:lnTo>
                    <a:pt x="382907" y="80303"/>
                  </a:lnTo>
                  <a:lnTo>
                    <a:pt x="390722" y="79997"/>
                  </a:lnTo>
                  <a:lnTo>
                    <a:pt x="398536" y="79690"/>
                  </a:lnTo>
                  <a:lnTo>
                    <a:pt x="406351" y="79382"/>
                  </a:lnTo>
                  <a:lnTo>
                    <a:pt x="414165" y="79073"/>
                  </a:lnTo>
                  <a:lnTo>
                    <a:pt x="421980" y="78764"/>
                  </a:lnTo>
                  <a:lnTo>
                    <a:pt x="429794" y="78454"/>
                  </a:lnTo>
                  <a:lnTo>
                    <a:pt x="437609" y="78143"/>
                  </a:lnTo>
                  <a:lnTo>
                    <a:pt x="445423" y="77832"/>
                  </a:lnTo>
                  <a:lnTo>
                    <a:pt x="453238" y="77520"/>
                  </a:lnTo>
                  <a:lnTo>
                    <a:pt x="461052" y="77207"/>
                  </a:lnTo>
                  <a:lnTo>
                    <a:pt x="468866" y="76894"/>
                  </a:lnTo>
                  <a:lnTo>
                    <a:pt x="476681" y="76580"/>
                  </a:lnTo>
                  <a:lnTo>
                    <a:pt x="484495" y="76265"/>
                  </a:lnTo>
                  <a:lnTo>
                    <a:pt x="492310" y="75950"/>
                  </a:lnTo>
                  <a:lnTo>
                    <a:pt x="500124" y="75635"/>
                  </a:lnTo>
                  <a:lnTo>
                    <a:pt x="507939" y="75318"/>
                  </a:lnTo>
                  <a:lnTo>
                    <a:pt x="515753" y="75001"/>
                  </a:lnTo>
                  <a:lnTo>
                    <a:pt x="523568" y="74682"/>
                  </a:lnTo>
                  <a:lnTo>
                    <a:pt x="531382" y="74363"/>
                  </a:lnTo>
                  <a:lnTo>
                    <a:pt x="539196" y="74042"/>
                  </a:lnTo>
                  <a:lnTo>
                    <a:pt x="547011" y="73720"/>
                  </a:lnTo>
                  <a:lnTo>
                    <a:pt x="554825" y="73397"/>
                  </a:lnTo>
                  <a:lnTo>
                    <a:pt x="562640" y="73074"/>
                  </a:lnTo>
                  <a:lnTo>
                    <a:pt x="570454" y="72750"/>
                  </a:lnTo>
                  <a:lnTo>
                    <a:pt x="578269" y="72423"/>
                  </a:lnTo>
                  <a:lnTo>
                    <a:pt x="586083" y="72095"/>
                  </a:lnTo>
                  <a:lnTo>
                    <a:pt x="593898" y="71764"/>
                  </a:lnTo>
                  <a:lnTo>
                    <a:pt x="601712" y="71438"/>
                  </a:lnTo>
                  <a:lnTo>
                    <a:pt x="609526" y="71108"/>
                  </a:lnTo>
                  <a:lnTo>
                    <a:pt x="617341" y="70770"/>
                  </a:lnTo>
                  <a:lnTo>
                    <a:pt x="625155" y="70438"/>
                  </a:lnTo>
                  <a:lnTo>
                    <a:pt x="632970" y="70109"/>
                  </a:lnTo>
                  <a:lnTo>
                    <a:pt x="640784" y="69777"/>
                  </a:lnTo>
                  <a:lnTo>
                    <a:pt x="648599" y="69440"/>
                  </a:lnTo>
                  <a:lnTo>
                    <a:pt x="656413" y="69103"/>
                  </a:lnTo>
                  <a:lnTo>
                    <a:pt x="664228" y="68769"/>
                  </a:lnTo>
                  <a:lnTo>
                    <a:pt x="672042" y="68432"/>
                  </a:lnTo>
                  <a:lnTo>
                    <a:pt x="679857" y="68094"/>
                  </a:lnTo>
                  <a:lnTo>
                    <a:pt x="687671" y="67754"/>
                  </a:lnTo>
                  <a:lnTo>
                    <a:pt x="695485" y="67413"/>
                  </a:lnTo>
                  <a:lnTo>
                    <a:pt x="703300" y="67072"/>
                  </a:lnTo>
                  <a:lnTo>
                    <a:pt x="711114" y="66736"/>
                  </a:lnTo>
                  <a:lnTo>
                    <a:pt x="718929" y="66394"/>
                  </a:lnTo>
                  <a:lnTo>
                    <a:pt x="726743" y="66057"/>
                  </a:lnTo>
                  <a:lnTo>
                    <a:pt x="734558" y="65717"/>
                  </a:lnTo>
                  <a:lnTo>
                    <a:pt x="742372" y="65375"/>
                  </a:lnTo>
                  <a:lnTo>
                    <a:pt x="750187" y="65027"/>
                  </a:lnTo>
                  <a:lnTo>
                    <a:pt x="758001" y="64679"/>
                  </a:lnTo>
                  <a:lnTo>
                    <a:pt x="765815" y="64329"/>
                  </a:lnTo>
                  <a:lnTo>
                    <a:pt x="773630" y="63982"/>
                  </a:lnTo>
                  <a:lnTo>
                    <a:pt x="781444" y="63635"/>
                  </a:lnTo>
                  <a:lnTo>
                    <a:pt x="789259" y="63292"/>
                  </a:lnTo>
                  <a:lnTo>
                    <a:pt x="797073" y="62948"/>
                  </a:lnTo>
                  <a:lnTo>
                    <a:pt x="804888" y="62600"/>
                  </a:lnTo>
                  <a:lnTo>
                    <a:pt x="812702" y="62252"/>
                  </a:lnTo>
                  <a:lnTo>
                    <a:pt x="820517" y="61906"/>
                  </a:lnTo>
                  <a:lnTo>
                    <a:pt x="828331" y="61550"/>
                  </a:lnTo>
                  <a:lnTo>
                    <a:pt x="836145" y="61199"/>
                  </a:lnTo>
                  <a:lnTo>
                    <a:pt x="843960" y="60847"/>
                  </a:lnTo>
                  <a:lnTo>
                    <a:pt x="851774" y="60498"/>
                  </a:lnTo>
                  <a:lnTo>
                    <a:pt x="859589" y="60148"/>
                  </a:lnTo>
                  <a:lnTo>
                    <a:pt x="867403" y="59799"/>
                  </a:lnTo>
                  <a:lnTo>
                    <a:pt x="875218" y="59453"/>
                  </a:lnTo>
                  <a:lnTo>
                    <a:pt x="883032" y="59103"/>
                  </a:lnTo>
                  <a:lnTo>
                    <a:pt x="890847" y="58752"/>
                  </a:lnTo>
                  <a:lnTo>
                    <a:pt x="898661" y="58392"/>
                  </a:lnTo>
                  <a:lnTo>
                    <a:pt x="906476" y="58029"/>
                  </a:lnTo>
                  <a:lnTo>
                    <a:pt x="914290" y="57670"/>
                  </a:lnTo>
                  <a:lnTo>
                    <a:pt x="922104" y="57302"/>
                  </a:lnTo>
                  <a:lnTo>
                    <a:pt x="929919" y="56937"/>
                  </a:lnTo>
                  <a:lnTo>
                    <a:pt x="937733" y="56571"/>
                  </a:lnTo>
                  <a:lnTo>
                    <a:pt x="945548" y="56207"/>
                  </a:lnTo>
                  <a:lnTo>
                    <a:pt x="953362" y="55840"/>
                  </a:lnTo>
                  <a:lnTo>
                    <a:pt x="961177" y="55475"/>
                  </a:lnTo>
                  <a:lnTo>
                    <a:pt x="968991" y="55110"/>
                  </a:lnTo>
                  <a:lnTo>
                    <a:pt x="976806" y="54743"/>
                  </a:lnTo>
                  <a:lnTo>
                    <a:pt x="984620" y="54376"/>
                  </a:lnTo>
                  <a:lnTo>
                    <a:pt x="992434" y="54009"/>
                  </a:lnTo>
                  <a:lnTo>
                    <a:pt x="1000249" y="53643"/>
                  </a:lnTo>
                  <a:lnTo>
                    <a:pt x="1008063" y="53276"/>
                  </a:lnTo>
                  <a:lnTo>
                    <a:pt x="1015878" y="52909"/>
                  </a:lnTo>
                  <a:lnTo>
                    <a:pt x="1023692" y="52541"/>
                  </a:lnTo>
                  <a:lnTo>
                    <a:pt x="1031507" y="52172"/>
                  </a:lnTo>
                  <a:lnTo>
                    <a:pt x="1039321" y="51802"/>
                  </a:lnTo>
                  <a:lnTo>
                    <a:pt x="1047136" y="51432"/>
                  </a:lnTo>
                  <a:lnTo>
                    <a:pt x="1054950" y="51061"/>
                  </a:lnTo>
                  <a:lnTo>
                    <a:pt x="1062765" y="50690"/>
                  </a:lnTo>
                  <a:lnTo>
                    <a:pt x="1070579" y="50317"/>
                  </a:lnTo>
                  <a:lnTo>
                    <a:pt x="1078393" y="49944"/>
                  </a:lnTo>
                  <a:lnTo>
                    <a:pt x="1086208" y="49570"/>
                  </a:lnTo>
                  <a:lnTo>
                    <a:pt x="1094022" y="49195"/>
                  </a:lnTo>
                  <a:lnTo>
                    <a:pt x="1101837" y="48819"/>
                  </a:lnTo>
                  <a:lnTo>
                    <a:pt x="1109651" y="48423"/>
                  </a:lnTo>
                  <a:lnTo>
                    <a:pt x="1117466" y="48033"/>
                  </a:lnTo>
                  <a:lnTo>
                    <a:pt x="1125280" y="47656"/>
                  </a:lnTo>
                  <a:lnTo>
                    <a:pt x="1133095" y="47267"/>
                  </a:lnTo>
                  <a:lnTo>
                    <a:pt x="1140909" y="46885"/>
                  </a:lnTo>
                  <a:lnTo>
                    <a:pt x="1148723" y="46502"/>
                  </a:lnTo>
                  <a:lnTo>
                    <a:pt x="1156538" y="46126"/>
                  </a:lnTo>
                  <a:lnTo>
                    <a:pt x="1164352" y="45745"/>
                  </a:lnTo>
                  <a:lnTo>
                    <a:pt x="1172167" y="45363"/>
                  </a:lnTo>
                  <a:lnTo>
                    <a:pt x="1179981" y="44980"/>
                  </a:lnTo>
                  <a:lnTo>
                    <a:pt x="1187796" y="44587"/>
                  </a:lnTo>
                  <a:lnTo>
                    <a:pt x="1195610" y="44204"/>
                  </a:lnTo>
                  <a:lnTo>
                    <a:pt x="1203425" y="43818"/>
                  </a:lnTo>
                  <a:lnTo>
                    <a:pt x="1211239" y="43435"/>
                  </a:lnTo>
                  <a:lnTo>
                    <a:pt x="1219053" y="43052"/>
                  </a:lnTo>
                  <a:lnTo>
                    <a:pt x="1226868" y="42668"/>
                  </a:lnTo>
                  <a:lnTo>
                    <a:pt x="1234682" y="42283"/>
                  </a:lnTo>
                  <a:lnTo>
                    <a:pt x="1242497" y="41895"/>
                  </a:lnTo>
                  <a:lnTo>
                    <a:pt x="1250311" y="41506"/>
                  </a:lnTo>
                  <a:lnTo>
                    <a:pt x="1258126" y="41117"/>
                  </a:lnTo>
                  <a:lnTo>
                    <a:pt x="1265940" y="40728"/>
                  </a:lnTo>
                  <a:lnTo>
                    <a:pt x="1273755" y="40337"/>
                  </a:lnTo>
                  <a:lnTo>
                    <a:pt x="1281569" y="39937"/>
                  </a:lnTo>
                  <a:lnTo>
                    <a:pt x="1289384" y="39535"/>
                  </a:lnTo>
                  <a:lnTo>
                    <a:pt x="1297198" y="39140"/>
                  </a:lnTo>
                  <a:lnTo>
                    <a:pt x="1305012" y="38746"/>
                  </a:lnTo>
                  <a:lnTo>
                    <a:pt x="1312827" y="38355"/>
                  </a:lnTo>
                  <a:lnTo>
                    <a:pt x="1320641" y="37965"/>
                  </a:lnTo>
                  <a:lnTo>
                    <a:pt x="1328456" y="37559"/>
                  </a:lnTo>
                  <a:lnTo>
                    <a:pt x="1336270" y="37163"/>
                  </a:lnTo>
                  <a:lnTo>
                    <a:pt x="1344085" y="36769"/>
                  </a:lnTo>
                  <a:lnTo>
                    <a:pt x="1351899" y="36375"/>
                  </a:lnTo>
                  <a:lnTo>
                    <a:pt x="1359714" y="35973"/>
                  </a:lnTo>
                  <a:lnTo>
                    <a:pt x="1367528" y="35568"/>
                  </a:lnTo>
                  <a:lnTo>
                    <a:pt x="1375342" y="35176"/>
                  </a:lnTo>
                  <a:lnTo>
                    <a:pt x="1383157" y="34784"/>
                  </a:lnTo>
                  <a:lnTo>
                    <a:pt x="1390971" y="34391"/>
                  </a:lnTo>
                  <a:lnTo>
                    <a:pt x="1398786" y="33998"/>
                  </a:lnTo>
                  <a:lnTo>
                    <a:pt x="1406600" y="33600"/>
                  </a:lnTo>
                  <a:lnTo>
                    <a:pt x="1414415" y="33201"/>
                  </a:lnTo>
                  <a:lnTo>
                    <a:pt x="1422229" y="32812"/>
                  </a:lnTo>
                  <a:lnTo>
                    <a:pt x="1430044" y="32424"/>
                  </a:lnTo>
                  <a:lnTo>
                    <a:pt x="1437858" y="32019"/>
                  </a:lnTo>
                  <a:lnTo>
                    <a:pt x="1445672" y="31615"/>
                  </a:lnTo>
                  <a:lnTo>
                    <a:pt x="1453487" y="31209"/>
                  </a:lnTo>
                  <a:lnTo>
                    <a:pt x="1461301" y="30810"/>
                  </a:lnTo>
                  <a:lnTo>
                    <a:pt x="1469116" y="30419"/>
                  </a:lnTo>
                  <a:lnTo>
                    <a:pt x="1476930" y="30019"/>
                  </a:lnTo>
                  <a:lnTo>
                    <a:pt x="1484745" y="29614"/>
                  </a:lnTo>
                  <a:lnTo>
                    <a:pt x="1492559" y="29205"/>
                  </a:lnTo>
                  <a:lnTo>
                    <a:pt x="1500374" y="28791"/>
                  </a:lnTo>
                  <a:lnTo>
                    <a:pt x="1508188" y="28368"/>
                  </a:lnTo>
                  <a:lnTo>
                    <a:pt x="1516003" y="27945"/>
                  </a:lnTo>
                  <a:lnTo>
                    <a:pt x="1523817" y="27528"/>
                  </a:lnTo>
                  <a:lnTo>
                    <a:pt x="1531631" y="27111"/>
                  </a:lnTo>
                  <a:lnTo>
                    <a:pt x="1539446" y="26693"/>
                  </a:lnTo>
                  <a:lnTo>
                    <a:pt x="1547260" y="26268"/>
                  </a:lnTo>
                  <a:lnTo>
                    <a:pt x="1555075" y="25844"/>
                  </a:lnTo>
                  <a:lnTo>
                    <a:pt x="1562889" y="25431"/>
                  </a:lnTo>
                  <a:lnTo>
                    <a:pt x="1570704" y="25032"/>
                  </a:lnTo>
                  <a:lnTo>
                    <a:pt x="1578518" y="24633"/>
                  </a:lnTo>
                  <a:lnTo>
                    <a:pt x="1586333" y="24233"/>
                  </a:lnTo>
                  <a:lnTo>
                    <a:pt x="1594147" y="23833"/>
                  </a:lnTo>
                  <a:lnTo>
                    <a:pt x="1601961" y="23421"/>
                  </a:lnTo>
                  <a:lnTo>
                    <a:pt x="1609776" y="22991"/>
                  </a:lnTo>
                  <a:lnTo>
                    <a:pt x="1617590" y="22560"/>
                  </a:lnTo>
                  <a:lnTo>
                    <a:pt x="1625405" y="22149"/>
                  </a:lnTo>
                  <a:lnTo>
                    <a:pt x="1633219" y="21753"/>
                  </a:lnTo>
                  <a:lnTo>
                    <a:pt x="1641034" y="21356"/>
                  </a:lnTo>
                  <a:lnTo>
                    <a:pt x="1648848" y="20955"/>
                  </a:lnTo>
                  <a:lnTo>
                    <a:pt x="1656663" y="20541"/>
                  </a:lnTo>
                  <a:lnTo>
                    <a:pt x="1664477" y="20126"/>
                  </a:lnTo>
                  <a:lnTo>
                    <a:pt x="1672291" y="19701"/>
                  </a:lnTo>
                  <a:lnTo>
                    <a:pt x="1680106" y="19267"/>
                  </a:lnTo>
                  <a:lnTo>
                    <a:pt x="1687920" y="18833"/>
                  </a:lnTo>
                  <a:lnTo>
                    <a:pt x="1695735" y="18398"/>
                  </a:lnTo>
                  <a:lnTo>
                    <a:pt x="1703549" y="17962"/>
                  </a:lnTo>
                  <a:lnTo>
                    <a:pt x="1711364" y="17520"/>
                  </a:lnTo>
                  <a:lnTo>
                    <a:pt x="1719178" y="17079"/>
                  </a:lnTo>
                  <a:lnTo>
                    <a:pt x="1726993" y="16646"/>
                  </a:lnTo>
                  <a:lnTo>
                    <a:pt x="1734807" y="16226"/>
                  </a:lnTo>
                  <a:lnTo>
                    <a:pt x="1742622" y="15815"/>
                  </a:lnTo>
                  <a:lnTo>
                    <a:pt x="1750436" y="15403"/>
                  </a:lnTo>
                  <a:lnTo>
                    <a:pt x="1758250" y="14990"/>
                  </a:lnTo>
                  <a:lnTo>
                    <a:pt x="1766065" y="14587"/>
                  </a:lnTo>
                  <a:lnTo>
                    <a:pt x="1773879" y="14174"/>
                  </a:lnTo>
                  <a:lnTo>
                    <a:pt x="1781694" y="13754"/>
                  </a:lnTo>
                  <a:lnTo>
                    <a:pt x="1789508" y="13328"/>
                  </a:lnTo>
                  <a:lnTo>
                    <a:pt x="1797323" y="12886"/>
                  </a:lnTo>
                  <a:lnTo>
                    <a:pt x="1805137" y="12445"/>
                  </a:lnTo>
                  <a:lnTo>
                    <a:pt x="1812952" y="12017"/>
                  </a:lnTo>
                  <a:lnTo>
                    <a:pt x="1820766" y="11597"/>
                  </a:lnTo>
                  <a:lnTo>
                    <a:pt x="1828580" y="11176"/>
                  </a:lnTo>
                  <a:lnTo>
                    <a:pt x="1836395" y="10755"/>
                  </a:lnTo>
                  <a:lnTo>
                    <a:pt x="1844209" y="10333"/>
                  </a:lnTo>
                  <a:lnTo>
                    <a:pt x="1852024" y="9904"/>
                  </a:lnTo>
                  <a:lnTo>
                    <a:pt x="1859838" y="9446"/>
                  </a:lnTo>
                  <a:lnTo>
                    <a:pt x="1867653" y="8982"/>
                  </a:lnTo>
                  <a:lnTo>
                    <a:pt x="1875467" y="8550"/>
                  </a:lnTo>
                  <a:lnTo>
                    <a:pt x="1883282" y="8126"/>
                  </a:lnTo>
                  <a:lnTo>
                    <a:pt x="1891096" y="7695"/>
                  </a:lnTo>
                  <a:lnTo>
                    <a:pt x="1898910" y="7251"/>
                  </a:lnTo>
                  <a:lnTo>
                    <a:pt x="1906725" y="6800"/>
                  </a:lnTo>
                  <a:lnTo>
                    <a:pt x="1914539" y="6335"/>
                  </a:lnTo>
                  <a:lnTo>
                    <a:pt x="1922354" y="5869"/>
                  </a:lnTo>
                  <a:lnTo>
                    <a:pt x="1930168" y="5429"/>
                  </a:lnTo>
                  <a:lnTo>
                    <a:pt x="1937983" y="4989"/>
                  </a:lnTo>
                  <a:lnTo>
                    <a:pt x="1945797" y="4549"/>
                  </a:lnTo>
                  <a:lnTo>
                    <a:pt x="1953612" y="4066"/>
                  </a:lnTo>
                  <a:lnTo>
                    <a:pt x="1961426" y="3575"/>
                  </a:lnTo>
                  <a:lnTo>
                    <a:pt x="1969241" y="3098"/>
                  </a:lnTo>
                  <a:lnTo>
                    <a:pt x="1977055" y="2620"/>
                  </a:lnTo>
                  <a:lnTo>
                    <a:pt x="1984869" y="2146"/>
                  </a:lnTo>
                  <a:lnTo>
                    <a:pt x="1992684" y="1693"/>
                  </a:lnTo>
                  <a:lnTo>
                    <a:pt x="2000498" y="1261"/>
                  </a:lnTo>
                  <a:lnTo>
                    <a:pt x="2008313" y="839"/>
                  </a:lnTo>
                  <a:lnTo>
                    <a:pt x="2016127" y="416"/>
                  </a:lnTo>
                  <a:lnTo>
                    <a:pt x="2023942" y="0"/>
                  </a:lnTo>
                </a:path>
              </a:pathLst>
            </a:custGeom>
            <a:ln w="18970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l248"/>
            <p:cNvSpPr/>
            <p:nvPr/>
          </p:nvSpPr>
          <p:spPr>
            <a:xfrm>
              <a:off x="6041499" y="3567376"/>
              <a:ext cx="2023942" cy="170839"/>
            </a:xfrm>
            <a:custGeom>
              <a:avLst/>
              <a:pathLst>
                <a:path w="2023942" h="170839">
                  <a:moveTo>
                    <a:pt x="0" y="170839"/>
                  </a:moveTo>
                  <a:lnTo>
                    <a:pt x="7814" y="170414"/>
                  </a:lnTo>
                  <a:lnTo>
                    <a:pt x="15628" y="169930"/>
                  </a:lnTo>
                  <a:lnTo>
                    <a:pt x="23443" y="169511"/>
                  </a:lnTo>
                  <a:lnTo>
                    <a:pt x="31257" y="169116"/>
                  </a:lnTo>
                  <a:lnTo>
                    <a:pt x="39072" y="168634"/>
                  </a:lnTo>
                  <a:lnTo>
                    <a:pt x="46886" y="168169"/>
                  </a:lnTo>
                  <a:lnTo>
                    <a:pt x="54701" y="167726"/>
                  </a:lnTo>
                  <a:lnTo>
                    <a:pt x="62515" y="167267"/>
                  </a:lnTo>
                  <a:lnTo>
                    <a:pt x="70330" y="166782"/>
                  </a:lnTo>
                  <a:lnTo>
                    <a:pt x="78144" y="166395"/>
                  </a:lnTo>
                  <a:lnTo>
                    <a:pt x="85958" y="165857"/>
                  </a:lnTo>
                  <a:lnTo>
                    <a:pt x="93773" y="165408"/>
                  </a:lnTo>
                  <a:lnTo>
                    <a:pt x="101587" y="164921"/>
                  </a:lnTo>
                  <a:lnTo>
                    <a:pt x="109402" y="164460"/>
                  </a:lnTo>
                  <a:lnTo>
                    <a:pt x="117216" y="163944"/>
                  </a:lnTo>
                  <a:lnTo>
                    <a:pt x="125031" y="163526"/>
                  </a:lnTo>
                  <a:lnTo>
                    <a:pt x="132845" y="163068"/>
                  </a:lnTo>
                  <a:lnTo>
                    <a:pt x="140660" y="162544"/>
                  </a:lnTo>
                  <a:lnTo>
                    <a:pt x="148474" y="162082"/>
                  </a:lnTo>
                  <a:lnTo>
                    <a:pt x="156288" y="161610"/>
                  </a:lnTo>
                  <a:lnTo>
                    <a:pt x="164103" y="161137"/>
                  </a:lnTo>
                  <a:lnTo>
                    <a:pt x="171917" y="160552"/>
                  </a:lnTo>
                  <a:lnTo>
                    <a:pt x="179732" y="160108"/>
                  </a:lnTo>
                  <a:lnTo>
                    <a:pt x="187546" y="159614"/>
                  </a:lnTo>
                  <a:lnTo>
                    <a:pt x="195361" y="159111"/>
                  </a:lnTo>
                  <a:lnTo>
                    <a:pt x="203175" y="158608"/>
                  </a:lnTo>
                  <a:lnTo>
                    <a:pt x="210990" y="158086"/>
                  </a:lnTo>
                  <a:lnTo>
                    <a:pt x="218804" y="157486"/>
                  </a:lnTo>
                  <a:lnTo>
                    <a:pt x="226619" y="156986"/>
                  </a:lnTo>
                  <a:lnTo>
                    <a:pt x="234433" y="156484"/>
                  </a:lnTo>
                  <a:lnTo>
                    <a:pt x="242247" y="156006"/>
                  </a:lnTo>
                  <a:lnTo>
                    <a:pt x="250062" y="155460"/>
                  </a:lnTo>
                  <a:lnTo>
                    <a:pt x="257876" y="154971"/>
                  </a:lnTo>
                  <a:lnTo>
                    <a:pt x="265691" y="154498"/>
                  </a:lnTo>
                  <a:lnTo>
                    <a:pt x="273505" y="153988"/>
                  </a:lnTo>
                  <a:lnTo>
                    <a:pt x="281320" y="153460"/>
                  </a:lnTo>
                  <a:lnTo>
                    <a:pt x="289134" y="152896"/>
                  </a:lnTo>
                  <a:lnTo>
                    <a:pt x="296949" y="152388"/>
                  </a:lnTo>
                  <a:lnTo>
                    <a:pt x="304763" y="151831"/>
                  </a:lnTo>
                  <a:lnTo>
                    <a:pt x="312577" y="151292"/>
                  </a:lnTo>
                  <a:lnTo>
                    <a:pt x="320392" y="150698"/>
                  </a:lnTo>
                  <a:lnTo>
                    <a:pt x="328206" y="150183"/>
                  </a:lnTo>
                  <a:lnTo>
                    <a:pt x="336021" y="149593"/>
                  </a:lnTo>
                  <a:lnTo>
                    <a:pt x="343835" y="148969"/>
                  </a:lnTo>
                  <a:lnTo>
                    <a:pt x="351650" y="148362"/>
                  </a:lnTo>
                  <a:lnTo>
                    <a:pt x="359464" y="147789"/>
                  </a:lnTo>
                  <a:lnTo>
                    <a:pt x="367279" y="147234"/>
                  </a:lnTo>
                  <a:lnTo>
                    <a:pt x="375093" y="146655"/>
                  </a:lnTo>
                  <a:lnTo>
                    <a:pt x="382907" y="146087"/>
                  </a:lnTo>
                  <a:lnTo>
                    <a:pt x="390722" y="145610"/>
                  </a:lnTo>
                  <a:lnTo>
                    <a:pt x="398536" y="145086"/>
                  </a:lnTo>
                  <a:lnTo>
                    <a:pt x="406351" y="144442"/>
                  </a:lnTo>
                  <a:lnTo>
                    <a:pt x="414165" y="143904"/>
                  </a:lnTo>
                  <a:lnTo>
                    <a:pt x="421980" y="143386"/>
                  </a:lnTo>
                  <a:lnTo>
                    <a:pt x="429794" y="142806"/>
                  </a:lnTo>
                  <a:lnTo>
                    <a:pt x="437609" y="142199"/>
                  </a:lnTo>
                  <a:lnTo>
                    <a:pt x="445423" y="141612"/>
                  </a:lnTo>
                  <a:lnTo>
                    <a:pt x="453238" y="140970"/>
                  </a:lnTo>
                  <a:lnTo>
                    <a:pt x="461052" y="140371"/>
                  </a:lnTo>
                  <a:lnTo>
                    <a:pt x="468866" y="139832"/>
                  </a:lnTo>
                  <a:lnTo>
                    <a:pt x="476681" y="139163"/>
                  </a:lnTo>
                  <a:lnTo>
                    <a:pt x="484495" y="138613"/>
                  </a:lnTo>
                  <a:lnTo>
                    <a:pt x="492310" y="138131"/>
                  </a:lnTo>
                  <a:lnTo>
                    <a:pt x="500124" y="137522"/>
                  </a:lnTo>
                  <a:lnTo>
                    <a:pt x="507939" y="136957"/>
                  </a:lnTo>
                  <a:lnTo>
                    <a:pt x="515753" y="136389"/>
                  </a:lnTo>
                  <a:lnTo>
                    <a:pt x="523568" y="135799"/>
                  </a:lnTo>
                  <a:lnTo>
                    <a:pt x="531382" y="135221"/>
                  </a:lnTo>
                  <a:lnTo>
                    <a:pt x="539196" y="134788"/>
                  </a:lnTo>
                  <a:lnTo>
                    <a:pt x="547011" y="134266"/>
                  </a:lnTo>
                  <a:lnTo>
                    <a:pt x="554825" y="133617"/>
                  </a:lnTo>
                  <a:lnTo>
                    <a:pt x="562640" y="132937"/>
                  </a:lnTo>
                  <a:lnTo>
                    <a:pt x="570454" y="132367"/>
                  </a:lnTo>
                  <a:lnTo>
                    <a:pt x="578269" y="131741"/>
                  </a:lnTo>
                  <a:lnTo>
                    <a:pt x="586083" y="131135"/>
                  </a:lnTo>
                  <a:lnTo>
                    <a:pt x="593898" y="130527"/>
                  </a:lnTo>
                  <a:lnTo>
                    <a:pt x="601712" y="129920"/>
                  </a:lnTo>
                  <a:lnTo>
                    <a:pt x="609526" y="129368"/>
                  </a:lnTo>
                  <a:lnTo>
                    <a:pt x="617341" y="128702"/>
                  </a:lnTo>
                  <a:lnTo>
                    <a:pt x="625155" y="128076"/>
                  </a:lnTo>
                  <a:lnTo>
                    <a:pt x="632970" y="127491"/>
                  </a:lnTo>
                  <a:lnTo>
                    <a:pt x="640784" y="126942"/>
                  </a:lnTo>
                  <a:lnTo>
                    <a:pt x="648599" y="126260"/>
                  </a:lnTo>
                  <a:lnTo>
                    <a:pt x="656413" y="125688"/>
                  </a:lnTo>
                  <a:lnTo>
                    <a:pt x="664228" y="125065"/>
                  </a:lnTo>
                  <a:lnTo>
                    <a:pt x="672042" y="124359"/>
                  </a:lnTo>
                  <a:lnTo>
                    <a:pt x="679857" y="123766"/>
                  </a:lnTo>
                  <a:lnTo>
                    <a:pt x="687671" y="123180"/>
                  </a:lnTo>
                  <a:lnTo>
                    <a:pt x="695485" y="122546"/>
                  </a:lnTo>
                  <a:lnTo>
                    <a:pt x="703300" y="121890"/>
                  </a:lnTo>
                  <a:lnTo>
                    <a:pt x="711114" y="121282"/>
                  </a:lnTo>
                  <a:lnTo>
                    <a:pt x="718929" y="120624"/>
                  </a:lnTo>
                  <a:lnTo>
                    <a:pt x="726743" y="119971"/>
                  </a:lnTo>
                  <a:lnTo>
                    <a:pt x="734558" y="119410"/>
                  </a:lnTo>
                  <a:lnTo>
                    <a:pt x="742372" y="118682"/>
                  </a:lnTo>
                  <a:lnTo>
                    <a:pt x="750187" y="118035"/>
                  </a:lnTo>
                  <a:lnTo>
                    <a:pt x="758001" y="117333"/>
                  </a:lnTo>
                  <a:lnTo>
                    <a:pt x="765815" y="116753"/>
                  </a:lnTo>
                  <a:lnTo>
                    <a:pt x="773630" y="116093"/>
                  </a:lnTo>
                  <a:lnTo>
                    <a:pt x="781444" y="115310"/>
                  </a:lnTo>
                  <a:lnTo>
                    <a:pt x="789259" y="114688"/>
                  </a:lnTo>
                  <a:lnTo>
                    <a:pt x="797073" y="114106"/>
                  </a:lnTo>
                  <a:lnTo>
                    <a:pt x="804888" y="113498"/>
                  </a:lnTo>
                  <a:lnTo>
                    <a:pt x="812702" y="112815"/>
                  </a:lnTo>
                  <a:lnTo>
                    <a:pt x="820517" y="112149"/>
                  </a:lnTo>
                  <a:lnTo>
                    <a:pt x="828331" y="111465"/>
                  </a:lnTo>
                  <a:lnTo>
                    <a:pt x="836145" y="110781"/>
                  </a:lnTo>
                  <a:lnTo>
                    <a:pt x="843960" y="110191"/>
                  </a:lnTo>
                  <a:lnTo>
                    <a:pt x="851774" y="109401"/>
                  </a:lnTo>
                  <a:lnTo>
                    <a:pt x="859589" y="108783"/>
                  </a:lnTo>
                  <a:lnTo>
                    <a:pt x="867403" y="108142"/>
                  </a:lnTo>
                  <a:lnTo>
                    <a:pt x="875218" y="107435"/>
                  </a:lnTo>
                  <a:lnTo>
                    <a:pt x="883032" y="106668"/>
                  </a:lnTo>
                  <a:lnTo>
                    <a:pt x="890847" y="106000"/>
                  </a:lnTo>
                  <a:lnTo>
                    <a:pt x="898661" y="105382"/>
                  </a:lnTo>
                  <a:lnTo>
                    <a:pt x="906476" y="104728"/>
                  </a:lnTo>
                  <a:lnTo>
                    <a:pt x="914290" y="104126"/>
                  </a:lnTo>
                  <a:lnTo>
                    <a:pt x="922104" y="103433"/>
                  </a:lnTo>
                  <a:lnTo>
                    <a:pt x="929919" y="102741"/>
                  </a:lnTo>
                  <a:lnTo>
                    <a:pt x="937733" y="102020"/>
                  </a:lnTo>
                  <a:lnTo>
                    <a:pt x="945548" y="101297"/>
                  </a:lnTo>
                  <a:lnTo>
                    <a:pt x="953362" y="100608"/>
                  </a:lnTo>
                  <a:lnTo>
                    <a:pt x="961177" y="99877"/>
                  </a:lnTo>
                  <a:lnTo>
                    <a:pt x="968991" y="99213"/>
                  </a:lnTo>
                  <a:lnTo>
                    <a:pt x="976806" y="98413"/>
                  </a:lnTo>
                  <a:lnTo>
                    <a:pt x="984620" y="97680"/>
                  </a:lnTo>
                  <a:lnTo>
                    <a:pt x="992434" y="96971"/>
                  </a:lnTo>
                  <a:lnTo>
                    <a:pt x="1000249" y="96235"/>
                  </a:lnTo>
                  <a:lnTo>
                    <a:pt x="1008063" y="95564"/>
                  </a:lnTo>
                  <a:lnTo>
                    <a:pt x="1015878" y="94834"/>
                  </a:lnTo>
                  <a:lnTo>
                    <a:pt x="1023692" y="94184"/>
                  </a:lnTo>
                  <a:lnTo>
                    <a:pt x="1031507" y="93484"/>
                  </a:lnTo>
                  <a:lnTo>
                    <a:pt x="1039321" y="92760"/>
                  </a:lnTo>
                  <a:lnTo>
                    <a:pt x="1047136" y="92124"/>
                  </a:lnTo>
                  <a:lnTo>
                    <a:pt x="1054950" y="91511"/>
                  </a:lnTo>
                  <a:lnTo>
                    <a:pt x="1062765" y="90803"/>
                  </a:lnTo>
                  <a:lnTo>
                    <a:pt x="1070579" y="90046"/>
                  </a:lnTo>
                  <a:lnTo>
                    <a:pt x="1078393" y="89227"/>
                  </a:lnTo>
                  <a:lnTo>
                    <a:pt x="1086208" y="88483"/>
                  </a:lnTo>
                  <a:lnTo>
                    <a:pt x="1094022" y="87772"/>
                  </a:lnTo>
                  <a:lnTo>
                    <a:pt x="1101837" y="87129"/>
                  </a:lnTo>
                  <a:lnTo>
                    <a:pt x="1109651" y="86378"/>
                  </a:lnTo>
                  <a:lnTo>
                    <a:pt x="1117466" y="85729"/>
                  </a:lnTo>
                  <a:lnTo>
                    <a:pt x="1125280" y="85020"/>
                  </a:lnTo>
                  <a:lnTo>
                    <a:pt x="1133095" y="84321"/>
                  </a:lnTo>
                  <a:lnTo>
                    <a:pt x="1140909" y="83602"/>
                  </a:lnTo>
                  <a:lnTo>
                    <a:pt x="1148723" y="82894"/>
                  </a:lnTo>
                  <a:lnTo>
                    <a:pt x="1156538" y="82135"/>
                  </a:lnTo>
                  <a:lnTo>
                    <a:pt x="1164352" y="81334"/>
                  </a:lnTo>
                  <a:lnTo>
                    <a:pt x="1172167" y="80622"/>
                  </a:lnTo>
                  <a:lnTo>
                    <a:pt x="1179981" y="79928"/>
                  </a:lnTo>
                  <a:lnTo>
                    <a:pt x="1187796" y="79145"/>
                  </a:lnTo>
                  <a:lnTo>
                    <a:pt x="1195610" y="78390"/>
                  </a:lnTo>
                  <a:lnTo>
                    <a:pt x="1203425" y="77728"/>
                  </a:lnTo>
                  <a:lnTo>
                    <a:pt x="1211239" y="76965"/>
                  </a:lnTo>
                  <a:lnTo>
                    <a:pt x="1219053" y="76233"/>
                  </a:lnTo>
                  <a:lnTo>
                    <a:pt x="1226868" y="75536"/>
                  </a:lnTo>
                  <a:lnTo>
                    <a:pt x="1234682" y="74842"/>
                  </a:lnTo>
                  <a:lnTo>
                    <a:pt x="1242497" y="74162"/>
                  </a:lnTo>
                  <a:lnTo>
                    <a:pt x="1250311" y="73455"/>
                  </a:lnTo>
                  <a:lnTo>
                    <a:pt x="1258126" y="72682"/>
                  </a:lnTo>
                  <a:lnTo>
                    <a:pt x="1265940" y="71937"/>
                  </a:lnTo>
                  <a:lnTo>
                    <a:pt x="1273755" y="71192"/>
                  </a:lnTo>
                  <a:lnTo>
                    <a:pt x="1281569" y="70412"/>
                  </a:lnTo>
                  <a:lnTo>
                    <a:pt x="1289384" y="69642"/>
                  </a:lnTo>
                  <a:lnTo>
                    <a:pt x="1297198" y="68910"/>
                  </a:lnTo>
                  <a:lnTo>
                    <a:pt x="1305012" y="68245"/>
                  </a:lnTo>
                  <a:lnTo>
                    <a:pt x="1312827" y="67495"/>
                  </a:lnTo>
                  <a:lnTo>
                    <a:pt x="1320641" y="66763"/>
                  </a:lnTo>
                  <a:lnTo>
                    <a:pt x="1328456" y="66093"/>
                  </a:lnTo>
                  <a:lnTo>
                    <a:pt x="1336270" y="65352"/>
                  </a:lnTo>
                  <a:lnTo>
                    <a:pt x="1344085" y="64601"/>
                  </a:lnTo>
                  <a:lnTo>
                    <a:pt x="1351899" y="63862"/>
                  </a:lnTo>
                  <a:lnTo>
                    <a:pt x="1359714" y="63075"/>
                  </a:lnTo>
                  <a:lnTo>
                    <a:pt x="1367528" y="62342"/>
                  </a:lnTo>
                  <a:lnTo>
                    <a:pt x="1375342" y="61561"/>
                  </a:lnTo>
                  <a:lnTo>
                    <a:pt x="1383157" y="60712"/>
                  </a:lnTo>
                  <a:lnTo>
                    <a:pt x="1390971" y="60009"/>
                  </a:lnTo>
                  <a:lnTo>
                    <a:pt x="1398786" y="59204"/>
                  </a:lnTo>
                  <a:lnTo>
                    <a:pt x="1406600" y="58414"/>
                  </a:lnTo>
                  <a:lnTo>
                    <a:pt x="1414415" y="57707"/>
                  </a:lnTo>
                  <a:lnTo>
                    <a:pt x="1422229" y="57015"/>
                  </a:lnTo>
                  <a:lnTo>
                    <a:pt x="1430044" y="56268"/>
                  </a:lnTo>
                  <a:lnTo>
                    <a:pt x="1437858" y="55602"/>
                  </a:lnTo>
                  <a:lnTo>
                    <a:pt x="1445672" y="54809"/>
                  </a:lnTo>
                  <a:lnTo>
                    <a:pt x="1453487" y="54020"/>
                  </a:lnTo>
                  <a:lnTo>
                    <a:pt x="1461301" y="53276"/>
                  </a:lnTo>
                  <a:lnTo>
                    <a:pt x="1469116" y="52427"/>
                  </a:lnTo>
                  <a:lnTo>
                    <a:pt x="1476930" y="51577"/>
                  </a:lnTo>
                  <a:lnTo>
                    <a:pt x="1484745" y="50764"/>
                  </a:lnTo>
                  <a:lnTo>
                    <a:pt x="1492559" y="50051"/>
                  </a:lnTo>
                  <a:lnTo>
                    <a:pt x="1500374" y="49363"/>
                  </a:lnTo>
                  <a:lnTo>
                    <a:pt x="1508188" y="48557"/>
                  </a:lnTo>
                  <a:lnTo>
                    <a:pt x="1516003" y="47751"/>
                  </a:lnTo>
                  <a:lnTo>
                    <a:pt x="1523817" y="47032"/>
                  </a:lnTo>
                  <a:lnTo>
                    <a:pt x="1531631" y="46305"/>
                  </a:lnTo>
                  <a:lnTo>
                    <a:pt x="1539446" y="45569"/>
                  </a:lnTo>
                  <a:lnTo>
                    <a:pt x="1547260" y="44801"/>
                  </a:lnTo>
                  <a:lnTo>
                    <a:pt x="1555075" y="44078"/>
                  </a:lnTo>
                  <a:lnTo>
                    <a:pt x="1562889" y="43263"/>
                  </a:lnTo>
                  <a:lnTo>
                    <a:pt x="1570704" y="42545"/>
                  </a:lnTo>
                  <a:lnTo>
                    <a:pt x="1578518" y="41831"/>
                  </a:lnTo>
                  <a:lnTo>
                    <a:pt x="1586333" y="41049"/>
                  </a:lnTo>
                  <a:lnTo>
                    <a:pt x="1594147" y="40292"/>
                  </a:lnTo>
                  <a:lnTo>
                    <a:pt x="1601961" y="39499"/>
                  </a:lnTo>
                  <a:lnTo>
                    <a:pt x="1609776" y="38736"/>
                  </a:lnTo>
                  <a:lnTo>
                    <a:pt x="1617590" y="37945"/>
                  </a:lnTo>
                  <a:lnTo>
                    <a:pt x="1625405" y="37160"/>
                  </a:lnTo>
                  <a:lnTo>
                    <a:pt x="1633219" y="36323"/>
                  </a:lnTo>
                  <a:lnTo>
                    <a:pt x="1641034" y="35469"/>
                  </a:lnTo>
                  <a:lnTo>
                    <a:pt x="1648848" y="34737"/>
                  </a:lnTo>
                  <a:lnTo>
                    <a:pt x="1656663" y="33996"/>
                  </a:lnTo>
                  <a:lnTo>
                    <a:pt x="1664477" y="33205"/>
                  </a:lnTo>
                  <a:lnTo>
                    <a:pt x="1672291" y="32435"/>
                  </a:lnTo>
                  <a:lnTo>
                    <a:pt x="1680106" y="31663"/>
                  </a:lnTo>
                  <a:lnTo>
                    <a:pt x="1687920" y="30942"/>
                  </a:lnTo>
                  <a:lnTo>
                    <a:pt x="1695735" y="30205"/>
                  </a:lnTo>
                  <a:lnTo>
                    <a:pt x="1703549" y="29469"/>
                  </a:lnTo>
                  <a:lnTo>
                    <a:pt x="1711364" y="28733"/>
                  </a:lnTo>
                  <a:lnTo>
                    <a:pt x="1719178" y="28036"/>
                  </a:lnTo>
                  <a:lnTo>
                    <a:pt x="1726993" y="27351"/>
                  </a:lnTo>
                  <a:lnTo>
                    <a:pt x="1734807" y="26601"/>
                  </a:lnTo>
                  <a:lnTo>
                    <a:pt x="1742622" y="25860"/>
                  </a:lnTo>
                  <a:lnTo>
                    <a:pt x="1750436" y="25121"/>
                  </a:lnTo>
                  <a:lnTo>
                    <a:pt x="1758250" y="24347"/>
                  </a:lnTo>
                  <a:lnTo>
                    <a:pt x="1766065" y="23675"/>
                  </a:lnTo>
                  <a:lnTo>
                    <a:pt x="1773879" y="22880"/>
                  </a:lnTo>
                  <a:lnTo>
                    <a:pt x="1781694" y="22117"/>
                  </a:lnTo>
                  <a:lnTo>
                    <a:pt x="1789508" y="21346"/>
                  </a:lnTo>
                  <a:lnTo>
                    <a:pt x="1797323" y="20533"/>
                  </a:lnTo>
                  <a:lnTo>
                    <a:pt x="1805137" y="19721"/>
                  </a:lnTo>
                  <a:lnTo>
                    <a:pt x="1812952" y="18957"/>
                  </a:lnTo>
                  <a:lnTo>
                    <a:pt x="1820766" y="18165"/>
                  </a:lnTo>
                  <a:lnTo>
                    <a:pt x="1828580" y="17373"/>
                  </a:lnTo>
                  <a:lnTo>
                    <a:pt x="1836395" y="16579"/>
                  </a:lnTo>
                  <a:lnTo>
                    <a:pt x="1844209" y="15773"/>
                  </a:lnTo>
                  <a:lnTo>
                    <a:pt x="1852024" y="14964"/>
                  </a:lnTo>
                  <a:lnTo>
                    <a:pt x="1859838" y="14205"/>
                  </a:lnTo>
                  <a:lnTo>
                    <a:pt x="1867653" y="13399"/>
                  </a:lnTo>
                  <a:lnTo>
                    <a:pt x="1875467" y="12557"/>
                  </a:lnTo>
                  <a:lnTo>
                    <a:pt x="1883282" y="11846"/>
                  </a:lnTo>
                  <a:lnTo>
                    <a:pt x="1891096" y="11137"/>
                  </a:lnTo>
                  <a:lnTo>
                    <a:pt x="1898910" y="10556"/>
                  </a:lnTo>
                  <a:lnTo>
                    <a:pt x="1906725" y="9890"/>
                  </a:lnTo>
                  <a:lnTo>
                    <a:pt x="1914539" y="9261"/>
                  </a:lnTo>
                  <a:lnTo>
                    <a:pt x="1922354" y="8628"/>
                  </a:lnTo>
                  <a:lnTo>
                    <a:pt x="1930168" y="7997"/>
                  </a:lnTo>
                  <a:lnTo>
                    <a:pt x="1937983" y="7434"/>
                  </a:lnTo>
                  <a:lnTo>
                    <a:pt x="1945797" y="6872"/>
                  </a:lnTo>
                  <a:lnTo>
                    <a:pt x="1953612" y="6192"/>
                  </a:lnTo>
                  <a:lnTo>
                    <a:pt x="1961426" y="5507"/>
                  </a:lnTo>
                  <a:lnTo>
                    <a:pt x="1969241" y="4805"/>
                  </a:lnTo>
                  <a:lnTo>
                    <a:pt x="1977055" y="4038"/>
                  </a:lnTo>
                  <a:lnTo>
                    <a:pt x="1984869" y="3272"/>
                  </a:lnTo>
                  <a:lnTo>
                    <a:pt x="1992684" y="2533"/>
                  </a:lnTo>
                  <a:lnTo>
                    <a:pt x="2000498" y="1910"/>
                  </a:lnTo>
                  <a:lnTo>
                    <a:pt x="2008313" y="1296"/>
                  </a:lnTo>
                  <a:lnTo>
                    <a:pt x="2016127" y="682"/>
                  </a:lnTo>
                  <a:lnTo>
                    <a:pt x="2023942" y="0"/>
                  </a:lnTo>
                </a:path>
              </a:pathLst>
            </a:custGeom>
            <a:ln w="1897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l249"/>
            <p:cNvSpPr/>
            <p:nvPr/>
          </p:nvSpPr>
          <p:spPr>
            <a:xfrm>
              <a:off x="6041499" y="3622790"/>
              <a:ext cx="2023942" cy="113612"/>
            </a:xfrm>
            <a:custGeom>
              <a:avLst/>
              <a:pathLst>
                <a:path w="2023942" h="113612">
                  <a:moveTo>
                    <a:pt x="0" y="113612"/>
                  </a:moveTo>
                  <a:lnTo>
                    <a:pt x="7814" y="113280"/>
                  </a:lnTo>
                  <a:lnTo>
                    <a:pt x="15628" y="112936"/>
                  </a:lnTo>
                  <a:lnTo>
                    <a:pt x="23443" y="112649"/>
                  </a:lnTo>
                  <a:lnTo>
                    <a:pt x="31257" y="112327"/>
                  </a:lnTo>
                  <a:lnTo>
                    <a:pt x="39072" y="111992"/>
                  </a:lnTo>
                  <a:lnTo>
                    <a:pt x="46886" y="111623"/>
                  </a:lnTo>
                  <a:lnTo>
                    <a:pt x="54701" y="111270"/>
                  </a:lnTo>
                  <a:lnTo>
                    <a:pt x="62515" y="110915"/>
                  </a:lnTo>
                  <a:lnTo>
                    <a:pt x="70330" y="110650"/>
                  </a:lnTo>
                  <a:lnTo>
                    <a:pt x="78144" y="110344"/>
                  </a:lnTo>
                  <a:lnTo>
                    <a:pt x="85958" y="110012"/>
                  </a:lnTo>
                  <a:lnTo>
                    <a:pt x="93773" y="109720"/>
                  </a:lnTo>
                  <a:lnTo>
                    <a:pt x="101587" y="109407"/>
                  </a:lnTo>
                  <a:lnTo>
                    <a:pt x="109402" y="109159"/>
                  </a:lnTo>
                  <a:lnTo>
                    <a:pt x="117216" y="108842"/>
                  </a:lnTo>
                  <a:lnTo>
                    <a:pt x="125031" y="108536"/>
                  </a:lnTo>
                  <a:lnTo>
                    <a:pt x="132845" y="108256"/>
                  </a:lnTo>
                  <a:lnTo>
                    <a:pt x="140660" y="107883"/>
                  </a:lnTo>
                  <a:lnTo>
                    <a:pt x="148474" y="107505"/>
                  </a:lnTo>
                  <a:lnTo>
                    <a:pt x="156288" y="107157"/>
                  </a:lnTo>
                  <a:lnTo>
                    <a:pt x="164103" y="106811"/>
                  </a:lnTo>
                  <a:lnTo>
                    <a:pt x="171917" y="106488"/>
                  </a:lnTo>
                  <a:lnTo>
                    <a:pt x="179732" y="106096"/>
                  </a:lnTo>
                  <a:lnTo>
                    <a:pt x="187546" y="105690"/>
                  </a:lnTo>
                  <a:lnTo>
                    <a:pt x="195361" y="105332"/>
                  </a:lnTo>
                  <a:lnTo>
                    <a:pt x="203175" y="105017"/>
                  </a:lnTo>
                  <a:lnTo>
                    <a:pt x="210990" y="104695"/>
                  </a:lnTo>
                  <a:lnTo>
                    <a:pt x="218804" y="104387"/>
                  </a:lnTo>
                  <a:lnTo>
                    <a:pt x="226619" y="104076"/>
                  </a:lnTo>
                  <a:lnTo>
                    <a:pt x="234433" y="103778"/>
                  </a:lnTo>
                  <a:lnTo>
                    <a:pt x="242247" y="103448"/>
                  </a:lnTo>
                  <a:lnTo>
                    <a:pt x="250062" y="103082"/>
                  </a:lnTo>
                  <a:lnTo>
                    <a:pt x="257876" y="102659"/>
                  </a:lnTo>
                  <a:lnTo>
                    <a:pt x="265691" y="102268"/>
                  </a:lnTo>
                  <a:lnTo>
                    <a:pt x="273505" y="101918"/>
                  </a:lnTo>
                  <a:lnTo>
                    <a:pt x="281320" y="101545"/>
                  </a:lnTo>
                  <a:lnTo>
                    <a:pt x="289134" y="101190"/>
                  </a:lnTo>
                  <a:lnTo>
                    <a:pt x="296949" y="100860"/>
                  </a:lnTo>
                  <a:lnTo>
                    <a:pt x="304763" y="100517"/>
                  </a:lnTo>
                  <a:lnTo>
                    <a:pt x="312577" y="100183"/>
                  </a:lnTo>
                  <a:lnTo>
                    <a:pt x="320392" y="99827"/>
                  </a:lnTo>
                  <a:lnTo>
                    <a:pt x="328206" y="99414"/>
                  </a:lnTo>
                  <a:lnTo>
                    <a:pt x="336021" y="99091"/>
                  </a:lnTo>
                  <a:lnTo>
                    <a:pt x="343835" y="98671"/>
                  </a:lnTo>
                  <a:lnTo>
                    <a:pt x="351650" y="98286"/>
                  </a:lnTo>
                  <a:lnTo>
                    <a:pt x="359464" y="97888"/>
                  </a:lnTo>
                  <a:lnTo>
                    <a:pt x="367279" y="97555"/>
                  </a:lnTo>
                  <a:lnTo>
                    <a:pt x="375093" y="97159"/>
                  </a:lnTo>
                  <a:lnTo>
                    <a:pt x="382907" y="96831"/>
                  </a:lnTo>
                  <a:lnTo>
                    <a:pt x="390722" y="96480"/>
                  </a:lnTo>
                  <a:lnTo>
                    <a:pt x="398536" y="96101"/>
                  </a:lnTo>
                  <a:lnTo>
                    <a:pt x="406351" y="95689"/>
                  </a:lnTo>
                  <a:lnTo>
                    <a:pt x="414165" y="95340"/>
                  </a:lnTo>
                  <a:lnTo>
                    <a:pt x="421980" y="94949"/>
                  </a:lnTo>
                  <a:lnTo>
                    <a:pt x="429794" y="94576"/>
                  </a:lnTo>
                  <a:lnTo>
                    <a:pt x="437609" y="94141"/>
                  </a:lnTo>
                  <a:lnTo>
                    <a:pt x="445423" y="93791"/>
                  </a:lnTo>
                  <a:lnTo>
                    <a:pt x="453238" y="93374"/>
                  </a:lnTo>
                  <a:lnTo>
                    <a:pt x="461052" y="93012"/>
                  </a:lnTo>
                  <a:lnTo>
                    <a:pt x="468866" y="92626"/>
                  </a:lnTo>
                  <a:lnTo>
                    <a:pt x="476681" y="92292"/>
                  </a:lnTo>
                  <a:lnTo>
                    <a:pt x="484495" y="91909"/>
                  </a:lnTo>
                  <a:lnTo>
                    <a:pt x="492310" y="91582"/>
                  </a:lnTo>
                  <a:lnTo>
                    <a:pt x="500124" y="91221"/>
                  </a:lnTo>
                  <a:lnTo>
                    <a:pt x="507939" y="90834"/>
                  </a:lnTo>
                  <a:lnTo>
                    <a:pt x="515753" y="90468"/>
                  </a:lnTo>
                  <a:lnTo>
                    <a:pt x="523568" y="90072"/>
                  </a:lnTo>
                  <a:lnTo>
                    <a:pt x="531382" y="89715"/>
                  </a:lnTo>
                  <a:lnTo>
                    <a:pt x="539196" y="89314"/>
                  </a:lnTo>
                  <a:lnTo>
                    <a:pt x="547011" y="88966"/>
                  </a:lnTo>
                  <a:lnTo>
                    <a:pt x="554825" y="88468"/>
                  </a:lnTo>
                  <a:lnTo>
                    <a:pt x="562640" y="88102"/>
                  </a:lnTo>
                  <a:lnTo>
                    <a:pt x="570454" y="87699"/>
                  </a:lnTo>
                  <a:lnTo>
                    <a:pt x="578269" y="87298"/>
                  </a:lnTo>
                  <a:lnTo>
                    <a:pt x="586083" y="86861"/>
                  </a:lnTo>
                  <a:lnTo>
                    <a:pt x="593898" y="86550"/>
                  </a:lnTo>
                  <a:lnTo>
                    <a:pt x="601712" y="86121"/>
                  </a:lnTo>
                  <a:lnTo>
                    <a:pt x="609526" y="85750"/>
                  </a:lnTo>
                  <a:lnTo>
                    <a:pt x="617341" y="85413"/>
                  </a:lnTo>
                  <a:lnTo>
                    <a:pt x="625155" y="84985"/>
                  </a:lnTo>
                  <a:lnTo>
                    <a:pt x="632970" y="84610"/>
                  </a:lnTo>
                  <a:lnTo>
                    <a:pt x="640784" y="84196"/>
                  </a:lnTo>
                  <a:lnTo>
                    <a:pt x="648599" y="83841"/>
                  </a:lnTo>
                  <a:lnTo>
                    <a:pt x="656413" y="83427"/>
                  </a:lnTo>
                  <a:lnTo>
                    <a:pt x="664228" y="82931"/>
                  </a:lnTo>
                  <a:lnTo>
                    <a:pt x="672042" y="82506"/>
                  </a:lnTo>
                  <a:lnTo>
                    <a:pt x="679857" y="82114"/>
                  </a:lnTo>
                  <a:lnTo>
                    <a:pt x="687671" y="81708"/>
                  </a:lnTo>
                  <a:lnTo>
                    <a:pt x="695485" y="81247"/>
                  </a:lnTo>
                  <a:lnTo>
                    <a:pt x="703300" y="80934"/>
                  </a:lnTo>
                  <a:lnTo>
                    <a:pt x="711114" y="80473"/>
                  </a:lnTo>
                  <a:lnTo>
                    <a:pt x="718929" y="80041"/>
                  </a:lnTo>
                  <a:lnTo>
                    <a:pt x="726743" y="79519"/>
                  </a:lnTo>
                  <a:lnTo>
                    <a:pt x="734558" y="79134"/>
                  </a:lnTo>
                  <a:lnTo>
                    <a:pt x="742372" y="78667"/>
                  </a:lnTo>
                  <a:lnTo>
                    <a:pt x="750187" y="78203"/>
                  </a:lnTo>
                  <a:lnTo>
                    <a:pt x="758001" y="77774"/>
                  </a:lnTo>
                  <a:lnTo>
                    <a:pt x="765815" y="77258"/>
                  </a:lnTo>
                  <a:lnTo>
                    <a:pt x="773630" y="76777"/>
                  </a:lnTo>
                  <a:lnTo>
                    <a:pt x="781444" y="76329"/>
                  </a:lnTo>
                  <a:lnTo>
                    <a:pt x="789259" y="75897"/>
                  </a:lnTo>
                  <a:lnTo>
                    <a:pt x="797073" y="75446"/>
                  </a:lnTo>
                  <a:lnTo>
                    <a:pt x="804888" y="74981"/>
                  </a:lnTo>
                  <a:lnTo>
                    <a:pt x="812702" y="74579"/>
                  </a:lnTo>
                  <a:lnTo>
                    <a:pt x="820517" y="74170"/>
                  </a:lnTo>
                  <a:lnTo>
                    <a:pt x="828331" y="73792"/>
                  </a:lnTo>
                  <a:lnTo>
                    <a:pt x="836145" y="73423"/>
                  </a:lnTo>
                  <a:lnTo>
                    <a:pt x="843960" y="73049"/>
                  </a:lnTo>
                  <a:lnTo>
                    <a:pt x="851774" y="72670"/>
                  </a:lnTo>
                  <a:lnTo>
                    <a:pt x="859589" y="72290"/>
                  </a:lnTo>
                  <a:lnTo>
                    <a:pt x="867403" y="71901"/>
                  </a:lnTo>
                  <a:lnTo>
                    <a:pt x="875218" y="71375"/>
                  </a:lnTo>
                  <a:lnTo>
                    <a:pt x="883032" y="70865"/>
                  </a:lnTo>
                  <a:lnTo>
                    <a:pt x="890847" y="70358"/>
                  </a:lnTo>
                  <a:lnTo>
                    <a:pt x="898661" y="69891"/>
                  </a:lnTo>
                  <a:lnTo>
                    <a:pt x="906476" y="69448"/>
                  </a:lnTo>
                  <a:lnTo>
                    <a:pt x="914290" y="68992"/>
                  </a:lnTo>
                  <a:lnTo>
                    <a:pt x="922104" y="68621"/>
                  </a:lnTo>
                  <a:lnTo>
                    <a:pt x="929919" y="68102"/>
                  </a:lnTo>
                  <a:lnTo>
                    <a:pt x="937733" y="67667"/>
                  </a:lnTo>
                  <a:lnTo>
                    <a:pt x="945548" y="67332"/>
                  </a:lnTo>
                  <a:lnTo>
                    <a:pt x="953362" y="66865"/>
                  </a:lnTo>
                  <a:lnTo>
                    <a:pt x="961177" y="66426"/>
                  </a:lnTo>
                  <a:lnTo>
                    <a:pt x="968991" y="65990"/>
                  </a:lnTo>
                  <a:lnTo>
                    <a:pt x="976806" y="65428"/>
                  </a:lnTo>
                  <a:lnTo>
                    <a:pt x="984620" y="64972"/>
                  </a:lnTo>
                  <a:lnTo>
                    <a:pt x="992434" y="64516"/>
                  </a:lnTo>
                  <a:lnTo>
                    <a:pt x="1000249" y="64101"/>
                  </a:lnTo>
                  <a:lnTo>
                    <a:pt x="1008063" y="63635"/>
                  </a:lnTo>
                  <a:lnTo>
                    <a:pt x="1015878" y="63217"/>
                  </a:lnTo>
                  <a:lnTo>
                    <a:pt x="1023692" y="62736"/>
                  </a:lnTo>
                  <a:lnTo>
                    <a:pt x="1031507" y="62300"/>
                  </a:lnTo>
                  <a:lnTo>
                    <a:pt x="1039321" y="61936"/>
                  </a:lnTo>
                  <a:lnTo>
                    <a:pt x="1047136" y="61471"/>
                  </a:lnTo>
                  <a:lnTo>
                    <a:pt x="1054950" y="61102"/>
                  </a:lnTo>
                  <a:lnTo>
                    <a:pt x="1062765" y="60569"/>
                  </a:lnTo>
                  <a:lnTo>
                    <a:pt x="1070579" y="60091"/>
                  </a:lnTo>
                  <a:lnTo>
                    <a:pt x="1078393" y="59590"/>
                  </a:lnTo>
                  <a:lnTo>
                    <a:pt x="1086208" y="59205"/>
                  </a:lnTo>
                  <a:lnTo>
                    <a:pt x="1094022" y="58733"/>
                  </a:lnTo>
                  <a:lnTo>
                    <a:pt x="1101837" y="58274"/>
                  </a:lnTo>
                  <a:lnTo>
                    <a:pt x="1109651" y="57782"/>
                  </a:lnTo>
                  <a:lnTo>
                    <a:pt x="1117466" y="57248"/>
                  </a:lnTo>
                  <a:lnTo>
                    <a:pt x="1125280" y="56760"/>
                  </a:lnTo>
                  <a:lnTo>
                    <a:pt x="1133095" y="56306"/>
                  </a:lnTo>
                  <a:lnTo>
                    <a:pt x="1140909" y="55877"/>
                  </a:lnTo>
                  <a:lnTo>
                    <a:pt x="1148723" y="55389"/>
                  </a:lnTo>
                  <a:lnTo>
                    <a:pt x="1156538" y="54900"/>
                  </a:lnTo>
                  <a:lnTo>
                    <a:pt x="1164352" y="54342"/>
                  </a:lnTo>
                  <a:lnTo>
                    <a:pt x="1172167" y="53852"/>
                  </a:lnTo>
                  <a:lnTo>
                    <a:pt x="1179981" y="53361"/>
                  </a:lnTo>
                  <a:lnTo>
                    <a:pt x="1187796" y="52872"/>
                  </a:lnTo>
                  <a:lnTo>
                    <a:pt x="1195610" y="52462"/>
                  </a:lnTo>
                  <a:lnTo>
                    <a:pt x="1203425" y="51973"/>
                  </a:lnTo>
                  <a:lnTo>
                    <a:pt x="1211239" y="51492"/>
                  </a:lnTo>
                  <a:lnTo>
                    <a:pt x="1219053" y="51098"/>
                  </a:lnTo>
                  <a:lnTo>
                    <a:pt x="1226868" y="50712"/>
                  </a:lnTo>
                  <a:lnTo>
                    <a:pt x="1234682" y="50236"/>
                  </a:lnTo>
                  <a:lnTo>
                    <a:pt x="1242497" y="49792"/>
                  </a:lnTo>
                  <a:lnTo>
                    <a:pt x="1250311" y="49322"/>
                  </a:lnTo>
                  <a:lnTo>
                    <a:pt x="1258126" y="48885"/>
                  </a:lnTo>
                  <a:lnTo>
                    <a:pt x="1265940" y="48374"/>
                  </a:lnTo>
                  <a:lnTo>
                    <a:pt x="1273755" y="47948"/>
                  </a:lnTo>
                  <a:lnTo>
                    <a:pt x="1281569" y="47440"/>
                  </a:lnTo>
                  <a:lnTo>
                    <a:pt x="1289384" y="46953"/>
                  </a:lnTo>
                  <a:lnTo>
                    <a:pt x="1297198" y="46486"/>
                  </a:lnTo>
                  <a:lnTo>
                    <a:pt x="1305012" y="46107"/>
                  </a:lnTo>
                  <a:lnTo>
                    <a:pt x="1312827" y="45608"/>
                  </a:lnTo>
                  <a:lnTo>
                    <a:pt x="1320641" y="45104"/>
                  </a:lnTo>
                  <a:lnTo>
                    <a:pt x="1328456" y="44583"/>
                  </a:lnTo>
                  <a:lnTo>
                    <a:pt x="1336270" y="44133"/>
                  </a:lnTo>
                  <a:lnTo>
                    <a:pt x="1344085" y="43863"/>
                  </a:lnTo>
                  <a:lnTo>
                    <a:pt x="1351899" y="43352"/>
                  </a:lnTo>
                  <a:lnTo>
                    <a:pt x="1359714" y="42882"/>
                  </a:lnTo>
                  <a:lnTo>
                    <a:pt x="1367528" y="42337"/>
                  </a:lnTo>
                  <a:lnTo>
                    <a:pt x="1375342" y="41820"/>
                  </a:lnTo>
                  <a:lnTo>
                    <a:pt x="1383157" y="41313"/>
                  </a:lnTo>
                  <a:lnTo>
                    <a:pt x="1390971" y="40801"/>
                  </a:lnTo>
                  <a:lnTo>
                    <a:pt x="1398786" y="40347"/>
                  </a:lnTo>
                  <a:lnTo>
                    <a:pt x="1406600" y="39867"/>
                  </a:lnTo>
                  <a:lnTo>
                    <a:pt x="1414415" y="39419"/>
                  </a:lnTo>
                  <a:lnTo>
                    <a:pt x="1422229" y="38924"/>
                  </a:lnTo>
                  <a:lnTo>
                    <a:pt x="1430044" y="38414"/>
                  </a:lnTo>
                  <a:lnTo>
                    <a:pt x="1437858" y="37982"/>
                  </a:lnTo>
                  <a:lnTo>
                    <a:pt x="1445672" y="37550"/>
                  </a:lnTo>
                  <a:lnTo>
                    <a:pt x="1453487" y="37081"/>
                  </a:lnTo>
                  <a:lnTo>
                    <a:pt x="1461301" y="36602"/>
                  </a:lnTo>
                  <a:lnTo>
                    <a:pt x="1469116" y="36149"/>
                  </a:lnTo>
                  <a:lnTo>
                    <a:pt x="1476930" y="35708"/>
                  </a:lnTo>
                  <a:lnTo>
                    <a:pt x="1484745" y="35239"/>
                  </a:lnTo>
                  <a:lnTo>
                    <a:pt x="1492559" y="34778"/>
                  </a:lnTo>
                  <a:lnTo>
                    <a:pt x="1500374" y="34337"/>
                  </a:lnTo>
                  <a:lnTo>
                    <a:pt x="1508188" y="33845"/>
                  </a:lnTo>
                  <a:lnTo>
                    <a:pt x="1516003" y="33310"/>
                  </a:lnTo>
                  <a:lnTo>
                    <a:pt x="1523817" y="32751"/>
                  </a:lnTo>
                  <a:lnTo>
                    <a:pt x="1531631" y="32260"/>
                  </a:lnTo>
                  <a:lnTo>
                    <a:pt x="1539446" y="31749"/>
                  </a:lnTo>
                  <a:lnTo>
                    <a:pt x="1547260" y="31329"/>
                  </a:lnTo>
                  <a:lnTo>
                    <a:pt x="1555075" y="30814"/>
                  </a:lnTo>
                  <a:lnTo>
                    <a:pt x="1562889" y="30393"/>
                  </a:lnTo>
                  <a:lnTo>
                    <a:pt x="1570704" y="29903"/>
                  </a:lnTo>
                  <a:lnTo>
                    <a:pt x="1578518" y="29375"/>
                  </a:lnTo>
                  <a:lnTo>
                    <a:pt x="1586333" y="28819"/>
                  </a:lnTo>
                  <a:lnTo>
                    <a:pt x="1594147" y="28313"/>
                  </a:lnTo>
                  <a:lnTo>
                    <a:pt x="1601961" y="27787"/>
                  </a:lnTo>
                  <a:lnTo>
                    <a:pt x="1609776" y="27296"/>
                  </a:lnTo>
                  <a:lnTo>
                    <a:pt x="1617590" y="26848"/>
                  </a:lnTo>
                  <a:lnTo>
                    <a:pt x="1625405" y="26376"/>
                  </a:lnTo>
                  <a:lnTo>
                    <a:pt x="1633219" y="25832"/>
                  </a:lnTo>
                  <a:lnTo>
                    <a:pt x="1641034" y="25361"/>
                  </a:lnTo>
                  <a:lnTo>
                    <a:pt x="1648848" y="24903"/>
                  </a:lnTo>
                  <a:lnTo>
                    <a:pt x="1656663" y="24424"/>
                  </a:lnTo>
                  <a:lnTo>
                    <a:pt x="1664477" y="23923"/>
                  </a:lnTo>
                  <a:lnTo>
                    <a:pt x="1672291" y="23391"/>
                  </a:lnTo>
                  <a:lnTo>
                    <a:pt x="1680106" y="22799"/>
                  </a:lnTo>
                  <a:lnTo>
                    <a:pt x="1687920" y="22237"/>
                  </a:lnTo>
                  <a:lnTo>
                    <a:pt x="1695735" y="21717"/>
                  </a:lnTo>
                  <a:lnTo>
                    <a:pt x="1703549" y="21213"/>
                  </a:lnTo>
                  <a:lnTo>
                    <a:pt x="1711364" y="20707"/>
                  </a:lnTo>
                  <a:lnTo>
                    <a:pt x="1719178" y="20121"/>
                  </a:lnTo>
                  <a:lnTo>
                    <a:pt x="1726993" y="19570"/>
                  </a:lnTo>
                  <a:lnTo>
                    <a:pt x="1734807" y="18982"/>
                  </a:lnTo>
                  <a:lnTo>
                    <a:pt x="1742622" y="18524"/>
                  </a:lnTo>
                  <a:lnTo>
                    <a:pt x="1750436" y="18078"/>
                  </a:lnTo>
                  <a:lnTo>
                    <a:pt x="1758250" y="17583"/>
                  </a:lnTo>
                  <a:lnTo>
                    <a:pt x="1766065" y="17090"/>
                  </a:lnTo>
                  <a:lnTo>
                    <a:pt x="1773879" y="16599"/>
                  </a:lnTo>
                  <a:lnTo>
                    <a:pt x="1781694" y="16107"/>
                  </a:lnTo>
                  <a:lnTo>
                    <a:pt x="1789508" y="15614"/>
                  </a:lnTo>
                  <a:lnTo>
                    <a:pt x="1797323" y="15121"/>
                  </a:lnTo>
                  <a:lnTo>
                    <a:pt x="1805137" y="14627"/>
                  </a:lnTo>
                  <a:lnTo>
                    <a:pt x="1812952" y="14132"/>
                  </a:lnTo>
                  <a:lnTo>
                    <a:pt x="1820766" y="13603"/>
                  </a:lnTo>
                  <a:lnTo>
                    <a:pt x="1828580" y="13073"/>
                  </a:lnTo>
                  <a:lnTo>
                    <a:pt x="1836395" y="12543"/>
                  </a:lnTo>
                  <a:lnTo>
                    <a:pt x="1844209" y="12013"/>
                  </a:lnTo>
                  <a:lnTo>
                    <a:pt x="1852024" y="11596"/>
                  </a:lnTo>
                  <a:lnTo>
                    <a:pt x="1859838" y="11086"/>
                  </a:lnTo>
                  <a:lnTo>
                    <a:pt x="1867653" y="10574"/>
                  </a:lnTo>
                  <a:lnTo>
                    <a:pt x="1875467" y="10100"/>
                  </a:lnTo>
                  <a:lnTo>
                    <a:pt x="1883282" y="9600"/>
                  </a:lnTo>
                  <a:lnTo>
                    <a:pt x="1891096" y="9092"/>
                  </a:lnTo>
                  <a:lnTo>
                    <a:pt x="1898910" y="8532"/>
                  </a:lnTo>
                  <a:lnTo>
                    <a:pt x="1906725" y="7995"/>
                  </a:lnTo>
                  <a:lnTo>
                    <a:pt x="1914539" y="7452"/>
                  </a:lnTo>
                  <a:lnTo>
                    <a:pt x="1922354" y="6927"/>
                  </a:lnTo>
                  <a:lnTo>
                    <a:pt x="1930168" y="6349"/>
                  </a:lnTo>
                  <a:lnTo>
                    <a:pt x="1937983" y="5764"/>
                  </a:lnTo>
                  <a:lnTo>
                    <a:pt x="1945797" y="5212"/>
                  </a:lnTo>
                  <a:lnTo>
                    <a:pt x="1953612" y="4704"/>
                  </a:lnTo>
                  <a:lnTo>
                    <a:pt x="1961426" y="4181"/>
                  </a:lnTo>
                  <a:lnTo>
                    <a:pt x="1969241" y="3586"/>
                  </a:lnTo>
                  <a:lnTo>
                    <a:pt x="1977055" y="3054"/>
                  </a:lnTo>
                  <a:lnTo>
                    <a:pt x="1984869" y="2564"/>
                  </a:lnTo>
                  <a:lnTo>
                    <a:pt x="1992684" y="2007"/>
                  </a:lnTo>
                  <a:lnTo>
                    <a:pt x="2000498" y="1520"/>
                  </a:lnTo>
                  <a:lnTo>
                    <a:pt x="2008313" y="940"/>
                  </a:lnTo>
                  <a:lnTo>
                    <a:pt x="2016127" y="483"/>
                  </a:lnTo>
                  <a:lnTo>
                    <a:pt x="2023942" y="0"/>
                  </a:lnTo>
                </a:path>
              </a:pathLst>
            </a:custGeom>
            <a:ln w="18970" cap="flat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l250"/>
            <p:cNvSpPr/>
            <p:nvPr/>
          </p:nvSpPr>
          <p:spPr>
            <a:xfrm>
              <a:off x="6041499" y="3640013"/>
              <a:ext cx="2023942" cy="70893"/>
            </a:xfrm>
            <a:custGeom>
              <a:avLst/>
              <a:pathLst>
                <a:path w="2023942" h="70893">
                  <a:moveTo>
                    <a:pt x="0" y="70893"/>
                  </a:moveTo>
                  <a:lnTo>
                    <a:pt x="7814" y="70712"/>
                  </a:lnTo>
                  <a:lnTo>
                    <a:pt x="15628" y="70453"/>
                  </a:lnTo>
                  <a:lnTo>
                    <a:pt x="23443" y="70156"/>
                  </a:lnTo>
                  <a:lnTo>
                    <a:pt x="31257" y="69964"/>
                  </a:lnTo>
                  <a:lnTo>
                    <a:pt x="39072" y="69726"/>
                  </a:lnTo>
                  <a:lnTo>
                    <a:pt x="46886" y="69423"/>
                  </a:lnTo>
                  <a:lnTo>
                    <a:pt x="54701" y="69120"/>
                  </a:lnTo>
                  <a:lnTo>
                    <a:pt x="62515" y="68904"/>
                  </a:lnTo>
                  <a:lnTo>
                    <a:pt x="70330" y="68696"/>
                  </a:lnTo>
                  <a:lnTo>
                    <a:pt x="78144" y="68523"/>
                  </a:lnTo>
                  <a:lnTo>
                    <a:pt x="85958" y="68325"/>
                  </a:lnTo>
                  <a:lnTo>
                    <a:pt x="93773" y="68113"/>
                  </a:lnTo>
                  <a:lnTo>
                    <a:pt x="101587" y="67918"/>
                  </a:lnTo>
                  <a:lnTo>
                    <a:pt x="109402" y="67646"/>
                  </a:lnTo>
                  <a:lnTo>
                    <a:pt x="117216" y="67421"/>
                  </a:lnTo>
                  <a:lnTo>
                    <a:pt x="125031" y="67185"/>
                  </a:lnTo>
                  <a:lnTo>
                    <a:pt x="132845" y="66989"/>
                  </a:lnTo>
                  <a:lnTo>
                    <a:pt x="140660" y="66743"/>
                  </a:lnTo>
                  <a:lnTo>
                    <a:pt x="148474" y="66428"/>
                  </a:lnTo>
                  <a:lnTo>
                    <a:pt x="156288" y="66103"/>
                  </a:lnTo>
                  <a:lnTo>
                    <a:pt x="164103" y="65930"/>
                  </a:lnTo>
                  <a:lnTo>
                    <a:pt x="171917" y="65698"/>
                  </a:lnTo>
                  <a:lnTo>
                    <a:pt x="179732" y="65478"/>
                  </a:lnTo>
                  <a:lnTo>
                    <a:pt x="187546" y="65252"/>
                  </a:lnTo>
                  <a:lnTo>
                    <a:pt x="195361" y="65009"/>
                  </a:lnTo>
                  <a:lnTo>
                    <a:pt x="203175" y="64810"/>
                  </a:lnTo>
                  <a:lnTo>
                    <a:pt x="210990" y="64570"/>
                  </a:lnTo>
                  <a:lnTo>
                    <a:pt x="218804" y="64318"/>
                  </a:lnTo>
                  <a:lnTo>
                    <a:pt x="226619" y="64118"/>
                  </a:lnTo>
                  <a:lnTo>
                    <a:pt x="234433" y="63861"/>
                  </a:lnTo>
                  <a:lnTo>
                    <a:pt x="242247" y="63623"/>
                  </a:lnTo>
                  <a:lnTo>
                    <a:pt x="250062" y="63416"/>
                  </a:lnTo>
                  <a:lnTo>
                    <a:pt x="257876" y="63221"/>
                  </a:lnTo>
                  <a:lnTo>
                    <a:pt x="265691" y="63035"/>
                  </a:lnTo>
                  <a:lnTo>
                    <a:pt x="273505" y="62746"/>
                  </a:lnTo>
                  <a:lnTo>
                    <a:pt x="281320" y="62569"/>
                  </a:lnTo>
                  <a:lnTo>
                    <a:pt x="289134" y="62285"/>
                  </a:lnTo>
                  <a:lnTo>
                    <a:pt x="296949" y="62055"/>
                  </a:lnTo>
                  <a:lnTo>
                    <a:pt x="304763" y="61728"/>
                  </a:lnTo>
                  <a:lnTo>
                    <a:pt x="312577" y="61480"/>
                  </a:lnTo>
                  <a:lnTo>
                    <a:pt x="320392" y="61207"/>
                  </a:lnTo>
                  <a:lnTo>
                    <a:pt x="328206" y="61016"/>
                  </a:lnTo>
                  <a:lnTo>
                    <a:pt x="336021" y="60722"/>
                  </a:lnTo>
                  <a:lnTo>
                    <a:pt x="343835" y="60548"/>
                  </a:lnTo>
                  <a:lnTo>
                    <a:pt x="351650" y="60222"/>
                  </a:lnTo>
                  <a:lnTo>
                    <a:pt x="359464" y="59997"/>
                  </a:lnTo>
                  <a:lnTo>
                    <a:pt x="367279" y="59753"/>
                  </a:lnTo>
                  <a:lnTo>
                    <a:pt x="375093" y="59458"/>
                  </a:lnTo>
                  <a:lnTo>
                    <a:pt x="382907" y="59191"/>
                  </a:lnTo>
                  <a:lnTo>
                    <a:pt x="390722" y="58986"/>
                  </a:lnTo>
                  <a:lnTo>
                    <a:pt x="398536" y="58744"/>
                  </a:lnTo>
                  <a:lnTo>
                    <a:pt x="406351" y="58468"/>
                  </a:lnTo>
                  <a:lnTo>
                    <a:pt x="414165" y="58208"/>
                  </a:lnTo>
                  <a:lnTo>
                    <a:pt x="421980" y="57970"/>
                  </a:lnTo>
                  <a:lnTo>
                    <a:pt x="429794" y="57810"/>
                  </a:lnTo>
                  <a:lnTo>
                    <a:pt x="437609" y="57588"/>
                  </a:lnTo>
                  <a:lnTo>
                    <a:pt x="445423" y="57286"/>
                  </a:lnTo>
                  <a:lnTo>
                    <a:pt x="453238" y="57060"/>
                  </a:lnTo>
                  <a:lnTo>
                    <a:pt x="461052" y="56736"/>
                  </a:lnTo>
                  <a:lnTo>
                    <a:pt x="468866" y="56551"/>
                  </a:lnTo>
                  <a:lnTo>
                    <a:pt x="476681" y="56351"/>
                  </a:lnTo>
                  <a:lnTo>
                    <a:pt x="484495" y="56118"/>
                  </a:lnTo>
                  <a:lnTo>
                    <a:pt x="492310" y="55883"/>
                  </a:lnTo>
                  <a:lnTo>
                    <a:pt x="500124" y="55630"/>
                  </a:lnTo>
                  <a:lnTo>
                    <a:pt x="507939" y="55397"/>
                  </a:lnTo>
                  <a:lnTo>
                    <a:pt x="515753" y="55158"/>
                  </a:lnTo>
                  <a:lnTo>
                    <a:pt x="523568" y="54854"/>
                  </a:lnTo>
                  <a:lnTo>
                    <a:pt x="531382" y="54546"/>
                  </a:lnTo>
                  <a:lnTo>
                    <a:pt x="539196" y="54292"/>
                  </a:lnTo>
                  <a:lnTo>
                    <a:pt x="547011" y="54213"/>
                  </a:lnTo>
                  <a:lnTo>
                    <a:pt x="554825" y="53911"/>
                  </a:lnTo>
                  <a:lnTo>
                    <a:pt x="562640" y="53627"/>
                  </a:lnTo>
                  <a:lnTo>
                    <a:pt x="570454" y="53405"/>
                  </a:lnTo>
                  <a:lnTo>
                    <a:pt x="578269" y="52957"/>
                  </a:lnTo>
                  <a:lnTo>
                    <a:pt x="586083" y="52622"/>
                  </a:lnTo>
                  <a:lnTo>
                    <a:pt x="593898" y="52387"/>
                  </a:lnTo>
                  <a:lnTo>
                    <a:pt x="601712" y="52108"/>
                  </a:lnTo>
                  <a:lnTo>
                    <a:pt x="609526" y="51924"/>
                  </a:lnTo>
                  <a:lnTo>
                    <a:pt x="617341" y="51712"/>
                  </a:lnTo>
                  <a:lnTo>
                    <a:pt x="625155" y="51470"/>
                  </a:lnTo>
                  <a:lnTo>
                    <a:pt x="632970" y="51224"/>
                  </a:lnTo>
                  <a:lnTo>
                    <a:pt x="640784" y="50971"/>
                  </a:lnTo>
                  <a:lnTo>
                    <a:pt x="648599" y="50761"/>
                  </a:lnTo>
                  <a:lnTo>
                    <a:pt x="656413" y="50394"/>
                  </a:lnTo>
                  <a:lnTo>
                    <a:pt x="664228" y="50113"/>
                  </a:lnTo>
                  <a:lnTo>
                    <a:pt x="672042" y="49888"/>
                  </a:lnTo>
                  <a:lnTo>
                    <a:pt x="679857" y="49654"/>
                  </a:lnTo>
                  <a:lnTo>
                    <a:pt x="687671" y="49387"/>
                  </a:lnTo>
                  <a:lnTo>
                    <a:pt x="695485" y="49102"/>
                  </a:lnTo>
                  <a:lnTo>
                    <a:pt x="703300" y="48781"/>
                  </a:lnTo>
                  <a:lnTo>
                    <a:pt x="711114" y="48537"/>
                  </a:lnTo>
                  <a:lnTo>
                    <a:pt x="718929" y="48236"/>
                  </a:lnTo>
                  <a:lnTo>
                    <a:pt x="726743" y="48007"/>
                  </a:lnTo>
                  <a:lnTo>
                    <a:pt x="734558" y="47652"/>
                  </a:lnTo>
                  <a:lnTo>
                    <a:pt x="742372" y="47391"/>
                  </a:lnTo>
                  <a:lnTo>
                    <a:pt x="750187" y="47109"/>
                  </a:lnTo>
                  <a:lnTo>
                    <a:pt x="758001" y="46917"/>
                  </a:lnTo>
                  <a:lnTo>
                    <a:pt x="765815" y="46572"/>
                  </a:lnTo>
                  <a:lnTo>
                    <a:pt x="773630" y="46317"/>
                  </a:lnTo>
                  <a:lnTo>
                    <a:pt x="781444" y="45908"/>
                  </a:lnTo>
                  <a:lnTo>
                    <a:pt x="789259" y="45634"/>
                  </a:lnTo>
                  <a:lnTo>
                    <a:pt x="797073" y="45401"/>
                  </a:lnTo>
                  <a:lnTo>
                    <a:pt x="804888" y="45076"/>
                  </a:lnTo>
                  <a:lnTo>
                    <a:pt x="812702" y="44779"/>
                  </a:lnTo>
                  <a:lnTo>
                    <a:pt x="820517" y="44545"/>
                  </a:lnTo>
                  <a:lnTo>
                    <a:pt x="828331" y="44318"/>
                  </a:lnTo>
                  <a:lnTo>
                    <a:pt x="836145" y="44002"/>
                  </a:lnTo>
                  <a:lnTo>
                    <a:pt x="843960" y="43643"/>
                  </a:lnTo>
                  <a:lnTo>
                    <a:pt x="851774" y="43364"/>
                  </a:lnTo>
                  <a:lnTo>
                    <a:pt x="859589" y="43086"/>
                  </a:lnTo>
                  <a:lnTo>
                    <a:pt x="867403" y="42750"/>
                  </a:lnTo>
                  <a:lnTo>
                    <a:pt x="875218" y="42427"/>
                  </a:lnTo>
                  <a:lnTo>
                    <a:pt x="883032" y="42158"/>
                  </a:lnTo>
                  <a:lnTo>
                    <a:pt x="890847" y="41842"/>
                  </a:lnTo>
                  <a:lnTo>
                    <a:pt x="898661" y="41572"/>
                  </a:lnTo>
                  <a:lnTo>
                    <a:pt x="906476" y="41336"/>
                  </a:lnTo>
                  <a:lnTo>
                    <a:pt x="914290" y="40967"/>
                  </a:lnTo>
                  <a:lnTo>
                    <a:pt x="922104" y="40686"/>
                  </a:lnTo>
                  <a:lnTo>
                    <a:pt x="929919" y="40394"/>
                  </a:lnTo>
                  <a:lnTo>
                    <a:pt x="937733" y="40141"/>
                  </a:lnTo>
                  <a:lnTo>
                    <a:pt x="945548" y="39908"/>
                  </a:lnTo>
                  <a:lnTo>
                    <a:pt x="953362" y="39717"/>
                  </a:lnTo>
                  <a:lnTo>
                    <a:pt x="961177" y="39432"/>
                  </a:lnTo>
                  <a:lnTo>
                    <a:pt x="968991" y="39146"/>
                  </a:lnTo>
                  <a:lnTo>
                    <a:pt x="976806" y="38866"/>
                  </a:lnTo>
                  <a:lnTo>
                    <a:pt x="984620" y="38589"/>
                  </a:lnTo>
                  <a:lnTo>
                    <a:pt x="992434" y="38347"/>
                  </a:lnTo>
                  <a:lnTo>
                    <a:pt x="1000249" y="38043"/>
                  </a:lnTo>
                  <a:lnTo>
                    <a:pt x="1008063" y="37725"/>
                  </a:lnTo>
                  <a:lnTo>
                    <a:pt x="1015878" y="37531"/>
                  </a:lnTo>
                  <a:lnTo>
                    <a:pt x="1023692" y="37242"/>
                  </a:lnTo>
                  <a:lnTo>
                    <a:pt x="1031507" y="36870"/>
                  </a:lnTo>
                  <a:lnTo>
                    <a:pt x="1039321" y="36664"/>
                  </a:lnTo>
                  <a:lnTo>
                    <a:pt x="1047136" y="36423"/>
                  </a:lnTo>
                  <a:lnTo>
                    <a:pt x="1054950" y="36183"/>
                  </a:lnTo>
                  <a:lnTo>
                    <a:pt x="1062765" y="35914"/>
                  </a:lnTo>
                  <a:lnTo>
                    <a:pt x="1070579" y="35637"/>
                  </a:lnTo>
                  <a:lnTo>
                    <a:pt x="1078393" y="35404"/>
                  </a:lnTo>
                  <a:lnTo>
                    <a:pt x="1086208" y="35117"/>
                  </a:lnTo>
                  <a:lnTo>
                    <a:pt x="1094022" y="34776"/>
                  </a:lnTo>
                  <a:lnTo>
                    <a:pt x="1101837" y="34469"/>
                  </a:lnTo>
                  <a:lnTo>
                    <a:pt x="1109651" y="34140"/>
                  </a:lnTo>
                  <a:lnTo>
                    <a:pt x="1117466" y="33911"/>
                  </a:lnTo>
                  <a:lnTo>
                    <a:pt x="1125280" y="33650"/>
                  </a:lnTo>
                  <a:lnTo>
                    <a:pt x="1133095" y="33289"/>
                  </a:lnTo>
                  <a:lnTo>
                    <a:pt x="1140909" y="32968"/>
                  </a:lnTo>
                  <a:lnTo>
                    <a:pt x="1148723" y="32673"/>
                  </a:lnTo>
                  <a:lnTo>
                    <a:pt x="1156538" y="32390"/>
                  </a:lnTo>
                  <a:lnTo>
                    <a:pt x="1164352" y="32088"/>
                  </a:lnTo>
                  <a:lnTo>
                    <a:pt x="1172167" y="31797"/>
                  </a:lnTo>
                  <a:lnTo>
                    <a:pt x="1179981" y="31540"/>
                  </a:lnTo>
                  <a:lnTo>
                    <a:pt x="1187796" y="31362"/>
                  </a:lnTo>
                  <a:lnTo>
                    <a:pt x="1195610" y="31081"/>
                  </a:lnTo>
                  <a:lnTo>
                    <a:pt x="1203425" y="30790"/>
                  </a:lnTo>
                  <a:lnTo>
                    <a:pt x="1211239" y="30464"/>
                  </a:lnTo>
                  <a:lnTo>
                    <a:pt x="1219053" y="30166"/>
                  </a:lnTo>
                  <a:lnTo>
                    <a:pt x="1226868" y="29897"/>
                  </a:lnTo>
                  <a:lnTo>
                    <a:pt x="1234682" y="29583"/>
                  </a:lnTo>
                  <a:lnTo>
                    <a:pt x="1242497" y="29314"/>
                  </a:lnTo>
                  <a:lnTo>
                    <a:pt x="1250311" y="29018"/>
                  </a:lnTo>
                  <a:lnTo>
                    <a:pt x="1258126" y="28779"/>
                  </a:lnTo>
                  <a:lnTo>
                    <a:pt x="1265940" y="28504"/>
                  </a:lnTo>
                  <a:lnTo>
                    <a:pt x="1273755" y="28261"/>
                  </a:lnTo>
                  <a:lnTo>
                    <a:pt x="1281569" y="28036"/>
                  </a:lnTo>
                  <a:lnTo>
                    <a:pt x="1289384" y="27830"/>
                  </a:lnTo>
                  <a:lnTo>
                    <a:pt x="1297198" y="27548"/>
                  </a:lnTo>
                  <a:lnTo>
                    <a:pt x="1305012" y="27260"/>
                  </a:lnTo>
                  <a:lnTo>
                    <a:pt x="1312827" y="27010"/>
                  </a:lnTo>
                  <a:lnTo>
                    <a:pt x="1320641" y="26735"/>
                  </a:lnTo>
                  <a:lnTo>
                    <a:pt x="1328456" y="26385"/>
                  </a:lnTo>
                  <a:lnTo>
                    <a:pt x="1336270" y="26114"/>
                  </a:lnTo>
                  <a:lnTo>
                    <a:pt x="1344085" y="25870"/>
                  </a:lnTo>
                  <a:lnTo>
                    <a:pt x="1351899" y="25572"/>
                  </a:lnTo>
                  <a:lnTo>
                    <a:pt x="1359714" y="25362"/>
                  </a:lnTo>
                  <a:lnTo>
                    <a:pt x="1367528" y="25111"/>
                  </a:lnTo>
                  <a:lnTo>
                    <a:pt x="1375342" y="24727"/>
                  </a:lnTo>
                  <a:lnTo>
                    <a:pt x="1383157" y="24463"/>
                  </a:lnTo>
                  <a:lnTo>
                    <a:pt x="1390971" y="24216"/>
                  </a:lnTo>
                  <a:lnTo>
                    <a:pt x="1398786" y="23933"/>
                  </a:lnTo>
                  <a:lnTo>
                    <a:pt x="1406600" y="23714"/>
                  </a:lnTo>
                  <a:lnTo>
                    <a:pt x="1414415" y="23390"/>
                  </a:lnTo>
                  <a:lnTo>
                    <a:pt x="1422229" y="23160"/>
                  </a:lnTo>
                  <a:lnTo>
                    <a:pt x="1430044" y="22981"/>
                  </a:lnTo>
                  <a:lnTo>
                    <a:pt x="1437858" y="22681"/>
                  </a:lnTo>
                  <a:lnTo>
                    <a:pt x="1445672" y="22394"/>
                  </a:lnTo>
                  <a:lnTo>
                    <a:pt x="1453487" y="22123"/>
                  </a:lnTo>
                  <a:lnTo>
                    <a:pt x="1461301" y="21907"/>
                  </a:lnTo>
                  <a:lnTo>
                    <a:pt x="1469116" y="21538"/>
                  </a:lnTo>
                  <a:lnTo>
                    <a:pt x="1476930" y="21194"/>
                  </a:lnTo>
                  <a:lnTo>
                    <a:pt x="1484745" y="20937"/>
                  </a:lnTo>
                  <a:lnTo>
                    <a:pt x="1492559" y="20583"/>
                  </a:lnTo>
                  <a:lnTo>
                    <a:pt x="1500374" y="20278"/>
                  </a:lnTo>
                  <a:lnTo>
                    <a:pt x="1508188" y="19988"/>
                  </a:lnTo>
                  <a:lnTo>
                    <a:pt x="1516003" y="19654"/>
                  </a:lnTo>
                  <a:lnTo>
                    <a:pt x="1523817" y="19257"/>
                  </a:lnTo>
                  <a:lnTo>
                    <a:pt x="1531631" y="18905"/>
                  </a:lnTo>
                  <a:lnTo>
                    <a:pt x="1539446" y="18625"/>
                  </a:lnTo>
                  <a:lnTo>
                    <a:pt x="1547260" y="18243"/>
                  </a:lnTo>
                  <a:lnTo>
                    <a:pt x="1555075" y="17963"/>
                  </a:lnTo>
                  <a:lnTo>
                    <a:pt x="1562889" y="17666"/>
                  </a:lnTo>
                  <a:lnTo>
                    <a:pt x="1570704" y="17289"/>
                  </a:lnTo>
                  <a:lnTo>
                    <a:pt x="1578518" y="17029"/>
                  </a:lnTo>
                  <a:lnTo>
                    <a:pt x="1586333" y="16648"/>
                  </a:lnTo>
                  <a:lnTo>
                    <a:pt x="1594147" y="16381"/>
                  </a:lnTo>
                  <a:lnTo>
                    <a:pt x="1601961" y="16071"/>
                  </a:lnTo>
                  <a:lnTo>
                    <a:pt x="1609776" y="15833"/>
                  </a:lnTo>
                  <a:lnTo>
                    <a:pt x="1617590" y="15490"/>
                  </a:lnTo>
                  <a:lnTo>
                    <a:pt x="1625405" y="15253"/>
                  </a:lnTo>
                  <a:lnTo>
                    <a:pt x="1633219" y="15036"/>
                  </a:lnTo>
                  <a:lnTo>
                    <a:pt x="1641034" y="14679"/>
                  </a:lnTo>
                  <a:lnTo>
                    <a:pt x="1648848" y="14320"/>
                  </a:lnTo>
                  <a:lnTo>
                    <a:pt x="1656663" y="13944"/>
                  </a:lnTo>
                  <a:lnTo>
                    <a:pt x="1664477" y="13692"/>
                  </a:lnTo>
                  <a:lnTo>
                    <a:pt x="1672291" y="13487"/>
                  </a:lnTo>
                  <a:lnTo>
                    <a:pt x="1680106" y="13243"/>
                  </a:lnTo>
                  <a:lnTo>
                    <a:pt x="1687920" y="12926"/>
                  </a:lnTo>
                  <a:lnTo>
                    <a:pt x="1695735" y="12684"/>
                  </a:lnTo>
                  <a:lnTo>
                    <a:pt x="1703549" y="12367"/>
                  </a:lnTo>
                  <a:lnTo>
                    <a:pt x="1711364" y="12024"/>
                  </a:lnTo>
                  <a:lnTo>
                    <a:pt x="1719178" y="11685"/>
                  </a:lnTo>
                  <a:lnTo>
                    <a:pt x="1726993" y="11299"/>
                  </a:lnTo>
                  <a:lnTo>
                    <a:pt x="1734807" y="10936"/>
                  </a:lnTo>
                  <a:lnTo>
                    <a:pt x="1742622" y="10624"/>
                  </a:lnTo>
                  <a:lnTo>
                    <a:pt x="1750436" y="10389"/>
                  </a:lnTo>
                  <a:lnTo>
                    <a:pt x="1758250" y="10063"/>
                  </a:lnTo>
                  <a:lnTo>
                    <a:pt x="1766065" y="9742"/>
                  </a:lnTo>
                  <a:lnTo>
                    <a:pt x="1773879" y="9501"/>
                  </a:lnTo>
                  <a:lnTo>
                    <a:pt x="1781694" y="9251"/>
                  </a:lnTo>
                  <a:lnTo>
                    <a:pt x="1789508" y="8954"/>
                  </a:lnTo>
                  <a:lnTo>
                    <a:pt x="1797323" y="8657"/>
                  </a:lnTo>
                  <a:lnTo>
                    <a:pt x="1805137" y="8384"/>
                  </a:lnTo>
                  <a:lnTo>
                    <a:pt x="1812952" y="8098"/>
                  </a:lnTo>
                  <a:lnTo>
                    <a:pt x="1820766" y="7809"/>
                  </a:lnTo>
                  <a:lnTo>
                    <a:pt x="1828580" y="7541"/>
                  </a:lnTo>
                  <a:lnTo>
                    <a:pt x="1836395" y="7274"/>
                  </a:lnTo>
                  <a:lnTo>
                    <a:pt x="1844209" y="6936"/>
                  </a:lnTo>
                  <a:lnTo>
                    <a:pt x="1852024" y="6556"/>
                  </a:lnTo>
                  <a:lnTo>
                    <a:pt x="1859838" y="6214"/>
                  </a:lnTo>
                  <a:lnTo>
                    <a:pt x="1867653" y="5876"/>
                  </a:lnTo>
                  <a:lnTo>
                    <a:pt x="1875467" y="5665"/>
                  </a:lnTo>
                  <a:lnTo>
                    <a:pt x="1883282" y="5443"/>
                  </a:lnTo>
                  <a:lnTo>
                    <a:pt x="1891096" y="5134"/>
                  </a:lnTo>
                  <a:lnTo>
                    <a:pt x="1898910" y="4854"/>
                  </a:lnTo>
                  <a:lnTo>
                    <a:pt x="1906725" y="4514"/>
                  </a:lnTo>
                  <a:lnTo>
                    <a:pt x="1914539" y="4225"/>
                  </a:lnTo>
                  <a:lnTo>
                    <a:pt x="1922354" y="3879"/>
                  </a:lnTo>
                  <a:lnTo>
                    <a:pt x="1930168" y="3561"/>
                  </a:lnTo>
                  <a:lnTo>
                    <a:pt x="1937983" y="3244"/>
                  </a:lnTo>
                  <a:lnTo>
                    <a:pt x="1945797" y="2862"/>
                  </a:lnTo>
                  <a:lnTo>
                    <a:pt x="1953612" y="2611"/>
                  </a:lnTo>
                  <a:lnTo>
                    <a:pt x="1961426" y="2279"/>
                  </a:lnTo>
                  <a:lnTo>
                    <a:pt x="1969241" y="1915"/>
                  </a:lnTo>
                  <a:lnTo>
                    <a:pt x="1977055" y="1550"/>
                  </a:lnTo>
                  <a:lnTo>
                    <a:pt x="1984869" y="1250"/>
                  </a:lnTo>
                  <a:lnTo>
                    <a:pt x="1992684" y="1022"/>
                  </a:lnTo>
                  <a:lnTo>
                    <a:pt x="2000498" y="810"/>
                  </a:lnTo>
                  <a:lnTo>
                    <a:pt x="2008313" y="566"/>
                  </a:lnTo>
                  <a:lnTo>
                    <a:pt x="2016127" y="263"/>
                  </a:lnTo>
                  <a:lnTo>
                    <a:pt x="2023942" y="0"/>
                  </a:lnTo>
                </a:path>
              </a:pathLst>
            </a:custGeom>
            <a:ln w="18970" cap="flat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l251"/>
            <p:cNvSpPr/>
            <p:nvPr/>
          </p:nvSpPr>
          <p:spPr>
            <a:xfrm>
              <a:off x="6041499" y="3777785"/>
              <a:ext cx="2023942" cy="6621"/>
            </a:xfrm>
            <a:custGeom>
              <a:avLst/>
              <a:pathLst>
                <a:path w="2023942" h="6621">
                  <a:moveTo>
                    <a:pt x="0" y="0"/>
                  </a:moveTo>
                  <a:lnTo>
                    <a:pt x="7814" y="107"/>
                  </a:lnTo>
                  <a:lnTo>
                    <a:pt x="15628" y="232"/>
                  </a:lnTo>
                  <a:lnTo>
                    <a:pt x="23443" y="231"/>
                  </a:lnTo>
                  <a:lnTo>
                    <a:pt x="31257" y="313"/>
                  </a:lnTo>
                  <a:lnTo>
                    <a:pt x="39072" y="420"/>
                  </a:lnTo>
                  <a:lnTo>
                    <a:pt x="46886" y="447"/>
                  </a:lnTo>
                  <a:lnTo>
                    <a:pt x="54701" y="581"/>
                  </a:lnTo>
                  <a:lnTo>
                    <a:pt x="62515" y="656"/>
                  </a:lnTo>
                  <a:lnTo>
                    <a:pt x="70330" y="680"/>
                  </a:lnTo>
                  <a:lnTo>
                    <a:pt x="78144" y="713"/>
                  </a:lnTo>
                  <a:lnTo>
                    <a:pt x="85958" y="738"/>
                  </a:lnTo>
                  <a:lnTo>
                    <a:pt x="93773" y="827"/>
                  </a:lnTo>
                  <a:lnTo>
                    <a:pt x="101587" y="868"/>
                  </a:lnTo>
                  <a:lnTo>
                    <a:pt x="109402" y="930"/>
                  </a:lnTo>
                  <a:lnTo>
                    <a:pt x="117216" y="953"/>
                  </a:lnTo>
                  <a:lnTo>
                    <a:pt x="125031" y="1047"/>
                  </a:lnTo>
                  <a:lnTo>
                    <a:pt x="132845" y="1068"/>
                  </a:lnTo>
                  <a:lnTo>
                    <a:pt x="140660" y="1170"/>
                  </a:lnTo>
                  <a:lnTo>
                    <a:pt x="148474" y="1294"/>
                  </a:lnTo>
                  <a:lnTo>
                    <a:pt x="156288" y="1365"/>
                  </a:lnTo>
                  <a:lnTo>
                    <a:pt x="164103" y="1360"/>
                  </a:lnTo>
                  <a:lnTo>
                    <a:pt x="171917" y="1423"/>
                  </a:lnTo>
                  <a:lnTo>
                    <a:pt x="179732" y="1426"/>
                  </a:lnTo>
                  <a:lnTo>
                    <a:pt x="187546" y="1451"/>
                  </a:lnTo>
                  <a:lnTo>
                    <a:pt x="195361" y="1444"/>
                  </a:lnTo>
                  <a:lnTo>
                    <a:pt x="203175" y="1445"/>
                  </a:lnTo>
                  <a:lnTo>
                    <a:pt x="210990" y="1483"/>
                  </a:lnTo>
                  <a:lnTo>
                    <a:pt x="218804" y="1519"/>
                  </a:lnTo>
                  <a:lnTo>
                    <a:pt x="226619" y="1516"/>
                  </a:lnTo>
                  <a:lnTo>
                    <a:pt x="234433" y="1549"/>
                  </a:lnTo>
                  <a:lnTo>
                    <a:pt x="242247" y="1497"/>
                  </a:lnTo>
                  <a:lnTo>
                    <a:pt x="250062" y="1545"/>
                  </a:lnTo>
                  <a:lnTo>
                    <a:pt x="257876" y="1566"/>
                  </a:lnTo>
                  <a:lnTo>
                    <a:pt x="265691" y="1509"/>
                  </a:lnTo>
                  <a:lnTo>
                    <a:pt x="273505" y="1549"/>
                  </a:lnTo>
                  <a:lnTo>
                    <a:pt x="281320" y="1560"/>
                  </a:lnTo>
                  <a:lnTo>
                    <a:pt x="289134" y="1512"/>
                  </a:lnTo>
                  <a:lnTo>
                    <a:pt x="296949" y="1563"/>
                  </a:lnTo>
                  <a:lnTo>
                    <a:pt x="304763" y="1627"/>
                  </a:lnTo>
                  <a:lnTo>
                    <a:pt x="312577" y="1688"/>
                  </a:lnTo>
                  <a:lnTo>
                    <a:pt x="320392" y="1724"/>
                  </a:lnTo>
                  <a:lnTo>
                    <a:pt x="328206" y="1792"/>
                  </a:lnTo>
                  <a:lnTo>
                    <a:pt x="336021" y="1768"/>
                  </a:lnTo>
                  <a:lnTo>
                    <a:pt x="343835" y="1847"/>
                  </a:lnTo>
                  <a:lnTo>
                    <a:pt x="351650" y="1891"/>
                  </a:lnTo>
                  <a:lnTo>
                    <a:pt x="359464" y="1948"/>
                  </a:lnTo>
                  <a:lnTo>
                    <a:pt x="367279" y="1966"/>
                  </a:lnTo>
                  <a:lnTo>
                    <a:pt x="375093" y="1978"/>
                  </a:lnTo>
                  <a:lnTo>
                    <a:pt x="382907" y="1972"/>
                  </a:lnTo>
                  <a:lnTo>
                    <a:pt x="390722" y="2004"/>
                  </a:lnTo>
                  <a:lnTo>
                    <a:pt x="398536" y="2072"/>
                  </a:lnTo>
                  <a:lnTo>
                    <a:pt x="406351" y="2102"/>
                  </a:lnTo>
                  <a:lnTo>
                    <a:pt x="414165" y="2103"/>
                  </a:lnTo>
                  <a:lnTo>
                    <a:pt x="421980" y="2109"/>
                  </a:lnTo>
                  <a:lnTo>
                    <a:pt x="429794" y="2143"/>
                  </a:lnTo>
                  <a:lnTo>
                    <a:pt x="437609" y="2180"/>
                  </a:lnTo>
                  <a:lnTo>
                    <a:pt x="445423" y="2190"/>
                  </a:lnTo>
                  <a:lnTo>
                    <a:pt x="453238" y="2210"/>
                  </a:lnTo>
                  <a:lnTo>
                    <a:pt x="461052" y="2255"/>
                  </a:lnTo>
                  <a:lnTo>
                    <a:pt x="468866" y="2266"/>
                  </a:lnTo>
                  <a:lnTo>
                    <a:pt x="476681" y="2277"/>
                  </a:lnTo>
                  <a:lnTo>
                    <a:pt x="484495" y="2230"/>
                  </a:lnTo>
                  <a:lnTo>
                    <a:pt x="492310" y="2315"/>
                  </a:lnTo>
                  <a:lnTo>
                    <a:pt x="500124" y="2367"/>
                  </a:lnTo>
                  <a:lnTo>
                    <a:pt x="507939" y="2275"/>
                  </a:lnTo>
                  <a:lnTo>
                    <a:pt x="515753" y="2359"/>
                  </a:lnTo>
                  <a:lnTo>
                    <a:pt x="523568" y="2304"/>
                  </a:lnTo>
                  <a:lnTo>
                    <a:pt x="531382" y="2300"/>
                  </a:lnTo>
                  <a:lnTo>
                    <a:pt x="539196" y="2359"/>
                  </a:lnTo>
                  <a:lnTo>
                    <a:pt x="547011" y="2319"/>
                  </a:lnTo>
                  <a:lnTo>
                    <a:pt x="554825" y="2344"/>
                  </a:lnTo>
                  <a:lnTo>
                    <a:pt x="562640" y="2383"/>
                  </a:lnTo>
                  <a:lnTo>
                    <a:pt x="570454" y="2416"/>
                  </a:lnTo>
                  <a:lnTo>
                    <a:pt x="578269" y="2519"/>
                  </a:lnTo>
                  <a:lnTo>
                    <a:pt x="586083" y="2531"/>
                  </a:lnTo>
                  <a:lnTo>
                    <a:pt x="593898" y="2518"/>
                  </a:lnTo>
                  <a:lnTo>
                    <a:pt x="601712" y="2503"/>
                  </a:lnTo>
                  <a:lnTo>
                    <a:pt x="609526" y="2558"/>
                  </a:lnTo>
                  <a:lnTo>
                    <a:pt x="617341" y="2601"/>
                  </a:lnTo>
                  <a:lnTo>
                    <a:pt x="625155" y="2616"/>
                  </a:lnTo>
                  <a:lnTo>
                    <a:pt x="632970" y="2624"/>
                  </a:lnTo>
                  <a:lnTo>
                    <a:pt x="640784" y="2616"/>
                  </a:lnTo>
                  <a:lnTo>
                    <a:pt x="648599" y="2617"/>
                  </a:lnTo>
                  <a:lnTo>
                    <a:pt x="656413" y="2587"/>
                  </a:lnTo>
                  <a:lnTo>
                    <a:pt x="664228" y="2652"/>
                  </a:lnTo>
                  <a:lnTo>
                    <a:pt x="672042" y="2668"/>
                  </a:lnTo>
                  <a:lnTo>
                    <a:pt x="679857" y="2699"/>
                  </a:lnTo>
                  <a:lnTo>
                    <a:pt x="687671" y="2707"/>
                  </a:lnTo>
                  <a:lnTo>
                    <a:pt x="695485" y="2718"/>
                  </a:lnTo>
                  <a:lnTo>
                    <a:pt x="703300" y="2769"/>
                  </a:lnTo>
                  <a:lnTo>
                    <a:pt x="711114" y="2810"/>
                  </a:lnTo>
                  <a:lnTo>
                    <a:pt x="718929" y="2833"/>
                  </a:lnTo>
                  <a:lnTo>
                    <a:pt x="726743" y="2810"/>
                  </a:lnTo>
                  <a:lnTo>
                    <a:pt x="734558" y="2838"/>
                  </a:lnTo>
                  <a:lnTo>
                    <a:pt x="742372" y="2894"/>
                  </a:lnTo>
                  <a:lnTo>
                    <a:pt x="750187" y="2871"/>
                  </a:lnTo>
                  <a:lnTo>
                    <a:pt x="758001" y="2903"/>
                  </a:lnTo>
                  <a:lnTo>
                    <a:pt x="765815" y="2893"/>
                  </a:lnTo>
                  <a:lnTo>
                    <a:pt x="773630" y="2934"/>
                  </a:lnTo>
                  <a:lnTo>
                    <a:pt x="781444" y="2933"/>
                  </a:lnTo>
                  <a:lnTo>
                    <a:pt x="789259" y="3011"/>
                  </a:lnTo>
                  <a:lnTo>
                    <a:pt x="797073" y="3004"/>
                  </a:lnTo>
                  <a:lnTo>
                    <a:pt x="804888" y="2869"/>
                  </a:lnTo>
                  <a:lnTo>
                    <a:pt x="812702" y="2891"/>
                  </a:lnTo>
                  <a:lnTo>
                    <a:pt x="820517" y="2961"/>
                  </a:lnTo>
                  <a:lnTo>
                    <a:pt x="828331" y="3020"/>
                  </a:lnTo>
                  <a:lnTo>
                    <a:pt x="836145" y="3102"/>
                  </a:lnTo>
                  <a:lnTo>
                    <a:pt x="843960" y="3153"/>
                  </a:lnTo>
                  <a:lnTo>
                    <a:pt x="851774" y="3164"/>
                  </a:lnTo>
                  <a:lnTo>
                    <a:pt x="859589" y="3194"/>
                  </a:lnTo>
                  <a:lnTo>
                    <a:pt x="867403" y="3093"/>
                  </a:lnTo>
                  <a:lnTo>
                    <a:pt x="875218" y="3077"/>
                  </a:lnTo>
                  <a:lnTo>
                    <a:pt x="883032" y="3107"/>
                  </a:lnTo>
                  <a:lnTo>
                    <a:pt x="890847" y="3114"/>
                  </a:lnTo>
                  <a:lnTo>
                    <a:pt x="898661" y="3109"/>
                  </a:lnTo>
                  <a:lnTo>
                    <a:pt x="906476" y="3193"/>
                  </a:lnTo>
                  <a:lnTo>
                    <a:pt x="914290" y="3199"/>
                  </a:lnTo>
                  <a:lnTo>
                    <a:pt x="922104" y="3246"/>
                  </a:lnTo>
                  <a:lnTo>
                    <a:pt x="929919" y="3330"/>
                  </a:lnTo>
                  <a:lnTo>
                    <a:pt x="937733" y="3315"/>
                  </a:lnTo>
                  <a:lnTo>
                    <a:pt x="945548" y="3347"/>
                  </a:lnTo>
                  <a:lnTo>
                    <a:pt x="953362" y="3355"/>
                  </a:lnTo>
                  <a:lnTo>
                    <a:pt x="961177" y="3409"/>
                  </a:lnTo>
                  <a:lnTo>
                    <a:pt x="968991" y="3364"/>
                  </a:lnTo>
                  <a:lnTo>
                    <a:pt x="976806" y="3362"/>
                  </a:lnTo>
                  <a:lnTo>
                    <a:pt x="984620" y="3412"/>
                  </a:lnTo>
                  <a:lnTo>
                    <a:pt x="992434" y="3428"/>
                  </a:lnTo>
                  <a:lnTo>
                    <a:pt x="1000249" y="3490"/>
                  </a:lnTo>
                  <a:lnTo>
                    <a:pt x="1008063" y="3529"/>
                  </a:lnTo>
                  <a:lnTo>
                    <a:pt x="1015878" y="3533"/>
                  </a:lnTo>
                  <a:lnTo>
                    <a:pt x="1023692" y="3589"/>
                  </a:lnTo>
                  <a:lnTo>
                    <a:pt x="1031507" y="3638"/>
                  </a:lnTo>
                  <a:lnTo>
                    <a:pt x="1039321" y="3613"/>
                  </a:lnTo>
                  <a:lnTo>
                    <a:pt x="1047136" y="3638"/>
                  </a:lnTo>
                  <a:lnTo>
                    <a:pt x="1054950" y="3676"/>
                  </a:lnTo>
                  <a:lnTo>
                    <a:pt x="1062765" y="3721"/>
                  </a:lnTo>
                  <a:lnTo>
                    <a:pt x="1070579" y="3786"/>
                  </a:lnTo>
                  <a:lnTo>
                    <a:pt x="1078393" y="3815"/>
                  </a:lnTo>
                  <a:lnTo>
                    <a:pt x="1086208" y="3832"/>
                  </a:lnTo>
                  <a:lnTo>
                    <a:pt x="1094022" y="3814"/>
                  </a:lnTo>
                  <a:lnTo>
                    <a:pt x="1101837" y="3853"/>
                  </a:lnTo>
                  <a:lnTo>
                    <a:pt x="1109651" y="3828"/>
                  </a:lnTo>
                  <a:lnTo>
                    <a:pt x="1117466" y="3818"/>
                  </a:lnTo>
                  <a:lnTo>
                    <a:pt x="1125280" y="3816"/>
                  </a:lnTo>
                  <a:lnTo>
                    <a:pt x="1133095" y="3810"/>
                  </a:lnTo>
                  <a:lnTo>
                    <a:pt x="1140909" y="3834"/>
                  </a:lnTo>
                  <a:lnTo>
                    <a:pt x="1148723" y="3820"/>
                  </a:lnTo>
                  <a:lnTo>
                    <a:pt x="1156538" y="3801"/>
                  </a:lnTo>
                  <a:lnTo>
                    <a:pt x="1164352" y="3853"/>
                  </a:lnTo>
                  <a:lnTo>
                    <a:pt x="1172167" y="3932"/>
                  </a:lnTo>
                  <a:lnTo>
                    <a:pt x="1179981" y="3960"/>
                  </a:lnTo>
                  <a:lnTo>
                    <a:pt x="1187796" y="3998"/>
                  </a:lnTo>
                  <a:lnTo>
                    <a:pt x="1195610" y="4010"/>
                  </a:lnTo>
                  <a:lnTo>
                    <a:pt x="1203425" y="4002"/>
                  </a:lnTo>
                  <a:lnTo>
                    <a:pt x="1211239" y="4031"/>
                  </a:lnTo>
                  <a:lnTo>
                    <a:pt x="1219053" y="4040"/>
                  </a:lnTo>
                  <a:lnTo>
                    <a:pt x="1226868" y="4059"/>
                  </a:lnTo>
                  <a:lnTo>
                    <a:pt x="1234682" y="4109"/>
                  </a:lnTo>
                  <a:lnTo>
                    <a:pt x="1242497" y="4155"/>
                  </a:lnTo>
                  <a:lnTo>
                    <a:pt x="1250311" y="4211"/>
                  </a:lnTo>
                  <a:lnTo>
                    <a:pt x="1258126" y="4236"/>
                  </a:lnTo>
                  <a:lnTo>
                    <a:pt x="1265940" y="4153"/>
                  </a:lnTo>
                  <a:lnTo>
                    <a:pt x="1273755" y="4182"/>
                  </a:lnTo>
                  <a:lnTo>
                    <a:pt x="1281569" y="4216"/>
                  </a:lnTo>
                  <a:lnTo>
                    <a:pt x="1289384" y="4268"/>
                  </a:lnTo>
                  <a:lnTo>
                    <a:pt x="1297198" y="4337"/>
                  </a:lnTo>
                  <a:lnTo>
                    <a:pt x="1305012" y="4410"/>
                  </a:lnTo>
                  <a:lnTo>
                    <a:pt x="1312827" y="4481"/>
                  </a:lnTo>
                  <a:lnTo>
                    <a:pt x="1320641" y="4530"/>
                  </a:lnTo>
                  <a:lnTo>
                    <a:pt x="1328456" y="4595"/>
                  </a:lnTo>
                  <a:lnTo>
                    <a:pt x="1336270" y="4659"/>
                  </a:lnTo>
                  <a:lnTo>
                    <a:pt x="1344085" y="4717"/>
                  </a:lnTo>
                  <a:lnTo>
                    <a:pt x="1351899" y="4763"/>
                  </a:lnTo>
                  <a:lnTo>
                    <a:pt x="1359714" y="4795"/>
                  </a:lnTo>
                  <a:lnTo>
                    <a:pt x="1367528" y="4827"/>
                  </a:lnTo>
                  <a:lnTo>
                    <a:pt x="1375342" y="4872"/>
                  </a:lnTo>
                  <a:lnTo>
                    <a:pt x="1383157" y="4889"/>
                  </a:lnTo>
                  <a:lnTo>
                    <a:pt x="1390971" y="4920"/>
                  </a:lnTo>
                  <a:lnTo>
                    <a:pt x="1398786" y="4951"/>
                  </a:lnTo>
                  <a:lnTo>
                    <a:pt x="1406600" y="4982"/>
                  </a:lnTo>
                  <a:lnTo>
                    <a:pt x="1414415" y="5042"/>
                  </a:lnTo>
                  <a:lnTo>
                    <a:pt x="1422229" y="5057"/>
                  </a:lnTo>
                  <a:lnTo>
                    <a:pt x="1430044" y="5084"/>
                  </a:lnTo>
                  <a:lnTo>
                    <a:pt x="1437858" y="5124"/>
                  </a:lnTo>
                  <a:lnTo>
                    <a:pt x="1445672" y="5163"/>
                  </a:lnTo>
                  <a:lnTo>
                    <a:pt x="1453487" y="5162"/>
                  </a:lnTo>
                  <a:lnTo>
                    <a:pt x="1461301" y="5189"/>
                  </a:lnTo>
                  <a:lnTo>
                    <a:pt x="1469116" y="5212"/>
                  </a:lnTo>
                  <a:lnTo>
                    <a:pt x="1476930" y="5212"/>
                  </a:lnTo>
                  <a:lnTo>
                    <a:pt x="1484745" y="5236"/>
                  </a:lnTo>
                  <a:lnTo>
                    <a:pt x="1492559" y="5275"/>
                  </a:lnTo>
                  <a:lnTo>
                    <a:pt x="1500374" y="5314"/>
                  </a:lnTo>
                  <a:lnTo>
                    <a:pt x="1508188" y="5354"/>
                  </a:lnTo>
                  <a:lnTo>
                    <a:pt x="1516003" y="5396"/>
                  </a:lnTo>
                  <a:lnTo>
                    <a:pt x="1523817" y="5435"/>
                  </a:lnTo>
                  <a:lnTo>
                    <a:pt x="1531631" y="5485"/>
                  </a:lnTo>
                  <a:lnTo>
                    <a:pt x="1539446" y="5535"/>
                  </a:lnTo>
                  <a:lnTo>
                    <a:pt x="1547260" y="5577"/>
                  </a:lnTo>
                  <a:lnTo>
                    <a:pt x="1555075" y="5598"/>
                  </a:lnTo>
                  <a:lnTo>
                    <a:pt x="1562889" y="5619"/>
                  </a:lnTo>
                  <a:lnTo>
                    <a:pt x="1570704" y="5653"/>
                  </a:lnTo>
                  <a:lnTo>
                    <a:pt x="1578518" y="5635"/>
                  </a:lnTo>
                  <a:lnTo>
                    <a:pt x="1586333" y="5648"/>
                  </a:lnTo>
                  <a:lnTo>
                    <a:pt x="1594147" y="5663"/>
                  </a:lnTo>
                  <a:lnTo>
                    <a:pt x="1601961" y="5693"/>
                  </a:lnTo>
                  <a:lnTo>
                    <a:pt x="1609776" y="5718"/>
                  </a:lnTo>
                  <a:lnTo>
                    <a:pt x="1617590" y="5749"/>
                  </a:lnTo>
                  <a:lnTo>
                    <a:pt x="1625405" y="5780"/>
                  </a:lnTo>
                  <a:lnTo>
                    <a:pt x="1633219" y="5808"/>
                  </a:lnTo>
                  <a:lnTo>
                    <a:pt x="1641034" y="5836"/>
                  </a:lnTo>
                  <a:lnTo>
                    <a:pt x="1648848" y="5865"/>
                  </a:lnTo>
                  <a:lnTo>
                    <a:pt x="1656663" y="5895"/>
                  </a:lnTo>
                  <a:lnTo>
                    <a:pt x="1664477" y="5957"/>
                  </a:lnTo>
                  <a:lnTo>
                    <a:pt x="1672291" y="5992"/>
                  </a:lnTo>
                  <a:lnTo>
                    <a:pt x="1680106" y="6008"/>
                  </a:lnTo>
                  <a:lnTo>
                    <a:pt x="1687920" y="6024"/>
                  </a:lnTo>
                  <a:lnTo>
                    <a:pt x="1695735" y="6067"/>
                  </a:lnTo>
                  <a:lnTo>
                    <a:pt x="1703549" y="6141"/>
                  </a:lnTo>
                  <a:lnTo>
                    <a:pt x="1711364" y="6200"/>
                  </a:lnTo>
                  <a:lnTo>
                    <a:pt x="1719178" y="6252"/>
                  </a:lnTo>
                  <a:lnTo>
                    <a:pt x="1726993" y="6315"/>
                  </a:lnTo>
                  <a:lnTo>
                    <a:pt x="1734807" y="6367"/>
                  </a:lnTo>
                  <a:lnTo>
                    <a:pt x="1742622" y="6411"/>
                  </a:lnTo>
                  <a:lnTo>
                    <a:pt x="1750436" y="6433"/>
                  </a:lnTo>
                  <a:lnTo>
                    <a:pt x="1758250" y="6444"/>
                  </a:lnTo>
                  <a:lnTo>
                    <a:pt x="1766065" y="6434"/>
                  </a:lnTo>
                  <a:lnTo>
                    <a:pt x="1773879" y="6428"/>
                  </a:lnTo>
                  <a:lnTo>
                    <a:pt x="1781694" y="6414"/>
                  </a:lnTo>
                  <a:lnTo>
                    <a:pt x="1789508" y="6404"/>
                  </a:lnTo>
                  <a:lnTo>
                    <a:pt x="1797323" y="6408"/>
                  </a:lnTo>
                  <a:lnTo>
                    <a:pt x="1805137" y="6420"/>
                  </a:lnTo>
                  <a:lnTo>
                    <a:pt x="1812952" y="6426"/>
                  </a:lnTo>
                  <a:lnTo>
                    <a:pt x="1820766" y="6423"/>
                  </a:lnTo>
                  <a:lnTo>
                    <a:pt x="1828580" y="6430"/>
                  </a:lnTo>
                  <a:lnTo>
                    <a:pt x="1836395" y="6450"/>
                  </a:lnTo>
                  <a:lnTo>
                    <a:pt x="1844209" y="6450"/>
                  </a:lnTo>
                  <a:lnTo>
                    <a:pt x="1852024" y="6472"/>
                  </a:lnTo>
                  <a:lnTo>
                    <a:pt x="1859838" y="6494"/>
                  </a:lnTo>
                  <a:lnTo>
                    <a:pt x="1867653" y="6492"/>
                  </a:lnTo>
                  <a:lnTo>
                    <a:pt x="1875467" y="6511"/>
                  </a:lnTo>
                  <a:lnTo>
                    <a:pt x="1883282" y="6549"/>
                  </a:lnTo>
                  <a:lnTo>
                    <a:pt x="1891096" y="6552"/>
                  </a:lnTo>
                  <a:lnTo>
                    <a:pt x="1898910" y="6529"/>
                  </a:lnTo>
                  <a:lnTo>
                    <a:pt x="1906725" y="6543"/>
                  </a:lnTo>
                  <a:lnTo>
                    <a:pt x="1914539" y="6539"/>
                  </a:lnTo>
                  <a:lnTo>
                    <a:pt x="1922354" y="6549"/>
                  </a:lnTo>
                  <a:lnTo>
                    <a:pt x="1930168" y="6553"/>
                  </a:lnTo>
                  <a:lnTo>
                    <a:pt x="1937983" y="6568"/>
                  </a:lnTo>
                  <a:lnTo>
                    <a:pt x="1945797" y="6583"/>
                  </a:lnTo>
                  <a:lnTo>
                    <a:pt x="1953612" y="6593"/>
                  </a:lnTo>
                  <a:lnTo>
                    <a:pt x="1961426" y="6555"/>
                  </a:lnTo>
                  <a:lnTo>
                    <a:pt x="1969241" y="6556"/>
                  </a:lnTo>
                  <a:lnTo>
                    <a:pt x="1977055" y="6563"/>
                  </a:lnTo>
                  <a:lnTo>
                    <a:pt x="1984869" y="6582"/>
                  </a:lnTo>
                  <a:lnTo>
                    <a:pt x="1992684" y="6602"/>
                  </a:lnTo>
                  <a:lnTo>
                    <a:pt x="2000498" y="6621"/>
                  </a:lnTo>
                  <a:lnTo>
                    <a:pt x="2008313" y="6602"/>
                  </a:lnTo>
                  <a:lnTo>
                    <a:pt x="2016127" y="6562"/>
                  </a:lnTo>
                  <a:lnTo>
                    <a:pt x="2023942" y="6583"/>
                  </a:lnTo>
                </a:path>
              </a:pathLst>
            </a:custGeom>
            <a:ln w="18970" cap="flat">
              <a:solidFill>
                <a:srgbClr val="FFC0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rc252"/>
            <p:cNvSpPr/>
            <p:nvPr/>
          </p:nvSpPr>
          <p:spPr>
            <a:xfrm>
              <a:off x="5940302" y="3322206"/>
              <a:ext cx="2226336" cy="742778"/>
            </a:xfrm>
            <a:prstGeom prst="rect">
              <a:avLst/>
            </a:prstGeom>
            <a:ln w="1084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rc253"/>
            <p:cNvSpPr/>
            <p:nvPr/>
          </p:nvSpPr>
          <p:spPr>
            <a:xfrm>
              <a:off x="5940302" y="4247864"/>
              <a:ext cx="2226336" cy="74277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5" name="pl254"/>
            <p:cNvSpPr/>
            <p:nvPr/>
          </p:nvSpPr>
          <p:spPr>
            <a:xfrm>
              <a:off x="5940302" y="4850326"/>
              <a:ext cx="2226336" cy="0"/>
            </a:xfrm>
            <a:custGeom>
              <a:avLst/>
              <a:pathLst>
                <a:path w="2226336" h="0">
                  <a:moveTo>
                    <a:pt x="0" y="0"/>
                  </a:moveTo>
                  <a:lnTo>
                    <a:pt x="2226336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l255"/>
            <p:cNvSpPr/>
            <p:nvPr/>
          </p:nvSpPr>
          <p:spPr>
            <a:xfrm>
              <a:off x="5940302" y="4648718"/>
              <a:ext cx="2226336" cy="0"/>
            </a:xfrm>
            <a:custGeom>
              <a:avLst/>
              <a:pathLst>
                <a:path w="2226336" h="0">
                  <a:moveTo>
                    <a:pt x="0" y="0"/>
                  </a:moveTo>
                  <a:lnTo>
                    <a:pt x="2226336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l256"/>
            <p:cNvSpPr/>
            <p:nvPr/>
          </p:nvSpPr>
          <p:spPr>
            <a:xfrm>
              <a:off x="5940302" y="4447110"/>
              <a:ext cx="2226336" cy="0"/>
            </a:xfrm>
            <a:custGeom>
              <a:avLst/>
              <a:pathLst>
                <a:path w="2226336" h="0">
                  <a:moveTo>
                    <a:pt x="0" y="0"/>
                  </a:moveTo>
                  <a:lnTo>
                    <a:pt x="2226336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l257"/>
            <p:cNvSpPr/>
            <p:nvPr/>
          </p:nvSpPr>
          <p:spPr>
            <a:xfrm>
              <a:off x="5958532" y="4247864"/>
              <a:ext cx="0" cy="742778"/>
            </a:xfrm>
            <a:custGeom>
              <a:avLst/>
              <a:pathLst>
                <a:path w="0" h="742778">
                  <a:moveTo>
                    <a:pt x="0" y="742778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l258"/>
            <p:cNvSpPr/>
            <p:nvPr/>
          </p:nvSpPr>
          <p:spPr>
            <a:xfrm>
              <a:off x="6475495" y="4247864"/>
              <a:ext cx="0" cy="742778"/>
            </a:xfrm>
            <a:custGeom>
              <a:avLst/>
              <a:pathLst>
                <a:path w="0" h="742778">
                  <a:moveTo>
                    <a:pt x="0" y="742778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l259"/>
            <p:cNvSpPr/>
            <p:nvPr/>
          </p:nvSpPr>
          <p:spPr>
            <a:xfrm>
              <a:off x="6992458" y="4247864"/>
              <a:ext cx="0" cy="742778"/>
            </a:xfrm>
            <a:custGeom>
              <a:avLst/>
              <a:pathLst>
                <a:path w="0" h="742778">
                  <a:moveTo>
                    <a:pt x="0" y="742778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l260"/>
            <p:cNvSpPr/>
            <p:nvPr/>
          </p:nvSpPr>
          <p:spPr>
            <a:xfrm>
              <a:off x="7509421" y="4247864"/>
              <a:ext cx="0" cy="742778"/>
            </a:xfrm>
            <a:custGeom>
              <a:avLst/>
              <a:pathLst>
                <a:path w="0" h="742778">
                  <a:moveTo>
                    <a:pt x="0" y="742778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l261"/>
            <p:cNvSpPr/>
            <p:nvPr/>
          </p:nvSpPr>
          <p:spPr>
            <a:xfrm>
              <a:off x="8026384" y="4247864"/>
              <a:ext cx="0" cy="742778"/>
            </a:xfrm>
            <a:custGeom>
              <a:avLst/>
              <a:pathLst>
                <a:path w="0" h="742778">
                  <a:moveTo>
                    <a:pt x="0" y="742778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l262"/>
            <p:cNvSpPr/>
            <p:nvPr/>
          </p:nvSpPr>
          <p:spPr>
            <a:xfrm>
              <a:off x="5940302" y="4648718"/>
              <a:ext cx="2226336" cy="0"/>
            </a:xfrm>
            <a:custGeom>
              <a:avLst/>
              <a:pathLst>
                <a:path w="2226336" h="0">
                  <a:moveTo>
                    <a:pt x="0" y="0"/>
                  </a:moveTo>
                  <a:lnTo>
                    <a:pt x="2226336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4" name="pg263"/>
            <p:cNvSpPr/>
            <p:nvPr/>
          </p:nvSpPr>
          <p:spPr>
            <a:xfrm>
              <a:off x="6041499" y="4608960"/>
              <a:ext cx="2023942" cy="79728"/>
            </a:xfrm>
            <a:custGeom>
              <a:avLst/>
              <a:pathLst>
                <a:path w="2023942" h="79728">
                  <a:moveTo>
                    <a:pt x="0" y="0"/>
                  </a:moveTo>
                  <a:lnTo>
                    <a:pt x="7814" y="909"/>
                  </a:lnTo>
                  <a:lnTo>
                    <a:pt x="15628" y="1810"/>
                  </a:lnTo>
                  <a:lnTo>
                    <a:pt x="23443" y="2704"/>
                  </a:lnTo>
                  <a:lnTo>
                    <a:pt x="31257" y="3591"/>
                  </a:lnTo>
                  <a:lnTo>
                    <a:pt x="39072" y="4497"/>
                  </a:lnTo>
                  <a:lnTo>
                    <a:pt x="46886" y="5410"/>
                  </a:lnTo>
                  <a:lnTo>
                    <a:pt x="54701" y="6313"/>
                  </a:lnTo>
                  <a:lnTo>
                    <a:pt x="62515" y="7207"/>
                  </a:lnTo>
                  <a:lnTo>
                    <a:pt x="70330" y="8091"/>
                  </a:lnTo>
                  <a:lnTo>
                    <a:pt x="78144" y="8966"/>
                  </a:lnTo>
                  <a:lnTo>
                    <a:pt x="85958" y="9831"/>
                  </a:lnTo>
                  <a:lnTo>
                    <a:pt x="93773" y="10677"/>
                  </a:lnTo>
                  <a:lnTo>
                    <a:pt x="101587" y="11509"/>
                  </a:lnTo>
                  <a:lnTo>
                    <a:pt x="109402" y="12333"/>
                  </a:lnTo>
                  <a:lnTo>
                    <a:pt x="117216" y="13151"/>
                  </a:lnTo>
                  <a:lnTo>
                    <a:pt x="125031" y="13960"/>
                  </a:lnTo>
                  <a:lnTo>
                    <a:pt x="132845" y="14776"/>
                  </a:lnTo>
                  <a:lnTo>
                    <a:pt x="140660" y="15641"/>
                  </a:lnTo>
                  <a:lnTo>
                    <a:pt x="148474" y="16434"/>
                  </a:lnTo>
                  <a:lnTo>
                    <a:pt x="156288" y="17218"/>
                  </a:lnTo>
                  <a:lnTo>
                    <a:pt x="164103" y="17992"/>
                  </a:lnTo>
                  <a:lnTo>
                    <a:pt x="171917" y="18737"/>
                  </a:lnTo>
                  <a:lnTo>
                    <a:pt x="179732" y="19474"/>
                  </a:lnTo>
                  <a:lnTo>
                    <a:pt x="187546" y="20205"/>
                  </a:lnTo>
                  <a:lnTo>
                    <a:pt x="195361" y="20928"/>
                  </a:lnTo>
                  <a:lnTo>
                    <a:pt x="203175" y="21644"/>
                  </a:lnTo>
                  <a:lnTo>
                    <a:pt x="210990" y="22353"/>
                  </a:lnTo>
                  <a:lnTo>
                    <a:pt x="218804" y="23055"/>
                  </a:lnTo>
                  <a:lnTo>
                    <a:pt x="226619" y="23750"/>
                  </a:lnTo>
                  <a:lnTo>
                    <a:pt x="234433" y="24437"/>
                  </a:lnTo>
                  <a:lnTo>
                    <a:pt x="242247" y="25118"/>
                  </a:lnTo>
                  <a:lnTo>
                    <a:pt x="250062" y="25792"/>
                  </a:lnTo>
                  <a:lnTo>
                    <a:pt x="257876" y="26487"/>
                  </a:lnTo>
                  <a:lnTo>
                    <a:pt x="265691" y="27188"/>
                  </a:lnTo>
                  <a:lnTo>
                    <a:pt x="273505" y="27877"/>
                  </a:lnTo>
                  <a:lnTo>
                    <a:pt x="281320" y="28530"/>
                  </a:lnTo>
                  <a:lnTo>
                    <a:pt x="289134" y="29156"/>
                  </a:lnTo>
                  <a:lnTo>
                    <a:pt x="296949" y="29796"/>
                  </a:lnTo>
                  <a:lnTo>
                    <a:pt x="304763" y="30445"/>
                  </a:lnTo>
                  <a:lnTo>
                    <a:pt x="312577" y="31063"/>
                  </a:lnTo>
                  <a:lnTo>
                    <a:pt x="320392" y="31665"/>
                  </a:lnTo>
                  <a:lnTo>
                    <a:pt x="328206" y="32260"/>
                  </a:lnTo>
                  <a:lnTo>
                    <a:pt x="336021" y="32850"/>
                  </a:lnTo>
                  <a:lnTo>
                    <a:pt x="343835" y="33434"/>
                  </a:lnTo>
                  <a:lnTo>
                    <a:pt x="351650" y="34012"/>
                  </a:lnTo>
                  <a:lnTo>
                    <a:pt x="359464" y="34587"/>
                  </a:lnTo>
                  <a:lnTo>
                    <a:pt x="367279" y="35164"/>
                  </a:lnTo>
                  <a:lnTo>
                    <a:pt x="375093" y="35717"/>
                  </a:lnTo>
                  <a:lnTo>
                    <a:pt x="382907" y="36267"/>
                  </a:lnTo>
                  <a:lnTo>
                    <a:pt x="390722" y="36816"/>
                  </a:lnTo>
                  <a:lnTo>
                    <a:pt x="398536" y="37360"/>
                  </a:lnTo>
                  <a:lnTo>
                    <a:pt x="406351" y="37898"/>
                  </a:lnTo>
                  <a:lnTo>
                    <a:pt x="414165" y="38430"/>
                  </a:lnTo>
                  <a:lnTo>
                    <a:pt x="421980" y="38958"/>
                  </a:lnTo>
                  <a:lnTo>
                    <a:pt x="429794" y="39479"/>
                  </a:lnTo>
                  <a:lnTo>
                    <a:pt x="437609" y="39787"/>
                  </a:lnTo>
                  <a:lnTo>
                    <a:pt x="445423" y="39851"/>
                  </a:lnTo>
                  <a:lnTo>
                    <a:pt x="453238" y="39914"/>
                  </a:lnTo>
                  <a:lnTo>
                    <a:pt x="461052" y="39978"/>
                  </a:lnTo>
                  <a:lnTo>
                    <a:pt x="468866" y="40041"/>
                  </a:lnTo>
                  <a:lnTo>
                    <a:pt x="476681" y="40104"/>
                  </a:lnTo>
                  <a:lnTo>
                    <a:pt x="484495" y="40167"/>
                  </a:lnTo>
                  <a:lnTo>
                    <a:pt x="492310" y="40230"/>
                  </a:lnTo>
                  <a:lnTo>
                    <a:pt x="500124" y="40292"/>
                  </a:lnTo>
                  <a:lnTo>
                    <a:pt x="507939" y="40355"/>
                  </a:lnTo>
                  <a:lnTo>
                    <a:pt x="515753" y="40417"/>
                  </a:lnTo>
                  <a:lnTo>
                    <a:pt x="523568" y="40479"/>
                  </a:lnTo>
                  <a:lnTo>
                    <a:pt x="531382" y="40540"/>
                  </a:lnTo>
                  <a:lnTo>
                    <a:pt x="539196" y="40602"/>
                  </a:lnTo>
                  <a:lnTo>
                    <a:pt x="547011" y="40663"/>
                  </a:lnTo>
                  <a:lnTo>
                    <a:pt x="554825" y="40724"/>
                  </a:lnTo>
                  <a:lnTo>
                    <a:pt x="562640" y="40785"/>
                  </a:lnTo>
                  <a:lnTo>
                    <a:pt x="570454" y="40846"/>
                  </a:lnTo>
                  <a:lnTo>
                    <a:pt x="578269" y="40907"/>
                  </a:lnTo>
                  <a:lnTo>
                    <a:pt x="586083" y="40967"/>
                  </a:lnTo>
                  <a:lnTo>
                    <a:pt x="593898" y="41027"/>
                  </a:lnTo>
                  <a:lnTo>
                    <a:pt x="601712" y="41087"/>
                  </a:lnTo>
                  <a:lnTo>
                    <a:pt x="609526" y="41147"/>
                  </a:lnTo>
                  <a:lnTo>
                    <a:pt x="617341" y="41207"/>
                  </a:lnTo>
                  <a:lnTo>
                    <a:pt x="625155" y="41266"/>
                  </a:lnTo>
                  <a:lnTo>
                    <a:pt x="632970" y="41325"/>
                  </a:lnTo>
                  <a:lnTo>
                    <a:pt x="640784" y="41384"/>
                  </a:lnTo>
                  <a:lnTo>
                    <a:pt x="648599" y="41443"/>
                  </a:lnTo>
                  <a:lnTo>
                    <a:pt x="656413" y="41502"/>
                  </a:lnTo>
                  <a:lnTo>
                    <a:pt x="664228" y="41560"/>
                  </a:lnTo>
                  <a:lnTo>
                    <a:pt x="672042" y="41619"/>
                  </a:lnTo>
                  <a:lnTo>
                    <a:pt x="679857" y="41677"/>
                  </a:lnTo>
                  <a:lnTo>
                    <a:pt x="687671" y="41735"/>
                  </a:lnTo>
                  <a:lnTo>
                    <a:pt x="695485" y="41792"/>
                  </a:lnTo>
                  <a:lnTo>
                    <a:pt x="703300" y="41850"/>
                  </a:lnTo>
                  <a:lnTo>
                    <a:pt x="711114" y="41907"/>
                  </a:lnTo>
                  <a:lnTo>
                    <a:pt x="718929" y="41965"/>
                  </a:lnTo>
                  <a:lnTo>
                    <a:pt x="726743" y="42022"/>
                  </a:lnTo>
                  <a:lnTo>
                    <a:pt x="734558" y="42078"/>
                  </a:lnTo>
                  <a:lnTo>
                    <a:pt x="742372" y="42133"/>
                  </a:lnTo>
                  <a:lnTo>
                    <a:pt x="750187" y="42187"/>
                  </a:lnTo>
                  <a:lnTo>
                    <a:pt x="758001" y="42241"/>
                  </a:lnTo>
                  <a:lnTo>
                    <a:pt x="765815" y="42295"/>
                  </a:lnTo>
                  <a:lnTo>
                    <a:pt x="773630" y="42349"/>
                  </a:lnTo>
                  <a:lnTo>
                    <a:pt x="781444" y="42402"/>
                  </a:lnTo>
                  <a:lnTo>
                    <a:pt x="789259" y="42456"/>
                  </a:lnTo>
                  <a:lnTo>
                    <a:pt x="797073" y="42508"/>
                  </a:lnTo>
                  <a:lnTo>
                    <a:pt x="804888" y="42561"/>
                  </a:lnTo>
                  <a:lnTo>
                    <a:pt x="812702" y="42617"/>
                  </a:lnTo>
                  <a:lnTo>
                    <a:pt x="820517" y="42673"/>
                  </a:lnTo>
                  <a:lnTo>
                    <a:pt x="828331" y="42729"/>
                  </a:lnTo>
                  <a:lnTo>
                    <a:pt x="836145" y="42784"/>
                  </a:lnTo>
                  <a:lnTo>
                    <a:pt x="843960" y="42836"/>
                  </a:lnTo>
                  <a:lnTo>
                    <a:pt x="851774" y="42888"/>
                  </a:lnTo>
                  <a:lnTo>
                    <a:pt x="859589" y="42940"/>
                  </a:lnTo>
                  <a:lnTo>
                    <a:pt x="867403" y="42991"/>
                  </a:lnTo>
                  <a:lnTo>
                    <a:pt x="875218" y="43043"/>
                  </a:lnTo>
                  <a:lnTo>
                    <a:pt x="883032" y="43094"/>
                  </a:lnTo>
                  <a:lnTo>
                    <a:pt x="890847" y="43145"/>
                  </a:lnTo>
                  <a:lnTo>
                    <a:pt x="898661" y="43195"/>
                  </a:lnTo>
                  <a:lnTo>
                    <a:pt x="906476" y="43246"/>
                  </a:lnTo>
                  <a:lnTo>
                    <a:pt x="914290" y="43296"/>
                  </a:lnTo>
                  <a:lnTo>
                    <a:pt x="922104" y="43346"/>
                  </a:lnTo>
                  <a:lnTo>
                    <a:pt x="929919" y="43396"/>
                  </a:lnTo>
                  <a:lnTo>
                    <a:pt x="937733" y="43446"/>
                  </a:lnTo>
                  <a:lnTo>
                    <a:pt x="945548" y="43495"/>
                  </a:lnTo>
                  <a:lnTo>
                    <a:pt x="953362" y="43544"/>
                  </a:lnTo>
                  <a:lnTo>
                    <a:pt x="961177" y="43593"/>
                  </a:lnTo>
                  <a:lnTo>
                    <a:pt x="968991" y="43642"/>
                  </a:lnTo>
                  <a:lnTo>
                    <a:pt x="976806" y="43691"/>
                  </a:lnTo>
                  <a:lnTo>
                    <a:pt x="984620" y="43739"/>
                  </a:lnTo>
                  <a:lnTo>
                    <a:pt x="992434" y="43787"/>
                  </a:lnTo>
                  <a:lnTo>
                    <a:pt x="1000249" y="43837"/>
                  </a:lnTo>
                  <a:lnTo>
                    <a:pt x="1008063" y="43888"/>
                  </a:lnTo>
                  <a:lnTo>
                    <a:pt x="1015878" y="43938"/>
                  </a:lnTo>
                  <a:lnTo>
                    <a:pt x="1023692" y="43982"/>
                  </a:lnTo>
                  <a:lnTo>
                    <a:pt x="1031507" y="44026"/>
                  </a:lnTo>
                  <a:lnTo>
                    <a:pt x="1039321" y="44072"/>
                  </a:lnTo>
                  <a:lnTo>
                    <a:pt x="1047136" y="44118"/>
                  </a:lnTo>
                  <a:lnTo>
                    <a:pt x="1054950" y="44164"/>
                  </a:lnTo>
                  <a:lnTo>
                    <a:pt x="1062765" y="44211"/>
                  </a:lnTo>
                  <a:lnTo>
                    <a:pt x="1070579" y="44257"/>
                  </a:lnTo>
                  <a:lnTo>
                    <a:pt x="1078393" y="44302"/>
                  </a:lnTo>
                  <a:lnTo>
                    <a:pt x="1086208" y="44348"/>
                  </a:lnTo>
                  <a:lnTo>
                    <a:pt x="1094022" y="44393"/>
                  </a:lnTo>
                  <a:lnTo>
                    <a:pt x="1101837" y="44439"/>
                  </a:lnTo>
                  <a:lnTo>
                    <a:pt x="1109651" y="44484"/>
                  </a:lnTo>
                  <a:lnTo>
                    <a:pt x="1117466" y="44529"/>
                  </a:lnTo>
                  <a:lnTo>
                    <a:pt x="1125280" y="44575"/>
                  </a:lnTo>
                  <a:lnTo>
                    <a:pt x="1133095" y="44623"/>
                  </a:lnTo>
                  <a:lnTo>
                    <a:pt x="1140909" y="44672"/>
                  </a:lnTo>
                  <a:lnTo>
                    <a:pt x="1148723" y="44720"/>
                  </a:lnTo>
                  <a:lnTo>
                    <a:pt x="1156538" y="44769"/>
                  </a:lnTo>
                  <a:lnTo>
                    <a:pt x="1164352" y="44817"/>
                  </a:lnTo>
                  <a:lnTo>
                    <a:pt x="1172167" y="44865"/>
                  </a:lnTo>
                  <a:lnTo>
                    <a:pt x="1179981" y="44913"/>
                  </a:lnTo>
                  <a:lnTo>
                    <a:pt x="1187796" y="44961"/>
                  </a:lnTo>
                  <a:lnTo>
                    <a:pt x="1195610" y="45009"/>
                  </a:lnTo>
                  <a:lnTo>
                    <a:pt x="1203425" y="45056"/>
                  </a:lnTo>
                  <a:lnTo>
                    <a:pt x="1211239" y="45104"/>
                  </a:lnTo>
                  <a:lnTo>
                    <a:pt x="1219053" y="45151"/>
                  </a:lnTo>
                  <a:lnTo>
                    <a:pt x="1226868" y="45199"/>
                  </a:lnTo>
                  <a:lnTo>
                    <a:pt x="1234682" y="45246"/>
                  </a:lnTo>
                  <a:lnTo>
                    <a:pt x="1242497" y="45293"/>
                  </a:lnTo>
                  <a:lnTo>
                    <a:pt x="1250311" y="45340"/>
                  </a:lnTo>
                  <a:lnTo>
                    <a:pt x="1258126" y="45387"/>
                  </a:lnTo>
                  <a:lnTo>
                    <a:pt x="1265940" y="45434"/>
                  </a:lnTo>
                  <a:lnTo>
                    <a:pt x="1273755" y="45481"/>
                  </a:lnTo>
                  <a:lnTo>
                    <a:pt x="1281569" y="45528"/>
                  </a:lnTo>
                  <a:lnTo>
                    <a:pt x="1289384" y="45574"/>
                  </a:lnTo>
                  <a:lnTo>
                    <a:pt x="1297198" y="45621"/>
                  </a:lnTo>
                  <a:lnTo>
                    <a:pt x="1305012" y="45667"/>
                  </a:lnTo>
                  <a:lnTo>
                    <a:pt x="1312827" y="45713"/>
                  </a:lnTo>
                  <a:lnTo>
                    <a:pt x="1320641" y="45759"/>
                  </a:lnTo>
                  <a:lnTo>
                    <a:pt x="1328456" y="45805"/>
                  </a:lnTo>
                  <a:lnTo>
                    <a:pt x="1336270" y="45851"/>
                  </a:lnTo>
                  <a:lnTo>
                    <a:pt x="1344085" y="45889"/>
                  </a:lnTo>
                  <a:lnTo>
                    <a:pt x="1351899" y="45920"/>
                  </a:lnTo>
                  <a:lnTo>
                    <a:pt x="1359714" y="45965"/>
                  </a:lnTo>
                  <a:lnTo>
                    <a:pt x="1367528" y="46012"/>
                  </a:lnTo>
                  <a:lnTo>
                    <a:pt x="1375342" y="46059"/>
                  </a:lnTo>
                  <a:lnTo>
                    <a:pt x="1383157" y="46106"/>
                  </a:lnTo>
                  <a:lnTo>
                    <a:pt x="1390971" y="46153"/>
                  </a:lnTo>
                  <a:lnTo>
                    <a:pt x="1398786" y="46200"/>
                  </a:lnTo>
                  <a:lnTo>
                    <a:pt x="1406600" y="46247"/>
                  </a:lnTo>
                  <a:lnTo>
                    <a:pt x="1414415" y="46293"/>
                  </a:lnTo>
                  <a:lnTo>
                    <a:pt x="1422229" y="46325"/>
                  </a:lnTo>
                  <a:lnTo>
                    <a:pt x="1430044" y="46358"/>
                  </a:lnTo>
                  <a:lnTo>
                    <a:pt x="1437858" y="46400"/>
                  </a:lnTo>
                  <a:lnTo>
                    <a:pt x="1445672" y="46445"/>
                  </a:lnTo>
                  <a:lnTo>
                    <a:pt x="1453487" y="46487"/>
                  </a:lnTo>
                  <a:lnTo>
                    <a:pt x="1461301" y="46512"/>
                  </a:lnTo>
                  <a:lnTo>
                    <a:pt x="1469116" y="46538"/>
                  </a:lnTo>
                  <a:lnTo>
                    <a:pt x="1476930" y="46569"/>
                  </a:lnTo>
                  <a:lnTo>
                    <a:pt x="1484745" y="46612"/>
                  </a:lnTo>
                  <a:lnTo>
                    <a:pt x="1492559" y="46656"/>
                  </a:lnTo>
                  <a:lnTo>
                    <a:pt x="1500374" y="46700"/>
                  </a:lnTo>
                  <a:lnTo>
                    <a:pt x="1508188" y="46744"/>
                  </a:lnTo>
                  <a:lnTo>
                    <a:pt x="1516003" y="46788"/>
                  </a:lnTo>
                  <a:lnTo>
                    <a:pt x="1523817" y="46828"/>
                  </a:lnTo>
                  <a:lnTo>
                    <a:pt x="1531631" y="46860"/>
                  </a:lnTo>
                  <a:lnTo>
                    <a:pt x="1539446" y="46893"/>
                  </a:lnTo>
                  <a:lnTo>
                    <a:pt x="1547260" y="46924"/>
                  </a:lnTo>
                  <a:lnTo>
                    <a:pt x="1555075" y="46956"/>
                  </a:lnTo>
                  <a:lnTo>
                    <a:pt x="1562889" y="46982"/>
                  </a:lnTo>
                  <a:lnTo>
                    <a:pt x="1570704" y="47008"/>
                  </a:lnTo>
                  <a:lnTo>
                    <a:pt x="1578518" y="47047"/>
                  </a:lnTo>
                  <a:lnTo>
                    <a:pt x="1586333" y="47080"/>
                  </a:lnTo>
                  <a:lnTo>
                    <a:pt x="1594147" y="47111"/>
                  </a:lnTo>
                  <a:lnTo>
                    <a:pt x="1601961" y="47142"/>
                  </a:lnTo>
                  <a:lnTo>
                    <a:pt x="1609776" y="47175"/>
                  </a:lnTo>
                  <a:lnTo>
                    <a:pt x="1617590" y="47216"/>
                  </a:lnTo>
                  <a:lnTo>
                    <a:pt x="1625405" y="47256"/>
                  </a:lnTo>
                  <a:lnTo>
                    <a:pt x="1633219" y="47297"/>
                  </a:lnTo>
                  <a:lnTo>
                    <a:pt x="1641034" y="47329"/>
                  </a:lnTo>
                  <a:lnTo>
                    <a:pt x="1648848" y="47355"/>
                  </a:lnTo>
                  <a:lnTo>
                    <a:pt x="1656663" y="47380"/>
                  </a:lnTo>
                  <a:lnTo>
                    <a:pt x="1664477" y="47405"/>
                  </a:lnTo>
                  <a:lnTo>
                    <a:pt x="1672291" y="47430"/>
                  </a:lnTo>
                  <a:lnTo>
                    <a:pt x="1680106" y="47455"/>
                  </a:lnTo>
                  <a:lnTo>
                    <a:pt x="1687920" y="47479"/>
                  </a:lnTo>
                  <a:lnTo>
                    <a:pt x="1695735" y="47504"/>
                  </a:lnTo>
                  <a:lnTo>
                    <a:pt x="1703549" y="47528"/>
                  </a:lnTo>
                  <a:lnTo>
                    <a:pt x="1711364" y="47552"/>
                  </a:lnTo>
                  <a:lnTo>
                    <a:pt x="1719178" y="47576"/>
                  </a:lnTo>
                  <a:lnTo>
                    <a:pt x="1726993" y="47604"/>
                  </a:lnTo>
                  <a:lnTo>
                    <a:pt x="1734807" y="47631"/>
                  </a:lnTo>
                  <a:lnTo>
                    <a:pt x="1742622" y="47658"/>
                  </a:lnTo>
                  <a:lnTo>
                    <a:pt x="1750436" y="47685"/>
                  </a:lnTo>
                  <a:lnTo>
                    <a:pt x="1758250" y="47712"/>
                  </a:lnTo>
                  <a:lnTo>
                    <a:pt x="1766065" y="47739"/>
                  </a:lnTo>
                  <a:lnTo>
                    <a:pt x="1773879" y="47765"/>
                  </a:lnTo>
                  <a:lnTo>
                    <a:pt x="1781694" y="47791"/>
                  </a:lnTo>
                  <a:lnTo>
                    <a:pt x="1789508" y="47817"/>
                  </a:lnTo>
                  <a:lnTo>
                    <a:pt x="1797323" y="47843"/>
                  </a:lnTo>
                  <a:lnTo>
                    <a:pt x="1805137" y="47869"/>
                  </a:lnTo>
                  <a:lnTo>
                    <a:pt x="1812952" y="47890"/>
                  </a:lnTo>
                  <a:lnTo>
                    <a:pt x="1820766" y="47907"/>
                  </a:lnTo>
                  <a:lnTo>
                    <a:pt x="1828580" y="47925"/>
                  </a:lnTo>
                  <a:lnTo>
                    <a:pt x="1836395" y="47942"/>
                  </a:lnTo>
                  <a:lnTo>
                    <a:pt x="1844209" y="47959"/>
                  </a:lnTo>
                  <a:lnTo>
                    <a:pt x="1852024" y="47995"/>
                  </a:lnTo>
                  <a:lnTo>
                    <a:pt x="1859838" y="48033"/>
                  </a:lnTo>
                  <a:lnTo>
                    <a:pt x="1867653" y="48065"/>
                  </a:lnTo>
                  <a:lnTo>
                    <a:pt x="1875467" y="48087"/>
                  </a:lnTo>
                  <a:lnTo>
                    <a:pt x="1883282" y="48108"/>
                  </a:lnTo>
                  <a:lnTo>
                    <a:pt x="1891096" y="48129"/>
                  </a:lnTo>
                  <a:lnTo>
                    <a:pt x="1898910" y="48150"/>
                  </a:lnTo>
                  <a:lnTo>
                    <a:pt x="1906725" y="48170"/>
                  </a:lnTo>
                  <a:lnTo>
                    <a:pt x="1914539" y="48191"/>
                  </a:lnTo>
                  <a:lnTo>
                    <a:pt x="1922354" y="48216"/>
                  </a:lnTo>
                  <a:lnTo>
                    <a:pt x="1930168" y="48237"/>
                  </a:lnTo>
                  <a:lnTo>
                    <a:pt x="1937983" y="48253"/>
                  </a:lnTo>
                  <a:lnTo>
                    <a:pt x="1945797" y="48288"/>
                  </a:lnTo>
                  <a:lnTo>
                    <a:pt x="1953612" y="48324"/>
                  </a:lnTo>
                  <a:lnTo>
                    <a:pt x="1961426" y="48354"/>
                  </a:lnTo>
                  <a:lnTo>
                    <a:pt x="1969241" y="48378"/>
                  </a:lnTo>
                  <a:lnTo>
                    <a:pt x="1977055" y="48400"/>
                  </a:lnTo>
                  <a:lnTo>
                    <a:pt x="1984869" y="48422"/>
                  </a:lnTo>
                  <a:lnTo>
                    <a:pt x="1992684" y="48445"/>
                  </a:lnTo>
                  <a:lnTo>
                    <a:pt x="2000498" y="48464"/>
                  </a:lnTo>
                  <a:lnTo>
                    <a:pt x="2008313" y="48478"/>
                  </a:lnTo>
                  <a:lnTo>
                    <a:pt x="2016127" y="48492"/>
                  </a:lnTo>
                  <a:lnTo>
                    <a:pt x="2023942" y="48506"/>
                  </a:lnTo>
                  <a:lnTo>
                    <a:pt x="2023942" y="79728"/>
                  </a:lnTo>
                  <a:lnTo>
                    <a:pt x="2016127" y="79658"/>
                  </a:lnTo>
                  <a:lnTo>
                    <a:pt x="2008313" y="79587"/>
                  </a:lnTo>
                  <a:lnTo>
                    <a:pt x="2000498" y="79516"/>
                  </a:lnTo>
                  <a:lnTo>
                    <a:pt x="1992684" y="79444"/>
                  </a:lnTo>
                  <a:lnTo>
                    <a:pt x="1984869" y="79371"/>
                  </a:lnTo>
                  <a:lnTo>
                    <a:pt x="1977055" y="79298"/>
                  </a:lnTo>
                  <a:lnTo>
                    <a:pt x="1969241" y="79224"/>
                  </a:lnTo>
                  <a:lnTo>
                    <a:pt x="1961426" y="79149"/>
                  </a:lnTo>
                  <a:lnTo>
                    <a:pt x="1953612" y="79074"/>
                  </a:lnTo>
                  <a:lnTo>
                    <a:pt x="1945797" y="78997"/>
                  </a:lnTo>
                  <a:lnTo>
                    <a:pt x="1937983" y="78921"/>
                  </a:lnTo>
                  <a:lnTo>
                    <a:pt x="1930168" y="78843"/>
                  </a:lnTo>
                  <a:lnTo>
                    <a:pt x="1922354" y="78765"/>
                  </a:lnTo>
                  <a:lnTo>
                    <a:pt x="1914539" y="78685"/>
                  </a:lnTo>
                  <a:lnTo>
                    <a:pt x="1906725" y="78605"/>
                  </a:lnTo>
                  <a:lnTo>
                    <a:pt x="1898910" y="78523"/>
                  </a:lnTo>
                  <a:lnTo>
                    <a:pt x="1891096" y="78441"/>
                  </a:lnTo>
                  <a:lnTo>
                    <a:pt x="1883282" y="78376"/>
                  </a:lnTo>
                  <a:lnTo>
                    <a:pt x="1875467" y="78334"/>
                  </a:lnTo>
                  <a:lnTo>
                    <a:pt x="1867653" y="78293"/>
                  </a:lnTo>
                  <a:lnTo>
                    <a:pt x="1859838" y="78250"/>
                  </a:lnTo>
                  <a:lnTo>
                    <a:pt x="1852024" y="78207"/>
                  </a:lnTo>
                  <a:lnTo>
                    <a:pt x="1844209" y="78163"/>
                  </a:lnTo>
                  <a:lnTo>
                    <a:pt x="1836395" y="78119"/>
                  </a:lnTo>
                  <a:lnTo>
                    <a:pt x="1828580" y="78074"/>
                  </a:lnTo>
                  <a:lnTo>
                    <a:pt x="1820766" y="78008"/>
                  </a:lnTo>
                  <a:lnTo>
                    <a:pt x="1812952" y="77918"/>
                  </a:lnTo>
                  <a:lnTo>
                    <a:pt x="1805137" y="77826"/>
                  </a:lnTo>
                  <a:lnTo>
                    <a:pt x="1797323" y="77759"/>
                  </a:lnTo>
                  <a:lnTo>
                    <a:pt x="1789508" y="77704"/>
                  </a:lnTo>
                  <a:lnTo>
                    <a:pt x="1781694" y="77648"/>
                  </a:lnTo>
                  <a:lnTo>
                    <a:pt x="1773879" y="77591"/>
                  </a:lnTo>
                  <a:lnTo>
                    <a:pt x="1766065" y="77499"/>
                  </a:lnTo>
                  <a:lnTo>
                    <a:pt x="1758250" y="77419"/>
                  </a:lnTo>
                  <a:lnTo>
                    <a:pt x="1750436" y="77367"/>
                  </a:lnTo>
                  <a:lnTo>
                    <a:pt x="1742622" y="77315"/>
                  </a:lnTo>
                  <a:lnTo>
                    <a:pt x="1734807" y="77262"/>
                  </a:lnTo>
                  <a:lnTo>
                    <a:pt x="1726993" y="77209"/>
                  </a:lnTo>
                  <a:lnTo>
                    <a:pt x="1719178" y="77154"/>
                  </a:lnTo>
                  <a:lnTo>
                    <a:pt x="1711364" y="77099"/>
                  </a:lnTo>
                  <a:lnTo>
                    <a:pt x="1703549" y="77043"/>
                  </a:lnTo>
                  <a:lnTo>
                    <a:pt x="1695735" y="76986"/>
                  </a:lnTo>
                  <a:lnTo>
                    <a:pt x="1687920" y="76926"/>
                  </a:lnTo>
                  <a:lnTo>
                    <a:pt x="1680106" y="76830"/>
                  </a:lnTo>
                  <a:lnTo>
                    <a:pt x="1672291" y="76724"/>
                  </a:lnTo>
                  <a:lnTo>
                    <a:pt x="1664477" y="76617"/>
                  </a:lnTo>
                  <a:lnTo>
                    <a:pt x="1656663" y="76508"/>
                  </a:lnTo>
                  <a:lnTo>
                    <a:pt x="1648848" y="76399"/>
                  </a:lnTo>
                  <a:lnTo>
                    <a:pt x="1641034" y="76288"/>
                  </a:lnTo>
                  <a:lnTo>
                    <a:pt x="1633219" y="76177"/>
                  </a:lnTo>
                  <a:lnTo>
                    <a:pt x="1625405" y="76064"/>
                  </a:lnTo>
                  <a:lnTo>
                    <a:pt x="1617590" y="75951"/>
                  </a:lnTo>
                  <a:lnTo>
                    <a:pt x="1609776" y="75836"/>
                  </a:lnTo>
                  <a:lnTo>
                    <a:pt x="1601961" y="75720"/>
                  </a:lnTo>
                  <a:lnTo>
                    <a:pt x="1594147" y="75604"/>
                  </a:lnTo>
                  <a:lnTo>
                    <a:pt x="1586333" y="75486"/>
                  </a:lnTo>
                  <a:lnTo>
                    <a:pt x="1578518" y="75367"/>
                  </a:lnTo>
                  <a:lnTo>
                    <a:pt x="1570704" y="75260"/>
                  </a:lnTo>
                  <a:lnTo>
                    <a:pt x="1562889" y="75148"/>
                  </a:lnTo>
                  <a:lnTo>
                    <a:pt x="1555075" y="75002"/>
                  </a:lnTo>
                  <a:lnTo>
                    <a:pt x="1547260" y="74879"/>
                  </a:lnTo>
                  <a:lnTo>
                    <a:pt x="1539446" y="74755"/>
                  </a:lnTo>
                  <a:lnTo>
                    <a:pt x="1531631" y="74630"/>
                  </a:lnTo>
                  <a:lnTo>
                    <a:pt x="1523817" y="74541"/>
                  </a:lnTo>
                  <a:lnTo>
                    <a:pt x="1516003" y="74452"/>
                  </a:lnTo>
                  <a:lnTo>
                    <a:pt x="1508188" y="74362"/>
                  </a:lnTo>
                  <a:lnTo>
                    <a:pt x="1500374" y="74270"/>
                  </a:lnTo>
                  <a:lnTo>
                    <a:pt x="1492559" y="74145"/>
                  </a:lnTo>
                  <a:lnTo>
                    <a:pt x="1484745" y="74017"/>
                  </a:lnTo>
                  <a:lnTo>
                    <a:pt x="1476930" y="73888"/>
                  </a:lnTo>
                  <a:lnTo>
                    <a:pt x="1469116" y="73758"/>
                  </a:lnTo>
                  <a:lnTo>
                    <a:pt x="1461301" y="73662"/>
                  </a:lnTo>
                  <a:lnTo>
                    <a:pt x="1453487" y="73568"/>
                  </a:lnTo>
                  <a:lnTo>
                    <a:pt x="1445672" y="73472"/>
                  </a:lnTo>
                  <a:lnTo>
                    <a:pt x="1437858" y="73374"/>
                  </a:lnTo>
                  <a:lnTo>
                    <a:pt x="1430044" y="73268"/>
                  </a:lnTo>
                  <a:lnTo>
                    <a:pt x="1422229" y="73113"/>
                  </a:lnTo>
                  <a:lnTo>
                    <a:pt x="1414415" y="72957"/>
                  </a:lnTo>
                  <a:lnTo>
                    <a:pt x="1406600" y="72843"/>
                  </a:lnTo>
                  <a:lnTo>
                    <a:pt x="1398786" y="72732"/>
                  </a:lnTo>
                  <a:lnTo>
                    <a:pt x="1390971" y="72620"/>
                  </a:lnTo>
                  <a:lnTo>
                    <a:pt x="1383157" y="72507"/>
                  </a:lnTo>
                  <a:lnTo>
                    <a:pt x="1375342" y="72391"/>
                  </a:lnTo>
                  <a:lnTo>
                    <a:pt x="1367528" y="72274"/>
                  </a:lnTo>
                  <a:lnTo>
                    <a:pt x="1359714" y="72156"/>
                  </a:lnTo>
                  <a:lnTo>
                    <a:pt x="1351899" y="72036"/>
                  </a:lnTo>
                  <a:lnTo>
                    <a:pt x="1344085" y="71915"/>
                  </a:lnTo>
                  <a:lnTo>
                    <a:pt x="1336270" y="71792"/>
                  </a:lnTo>
                  <a:lnTo>
                    <a:pt x="1328456" y="71667"/>
                  </a:lnTo>
                  <a:lnTo>
                    <a:pt x="1320641" y="71541"/>
                  </a:lnTo>
                  <a:lnTo>
                    <a:pt x="1312827" y="71413"/>
                  </a:lnTo>
                  <a:lnTo>
                    <a:pt x="1305012" y="71283"/>
                  </a:lnTo>
                  <a:lnTo>
                    <a:pt x="1297198" y="71152"/>
                  </a:lnTo>
                  <a:lnTo>
                    <a:pt x="1289384" y="71018"/>
                  </a:lnTo>
                  <a:lnTo>
                    <a:pt x="1281569" y="70873"/>
                  </a:lnTo>
                  <a:lnTo>
                    <a:pt x="1273755" y="70726"/>
                  </a:lnTo>
                  <a:lnTo>
                    <a:pt x="1265940" y="70577"/>
                  </a:lnTo>
                  <a:lnTo>
                    <a:pt x="1258126" y="70426"/>
                  </a:lnTo>
                  <a:lnTo>
                    <a:pt x="1250311" y="70274"/>
                  </a:lnTo>
                  <a:lnTo>
                    <a:pt x="1242497" y="70140"/>
                  </a:lnTo>
                  <a:lnTo>
                    <a:pt x="1234682" y="70011"/>
                  </a:lnTo>
                  <a:lnTo>
                    <a:pt x="1226868" y="69880"/>
                  </a:lnTo>
                  <a:lnTo>
                    <a:pt x="1219053" y="69742"/>
                  </a:lnTo>
                  <a:lnTo>
                    <a:pt x="1211239" y="69591"/>
                  </a:lnTo>
                  <a:lnTo>
                    <a:pt x="1203425" y="69432"/>
                  </a:lnTo>
                  <a:lnTo>
                    <a:pt x="1195610" y="69260"/>
                  </a:lnTo>
                  <a:lnTo>
                    <a:pt x="1187796" y="69081"/>
                  </a:lnTo>
                  <a:lnTo>
                    <a:pt x="1179981" y="68900"/>
                  </a:lnTo>
                  <a:lnTo>
                    <a:pt x="1172167" y="68717"/>
                  </a:lnTo>
                  <a:lnTo>
                    <a:pt x="1164352" y="68533"/>
                  </a:lnTo>
                  <a:lnTo>
                    <a:pt x="1156538" y="68346"/>
                  </a:lnTo>
                  <a:lnTo>
                    <a:pt x="1148723" y="68157"/>
                  </a:lnTo>
                  <a:lnTo>
                    <a:pt x="1140909" y="67984"/>
                  </a:lnTo>
                  <a:lnTo>
                    <a:pt x="1133095" y="67809"/>
                  </a:lnTo>
                  <a:lnTo>
                    <a:pt x="1125280" y="67633"/>
                  </a:lnTo>
                  <a:lnTo>
                    <a:pt x="1117466" y="67453"/>
                  </a:lnTo>
                  <a:lnTo>
                    <a:pt x="1109651" y="67272"/>
                  </a:lnTo>
                  <a:lnTo>
                    <a:pt x="1101837" y="67089"/>
                  </a:lnTo>
                  <a:lnTo>
                    <a:pt x="1094022" y="66903"/>
                  </a:lnTo>
                  <a:lnTo>
                    <a:pt x="1086208" y="66715"/>
                  </a:lnTo>
                  <a:lnTo>
                    <a:pt x="1078393" y="66526"/>
                  </a:lnTo>
                  <a:lnTo>
                    <a:pt x="1070579" y="66340"/>
                  </a:lnTo>
                  <a:lnTo>
                    <a:pt x="1062765" y="66153"/>
                  </a:lnTo>
                  <a:lnTo>
                    <a:pt x="1054950" y="65962"/>
                  </a:lnTo>
                  <a:lnTo>
                    <a:pt x="1047136" y="65769"/>
                  </a:lnTo>
                  <a:lnTo>
                    <a:pt x="1039321" y="65574"/>
                  </a:lnTo>
                  <a:lnTo>
                    <a:pt x="1031507" y="65376"/>
                  </a:lnTo>
                  <a:lnTo>
                    <a:pt x="1023692" y="65175"/>
                  </a:lnTo>
                  <a:lnTo>
                    <a:pt x="1015878" y="64972"/>
                  </a:lnTo>
                  <a:lnTo>
                    <a:pt x="1008063" y="64766"/>
                  </a:lnTo>
                  <a:lnTo>
                    <a:pt x="1000249" y="64558"/>
                  </a:lnTo>
                  <a:lnTo>
                    <a:pt x="992434" y="64346"/>
                  </a:lnTo>
                  <a:lnTo>
                    <a:pt x="984620" y="64132"/>
                  </a:lnTo>
                  <a:lnTo>
                    <a:pt x="976806" y="63915"/>
                  </a:lnTo>
                  <a:lnTo>
                    <a:pt x="968991" y="63696"/>
                  </a:lnTo>
                  <a:lnTo>
                    <a:pt x="961177" y="63473"/>
                  </a:lnTo>
                  <a:lnTo>
                    <a:pt x="953362" y="63266"/>
                  </a:lnTo>
                  <a:lnTo>
                    <a:pt x="945548" y="63083"/>
                  </a:lnTo>
                  <a:lnTo>
                    <a:pt x="937733" y="62845"/>
                  </a:lnTo>
                  <a:lnTo>
                    <a:pt x="929919" y="62590"/>
                  </a:lnTo>
                  <a:lnTo>
                    <a:pt x="922104" y="62331"/>
                  </a:lnTo>
                  <a:lnTo>
                    <a:pt x="914290" y="62074"/>
                  </a:lnTo>
                  <a:lnTo>
                    <a:pt x="906476" y="61830"/>
                  </a:lnTo>
                  <a:lnTo>
                    <a:pt x="898661" y="61566"/>
                  </a:lnTo>
                  <a:lnTo>
                    <a:pt x="890847" y="61279"/>
                  </a:lnTo>
                  <a:lnTo>
                    <a:pt x="883032" y="61002"/>
                  </a:lnTo>
                  <a:lnTo>
                    <a:pt x="875218" y="60757"/>
                  </a:lnTo>
                  <a:lnTo>
                    <a:pt x="867403" y="60482"/>
                  </a:lnTo>
                  <a:lnTo>
                    <a:pt x="859589" y="60200"/>
                  </a:lnTo>
                  <a:lnTo>
                    <a:pt x="851774" y="59915"/>
                  </a:lnTo>
                  <a:lnTo>
                    <a:pt x="843960" y="59628"/>
                  </a:lnTo>
                  <a:lnTo>
                    <a:pt x="836145" y="59338"/>
                  </a:lnTo>
                  <a:lnTo>
                    <a:pt x="828331" y="59044"/>
                  </a:lnTo>
                  <a:lnTo>
                    <a:pt x="820517" y="58771"/>
                  </a:lnTo>
                  <a:lnTo>
                    <a:pt x="812702" y="58563"/>
                  </a:lnTo>
                  <a:lnTo>
                    <a:pt x="804888" y="58271"/>
                  </a:lnTo>
                  <a:lnTo>
                    <a:pt x="797073" y="57948"/>
                  </a:lnTo>
                  <a:lnTo>
                    <a:pt x="789259" y="57624"/>
                  </a:lnTo>
                  <a:lnTo>
                    <a:pt x="781444" y="57296"/>
                  </a:lnTo>
                  <a:lnTo>
                    <a:pt x="773630" y="57002"/>
                  </a:lnTo>
                  <a:lnTo>
                    <a:pt x="765815" y="56708"/>
                  </a:lnTo>
                  <a:lnTo>
                    <a:pt x="758001" y="56432"/>
                  </a:lnTo>
                  <a:lnTo>
                    <a:pt x="750187" y="56152"/>
                  </a:lnTo>
                  <a:lnTo>
                    <a:pt x="742372" y="55866"/>
                  </a:lnTo>
                  <a:lnTo>
                    <a:pt x="734558" y="55575"/>
                  </a:lnTo>
                  <a:lnTo>
                    <a:pt x="726743" y="55267"/>
                  </a:lnTo>
                  <a:lnTo>
                    <a:pt x="718929" y="54935"/>
                  </a:lnTo>
                  <a:lnTo>
                    <a:pt x="711114" y="54599"/>
                  </a:lnTo>
                  <a:lnTo>
                    <a:pt x="703300" y="54258"/>
                  </a:lnTo>
                  <a:lnTo>
                    <a:pt x="695485" y="53914"/>
                  </a:lnTo>
                  <a:lnTo>
                    <a:pt x="687671" y="53576"/>
                  </a:lnTo>
                  <a:lnTo>
                    <a:pt x="679857" y="53241"/>
                  </a:lnTo>
                  <a:lnTo>
                    <a:pt x="672042" y="52885"/>
                  </a:lnTo>
                  <a:lnTo>
                    <a:pt x="664228" y="52526"/>
                  </a:lnTo>
                  <a:lnTo>
                    <a:pt x="656413" y="52162"/>
                  </a:lnTo>
                  <a:lnTo>
                    <a:pt x="648599" y="51793"/>
                  </a:lnTo>
                  <a:lnTo>
                    <a:pt x="640784" y="51414"/>
                  </a:lnTo>
                  <a:lnTo>
                    <a:pt x="632970" y="51032"/>
                  </a:lnTo>
                  <a:lnTo>
                    <a:pt x="625155" y="50644"/>
                  </a:lnTo>
                  <a:lnTo>
                    <a:pt x="617341" y="50254"/>
                  </a:lnTo>
                  <a:lnTo>
                    <a:pt x="609526" y="49858"/>
                  </a:lnTo>
                  <a:lnTo>
                    <a:pt x="601712" y="49467"/>
                  </a:lnTo>
                  <a:lnTo>
                    <a:pt x="593898" y="49070"/>
                  </a:lnTo>
                  <a:lnTo>
                    <a:pt x="586083" y="48668"/>
                  </a:lnTo>
                  <a:lnTo>
                    <a:pt x="578269" y="48261"/>
                  </a:lnTo>
                  <a:lnTo>
                    <a:pt x="570454" y="47849"/>
                  </a:lnTo>
                  <a:lnTo>
                    <a:pt x="562640" y="47432"/>
                  </a:lnTo>
                  <a:lnTo>
                    <a:pt x="554825" y="47008"/>
                  </a:lnTo>
                  <a:lnTo>
                    <a:pt x="547011" y="46578"/>
                  </a:lnTo>
                  <a:lnTo>
                    <a:pt x="539196" y="46142"/>
                  </a:lnTo>
                  <a:lnTo>
                    <a:pt x="531382" y="45702"/>
                  </a:lnTo>
                  <a:lnTo>
                    <a:pt x="523568" y="45256"/>
                  </a:lnTo>
                  <a:lnTo>
                    <a:pt x="515753" y="44813"/>
                  </a:lnTo>
                  <a:lnTo>
                    <a:pt x="507939" y="44359"/>
                  </a:lnTo>
                  <a:lnTo>
                    <a:pt x="500124" y="43899"/>
                  </a:lnTo>
                  <a:lnTo>
                    <a:pt x="492310" y="43434"/>
                  </a:lnTo>
                  <a:lnTo>
                    <a:pt x="484495" y="42962"/>
                  </a:lnTo>
                  <a:lnTo>
                    <a:pt x="476681" y="42485"/>
                  </a:lnTo>
                  <a:lnTo>
                    <a:pt x="468866" y="42000"/>
                  </a:lnTo>
                  <a:lnTo>
                    <a:pt x="461052" y="41509"/>
                  </a:lnTo>
                  <a:lnTo>
                    <a:pt x="453238" y="41011"/>
                  </a:lnTo>
                  <a:lnTo>
                    <a:pt x="445423" y="40506"/>
                  </a:lnTo>
                  <a:lnTo>
                    <a:pt x="437609" y="39995"/>
                  </a:lnTo>
                  <a:lnTo>
                    <a:pt x="429794" y="39723"/>
                  </a:lnTo>
                  <a:lnTo>
                    <a:pt x="421980" y="39658"/>
                  </a:lnTo>
                  <a:lnTo>
                    <a:pt x="414165" y="39594"/>
                  </a:lnTo>
                  <a:lnTo>
                    <a:pt x="406351" y="39529"/>
                  </a:lnTo>
                  <a:lnTo>
                    <a:pt x="398536" y="39464"/>
                  </a:lnTo>
                  <a:lnTo>
                    <a:pt x="390722" y="39399"/>
                  </a:lnTo>
                  <a:lnTo>
                    <a:pt x="382907" y="39334"/>
                  </a:lnTo>
                  <a:lnTo>
                    <a:pt x="375093" y="39268"/>
                  </a:lnTo>
                  <a:lnTo>
                    <a:pt x="367279" y="39203"/>
                  </a:lnTo>
                  <a:lnTo>
                    <a:pt x="359464" y="39137"/>
                  </a:lnTo>
                  <a:lnTo>
                    <a:pt x="351650" y="39070"/>
                  </a:lnTo>
                  <a:lnTo>
                    <a:pt x="343835" y="39004"/>
                  </a:lnTo>
                  <a:lnTo>
                    <a:pt x="336021" y="38938"/>
                  </a:lnTo>
                  <a:lnTo>
                    <a:pt x="328206" y="38871"/>
                  </a:lnTo>
                  <a:lnTo>
                    <a:pt x="320392" y="38804"/>
                  </a:lnTo>
                  <a:lnTo>
                    <a:pt x="312577" y="38736"/>
                  </a:lnTo>
                  <a:lnTo>
                    <a:pt x="304763" y="38669"/>
                  </a:lnTo>
                  <a:lnTo>
                    <a:pt x="296949" y="38601"/>
                  </a:lnTo>
                  <a:lnTo>
                    <a:pt x="289134" y="38533"/>
                  </a:lnTo>
                  <a:lnTo>
                    <a:pt x="281320" y="38465"/>
                  </a:lnTo>
                  <a:lnTo>
                    <a:pt x="273505" y="38397"/>
                  </a:lnTo>
                  <a:lnTo>
                    <a:pt x="265691" y="38329"/>
                  </a:lnTo>
                  <a:lnTo>
                    <a:pt x="257876" y="38260"/>
                  </a:lnTo>
                  <a:lnTo>
                    <a:pt x="250062" y="38191"/>
                  </a:lnTo>
                  <a:lnTo>
                    <a:pt x="242247" y="38122"/>
                  </a:lnTo>
                  <a:lnTo>
                    <a:pt x="234433" y="38052"/>
                  </a:lnTo>
                  <a:lnTo>
                    <a:pt x="226619" y="37983"/>
                  </a:lnTo>
                  <a:lnTo>
                    <a:pt x="218804" y="37913"/>
                  </a:lnTo>
                  <a:lnTo>
                    <a:pt x="210990" y="37843"/>
                  </a:lnTo>
                  <a:lnTo>
                    <a:pt x="203175" y="37773"/>
                  </a:lnTo>
                  <a:lnTo>
                    <a:pt x="195361" y="37702"/>
                  </a:lnTo>
                  <a:lnTo>
                    <a:pt x="187546" y="37631"/>
                  </a:lnTo>
                  <a:lnTo>
                    <a:pt x="179732" y="37560"/>
                  </a:lnTo>
                  <a:lnTo>
                    <a:pt x="171917" y="37489"/>
                  </a:lnTo>
                  <a:lnTo>
                    <a:pt x="164103" y="37418"/>
                  </a:lnTo>
                  <a:lnTo>
                    <a:pt x="156288" y="37346"/>
                  </a:lnTo>
                  <a:lnTo>
                    <a:pt x="148474" y="37274"/>
                  </a:lnTo>
                  <a:lnTo>
                    <a:pt x="140660" y="37202"/>
                  </a:lnTo>
                  <a:lnTo>
                    <a:pt x="132845" y="37130"/>
                  </a:lnTo>
                  <a:lnTo>
                    <a:pt x="125031" y="37058"/>
                  </a:lnTo>
                  <a:lnTo>
                    <a:pt x="117216" y="36985"/>
                  </a:lnTo>
                  <a:lnTo>
                    <a:pt x="109402" y="36912"/>
                  </a:lnTo>
                  <a:lnTo>
                    <a:pt x="101587" y="36839"/>
                  </a:lnTo>
                  <a:lnTo>
                    <a:pt x="93773" y="36765"/>
                  </a:lnTo>
                  <a:lnTo>
                    <a:pt x="85958" y="36691"/>
                  </a:lnTo>
                  <a:lnTo>
                    <a:pt x="78144" y="36618"/>
                  </a:lnTo>
                  <a:lnTo>
                    <a:pt x="70330" y="36543"/>
                  </a:lnTo>
                  <a:lnTo>
                    <a:pt x="62515" y="36469"/>
                  </a:lnTo>
                  <a:lnTo>
                    <a:pt x="54701" y="36395"/>
                  </a:lnTo>
                  <a:lnTo>
                    <a:pt x="46886" y="36320"/>
                  </a:lnTo>
                  <a:lnTo>
                    <a:pt x="39072" y="36245"/>
                  </a:lnTo>
                  <a:lnTo>
                    <a:pt x="31257" y="36169"/>
                  </a:lnTo>
                  <a:lnTo>
                    <a:pt x="23443" y="36094"/>
                  </a:lnTo>
                  <a:lnTo>
                    <a:pt x="15628" y="36018"/>
                  </a:lnTo>
                  <a:lnTo>
                    <a:pt x="7814" y="35942"/>
                  </a:lnTo>
                  <a:lnTo>
                    <a:pt x="0" y="35866"/>
                  </a:lnTo>
                  <a:close/>
                </a:path>
              </a:pathLst>
            </a:custGeom>
            <a:solidFill>
              <a:srgbClr val="009E73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265" name="pl264"/>
            <p:cNvSpPr/>
            <p:nvPr/>
          </p:nvSpPr>
          <p:spPr>
            <a:xfrm>
              <a:off x="6041499" y="4608960"/>
              <a:ext cx="2023942" cy="48506"/>
            </a:xfrm>
            <a:custGeom>
              <a:avLst/>
              <a:pathLst>
                <a:path w="2023942" h="48506">
                  <a:moveTo>
                    <a:pt x="0" y="0"/>
                  </a:moveTo>
                  <a:lnTo>
                    <a:pt x="7814" y="909"/>
                  </a:lnTo>
                  <a:lnTo>
                    <a:pt x="15628" y="1810"/>
                  </a:lnTo>
                  <a:lnTo>
                    <a:pt x="23443" y="2704"/>
                  </a:lnTo>
                  <a:lnTo>
                    <a:pt x="31257" y="3591"/>
                  </a:lnTo>
                  <a:lnTo>
                    <a:pt x="39072" y="4497"/>
                  </a:lnTo>
                  <a:lnTo>
                    <a:pt x="46886" y="5410"/>
                  </a:lnTo>
                  <a:lnTo>
                    <a:pt x="54701" y="6313"/>
                  </a:lnTo>
                  <a:lnTo>
                    <a:pt x="62515" y="7207"/>
                  </a:lnTo>
                  <a:lnTo>
                    <a:pt x="70330" y="8091"/>
                  </a:lnTo>
                  <a:lnTo>
                    <a:pt x="78144" y="8966"/>
                  </a:lnTo>
                  <a:lnTo>
                    <a:pt x="85958" y="9831"/>
                  </a:lnTo>
                  <a:lnTo>
                    <a:pt x="93773" y="10677"/>
                  </a:lnTo>
                  <a:lnTo>
                    <a:pt x="101587" y="11509"/>
                  </a:lnTo>
                  <a:lnTo>
                    <a:pt x="109402" y="12333"/>
                  </a:lnTo>
                  <a:lnTo>
                    <a:pt x="117216" y="13151"/>
                  </a:lnTo>
                  <a:lnTo>
                    <a:pt x="125031" y="13960"/>
                  </a:lnTo>
                  <a:lnTo>
                    <a:pt x="132845" y="14776"/>
                  </a:lnTo>
                  <a:lnTo>
                    <a:pt x="140660" y="15641"/>
                  </a:lnTo>
                  <a:lnTo>
                    <a:pt x="148474" y="16434"/>
                  </a:lnTo>
                  <a:lnTo>
                    <a:pt x="156288" y="17218"/>
                  </a:lnTo>
                  <a:lnTo>
                    <a:pt x="164103" y="17992"/>
                  </a:lnTo>
                  <a:lnTo>
                    <a:pt x="171917" y="18737"/>
                  </a:lnTo>
                  <a:lnTo>
                    <a:pt x="179732" y="19474"/>
                  </a:lnTo>
                  <a:lnTo>
                    <a:pt x="187546" y="20205"/>
                  </a:lnTo>
                  <a:lnTo>
                    <a:pt x="195361" y="20928"/>
                  </a:lnTo>
                  <a:lnTo>
                    <a:pt x="203175" y="21644"/>
                  </a:lnTo>
                  <a:lnTo>
                    <a:pt x="210990" y="22353"/>
                  </a:lnTo>
                  <a:lnTo>
                    <a:pt x="218804" y="23055"/>
                  </a:lnTo>
                  <a:lnTo>
                    <a:pt x="226619" y="23750"/>
                  </a:lnTo>
                  <a:lnTo>
                    <a:pt x="234433" y="24437"/>
                  </a:lnTo>
                  <a:lnTo>
                    <a:pt x="242247" y="25118"/>
                  </a:lnTo>
                  <a:lnTo>
                    <a:pt x="250062" y="25792"/>
                  </a:lnTo>
                  <a:lnTo>
                    <a:pt x="257876" y="26487"/>
                  </a:lnTo>
                  <a:lnTo>
                    <a:pt x="265691" y="27188"/>
                  </a:lnTo>
                  <a:lnTo>
                    <a:pt x="273505" y="27877"/>
                  </a:lnTo>
                  <a:lnTo>
                    <a:pt x="281320" y="28530"/>
                  </a:lnTo>
                  <a:lnTo>
                    <a:pt x="289134" y="29156"/>
                  </a:lnTo>
                  <a:lnTo>
                    <a:pt x="296949" y="29796"/>
                  </a:lnTo>
                  <a:lnTo>
                    <a:pt x="304763" y="30445"/>
                  </a:lnTo>
                  <a:lnTo>
                    <a:pt x="312577" y="31063"/>
                  </a:lnTo>
                  <a:lnTo>
                    <a:pt x="320392" y="31665"/>
                  </a:lnTo>
                  <a:lnTo>
                    <a:pt x="328206" y="32260"/>
                  </a:lnTo>
                  <a:lnTo>
                    <a:pt x="336021" y="32850"/>
                  </a:lnTo>
                  <a:lnTo>
                    <a:pt x="343835" y="33434"/>
                  </a:lnTo>
                  <a:lnTo>
                    <a:pt x="351650" y="34012"/>
                  </a:lnTo>
                  <a:lnTo>
                    <a:pt x="359464" y="34587"/>
                  </a:lnTo>
                  <a:lnTo>
                    <a:pt x="367279" y="35164"/>
                  </a:lnTo>
                  <a:lnTo>
                    <a:pt x="375093" y="35717"/>
                  </a:lnTo>
                  <a:lnTo>
                    <a:pt x="382907" y="36267"/>
                  </a:lnTo>
                  <a:lnTo>
                    <a:pt x="390722" y="36816"/>
                  </a:lnTo>
                  <a:lnTo>
                    <a:pt x="398536" y="37360"/>
                  </a:lnTo>
                  <a:lnTo>
                    <a:pt x="406351" y="37898"/>
                  </a:lnTo>
                  <a:lnTo>
                    <a:pt x="414165" y="38430"/>
                  </a:lnTo>
                  <a:lnTo>
                    <a:pt x="421980" y="38958"/>
                  </a:lnTo>
                  <a:lnTo>
                    <a:pt x="429794" y="39479"/>
                  </a:lnTo>
                  <a:lnTo>
                    <a:pt x="437609" y="39787"/>
                  </a:lnTo>
                  <a:lnTo>
                    <a:pt x="445423" y="39851"/>
                  </a:lnTo>
                  <a:lnTo>
                    <a:pt x="453238" y="39914"/>
                  </a:lnTo>
                  <a:lnTo>
                    <a:pt x="461052" y="39978"/>
                  </a:lnTo>
                  <a:lnTo>
                    <a:pt x="468866" y="40041"/>
                  </a:lnTo>
                  <a:lnTo>
                    <a:pt x="476681" y="40104"/>
                  </a:lnTo>
                  <a:lnTo>
                    <a:pt x="484495" y="40167"/>
                  </a:lnTo>
                  <a:lnTo>
                    <a:pt x="492310" y="40230"/>
                  </a:lnTo>
                  <a:lnTo>
                    <a:pt x="500124" y="40292"/>
                  </a:lnTo>
                  <a:lnTo>
                    <a:pt x="507939" y="40355"/>
                  </a:lnTo>
                  <a:lnTo>
                    <a:pt x="515753" y="40417"/>
                  </a:lnTo>
                  <a:lnTo>
                    <a:pt x="523568" y="40479"/>
                  </a:lnTo>
                  <a:lnTo>
                    <a:pt x="531382" y="40540"/>
                  </a:lnTo>
                  <a:lnTo>
                    <a:pt x="539196" y="40602"/>
                  </a:lnTo>
                  <a:lnTo>
                    <a:pt x="547011" y="40663"/>
                  </a:lnTo>
                  <a:lnTo>
                    <a:pt x="554825" y="40724"/>
                  </a:lnTo>
                  <a:lnTo>
                    <a:pt x="562640" y="40785"/>
                  </a:lnTo>
                  <a:lnTo>
                    <a:pt x="570454" y="40846"/>
                  </a:lnTo>
                  <a:lnTo>
                    <a:pt x="578269" y="40907"/>
                  </a:lnTo>
                  <a:lnTo>
                    <a:pt x="586083" y="40967"/>
                  </a:lnTo>
                  <a:lnTo>
                    <a:pt x="593898" y="41027"/>
                  </a:lnTo>
                  <a:lnTo>
                    <a:pt x="601712" y="41087"/>
                  </a:lnTo>
                  <a:lnTo>
                    <a:pt x="609526" y="41147"/>
                  </a:lnTo>
                  <a:lnTo>
                    <a:pt x="617341" y="41207"/>
                  </a:lnTo>
                  <a:lnTo>
                    <a:pt x="625155" y="41266"/>
                  </a:lnTo>
                  <a:lnTo>
                    <a:pt x="632970" y="41325"/>
                  </a:lnTo>
                  <a:lnTo>
                    <a:pt x="640784" y="41384"/>
                  </a:lnTo>
                  <a:lnTo>
                    <a:pt x="648599" y="41443"/>
                  </a:lnTo>
                  <a:lnTo>
                    <a:pt x="656413" y="41502"/>
                  </a:lnTo>
                  <a:lnTo>
                    <a:pt x="664228" y="41560"/>
                  </a:lnTo>
                  <a:lnTo>
                    <a:pt x="672042" y="41619"/>
                  </a:lnTo>
                  <a:lnTo>
                    <a:pt x="679857" y="41677"/>
                  </a:lnTo>
                  <a:lnTo>
                    <a:pt x="687671" y="41735"/>
                  </a:lnTo>
                  <a:lnTo>
                    <a:pt x="695485" y="41792"/>
                  </a:lnTo>
                  <a:lnTo>
                    <a:pt x="703300" y="41850"/>
                  </a:lnTo>
                  <a:lnTo>
                    <a:pt x="711114" y="41907"/>
                  </a:lnTo>
                  <a:lnTo>
                    <a:pt x="718929" y="41965"/>
                  </a:lnTo>
                  <a:lnTo>
                    <a:pt x="726743" y="42022"/>
                  </a:lnTo>
                  <a:lnTo>
                    <a:pt x="734558" y="42078"/>
                  </a:lnTo>
                  <a:lnTo>
                    <a:pt x="742372" y="42133"/>
                  </a:lnTo>
                  <a:lnTo>
                    <a:pt x="750187" y="42187"/>
                  </a:lnTo>
                  <a:lnTo>
                    <a:pt x="758001" y="42241"/>
                  </a:lnTo>
                  <a:lnTo>
                    <a:pt x="765815" y="42295"/>
                  </a:lnTo>
                  <a:lnTo>
                    <a:pt x="773630" y="42349"/>
                  </a:lnTo>
                  <a:lnTo>
                    <a:pt x="781444" y="42402"/>
                  </a:lnTo>
                  <a:lnTo>
                    <a:pt x="789259" y="42456"/>
                  </a:lnTo>
                  <a:lnTo>
                    <a:pt x="797073" y="42508"/>
                  </a:lnTo>
                  <a:lnTo>
                    <a:pt x="804888" y="42561"/>
                  </a:lnTo>
                  <a:lnTo>
                    <a:pt x="812702" y="42617"/>
                  </a:lnTo>
                  <a:lnTo>
                    <a:pt x="820517" y="42673"/>
                  </a:lnTo>
                  <a:lnTo>
                    <a:pt x="828331" y="42729"/>
                  </a:lnTo>
                  <a:lnTo>
                    <a:pt x="836145" y="42784"/>
                  </a:lnTo>
                  <a:lnTo>
                    <a:pt x="843960" y="42836"/>
                  </a:lnTo>
                  <a:lnTo>
                    <a:pt x="851774" y="42888"/>
                  </a:lnTo>
                  <a:lnTo>
                    <a:pt x="859589" y="42940"/>
                  </a:lnTo>
                  <a:lnTo>
                    <a:pt x="867403" y="42991"/>
                  </a:lnTo>
                  <a:lnTo>
                    <a:pt x="875218" y="43043"/>
                  </a:lnTo>
                  <a:lnTo>
                    <a:pt x="883032" y="43094"/>
                  </a:lnTo>
                  <a:lnTo>
                    <a:pt x="890847" y="43145"/>
                  </a:lnTo>
                  <a:lnTo>
                    <a:pt x="898661" y="43195"/>
                  </a:lnTo>
                  <a:lnTo>
                    <a:pt x="906476" y="43246"/>
                  </a:lnTo>
                  <a:lnTo>
                    <a:pt x="914290" y="43296"/>
                  </a:lnTo>
                  <a:lnTo>
                    <a:pt x="922104" y="43346"/>
                  </a:lnTo>
                  <a:lnTo>
                    <a:pt x="929919" y="43396"/>
                  </a:lnTo>
                  <a:lnTo>
                    <a:pt x="937733" y="43446"/>
                  </a:lnTo>
                  <a:lnTo>
                    <a:pt x="945548" y="43495"/>
                  </a:lnTo>
                  <a:lnTo>
                    <a:pt x="953362" y="43544"/>
                  </a:lnTo>
                  <a:lnTo>
                    <a:pt x="961177" y="43593"/>
                  </a:lnTo>
                  <a:lnTo>
                    <a:pt x="968991" y="43642"/>
                  </a:lnTo>
                  <a:lnTo>
                    <a:pt x="976806" y="43691"/>
                  </a:lnTo>
                  <a:lnTo>
                    <a:pt x="984620" y="43739"/>
                  </a:lnTo>
                  <a:lnTo>
                    <a:pt x="992434" y="43787"/>
                  </a:lnTo>
                  <a:lnTo>
                    <a:pt x="1000249" y="43837"/>
                  </a:lnTo>
                  <a:lnTo>
                    <a:pt x="1008063" y="43888"/>
                  </a:lnTo>
                  <a:lnTo>
                    <a:pt x="1015878" y="43938"/>
                  </a:lnTo>
                  <a:lnTo>
                    <a:pt x="1023692" y="43982"/>
                  </a:lnTo>
                  <a:lnTo>
                    <a:pt x="1031507" y="44026"/>
                  </a:lnTo>
                  <a:lnTo>
                    <a:pt x="1039321" y="44072"/>
                  </a:lnTo>
                  <a:lnTo>
                    <a:pt x="1047136" y="44118"/>
                  </a:lnTo>
                  <a:lnTo>
                    <a:pt x="1054950" y="44164"/>
                  </a:lnTo>
                  <a:lnTo>
                    <a:pt x="1062765" y="44211"/>
                  </a:lnTo>
                  <a:lnTo>
                    <a:pt x="1070579" y="44257"/>
                  </a:lnTo>
                  <a:lnTo>
                    <a:pt x="1078393" y="44302"/>
                  </a:lnTo>
                  <a:lnTo>
                    <a:pt x="1086208" y="44348"/>
                  </a:lnTo>
                  <a:lnTo>
                    <a:pt x="1094022" y="44393"/>
                  </a:lnTo>
                  <a:lnTo>
                    <a:pt x="1101837" y="44439"/>
                  </a:lnTo>
                  <a:lnTo>
                    <a:pt x="1109651" y="44484"/>
                  </a:lnTo>
                  <a:lnTo>
                    <a:pt x="1117466" y="44529"/>
                  </a:lnTo>
                  <a:lnTo>
                    <a:pt x="1125280" y="44575"/>
                  </a:lnTo>
                  <a:lnTo>
                    <a:pt x="1133095" y="44623"/>
                  </a:lnTo>
                  <a:lnTo>
                    <a:pt x="1140909" y="44672"/>
                  </a:lnTo>
                  <a:lnTo>
                    <a:pt x="1148723" y="44720"/>
                  </a:lnTo>
                  <a:lnTo>
                    <a:pt x="1156538" y="44769"/>
                  </a:lnTo>
                  <a:lnTo>
                    <a:pt x="1164352" y="44817"/>
                  </a:lnTo>
                  <a:lnTo>
                    <a:pt x="1172167" y="44865"/>
                  </a:lnTo>
                  <a:lnTo>
                    <a:pt x="1179981" y="44913"/>
                  </a:lnTo>
                  <a:lnTo>
                    <a:pt x="1187796" y="44961"/>
                  </a:lnTo>
                  <a:lnTo>
                    <a:pt x="1195610" y="45009"/>
                  </a:lnTo>
                  <a:lnTo>
                    <a:pt x="1203425" y="45056"/>
                  </a:lnTo>
                  <a:lnTo>
                    <a:pt x="1211239" y="45104"/>
                  </a:lnTo>
                  <a:lnTo>
                    <a:pt x="1219053" y="45151"/>
                  </a:lnTo>
                  <a:lnTo>
                    <a:pt x="1226868" y="45199"/>
                  </a:lnTo>
                  <a:lnTo>
                    <a:pt x="1234682" y="45246"/>
                  </a:lnTo>
                  <a:lnTo>
                    <a:pt x="1242497" y="45293"/>
                  </a:lnTo>
                  <a:lnTo>
                    <a:pt x="1250311" y="45340"/>
                  </a:lnTo>
                  <a:lnTo>
                    <a:pt x="1258126" y="45387"/>
                  </a:lnTo>
                  <a:lnTo>
                    <a:pt x="1265940" y="45434"/>
                  </a:lnTo>
                  <a:lnTo>
                    <a:pt x="1273755" y="45481"/>
                  </a:lnTo>
                  <a:lnTo>
                    <a:pt x="1281569" y="45528"/>
                  </a:lnTo>
                  <a:lnTo>
                    <a:pt x="1289384" y="45574"/>
                  </a:lnTo>
                  <a:lnTo>
                    <a:pt x="1297198" y="45621"/>
                  </a:lnTo>
                  <a:lnTo>
                    <a:pt x="1305012" y="45667"/>
                  </a:lnTo>
                  <a:lnTo>
                    <a:pt x="1312827" y="45713"/>
                  </a:lnTo>
                  <a:lnTo>
                    <a:pt x="1320641" y="45759"/>
                  </a:lnTo>
                  <a:lnTo>
                    <a:pt x="1328456" y="45805"/>
                  </a:lnTo>
                  <a:lnTo>
                    <a:pt x="1336270" y="45851"/>
                  </a:lnTo>
                  <a:lnTo>
                    <a:pt x="1344085" y="45889"/>
                  </a:lnTo>
                  <a:lnTo>
                    <a:pt x="1351899" y="45920"/>
                  </a:lnTo>
                  <a:lnTo>
                    <a:pt x="1359714" y="45965"/>
                  </a:lnTo>
                  <a:lnTo>
                    <a:pt x="1367528" y="46012"/>
                  </a:lnTo>
                  <a:lnTo>
                    <a:pt x="1375342" y="46059"/>
                  </a:lnTo>
                  <a:lnTo>
                    <a:pt x="1383157" y="46106"/>
                  </a:lnTo>
                  <a:lnTo>
                    <a:pt x="1390971" y="46153"/>
                  </a:lnTo>
                  <a:lnTo>
                    <a:pt x="1398786" y="46200"/>
                  </a:lnTo>
                  <a:lnTo>
                    <a:pt x="1406600" y="46247"/>
                  </a:lnTo>
                  <a:lnTo>
                    <a:pt x="1414415" y="46293"/>
                  </a:lnTo>
                  <a:lnTo>
                    <a:pt x="1422229" y="46325"/>
                  </a:lnTo>
                  <a:lnTo>
                    <a:pt x="1430044" y="46358"/>
                  </a:lnTo>
                  <a:lnTo>
                    <a:pt x="1437858" y="46400"/>
                  </a:lnTo>
                  <a:lnTo>
                    <a:pt x="1445672" y="46445"/>
                  </a:lnTo>
                  <a:lnTo>
                    <a:pt x="1453487" y="46487"/>
                  </a:lnTo>
                  <a:lnTo>
                    <a:pt x="1461301" y="46512"/>
                  </a:lnTo>
                  <a:lnTo>
                    <a:pt x="1469116" y="46538"/>
                  </a:lnTo>
                  <a:lnTo>
                    <a:pt x="1476930" y="46569"/>
                  </a:lnTo>
                  <a:lnTo>
                    <a:pt x="1484745" y="46612"/>
                  </a:lnTo>
                  <a:lnTo>
                    <a:pt x="1492559" y="46656"/>
                  </a:lnTo>
                  <a:lnTo>
                    <a:pt x="1500374" y="46700"/>
                  </a:lnTo>
                  <a:lnTo>
                    <a:pt x="1508188" y="46744"/>
                  </a:lnTo>
                  <a:lnTo>
                    <a:pt x="1516003" y="46788"/>
                  </a:lnTo>
                  <a:lnTo>
                    <a:pt x="1523817" y="46828"/>
                  </a:lnTo>
                  <a:lnTo>
                    <a:pt x="1531631" y="46860"/>
                  </a:lnTo>
                  <a:lnTo>
                    <a:pt x="1539446" y="46893"/>
                  </a:lnTo>
                  <a:lnTo>
                    <a:pt x="1547260" y="46924"/>
                  </a:lnTo>
                  <a:lnTo>
                    <a:pt x="1555075" y="46956"/>
                  </a:lnTo>
                  <a:lnTo>
                    <a:pt x="1562889" y="46982"/>
                  </a:lnTo>
                  <a:lnTo>
                    <a:pt x="1570704" y="47008"/>
                  </a:lnTo>
                  <a:lnTo>
                    <a:pt x="1578518" y="47047"/>
                  </a:lnTo>
                  <a:lnTo>
                    <a:pt x="1586333" y="47080"/>
                  </a:lnTo>
                  <a:lnTo>
                    <a:pt x="1594147" y="47111"/>
                  </a:lnTo>
                  <a:lnTo>
                    <a:pt x="1601961" y="47142"/>
                  </a:lnTo>
                  <a:lnTo>
                    <a:pt x="1609776" y="47175"/>
                  </a:lnTo>
                  <a:lnTo>
                    <a:pt x="1617590" y="47216"/>
                  </a:lnTo>
                  <a:lnTo>
                    <a:pt x="1625405" y="47256"/>
                  </a:lnTo>
                  <a:lnTo>
                    <a:pt x="1633219" y="47297"/>
                  </a:lnTo>
                  <a:lnTo>
                    <a:pt x="1641034" y="47329"/>
                  </a:lnTo>
                  <a:lnTo>
                    <a:pt x="1648848" y="47355"/>
                  </a:lnTo>
                  <a:lnTo>
                    <a:pt x="1656663" y="47380"/>
                  </a:lnTo>
                  <a:lnTo>
                    <a:pt x="1664477" y="47405"/>
                  </a:lnTo>
                  <a:lnTo>
                    <a:pt x="1672291" y="47430"/>
                  </a:lnTo>
                  <a:lnTo>
                    <a:pt x="1680106" y="47455"/>
                  </a:lnTo>
                  <a:lnTo>
                    <a:pt x="1687920" y="47479"/>
                  </a:lnTo>
                  <a:lnTo>
                    <a:pt x="1695735" y="47504"/>
                  </a:lnTo>
                  <a:lnTo>
                    <a:pt x="1703549" y="47528"/>
                  </a:lnTo>
                  <a:lnTo>
                    <a:pt x="1711364" y="47552"/>
                  </a:lnTo>
                  <a:lnTo>
                    <a:pt x="1719178" y="47576"/>
                  </a:lnTo>
                  <a:lnTo>
                    <a:pt x="1726993" y="47604"/>
                  </a:lnTo>
                  <a:lnTo>
                    <a:pt x="1734807" y="47631"/>
                  </a:lnTo>
                  <a:lnTo>
                    <a:pt x="1742622" y="47658"/>
                  </a:lnTo>
                  <a:lnTo>
                    <a:pt x="1750436" y="47685"/>
                  </a:lnTo>
                  <a:lnTo>
                    <a:pt x="1758250" y="47712"/>
                  </a:lnTo>
                  <a:lnTo>
                    <a:pt x="1766065" y="47739"/>
                  </a:lnTo>
                  <a:lnTo>
                    <a:pt x="1773879" y="47765"/>
                  </a:lnTo>
                  <a:lnTo>
                    <a:pt x="1781694" y="47791"/>
                  </a:lnTo>
                  <a:lnTo>
                    <a:pt x="1789508" y="47817"/>
                  </a:lnTo>
                  <a:lnTo>
                    <a:pt x="1797323" y="47843"/>
                  </a:lnTo>
                  <a:lnTo>
                    <a:pt x="1805137" y="47869"/>
                  </a:lnTo>
                  <a:lnTo>
                    <a:pt x="1812952" y="47890"/>
                  </a:lnTo>
                  <a:lnTo>
                    <a:pt x="1820766" y="47907"/>
                  </a:lnTo>
                  <a:lnTo>
                    <a:pt x="1828580" y="47925"/>
                  </a:lnTo>
                  <a:lnTo>
                    <a:pt x="1836395" y="47942"/>
                  </a:lnTo>
                  <a:lnTo>
                    <a:pt x="1844209" y="47959"/>
                  </a:lnTo>
                  <a:lnTo>
                    <a:pt x="1852024" y="47995"/>
                  </a:lnTo>
                  <a:lnTo>
                    <a:pt x="1859838" y="48033"/>
                  </a:lnTo>
                  <a:lnTo>
                    <a:pt x="1867653" y="48065"/>
                  </a:lnTo>
                  <a:lnTo>
                    <a:pt x="1875467" y="48087"/>
                  </a:lnTo>
                  <a:lnTo>
                    <a:pt x="1883282" y="48108"/>
                  </a:lnTo>
                  <a:lnTo>
                    <a:pt x="1891096" y="48129"/>
                  </a:lnTo>
                  <a:lnTo>
                    <a:pt x="1898910" y="48150"/>
                  </a:lnTo>
                  <a:lnTo>
                    <a:pt x="1906725" y="48170"/>
                  </a:lnTo>
                  <a:lnTo>
                    <a:pt x="1914539" y="48191"/>
                  </a:lnTo>
                  <a:lnTo>
                    <a:pt x="1922354" y="48216"/>
                  </a:lnTo>
                  <a:lnTo>
                    <a:pt x="1930168" y="48237"/>
                  </a:lnTo>
                  <a:lnTo>
                    <a:pt x="1937983" y="48253"/>
                  </a:lnTo>
                  <a:lnTo>
                    <a:pt x="1945797" y="48288"/>
                  </a:lnTo>
                  <a:lnTo>
                    <a:pt x="1953612" y="48324"/>
                  </a:lnTo>
                  <a:lnTo>
                    <a:pt x="1961426" y="48354"/>
                  </a:lnTo>
                  <a:lnTo>
                    <a:pt x="1969241" y="48378"/>
                  </a:lnTo>
                  <a:lnTo>
                    <a:pt x="1977055" y="48400"/>
                  </a:lnTo>
                  <a:lnTo>
                    <a:pt x="1984869" y="48422"/>
                  </a:lnTo>
                  <a:lnTo>
                    <a:pt x="1992684" y="48445"/>
                  </a:lnTo>
                  <a:lnTo>
                    <a:pt x="2000498" y="48464"/>
                  </a:lnTo>
                  <a:lnTo>
                    <a:pt x="2008313" y="48478"/>
                  </a:lnTo>
                  <a:lnTo>
                    <a:pt x="2016127" y="48492"/>
                  </a:lnTo>
                  <a:lnTo>
                    <a:pt x="2023942" y="485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6" name="pl265"/>
            <p:cNvSpPr/>
            <p:nvPr/>
          </p:nvSpPr>
          <p:spPr>
            <a:xfrm>
              <a:off x="6041499" y="4644827"/>
              <a:ext cx="2023942" cy="43861"/>
            </a:xfrm>
            <a:custGeom>
              <a:avLst/>
              <a:pathLst>
                <a:path w="2023942" h="43861">
                  <a:moveTo>
                    <a:pt x="2023942" y="43861"/>
                  </a:moveTo>
                  <a:lnTo>
                    <a:pt x="2016127" y="43791"/>
                  </a:lnTo>
                  <a:lnTo>
                    <a:pt x="2008313" y="43721"/>
                  </a:lnTo>
                  <a:lnTo>
                    <a:pt x="2000498" y="43649"/>
                  </a:lnTo>
                  <a:lnTo>
                    <a:pt x="1992684" y="43577"/>
                  </a:lnTo>
                  <a:lnTo>
                    <a:pt x="1984869" y="43505"/>
                  </a:lnTo>
                  <a:lnTo>
                    <a:pt x="1977055" y="43431"/>
                  </a:lnTo>
                  <a:lnTo>
                    <a:pt x="1969241" y="43357"/>
                  </a:lnTo>
                  <a:lnTo>
                    <a:pt x="1961426" y="43283"/>
                  </a:lnTo>
                  <a:lnTo>
                    <a:pt x="1953612" y="43207"/>
                  </a:lnTo>
                  <a:lnTo>
                    <a:pt x="1945797" y="43131"/>
                  </a:lnTo>
                  <a:lnTo>
                    <a:pt x="1937983" y="43054"/>
                  </a:lnTo>
                  <a:lnTo>
                    <a:pt x="1930168" y="42977"/>
                  </a:lnTo>
                  <a:lnTo>
                    <a:pt x="1922354" y="42899"/>
                  </a:lnTo>
                  <a:lnTo>
                    <a:pt x="1914539" y="42819"/>
                  </a:lnTo>
                  <a:lnTo>
                    <a:pt x="1906725" y="42738"/>
                  </a:lnTo>
                  <a:lnTo>
                    <a:pt x="1898910" y="42657"/>
                  </a:lnTo>
                  <a:lnTo>
                    <a:pt x="1891096" y="42575"/>
                  </a:lnTo>
                  <a:lnTo>
                    <a:pt x="1883282" y="42509"/>
                  </a:lnTo>
                  <a:lnTo>
                    <a:pt x="1875467" y="42468"/>
                  </a:lnTo>
                  <a:lnTo>
                    <a:pt x="1867653" y="42426"/>
                  </a:lnTo>
                  <a:lnTo>
                    <a:pt x="1859838" y="42384"/>
                  </a:lnTo>
                  <a:lnTo>
                    <a:pt x="1852024" y="42341"/>
                  </a:lnTo>
                  <a:lnTo>
                    <a:pt x="1844209" y="42297"/>
                  </a:lnTo>
                  <a:lnTo>
                    <a:pt x="1836395" y="42253"/>
                  </a:lnTo>
                  <a:lnTo>
                    <a:pt x="1828580" y="42207"/>
                  </a:lnTo>
                  <a:lnTo>
                    <a:pt x="1820766" y="42142"/>
                  </a:lnTo>
                  <a:lnTo>
                    <a:pt x="1812952" y="42051"/>
                  </a:lnTo>
                  <a:lnTo>
                    <a:pt x="1805137" y="41960"/>
                  </a:lnTo>
                  <a:lnTo>
                    <a:pt x="1797323" y="41893"/>
                  </a:lnTo>
                  <a:lnTo>
                    <a:pt x="1789508" y="41837"/>
                  </a:lnTo>
                  <a:lnTo>
                    <a:pt x="1781694" y="41782"/>
                  </a:lnTo>
                  <a:lnTo>
                    <a:pt x="1773879" y="41725"/>
                  </a:lnTo>
                  <a:lnTo>
                    <a:pt x="1766065" y="41633"/>
                  </a:lnTo>
                  <a:lnTo>
                    <a:pt x="1758250" y="41552"/>
                  </a:lnTo>
                  <a:lnTo>
                    <a:pt x="1750436" y="41501"/>
                  </a:lnTo>
                  <a:lnTo>
                    <a:pt x="1742622" y="41449"/>
                  </a:lnTo>
                  <a:lnTo>
                    <a:pt x="1734807" y="41396"/>
                  </a:lnTo>
                  <a:lnTo>
                    <a:pt x="1726993" y="41342"/>
                  </a:lnTo>
                  <a:lnTo>
                    <a:pt x="1719178" y="41288"/>
                  </a:lnTo>
                  <a:lnTo>
                    <a:pt x="1711364" y="41233"/>
                  </a:lnTo>
                  <a:lnTo>
                    <a:pt x="1703549" y="41176"/>
                  </a:lnTo>
                  <a:lnTo>
                    <a:pt x="1695735" y="41119"/>
                  </a:lnTo>
                  <a:lnTo>
                    <a:pt x="1687920" y="41059"/>
                  </a:lnTo>
                  <a:lnTo>
                    <a:pt x="1680106" y="40964"/>
                  </a:lnTo>
                  <a:lnTo>
                    <a:pt x="1672291" y="40858"/>
                  </a:lnTo>
                  <a:lnTo>
                    <a:pt x="1664477" y="40751"/>
                  </a:lnTo>
                  <a:lnTo>
                    <a:pt x="1656663" y="40642"/>
                  </a:lnTo>
                  <a:lnTo>
                    <a:pt x="1648848" y="40533"/>
                  </a:lnTo>
                  <a:lnTo>
                    <a:pt x="1641034" y="40422"/>
                  </a:lnTo>
                  <a:lnTo>
                    <a:pt x="1633219" y="40311"/>
                  </a:lnTo>
                  <a:lnTo>
                    <a:pt x="1625405" y="40198"/>
                  </a:lnTo>
                  <a:lnTo>
                    <a:pt x="1617590" y="40085"/>
                  </a:lnTo>
                  <a:lnTo>
                    <a:pt x="1609776" y="39970"/>
                  </a:lnTo>
                  <a:lnTo>
                    <a:pt x="1601961" y="39854"/>
                  </a:lnTo>
                  <a:lnTo>
                    <a:pt x="1594147" y="39737"/>
                  </a:lnTo>
                  <a:lnTo>
                    <a:pt x="1586333" y="39620"/>
                  </a:lnTo>
                  <a:lnTo>
                    <a:pt x="1578518" y="39500"/>
                  </a:lnTo>
                  <a:lnTo>
                    <a:pt x="1570704" y="39394"/>
                  </a:lnTo>
                  <a:lnTo>
                    <a:pt x="1562889" y="39282"/>
                  </a:lnTo>
                  <a:lnTo>
                    <a:pt x="1555075" y="39136"/>
                  </a:lnTo>
                  <a:lnTo>
                    <a:pt x="1547260" y="39013"/>
                  </a:lnTo>
                  <a:lnTo>
                    <a:pt x="1539446" y="38889"/>
                  </a:lnTo>
                  <a:lnTo>
                    <a:pt x="1531631" y="38763"/>
                  </a:lnTo>
                  <a:lnTo>
                    <a:pt x="1523817" y="38674"/>
                  </a:lnTo>
                  <a:lnTo>
                    <a:pt x="1516003" y="38585"/>
                  </a:lnTo>
                  <a:lnTo>
                    <a:pt x="1508188" y="38495"/>
                  </a:lnTo>
                  <a:lnTo>
                    <a:pt x="1500374" y="38404"/>
                  </a:lnTo>
                  <a:lnTo>
                    <a:pt x="1492559" y="38279"/>
                  </a:lnTo>
                  <a:lnTo>
                    <a:pt x="1484745" y="38151"/>
                  </a:lnTo>
                  <a:lnTo>
                    <a:pt x="1476930" y="38022"/>
                  </a:lnTo>
                  <a:lnTo>
                    <a:pt x="1469116" y="37892"/>
                  </a:lnTo>
                  <a:lnTo>
                    <a:pt x="1461301" y="37796"/>
                  </a:lnTo>
                  <a:lnTo>
                    <a:pt x="1453487" y="37702"/>
                  </a:lnTo>
                  <a:lnTo>
                    <a:pt x="1445672" y="37606"/>
                  </a:lnTo>
                  <a:lnTo>
                    <a:pt x="1437858" y="37508"/>
                  </a:lnTo>
                  <a:lnTo>
                    <a:pt x="1430044" y="37402"/>
                  </a:lnTo>
                  <a:lnTo>
                    <a:pt x="1422229" y="37247"/>
                  </a:lnTo>
                  <a:lnTo>
                    <a:pt x="1414415" y="37091"/>
                  </a:lnTo>
                  <a:lnTo>
                    <a:pt x="1406600" y="36976"/>
                  </a:lnTo>
                  <a:lnTo>
                    <a:pt x="1398786" y="36866"/>
                  </a:lnTo>
                  <a:lnTo>
                    <a:pt x="1390971" y="36754"/>
                  </a:lnTo>
                  <a:lnTo>
                    <a:pt x="1383157" y="36640"/>
                  </a:lnTo>
                  <a:lnTo>
                    <a:pt x="1375342" y="36525"/>
                  </a:lnTo>
                  <a:lnTo>
                    <a:pt x="1367528" y="36408"/>
                  </a:lnTo>
                  <a:lnTo>
                    <a:pt x="1359714" y="36290"/>
                  </a:lnTo>
                  <a:lnTo>
                    <a:pt x="1351899" y="36170"/>
                  </a:lnTo>
                  <a:lnTo>
                    <a:pt x="1344085" y="36048"/>
                  </a:lnTo>
                  <a:lnTo>
                    <a:pt x="1336270" y="35925"/>
                  </a:lnTo>
                  <a:lnTo>
                    <a:pt x="1328456" y="35801"/>
                  </a:lnTo>
                  <a:lnTo>
                    <a:pt x="1320641" y="35674"/>
                  </a:lnTo>
                  <a:lnTo>
                    <a:pt x="1312827" y="35546"/>
                  </a:lnTo>
                  <a:lnTo>
                    <a:pt x="1305012" y="35417"/>
                  </a:lnTo>
                  <a:lnTo>
                    <a:pt x="1297198" y="35285"/>
                  </a:lnTo>
                  <a:lnTo>
                    <a:pt x="1289384" y="35152"/>
                  </a:lnTo>
                  <a:lnTo>
                    <a:pt x="1281569" y="35007"/>
                  </a:lnTo>
                  <a:lnTo>
                    <a:pt x="1273755" y="34860"/>
                  </a:lnTo>
                  <a:lnTo>
                    <a:pt x="1265940" y="34711"/>
                  </a:lnTo>
                  <a:lnTo>
                    <a:pt x="1258126" y="34560"/>
                  </a:lnTo>
                  <a:lnTo>
                    <a:pt x="1250311" y="34408"/>
                  </a:lnTo>
                  <a:lnTo>
                    <a:pt x="1242497" y="34273"/>
                  </a:lnTo>
                  <a:lnTo>
                    <a:pt x="1234682" y="34145"/>
                  </a:lnTo>
                  <a:lnTo>
                    <a:pt x="1226868" y="34014"/>
                  </a:lnTo>
                  <a:lnTo>
                    <a:pt x="1219053" y="33876"/>
                  </a:lnTo>
                  <a:lnTo>
                    <a:pt x="1211239" y="33725"/>
                  </a:lnTo>
                  <a:lnTo>
                    <a:pt x="1203425" y="33566"/>
                  </a:lnTo>
                  <a:lnTo>
                    <a:pt x="1195610" y="33394"/>
                  </a:lnTo>
                  <a:lnTo>
                    <a:pt x="1187796" y="33215"/>
                  </a:lnTo>
                  <a:lnTo>
                    <a:pt x="1179981" y="33034"/>
                  </a:lnTo>
                  <a:lnTo>
                    <a:pt x="1172167" y="32851"/>
                  </a:lnTo>
                  <a:lnTo>
                    <a:pt x="1164352" y="32666"/>
                  </a:lnTo>
                  <a:lnTo>
                    <a:pt x="1156538" y="32480"/>
                  </a:lnTo>
                  <a:lnTo>
                    <a:pt x="1148723" y="32291"/>
                  </a:lnTo>
                  <a:lnTo>
                    <a:pt x="1140909" y="32118"/>
                  </a:lnTo>
                  <a:lnTo>
                    <a:pt x="1133095" y="31943"/>
                  </a:lnTo>
                  <a:lnTo>
                    <a:pt x="1125280" y="31766"/>
                  </a:lnTo>
                  <a:lnTo>
                    <a:pt x="1117466" y="31587"/>
                  </a:lnTo>
                  <a:lnTo>
                    <a:pt x="1109651" y="31406"/>
                  </a:lnTo>
                  <a:lnTo>
                    <a:pt x="1101837" y="31222"/>
                  </a:lnTo>
                  <a:lnTo>
                    <a:pt x="1094022" y="31036"/>
                  </a:lnTo>
                  <a:lnTo>
                    <a:pt x="1086208" y="30848"/>
                  </a:lnTo>
                  <a:lnTo>
                    <a:pt x="1078393" y="30660"/>
                  </a:lnTo>
                  <a:lnTo>
                    <a:pt x="1070579" y="30474"/>
                  </a:lnTo>
                  <a:lnTo>
                    <a:pt x="1062765" y="30286"/>
                  </a:lnTo>
                  <a:lnTo>
                    <a:pt x="1054950" y="30096"/>
                  </a:lnTo>
                  <a:lnTo>
                    <a:pt x="1047136" y="29903"/>
                  </a:lnTo>
                  <a:lnTo>
                    <a:pt x="1039321" y="29708"/>
                  </a:lnTo>
                  <a:lnTo>
                    <a:pt x="1031507" y="29510"/>
                  </a:lnTo>
                  <a:lnTo>
                    <a:pt x="1023692" y="29309"/>
                  </a:lnTo>
                  <a:lnTo>
                    <a:pt x="1015878" y="29106"/>
                  </a:lnTo>
                  <a:lnTo>
                    <a:pt x="1008063" y="28900"/>
                  </a:lnTo>
                  <a:lnTo>
                    <a:pt x="1000249" y="28692"/>
                  </a:lnTo>
                  <a:lnTo>
                    <a:pt x="992434" y="28480"/>
                  </a:lnTo>
                  <a:lnTo>
                    <a:pt x="984620" y="28266"/>
                  </a:lnTo>
                  <a:lnTo>
                    <a:pt x="976806" y="28049"/>
                  </a:lnTo>
                  <a:lnTo>
                    <a:pt x="968991" y="27829"/>
                  </a:lnTo>
                  <a:lnTo>
                    <a:pt x="961177" y="27607"/>
                  </a:lnTo>
                  <a:lnTo>
                    <a:pt x="953362" y="27400"/>
                  </a:lnTo>
                  <a:lnTo>
                    <a:pt x="945548" y="27217"/>
                  </a:lnTo>
                  <a:lnTo>
                    <a:pt x="937733" y="26979"/>
                  </a:lnTo>
                  <a:lnTo>
                    <a:pt x="929919" y="26724"/>
                  </a:lnTo>
                  <a:lnTo>
                    <a:pt x="922104" y="26465"/>
                  </a:lnTo>
                  <a:lnTo>
                    <a:pt x="914290" y="26208"/>
                  </a:lnTo>
                  <a:lnTo>
                    <a:pt x="906476" y="25964"/>
                  </a:lnTo>
                  <a:lnTo>
                    <a:pt x="898661" y="25700"/>
                  </a:lnTo>
                  <a:lnTo>
                    <a:pt x="890847" y="25413"/>
                  </a:lnTo>
                  <a:lnTo>
                    <a:pt x="883032" y="25136"/>
                  </a:lnTo>
                  <a:lnTo>
                    <a:pt x="875218" y="24890"/>
                  </a:lnTo>
                  <a:lnTo>
                    <a:pt x="867403" y="24615"/>
                  </a:lnTo>
                  <a:lnTo>
                    <a:pt x="859589" y="24334"/>
                  </a:lnTo>
                  <a:lnTo>
                    <a:pt x="851774" y="24049"/>
                  </a:lnTo>
                  <a:lnTo>
                    <a:pt x="843960" y="23762"/>
                  </a:lnTo>
                  <a:lnTo>
                    <a:pt x="836145" y="23471"/>
                  </a:lnTo>
                  <a:lnTo>
                    <a:pt x="828331" y="23178"/>
                  </a:lnTo>
                  <a:lnTo>
                    <a:pt x="820517" y="22905"/>
                  </a:lnTo>
                  <a:lnTo>
                    <a:pt x="812702" y="22697"/>
                  </a:lnTo>
                  <a:lnTo>
                    <a:pt x="804888" y="22404"/>
                  </a:lnTo>
                  <a:lnTo>
                    <a:pt x="797073" y="22082"/>
                  </a:lnTo>
                  <a:lnTo>
                    <a:pt x="789259" y="21757"/>
                  </a:lnTo>
                  <a:lnTo>
                    <a:pt x="781444" y="21430"/>
                  </a:lnTo>
                  <a:lnTo>
                    <a:pt x="773630" y="21136"/>
                  </a:lnTo>
                  <a:lnTo>
                    <a:pt x="765815" y="20842"/>
                  </a:lnTo>
                  <a:lnTo>
                    <a:pt x="758001" y="20566"/>
                  </a:lnTo>
                  <a:lnTo>
                    <a:pt x="750187" y="20286"/>
                  </a:lnTo>
                  <a:lnTo>
                    <a:pt x="742372" y="20000"/>
                  </a:lnTo>
                  <a:lnTo>
                    <a:pt x="734558" y="19709"/>
                  </a:lnTo>
                  <a:lnTo>
                    <a:pt x="726743" y="19401"/>
                  </a:lnTo>
                  <a:lnTo>
                    <a:pt x="718929" y="19069"/>
                  </a:lnTo>
                  <a:lnTo>
                    <a:pt x="711114" y="18733"/>
                  </a:lnTo>
                  <a:lnTo>
                    <a:pt x="703300" y="18392"/>
                  </a:lnTo>
                  <a:lnTo>
                    <a:pt x="695485" y="18048"/>
                  </a:lnTo>
                  <a:lnTo>
                    <a:pt x="687671" y="17709"/>
                  </a:lnTo>
                  <a:lnTo>
                    <a:pt x="679857" y="17374"/>
                  </a:lnTo>
                  <a:lnTo>
                    <a:pt x="672042" y="17019"/>
                  </a:lnTo>
                  <a:lnTo>
                    <a:pt x="664228" y="16659"/>
                  </a:lnTo>
                  <a:lnTo>
                    <a:pt x="656413" y="16295"/>
                  </a:lnTo>
                  <a:lnTo>
                    <a:pt x="648599" y="15927"/>
                  </a:lnTo>
                  <a:lnTo>
                    <a:pt x="640784" y="15548"/>
                  </a:lnTo>
                  <a:lnTo>
                    <a:pt x="632970" y="15165"/>
                  </a:lnTo>
                  <a:lnTo>
                    <a:pt x="625155" y="14778"/>
                  </a:lnTo>
                  <a:lnTo>
                    <a:pt x="617341" y="14388"/>
                  </a:lnTo>
                  <a:lnTo>
                    <a:pt x="609526" y="13992"/>
                  </a:lnTo>
                  <a:lnTo>
                    <a:pt x="601712" y="13600"/>
                  </a:lnTo>
                  <a:lnTo>
                    <a:pt x="593898" y="13204"/>
                  </a:lnTo>
                  <a:lnTo>
                    <a:pt x="586083" y="12802"/>
                  </a:lnTo>
                  <a:lnTo>
                    <a:pt x="578269" y="12395"/>
                  </a:lnTo>
                  <a:lnTo>
                    <a:pt x="570454" y="11983"/>
                  </a:lnTo>
                  <a:lnTo>
                    <a:pt x="562640" y="11566"/>
                  </a:lnTo>
                  <a:lnTo>
                    <a:pt x="554825" y="11142"/>
                  </a:lnTo>
                  <a:lnTo>
                    <a:pt x="547011" y="10712"/>
                  </a:lnTo>
                  <a:lnTo>
                    <a:pt x="539196" y="10276"/>
                  </a:lnTo>
                  <a:lnTo>
                    <a:pt x="531382" y="9835"/>
                  </a:lnTo>
                  <a:lnTo>
                    <a:pt x="523568" y="9390"/>
                  </a:lnTo>
                  <a:lnTo>
                    <a:pt x="515753" y="8947"/>
                  </a:lnTo>
                  <a:lnTo>
                    <a:pt x="507939" y="8493"/>
                  </a:lnTo>
                  <a:lnTo>
                    <a:pt x="500124" y="8032"/>
                  </a:lnTo>
                  <a:lnTo>
                    <a:pt x="492310" y="7568"/>
                  </a:lnTo>
                  <a:lnTo>
                    <a:pt x="484495" y="7096"/>
                  </a:lnTo>
                  <a:lnTo>
                    <a:pt x="476681" y="6618"/>
                  </a:lnTo>
                  <a:lnTo>
                    <a:pt x="468866" y="6134"/>
                  </a:lnTo>
                  <a:lnTo>
                    <a:pt x="461052" y="5643"/>
                  </a:lnTo>
                  <a:lnTo>
                    <a:pt x="453238" y="5145"/>
                  </a:lnTo>
                  <a:lnTo>
                    <a:pt x="445423" y="4640"/>
                  </a:lnTo>
                  <a:lnTo>
                    <a:pt x="437609" y="4129"/>
                  </a:lnTo>
                  <a:lnTo>
                    <a:pt x="429794" y="3857"/>
                  </a:lnTo>
                  <a:lnTo>
                    <a:pt x="421980" y="3792"/>
                  </a:lnTo>
                  <a:lnTo>
                    <a:pt x="414165" y="3728"/>
                  </a:lnTo>
                  <a:lnTo>
                    <a:pt x="406351" y="3663"/>
                  </a:lnTo>
                  <a:lnTo>
                    <a:pt x="398536" y="3598"/>
                  </a:lnTo>
                  <a:lnTo>
                    <a:pt x="390722" y="3533"/>
                  </a:lnTo>
                  <a:lnTo>
                    <a:pt x="382907" y="3468"/>
                  </a:lnTo>
                  <a:lnTo>
                    <a:pt x="375093" y="3402"/>
                  </a:lnTo>
                  <a:lnTo>
                    <a:pt x="367279" y="3336"/>
                  </a:lnTo>
                  <a:lnTo>
                    <a:pt x="359464" y="3270"/>
                  </a:lnTo>
                  <a:lnTo>
                    <a:pt x="351650" y="3204"/>
                  </a:lnTo>
                  <a:lnTo>
                    <a:pt x="343835" y="3138"/>
                  </a:lnTo>
                  <a:lnTo>
                    <a:pt x="336021" y="3071"/>
                  </a:lnTo>
                  <a:lnTo>
                    <a:pt x="328206" y="3004"/>
                  </a:lnTo>
                  <a:lnTo>
                    <a:pt x="320392" y="2937"/>
                  </a:lnTo>
                  <a:lnTo>
                    <a:pt x="312577" y="2870"/>
                  </a:lnTo>
                  <a:lnTo>
                    <a:pt x="304763" y="2803"/>
                  </a:lnTo>
                  <a:lnTo>
                    <a:pt x="296949" y="2735"/>
                  </a:lnTo>
                  <a:lnTo>
                    <a:pt x="289134" y="2667"/>
                  </a:lnTo>
                  <a:lnTo>
                    <a:pt x="281320" y="2599"/>
                  </a:lnTo>
                  <a:lnTo>
                    <a:pt x="273505" y="2531"/>
                  </a:lnTo>
                  <a:lnTo>
                    <a:pt x="265691" y="2462"/>
                  </a:lnTo>
                  <a:lnTo>
                    <a:pt x="257876" y="2394"/>
                  </a:lnTo>
                  <a:lnTo>
                    <a:pt x="250062" y="2325"/>
                  </a:lnTo>
                  <a:lnTo>
                    <a:pt x="242247" y="2255"/>
                  </a:lnTo>
                  <a:lnTo>
                    <a:pt x="234433" y="2186"/>
                  </a:lnTo>
                  <a:lnTo>
                    <a:pt x="226619" y="2116"/>
                  </a:lnTo>
                  <a:lnTo>
                    <a:pt x="218804" y="2047"/>
                  </a:lnTo>
                  <a:lnTo>
                    <a:pt x="210990" y="1977"/>
                  </a:lnTo>
                  <a:lnTo>
                    <a:pt x="203175" y="1906"/>
                  </a:lnTo>
                  <a:lnTo>
                    <a:pt x="195361" y="1836"/>
                  </a:lnTo>
                  <a:lnTo>
                    <a:pt x="187546" y="1765"/>
                  </a:lnTo>
                  <a:lnTo>
                    <a:pt x="179732" y="1694"/>
                  </a:lnTo>
                  <a:lnTo>
                    <a:pt x="171917" y="1623"/>
                  </a:lnTo>
                  <a:lnTo>
                    <a:pt x="164103" y="1552"/>
                  </a:lnTo>
                  <a:lnTo>
                    <a:pt x="156288" y="1480"/>
                  </a:lnTo>
                  <a:lnTo>
                    <a:pt x="148474" y="1408"/>
                  </a:lnTo>
                  <a:lnTo>
                    <a:pt x="140660" y="1336"/>
                  </a:lnTo>
                  <a:lnTo>
                    <a:pt x="132845" y="1264"/>
                  </a:lnTo>
                  <a:lnTo>
                    <a:pt x="125031" y="1191"/>
                  </a:lnTo>
                  <a:lnTo>
                    <a:pt x="117216" y="1119"/>
                  </a:lnTo>
                  <a:lnTo>
                    <a:pt x="109402" y="1046"/>
                  </a:lnTo>
                  <a:lnTo>
                    <a:pt x="101587" y="972"/>
                  </a:lnTo>
                  <a:lnTo>
                    <a:pt x="93773" y="899"/>
                  </a:lnTo>
                  <a:lnTo>
                    <a:pt x="85958" y="825"/>
                  </a:lnTo>
                  <a:lnTo>
                    <a:pt x="78144" y="751"/>
                  </a:lnTo>
                  <a:lnTo>
                    <a:pt x="70330" y="677"/>
                  </a:lnTo>
                  <a:lnTo>
                    <a:pt x="62515" y="603"/>
                  </a:lnTo>
                  <a:lnTo>
                    <a:pt x="54701" y="528"/>
                  </a:lnTo>
                  <a:lnTo>
                    <a:pt x="46886" y="453"/>
                  </a:lnTo>
                  <a:lnTo>
                    <a:pt x="39072" y="378"/>
                  </a:lnTo>
                  <a:lnTo>
                    <a:pt x="31257" y="303"/>
                  </a:lnTo>
                  <a:lnTo>
                    <a:pt x="23443" y="228"/>
                  </a:lnTo>
                  <a:lnTo>
                    <a:pt x="15628" y="152"/>
                  </a:lnTo>
                  <a:lnTo>
                    <a:pt x="7814" y="7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7" name="pg266"/>
            <p:cNvSpPr/>
            <p:nvPr/>
          </p:nvSpPr>
          <p:spPr>
            <a:xfrm>
              <a:off x="6041499" y="4601316"/>
              <a:ext cx="2023942" cy="86780"/>
            </a:xfrm>
            <a:custGeom>
              <a:avLst/>
              <a:pathLst>
                <a:path w="2023942" h="86780">
                  <a:moveTo>
                    <a:pt x="0" y="0"/>
                  </a:moveTo>
                  <a:lnTo>
                    <a:pt x="7814" y="643"/>
                  </a:lnTo>
                  <a:lnTo>
                    <a:pt x="15628" y="1437"/>
                  </a:lnTo>
                  <a:lnTo>
                    <a:pt x="23443" y="2166"/>
                  </a:lnTo>
                  <a:lnTo>
                    <a:pt x="31257" y="3038"/>
                  </a:lnTo>
                  <a:lnTo>
                    <a:pt x="39072" y="3927"/>
                  </a:lnTo>
                  <a:lnTo>
                    <a:pt x="46886" y="4819"/>
                  </a:lnTo>
                  <a:lnTo>
                    <a:pt x="54701" y="5802"/>
                  </a:lnTo>
                  <a:lnTo>
                    <a:pt x="62515" y="6749"/>
                  </a:lnTo>
                  <a:lnTo>
                    <a:pt x="70330" y="7694"/>
                  </a:lnTo>
                  <a:lnTo>
                    <a:pt x="78144" y="8654"/>
                  </a:lnTo>
                  <a:lnTo>
                    <a:pt x="85958" y="9290"/>
                  </a:lnTo>
                  <a:lnTo>
                    <a:pt x="93773" y="9971"/>
                  </a:lnTo>
                  <a:lnTo>
                    <a:pt x="101587" y="10826"/>
                  </a:lnTo>
                  <a:lnTo>
                    <a:pt x="109402" y="11655"/>
                  </a:lnTo>
                  <a:lnTo>
                    <a:pt x="117216" y="12568"/>
                  </a:lnTo>
                  <a:lnTo>
                    <a:pt x="125031" y="13499"/>
                  </a:lnTo>
                  <a:lnTo>
                    <a:pt x="132845" y="14579"/>
                  </a:lnTo>
                  <a:lnTo>
                    <a:pt x="140660" y="15472"/>
                  </a:lnTo>
                  <a:lnTo>
                    <a:pt x="148474" y="16259"/>
                  </a:lnTo>
                  <a:lnTo>
                    <a:pt x="156288" y="17204"/>
                  </a:lnTo>
                  <a:lnTo>
                    <a:pt x="164103" y="17890"/>
                  </a:lnTo>
                  <a:lnTo>
                    <a:pt x="171917" y="18573"/>
                  </a:lnTo>
                  <a:lnTo>
                    <a:pt x="179732" y="19327"/>
                  </a:lnTo>
                  <a:lnTo>
                    <a:pt x="187546" y="19891"/>
                  </a:lnTo>
                  <a:lnTo>
                    <a:pt x="195361" y="20407"/>
                  </a:lnTo>
                  <a:lnTo>
                    <a:pt x="203175" y="21123"/>
                  </a:lnTo>
                  <a:lnTo>
                    <a:pt x="210990" y="21828"/>
                  </a:lnTo>
                  <a:lnTo>
                    <a:pt x="218804" y="22490"/>
                  </a:lnTo>
                  <a:lnTo>
                    <a:pt x="226619" y="23197"/>
                  </a:lnTo>
                  <a:lnTo>
                    <a:pt x="234433" y="23856"/>
                  </a:lnTo>
                  <a:lnTo>
                    <a:pt x="242247" y="24535"/>
                  </a:lnTo>
                  <a:lnTo>
                    <a:pt x="250062" y="25011"/>
                  </a:lnTo>
                  <a:lnTo>
                    <a:pt x="257876" y="25361"/>
                  </a:lnTo>
                  <a:lnTo>
                    <a:pt x="265691" y="25900"/>
                  </a:lnTo>
                  <a:lnTo>
                    <a:pt x="273505" y="26410"/>
                  </a:lnTo>
                  <a:lnTo>
                    <a:pt x="281320" y="26789"/>
                  </a:lnTo>
                  <a:lnTo>
                    <a:pt x="289134" y="27215"/>
                  </a:lnTo>
                  <a:lnTo>
                    <a:pt x="296949" y="27673"/>
                  </a:lnTo>
                  <a:lnTo>
                    <a:pt x="304763" y="28031"/>
                  </a:lnTo>
                  <a:lnTo>
                    <a:pt x="312577" y="28382"/>
                  </a:lnTo>
                  <a:lnTo>
                    <a:pt x="320392" y="28744"/>
                  </a:lnTo>
                  <a:lnTo>
                    <a:pt x="328206" y="29113"/>
                  </a:lnTo>
                  <a:lnTo>
                    <a:pt x="336021" y="29528"/>
                  </a:lnTo>
                  <a:lnTo>
                    <a:pt x="343835" y="29957"/>
                  </a:lnTo>
                  <a:lnTo>
                    <a:pt x="351650" y="30301"/>
                  </a:lnTo>
                  <a:lnTo>
                    <a:pt x="359464" y="30648"/>
                  </a:lnTo>
                  <a:lnTo>
                    <a:pt x="367279" y="31000"/>
                  </a:lnTo>
                  <a:lnTo>
                    <a:pt x="375093" y="31446"/>
                  </a:lnTo>
                  <a:lnTo>
                    <a:pt x="382907" y="31723"/>
                  </a:lnTo>
                  <a:lnTo>
                    <a:pt x="390722" y="32147"/>
                  </a:lnTo>
                  <a:lnTo>
                    <a:pt x="398536" y="32433"/>
                  </a:lnTo>
                  <a:lnTo>
                    <a:pt x="406351" y="32672"/>
                  </a:lnTo>
                  <a:lnTo>
                    <a:pt x="414165" y="32982"/>
                  </a:lnTo>
                  <a:lnTo>
                    <a:pt x="421980" y="33191"/>
                  </a:lnTo>
                  <a:lnTo>
                    <a:pt x="429794" y="33540"/>
                  </a:lnTo>
                  <a:lnTo>
                    <a:pt x="437609" y="33893"/>
                  </a:lnTo>
                  <a:lnTo>
                    <a:pt x="445423" y="34152"/>
                  </a:lnTo>
                  <a:lnTo>
                    <a:pt x="453238" y="34491"/>
                  </a:lnTo>
                  <a:lnTo>
                    <a:pt x="461052" y="34701"/>
                  </a:lnTo>
                  <a:lnTo>
                    <a:pt x="468866" y="34977"/>
                  </a:lnTo>
                  <a:lnTo>
                    <a:pt x="476681" y="35110"/>
                  </a:lnTo>
                  <a:lnTo>
                    <a:pt x="484495" y="35426"/>
                  </a:lnTo>
                  <a:lnTo>
                    <a:pt x="492310" y="35612"/>
                  </a:lnTo>
                  <a:lnTo>
                    <a:pt x="500124" y="35850"/>
                  </a:lnTo>
                  <a:lnTo>
                    <a:pt x="507939" y="36139"/>
                  </a:lnTo>
                  <a:lnTo>
                    <a:pt x="515753" y="36379"/>
                  </a:lnTo>
                  <a:lnTo>
                    <a:pt x="523568" y="36471"/>
                  </a:lnTo>
                  <a:lnTo>
                    <a:pt x="531382" y="36638"/>
                  </a:lnTo>
                  <a:lnTo>
                    <a:pt x="539196" y="36757"/>
                  </a:lnTo>
                  <a:lnTo>
                    <a:pt x="547011" y="36836"/>
                  </a:lnTo>
                  <a:lnTo>
                    <a:pt x="554825" y="37022"/>
                  </a:lnTo>
                  <a:lnTo>
                    <a:pt x="562640" y="37306"/>
                  </a:lnTo>
                  <a:lnTo>
                    <a:pt x="570454" y="37483"/>
                  </a:lnTo>
                  <a:lnTo>
                    <a:pt x="578269" y="37642"/>
                  </a:lnTo>
                  <a:lnTo>
                    <a:pt x="586083" y="37653"/>
                  </a:lnTo>
                  <a:lnTo>
                    <a:pt x="593898" y="37642"/>
                  </a:lnTo>
                  <a:lnTo>
                    <a:pt x="601712" y="37775"/>
                  </a:lnTo>
                  <a:lnTo>
                    <a:pt x="609526" y="37902"/>
                  </a:lnTo>
                  <a:lnTo>
                    <a:pt x="617341" y="37967"/>
                  </a:lnTo>
                  <a:lnTo>
                    <a:pt x="625155" y="37999"/>
                  </a:lnTo>
                  <a:lnTo>
                    <a:pt x="632970" y="38097"/>
                  </a:lnTo>
                  <a:lnTo>
                    <a:pt x="640784" y="38192"/>
                  </a:lnTo>
                  <a:lnTo>
                    <a:pt x="648599" y="38267"/>
                  </a:lnTo>
                  <a:lnTo>
                    <a:pt x="656413" y="38288"/>
                  </a:lnTo>
                  <a:lnTo>
                    <a:pt x="664228" y="38368"/>
                  </a:lnTo>
                  <a:lnTo>
                    <a:pt x="672042" y="38459"/>
                  </a:lnTo>
                  <a:lnTo>
                    <a:pt x="679857" y="38575"/>
                  </a:lnTo>
                  <a:lnTo>
                    <a:pt x="687671" y="38691"/>
                  </a:lnTo>
                  <a:lnTo>
                    <a:pt x="695485" y="38651"/>
                  </a:lnTo>
                  <a:lnTo>
                    <a:pt x="703300" y="38816"/>
                  </a:lnTo>
                  <a:lnTo>
                    <a:pt x="711114" y="38803"/>
                  </a:lnTo>
                  <a:lnTo>
                    <a:pt x="718929" y="38891"/>
                  </a:lnTo>
                  <a:lnTo>
                    <a:pt x="726743" y="38974"/>
                  </a:lnTo>
                  <a:lnTo>
                    <a:pt x="734558" y="38973"/>
                  </a:lnTo>
                  <a:lnTo>
                    <a:pt x="742372" y="38979"/>
                  </a:lnTo>
                  <a:lnTo>
                    <a:pt x="750187" y="39040"/>
                  </a:lnTo>
                  <a:lnTo>
                    <a:pt x="758001" y="39102"/>
                  </a:lnTo>
                  <a:lnTo>
                    <a:pt x="765815" y="39164"/>
                  </a:lnTo>
                  <a:lnTo>
                    <a:pt x="773630" y="39167"/>
                  </a:lnTo>
                  <a:lnTo>
                    <a:pt x="781444" y="39184"/>
                  </a:lnTo>
                  <a:lnTo>
                    <a:pt x="789259" y="39250"/>
                  </a:lnTo>
                  <a:lnTo>
                    <a:pt x="797073" y="39254"/>
                  </a:lnTo>
                  <a:lnTo>
                    <a:pt x="804888" y="39254"/>
                  </a:lnTo>
                  <a:lnTo>
                    <a:pt x="812702" y="39254"/>
                  </a:lnTo>
                  <a:lnTo>
                    <a:pt x="820517" y="39275"/>
                  </a:lnTo>
                  <a:lnTo>
                    <a:pt x="828331" y="39344"/>
                  </a:lnTo>
                  <a:lnTo>
                    <a:pt x="836145" y="39298"/>
                  </a:lnTo>
                  <a:lnTo>
                    <a:pt x="843960" y="39256"/>
                  </a:lnTo>
                  <a:lnTo>
                    <a:pt x="851774" y="39358"/>
                  </a:lnTo>
                  <a:lnTo>
                    <a:pt x="859589" y="39363"/>
                  </a:lnTo>
                  <a:lnTo>
                    <a:pt x="867403" y="39364"/>
                  </a:lnTo>
                  <a:lnTo>
                    <a:pt x="875218" y="39355"/>
                  </a:lnTo>
                  <a:lnTo>
                    <a:pt x="883032" y="39350"/>
                  </a:lnTo>
                  <a:lnTo>
                    <a:pt x="890847" y="39348"/>
                  </a:lnTo>
                  <a:lnTo>
                    <a:pt x="898661" y="39351"/>
                  </a:lnTo>
                  <a:lnTo>
                    <a:pt x="906476" y="39343"/>
                  </a:lnTo>
                  <a:lnTo>
                    <a:pt x="914290" y="39336"/>
                  </a:lnTo>
                  <a:lnTo>
                    <a:pt x="922104" y="39332"/>
                  </a:lnTo>
                  <a:lnTo>
                    <a:pt x="929919" y="39319"/>
                  </a:lnTo>
                  <a:lnTo>
                    <a:pt x="937733" y="39309"/>
                  </a:lnTo>
                  <a:lnTo>
                    <a:pt x="945548" y="39283"/>
                  </a:lnTo>
                  <a:lnTo>
                    <a:pt x="953362" y="39305"/>
                  </a:lnTo>
                  <a:lnTo>
                    <a:pt x="961177" y="39311"/>
                  </a:lnTo>
                  <a:lnTo>
                    <a:pt x="968991" y="39306"/>
                  </a:lnTo>
                  <a:lnTo>
                    <a:pt x="976806" y="39280"/>
                  </a:lnTo>
                  <a:lnTo>
                    <a:pt x="984620" y="39298"/>
                  </a:lnTo>
                  <a:lnTo>
                    <a:pt x="992434" y="39294"/>
                  </a:lnTo>
                  <a:lnTo>
                    <a:pt x="1000249" y="39330"/>
                  </a:lnTo>
                  <a:lnTo>
                    <a:pt x="1008063" y="39435"/>
                  </a:lnTo>
                  <a:lnTo>
                    <a:pt x="1015878" y="39454"/>
                  </a:lnTo>
                  <a:lnTo>
                    <a:pt x="1023692" y="39387"/>
                  </a:lnTo>
                  <a:lnTo>
                    <a:pt x="1031507" y="39321"/>
                  </a:lnTo>
                  <a:lnTo>
                    <a:pt x="1039321" y="39270"/>
                  </a:lnTo>
                  <a:lnTo>
                    <a:pt x="1047136" y="39349"/>
                  </a:lnTo>
                  <a:lnTo>
                    <a:pt x="1054950" y="39448"/>
                  </a:lnTo>
                  <a:lnTo>
                    <a:pt x="1062765" y="39546"/>
                  </a:lnTo>
                  <a:lnTo>
                    <a:pt x="1070579" y="39584"/>
                  </a:lnTo>
                  <a:lnTo>
                    <a:pt x="1078393" y="39552"/>
                  </a:lnTo>
                  <a:lnTo>
                    <a:pt x="1086208" y="39473"/>
                  </a:lnTo>
                  <a:lnTo>
                    <a:pt x="1094022" y="39394"/>
                  </a:lnTo>
                  <a:lnTo>
                    <a:pt x="1101837" y="39315"/>
                  </a:lnTo>
                  <a:lnTo>
                    <a:pt x="1109651" y="39268"/>
                  </a:lnTo>
                  <a:lnTo>
                    <a:pt x="1117466" y="39268"/>
                  </a:lnTo>
                  <a:lnTo>
                    <a:pt x="1125280" y="39269"/>
                  </a:lnTo>
                  <a:lnTo>
                    <a:pt x="1133095" y="39269"/>
                  </a:lnTo>
                  <a:lnTo>
                    <a:pt x="1140909" y="39269"/>
                  </a:lnTo>
                  <a:lnTo>
                    <a:pt x="1148723" y="39269"/>
                  </a:lnTo>
                  <a:lnTo>
                    <a:pt x="1156538" y="39266"/>
                  </a:lnTo>
                  <a:lnTo>
                    <a:pt x="1164352" y="39271"/>
                  </a:lnTo>
                  <a:lnTo>
                    <a:pt x="1172167" y="39300"/>
                  </a:lnTo>
                  <a:lnTo>
                    <a:pt x="1179981" y="39333"/>
                  </a:lnTo>
                  <a:lnTo>
                    <a:pt x="1187796" y="39363"/>
                  </a:lnTo>
                  <a:lnTo>
                    <a:pt x="1195610" y="39332"/>
                  </a:lnTo>
                  <a:lnTo>
                    <a:pt x="1203425" y="39273"/>
                  </a:lnTo>
                  <a:lnTo>
                    <a:pt x="1211239" y="39265"/>
                  </a:lnTo>
                  <a:lnTo>
                    <a:pt x="1219053" y="39256"/>
                  </a:lnTo>
                  <a:lnTo>
                    <a:pt x="1226868" y="39186"/>
                  </a:lnTo>
                  <a:lnTo>
                    <a:pt x="1234682" y="39229"/>
                  </a:lnTo>
                  <a:lnTo>
                    <a:pt x="1242497" y="39257"/>
                  </a:lnTo>
                  <a:lnTo>
                    <a:pt x="1250311" y="39242"/>
                  </a:lnTo>
                  <a:lnTo>
                    <a:pt x="1258126" y="39227"/>
                  </a:lnTo>
                  <a:lnTo>
                    <a:pt x="1265940" y="39212"/>
                  </a:lnTo>
                  <a:lnTo>
                    <a:pt x="1273755" y="39197"/>
                  </a:lnTo>
                  <a:lnTo>
                    <a:pt x="1281569" y="39182"/>
                  </a:lnTo>
                  <a:lnTo>
                    <a:pt x="1289384" y="39167"/>
                  </a:lnTo>
                  <a:lnTo>
                    <a:pt x="1297198" y="39152"/>
                  </a:lnTo>
                  <a:lnTo>
                    <a:pt x="1305012" y="39137"/>
                  </a:lnTo>
                  <a:lnTo>
                    <a:pt x="1312827" y="39121"/>
                  </a:lnTo>
                  <a:lnTo>
                    <a:pt x="1320641" y="39104"/>
                  </a:lnTo>
                  <a:lnTo>
                    <a:pt x="1328456" y="39088"/>
                  </a:lnTo>
                  <a:lnTo>
                    <a:pt x="1336270" y="39073"/>
                  </a:lnTo>
                  <a:lnTo>
                    <a:pt x="1344085" y="39058"/>
                  </a:lnTo>
                  <a:lnTo>
                    <a:pt x="1351899" y="39044"/>
                  </a:lnTo>
                  <a:lnTo>
                    <a:pt x="1359714" y="39034"/>
                  </a:lnTo>
                  <a:lnTo>
                    <a:pt x="1367528" y="39066"/>
                  </a:lnTo>
                  <a:lnTo>
                    <a:pt x="1375342" y="39068"/>
                  </a:lnTo>
                  <a:lnTo>
                    <a:pt x="1383157" y="39027"/>
                  </a:lnTo>
                  <a:lnTo>
                    <a:pt x="1390971" y="38987"/>
                  </a:lnTo>
                  <a:lnTo>
                    <a:pt x="1398786" y="38983"/>
                  </a:lnTo>
                  <a:lnTo>
                    <a:pt x="1406600" y="39041"/>
                  </a:lnTo>
                  <a:lnTo>
                    <a:pt x="1414415" y="39067"/>
                  </a:lnTo>
                  <a:lnTo>
                    <a:pt x="1422229" y="39062"/>
                  </a:lnTo>
                  <a:lnTo>
                    <a:pt x="1430044" y="39058"/>
                  </a:lnTo>
                  <a:lnTo>
                    <a:pt x="1437858" y="39053"/>
                  </a:lnTo>
                  <a:lnTo>
                    <a:pt x="1445672" y="39049"/>
                  </a:lnTo>
                  <a:lnTo>
                    <a:pt x="1453487" y="39044"/>
                  </a:lnTo>
                  <a:lnTo>
                    <a:pt x="1461301" y="39040"/>
                  </a:lnTo>
                  <a:lnTo>
                    <a:pt x="1469116" y="39036"/>
                  </a:lnTo>
                  <a:lnTo>
                    <a:pt x="1476930" y="39031"/>
                  </a:lnTo>
                  <a:lnTo>
                    <a:pt x="1484745" y="39027"/>
                  </a:lnTo>
                  <a:lnTo>
                    <a:pt x="1492559" y="39022"/>
                  </a:lnTo>
                  <a:lnTo>
                    <a:pt x="1500374" y="39018"/>
                  </a:lnTo>
                  <a:lnTo>
                    <a:pt x="1508188" y="39013"/>
                  </a:lnTo>
                  <a:lnTo>
                    <a:pt x="1516003" y="39009"/>
                  </a:lnTo>
                  <a:lnTo>
                    <a:pt x="1523817" y="38995"/>
                  </a:lnTo>
                  <a:lnTo>
                    <a:pt x="1531631" y="38974"/>
                  </a:lnTo>
                  <a:lnTo>
                    <a:pt x="1539446" y="38953"/>
                  </a:lnTo>
                  <a:lnTo>
                    <a:pt x="1547260" y="38919"/>
                  </a:lnTo>
                  <a:lnTo>
                    <a:pt x="1555075" y="38884"/>
                  </a:lnTo>
                  <a:lnTo>
                    <a:pt x="1562889" y="38850"/>
                  </a:lnTo>
                  <a:lnTo>
                    <a:pt x="1570704" y="38815"/>
                  </a:lnTo>
                  <a:lnTo>
                    <a:pt x="1578518" y="38755"/>
                  </a:lnTo>
                  <a:lnTo>
                    <a:pt x="1586333" y="38711"/>
                  </a:lnTo>
                  <a:lnTo>
                    <a:pt x="1594147" y="38708"/>
                  </a:lnTo>
                  <a:lnTo>
                    <a:pt x="1601961" y="38675"/>
                  </a:lnTo>
                  <a:lnTo>
                    <a:pt x="1609776" y="38643"/>
                  </a:lnTo>
                  <a:lnTo>
                    <a:pt x="1617590" y="38634"/>
                  </a:lnTo>
                  <a:lnTo>
                    <a:pt x="1625405" y="38625"/>
                  </a:lnTo>
                  <a:lnTo>
                    <a:pt x="1633219" y="38617"/>
                  </a:lnTo>
                  <a:lnTo>
                    <a:pt x="1641034" y="38608"/>
                  </a:lnTo>
                  <a:lnTo>
                    <a:pt x="1648848" y="38600"/>
                  </a:lnTo>
                  <a:lnTo>
                    <a:pt x="1656663" y="38591"/>
                  </a:lnTo>
                  <a:lnTo>
                    <a:pt x="1664477" y="38583"/>
                  </a:lnTo>
                  <a:lnTo>
                    <a:pt x="1672291" y="38575"/>
                  </a:lnTo>
                  <a:lnTo>
                    <a:pt x="1680106" y="38562"/>
                  </a:lnTo>
                  <a:lnTo>
                    <a:pt x="1687920" y="38540"/>
                  </a:lnTo>
                  <a:lnTo>
                    <a:pt x="1695735" y="38519"/>
                  </a:lnTo>
                  <a:lnTo>
                    <a:pt x="1703549" y="38497"/>
                  </a:lnTo>
                  <a:lnTo>
                    <a:pt x="1711364" y="38475"/>
                  </a:lnTo>
                  <a:lnTo>
                    <a:pt x="1719178" y="38453"/>
                  </a:lnTo>
                  <a:lnTo>
                    <a:pt x="1726993" y="38432"/>
                  </a:lnTo>
                  <a:lnTo>
                    <a:pt x="1734807" y="38410"/>
                  </a:lnTo>
                  <a:lnTo>
                    <a:pt x="1742622" y="38388"/>
                  </a:lnTo>
                  <a:lnTo>
                    <a:pt x="1750436" y="38366"/>
                  </a:lnTo>
                  <a:lnTo>
                    <a:pt x="1758250" y="38344"/>
                  </a:lnTo>
                  <a:lnTo>
                    <a:pt x="1766065" y="38323"/>
                  </a:lnTo>
                  <a:lnTo>
                    <a:pt x="1773879" y="38301"/>
                  </a:lnTo>
                  <a:lnTo>
                    <a:pt x="1781694" y="38279"/>
                  </a:lnTo>
                  <a:lnTo>
                    <a:pt x="1789508" y="38257"/>
                  </a:lnTo>
                  <a:lnTo>
                    <a:pt x="1797323" y="38235"/>
                  </a:lnTo>
                  <a:lnTo>
                    <a:pt x="1805137" y="38213"/>
                  </a:lnTo>
                  <a:lnTo>
                    <a:pt x="1812952" y="38191"/>
                  </a:lnTo>
                  <a:lnTo>
                    <a:pt x="1820766" y="38170"/>
                  </a:lnTo>
                  <a:lnTo>
                    <a:pt x="1828580" y="38157"/>
                  </a:lnTo>
                  <a:lnTo>
                    <a:pt x="1836395" y="38170"/>
                  </a:lnTo>
                  <a:lnTo>
                    <a:pt x="1844209" y="38183"/>
                  </a:lnTo>
                  <a:lnTo>
                    <a:pt x="1852024" y="38200"/>
                  </a:lnTo>
                  <a:lnTo>
                    <a:pt x="1859838" y="38256"/>
                  </a:lnTo>
                  <a:lnTo>
                    <a:pt x="1867653" y="38312"/>
                  </a:lnTo>
                  <a:lnTo>
                    <a:pt x="1875467" y="38368"/>
                  </a:lnTo>
                  <a:lnTo>
                    <a:pt x="1883282" y="38363"/>
                  </a:lnTo>
                  <a:lnTo>
                    <a:pt x="1891096" y="38355"/>
                  </a:lnTo>
                  <a:lnTo>
                    <a:pt x="1898910" y="38348"/>
                  </a:lnTo>
                  <a:lnTo>
                    <a:pt x="1906725" y="38340"/>
                  </a:lnTo>
                  <a:lnTo>
                    <a:pt x="1914539" y="38333"/>
                  </a:lnTo>
                  <a:lnTo>
                    <a:pt x="1922354" y="38325"/>
                  </a:lnTo>
                  <a:lnTo>
                    <a:pt x="1930168" y="38333"/>
                  </a:lnTo>
                  <a:lnTo>
                    <a:pt x="1937983" y="38346"/>
                  </a:lnTo>
                  <a:lnTo>
                    <a:pt x="1945797" y="38359"/>
                  </a:lnTo>
                  <a:lnTo>
                    <a:pt x="1953612" y="38371"/>
                  </a:lnTo>
                  <a:lnTo>
                    <a:pt x="1961426" y="38384"/>
                  </a:lnTo>
                  <a:lnTo>
                    <a:pt x="1969241" y="38397"/>
                  </a:lnTo>
                  <a:lnTo>
                    <a:pt x="1977055" y="38410"/>
                  </a:lnTo>
                  <a:lnTo>
                    <a:pt x="1984869" y="38423"/>
                  </a:lnTo>
                  <a:lnTo>
                    <a:pt x="1992684" y="38436"/>
                  </a:lnTo>
                  <a:lnTo>
                    <a:pt x="2000498" y="38450"/>
                  </a:lnTo>
                  <a:lnTo>
                    <a:pt x="2008313" y="38465"/>
                  </a:lnTo>
                  <a:lnTo>
                    <a:pt x="2016127" y="38479"/>
                  </a:lnTo>
                  <a:lnTo>
                    <a:pt x="2023942" y="38494"/>
                  </a:lnTo>
                  <a:lnTo>
                    <a:pt x="2023942" y="86780"/>
                  </a:lnTo>
                  <a:lnTo>
                    <a:pt x="2016127" y="86739"/>
                  </a:lnTo>
                  <a:lnTo>
                    <a:pt x="2008313" y="86697"/>
                  </a:lnTo>
                  <a:lnTo>
                    <a:pt x="2000498" y="86655"/>
                  </a:lnTo>
                  <a:lnTo>
                    <a:pt x="1992684" y="86612"/>
                  </a:lnTo>
                  <a:lnTo>
                    <a:pt x="1984869" y="86568"/>
                  </a:lnTo>
                  <a:lnTo>
                    <a:pt x="1977055" y="86524"/>
                  </a:lnTo>
                  <a:lnTo>
                    <a:pt x="1969241" y="86479"/>
                  </a:lnTo>
                  <a:lnTo>
                    <a:pt x="1961426" y="86434"/>
                  </a:lnTo>
                  <a:lnTo>
                    <a:pt x="1953612" y="86388"/>
                  </a:lnTo>
                  <a:lnTo>
                    <a:pt x="1945797" y="86342"/>
                  </a:lnTo>
                  <a:lnTo>
                    <a:pt x="1937983" y="86295"/>
                  </a:lnTo>
                  <a:lnTo>
                    <a:pt x="1930168" y="86247"/>
                  </a:lnTo>
                  <a:lnTo>
                    <a:pt x="1922354" y="86199"/>
                  </a:lnTo>
                  <a:lnTo>
                    <a:pt x="1914539" y="86142"/>
                  </a:lnTo>
                  <a:lnTo>
                    <a:pt x="1906725" y="86049"/>
                  </a:lnTo>
                  <a:lnTo>
                    <a:pt x="1898910" y="85967"/>
                  </a:lnTo>
                  <a:lnTo>
                    <a:pt x="1891096" y="85922"/>
                  </a:lnTo>
                  <a:lnTo>
                    <a:pt x="1883282" y="85876"/>
                  </a:lnTo>
                  <a:lnTo>
                    <a:pt x="1875467" y="85830"/>
                  </a:lnTo>
                  <a:lnTo>
                    <a:pt x="1867653" y="85783"/>
                  </a:lnTo>
                  <a:lnTo>
                    <a:pt x="1859838" y="85736"/>
                  </a:lnTo>
                  <a:lnTo>
                    <a:pt x="1852024" y="85672"/>
                  </a:lnTo>
                  <a:lnTo>
                    <a:pt x="1844209" y="85568"/>
                  </a:lnTo>
                  <a:lnTo>
                    <a:pt x="1836395" y="85462"/>
                  </a:lnTo>
                  <a:lnTo>
                    <a:pt x="1828580" y="85356"/>
                  </a:lnTo>
                  <a:lnTo>
                    <a:pt x="1820766" y="85249"/>
                  </a:lnTo>
                  <a:lnTo>
                    <a:pt x="1812952" y="85141"/>
                  </a:lnTo>
                  <a:lnTo>
                    <a:pt x="1805137" y="85032"/>
                  </a:lnTo>
                  <a:lnTo>
                    <a:pt x="1797323" y="84923"/>
                  </a:lnTo>
                  <a:lnTo>
                    <a:pt x="1789508" y="84812"/>
                  </a:lnTo>
                  <a:lnTo>
                    <a:pt x="1781694" y="84750"/>
                  </a:lnTo>
                  <a:lnTo>
                    <a:pt x="1773879" y="84715"/>
                  </a:lnTo>
                  <a:lnTo>
                    <a:pt x="1766065" y="84679"/>
                  </a:lnTo>
                  <a:lnTo>
                    <a:pt x="1758250" y="84640"/>
                  </a:lnTo>
                  <a:lnTo>
                    <a:pt x="1750436" y="84537"/>
                  </a:lnTo>
                  <a:lnTo>
                    <a:pt x="1742622" y="84434"/>
                  </a:lnTo>
                  <a:lnTo>
                    <a:pt x="1734807" y="84329"/>
                  </a:lnTo>
                  <a:lnTo>
                    <a:pt x="1726993" y="84254"/>
                  </a:lnTo>
                  <a:lnTo>
                    <a:pt x="1719178" y="84196"/>
                  </a:lnTo>
                  <a:lnTo>
                    <a:pt x="1711364" y="84138"/>
                  </a:lnTo>
                  <a:lnTo>
                    <a:pt x="1703549" y="84054"/>
                  </a:lnTo>
                  <a:lnTo>
                    <a:pt x="1695735" y="83942"/>
                  </a:lnTo>
                  <a:lnTo>
                    <a:pt x="1687920" y="83829"/>
                  </a:lnTo>
                  <a:lnTo>
                    <a:pt x="1680106" y="83714"/>
                  </a:lnTo>
                  <a:lnTo>
                    <a:pt x="1672291" y="83615"/>
                  </a:lnTo>
                  <a:lnTo>
                    <a:pt x="1664477" y="83543"/>
                  </a:lnTo>
                  <a:lnTo>
                    <a:pt x="1656663" y="83470"/>
                  </a:lnTo>
                  <a:lnTo>
                    <a:pt x="1648848" y="83397"/>
                  </a:lnTo>
                  <a:lnTo>
                    <a:pt x="1641034" y="83322"/>
                  </a:lnTo>
                  <a:lnTo>
                    <a:pt x="1633219" y="83247"/>
                  </a:lnTo>
                  <a:lnTo>
                    <a:pt x="1625405" y="83171"/>
                  </a:lnTo>
                  <a:lnTo>
                    <a:pt x="1617590" y="83094"/>
                  </a:lnTo>
                  <a:lnTo>
                    <a:pt x="1609776" y="83016"/>
                  </a:lnTo>
                  <a:lnTo>
                    <a:pt x="1601961" y="82938"/>
                  </a:lnTo>
                  <a:lnTo>
                    <a:pt x="1594147" y="82858"/>
                  </a:lnTo>
                  <a:lnTo>
                    <a:pt x="1586333" y="82778"/>
                  </a:lnTo>
                  <a:lnTo>
                    <a:pt x="1578518" y="82697"/>
                  </a:lnTo>
                  <a:lnTo>
                    <a:pt x="1570704" y="82615"/>
                  </a:lnTo>
                  <a:lnTo>
                    <a:pt x="1562889" y="82531"/>
                  </a:lnTo>
                  <a:lnTo>
                    <a:pt x="1555075" y="82459"/>
                  </a:lnTo>
                  <a:lnTo>
                    <a:pt x="1547260" y="82388"/>
                  </a:lnTo>
                  <a:lnTo>
                    <a:pt x="1539446" y="82316"/>
                  </a:lnTo>
                  <a:lnTo>
                    <a:pt x="1531631" y="82244"/>
                  </a:lnTo>
                  <a:lnTo>
                    <a:pt x="1523817" y="82169"/>
                  </a:lnTo>
                  <a:lnTo>
                    <a:pt x="1516003" y="82093"/>
                  </a:lnTo>
                  <a:lnTo>
                    <a:pt x="1508188" y="82016"/>
                  </a:lnTo>
                  <a:lnTo>
                    <a:pt x="1500374" y="81928"/>
                  </a:lnTo>
                  <a:lnTo>
                    <a:pt x="1492559" y="81797"/>
                  </a:lnTo>
                  <a:lnTo>
                    <a:pt x="1484745" y="81665"/>
                  </a:lnTo>
                  <a:lnTo>
                    <a:pt x="1476930" y="81551"/>
                  </a:lnTo>
                  <a:lnTo>
                    <a:pt x="1469116" y="81455"/>
                  </a:lnTo>
                  <a:lnTo>
                    <a:pt x="1461301" y="81358"/>
                  </a:lnTo>
                  <a:lnTo>
                    <a:pt x="1453487" y="81223"/>
                  </a:lnTo>
                  <a:lnTo>
                    <a:pt x="1445672" y="81093"/>
                  </a:lnTo>
                  <a:lnTo>
                    <a:pt x="1437858" y="81025"/>
                  </a:lnTo>
                  <a:lnTo>
                    <a:pt x="1430044" y="80957"/>
                  </a:lnTo>
                  <a:lnTo>
                    <a:pt x="1422229" y="80865"/>
                  </a:lnTo>
                  <a:lnTo>
                    <a:pt x="1414415" y="80743"/>
                  </a:lnTo>
                  <a:lnTo>
                    <a:pt x="1406600" y="80618"/>
                  </a:lnTo>
                  <a:lnTo>
                    <a:pt x="1398786" y="80491"/>
                  </a:lnTo>
                  <a:lnTo>
                    <a:pt x="1390971" y="80362"/>
                  </a:lnTo>
                  <a:lnTo>
                    <a:pt x="1383157" y="80231"/>
                  </a:lnTo>
                  <a:lnTo>
                    <a:pt x="1375342" y="80098"/>
                  </a:lnTo>
                  <a:lnTo>
                    <a:pt x="1367528" y="79959"/>
                  </a:lnTo>
                  <a:lnTo>
                    <a:pt x="1359714" y="79828"/>
                  </a:lnTo>
                  <a:lnTo>
                    <a:pt x="1351899" y="79691"/>
                  </a:lnTo>
                  <a:lnTo>
                    <a:pt x="1344085" y="79553"/>
                  </a:lnTo>
                  <a:lnTo>
                    <a:pt x="1336270" y="79423"/>
                  </a:lnTo>
                  <a:lnTo>
                    <a:pt x="1328456" y="79313"/>
                  </a:lnTo>
                  <a:lnTo>
                    <a:pt x="1320641" y="79193"/>
                  </a:lnTo>
                  <a:lnTo>
                    <a:pt x="1312827" y="79070"/>
                  </a:lnTo>
                  <a:lnTo>
                    <a:pt x="1305012" y="78946"/>
                  </a:lnTo>
                  <a:lnTo>
                    <a:pt x="1297198" y="78818"/>
                  </a:lnTo>
                  <a:lnTo>
                    <a:pt x="1289384" y="78689"/>
                  </a:lnTo>
                  <a:lnTo>
                    <a:pt x="1281569" y="78558"/>
                  </a:lnTo>
                  <a:lnTo>
                    <a:pt x="1273755" y="78382"/>
                  </a:lnTo>
                  <a:lnTo>
                    <a:pt x="1265940" y="78199"/>
                  </a:lnTo>
                  <a:lnTo>
                    <a:pt x="1258126" y="78014"/>
                  </a:lnTo>
                  <a:lnTo>
                    <a:pt x="1250311" y="77826"/>
                  </a:lnTo>
                  <a:lnTo>
                    <a:pt x="1242497" y="77632"/>
                  </a:lnTo>
                  <a:lnTo>
                    <a:pt x="1234682" y="77436"/>
                  </a:lnTo>
                  <a:lnTo>
                    <a:pt x="1226868" y="77237"/>
                  </a:lnTo>
                  <a:lnTo>
                    <a:pt x="1219053" y="77061"/>
                  </a:lnTo>
                  <a:lnTo>
                    <a:pt x="1211239" y="76861"/>
                  </a:lnTo>
                  <a:lnTo>
                    <a:pt x="1203425" y="76662"/>
                  </a:lnTo>
                  <a:lnTo>
                    <a:pt x="1195610" y="76481"/>
                  </a:lnTo>
                  <a:lnTo>
                    <a:pt x="1187796" y="76355"/>
                  </a:lnTo>
                  <a:lnTo>
                    <a:pt x="1179981" y="76175"/>
                  </a:lnTo>
                  <a:lnTo>
                    <a:pt x="1172167" y="76011"/>
                  </a:lnTo>
                  <a:lnTo>
                    <a:pt x="1164352" y="75868"/>
                  </a:lnTo>
                  <a:lnTo>
                    <a:pt x="1156538" y="75723"/>
                  </a:lnTo>
                  <a:lnTo>
                    <a:pt x="1148723" y="75576"/>
                  </a:lnTo>
                  <a:lnTo>
                    <a:pt x="1140909" y="75427"/>
                  </a:lnTo>
                  <a:lnTo>
                    <a:pt x="1133095" y="75277"/>
                  </a:lnTo>
                  <a:lnTo>
                    <a:pt x="1125280" y="75124"/>
                  </a:lnTo>
                  <a:lnTo>
                    <a:pt x="1117466" y="74998"/>
                  </a:lnTo>
                  <a:lnTo>
                    <a:pt x="1109651" y="74879"/>
                  </a:lnTo>
                  <a:lnTo>
                    <a:pt x="1101837" y="74759"/>
                  </a:lnTo>
                  <a:lnTo>
                    <a:pt x="1094022" y="74653"/>
                  </a:lnTo>
                  <a:lnTo>
                    <a:pt x="1086208" y="74549"/>
                  </a:lnTo>
                  <a:lnTo>
                    <a:pt x="1078393" y="74388"/>
                  </a:lnTo>
                  <a:lnTo>
                    <a:pt x="1070579" y="74262"/>
                  </a:lnTo>
                  <a:lnTo>
                    <a:pt x="1062765" y="74132"/>
                  </a:lnTo>
                  <a:lnTo>
                    <a:pt x="1054950" y="73969"/>
                  </a:lnTo>
                  <a:lnTo>
                    <a:pt x="1047136" y="73780"/>
                  </a:lnTo>
                  <a:lnTo>
                    <a:pt x="1039321" y="73593"/>
                  </a:lnTo>
                  <a:lnTo>
                    <a:pt x="1031507" y="73393"/>
                  </a:lnTo>
                  <a:lnTo>
                    <a:pt x="1023692" y="73225"/>
                  </a:lnTo>
                  <a:lnTo>
                    <a:pt x="1015878" y="73072"/>
                  </a:lnTo>
                  <a:lnTo>
                    <a:pt x="1008063" y="72918"/>
                  </a:lnTo>
                  <a:lnTo>
                    <a:pt x="1000249" y="72761"/>
                  </a:lnTo>
                  <a:lnTo>
                    <a:pt x="992434" y="72513"/>
                  </a:lnTo>
                  <a:lnTo>
                    <a:pt x="984620" y="72203"/>
                  </a:lnTo>
                  <a:lnTo>
                    <a:pt x="976806" y="71961"/>
                  </a:lnTo>
                  <a:lnTo>
                    <a:pt x="968991" y="71745"/>
                  </a:lnTo>
                  <a:lnTo>
                    <a:pt x="961177" y="71527"/>
                  </a:lnTo>
                  <a:lnTo>
                    <a:pt x="953362" y="71306"/>
                  </a:lnTo>
                  <a:lnTo>
                    <a:pt x="945548" y="71082"/>
                  </a:lnTo>
                  <a:lnTo>
                    <a:pt x="937733" y="70901"/>
                  </a:lnTo>
                  <a:lnTo>
                    <a:pt x="929919" y="70726"/>
                  </a:lnTo>
                  <a:lnTo>
                    <a:pt x="922104" y="70548"/>
                  </a:lnTo>
                  <a:lnTo>
                    <a:pt x="914290" y="70369"/>
                  </a:lnTo>
                  <a:lnTo>
                    <a:pt x="906476" y="70188"/>
                  </a:lnTo>
                  <a:lnTo>
                    <a:pt x="898661" y="70004"/>
                  </a:lnTo>
                  <a:lnTo>
                    <a:pt x="890847" y="69818"/>
                  </a:lnTo>
                  <a:lnTo>
                    <a:pt x="883032" y="69627"/>
                  </a:lnTo>
                  <a:lnTo>
                    <a:pt x="875218" y="69411"/>
                  </a:lnTo>
                  <a:lnTo>
                    <a:pt x="867403" y="69164"/>
                  </a:lnTo>
                  <a:lnTo>
                    <a:pt x="859589" y="68960"/>
                  </a:lnTo>
                  <a:lnTo>
                    <a:pt x="851774" y="68814"/>
                  </a:lnTo>
                  <a:lnTo>
                    <a:pt x="843960" y="68627"/>
                  </a:lnTo>
                  <a:lnTo>
                    <a:pt x="836145" y="68335"/>
                  </a:lnTo>
                  <a:lnTo>
                    <a:pt x="828331" y="68021"/>
                  </a:lnTo>
                  <a:lnTo>
                    <a:pt x="820517" y="67791"/>
                  </a:lnTo>
                  <a:lnTo>
                    <a:pt x="812702" y="67571"/>
                  </a:lnTo>
                  <a:lnTo>
                    <a:pt x="804888" y="67288"/>
                  </a:lnTo>
                  <a:lnTo>
                    <a:pt x="797073" y="67026"/>
                  </a:lnTo>
                  <a:lnTo>
                    <a:pt x="789259" y="66790"/>
                  </a:lnTo>
                  <a:lnTo>
                    <a:pt x="781444" y="66404"/>
                  </a:lnTo>
                  <a:lnTo>
                    <a:pt x="773630" y="66092"/>
                  </a:lnTo>
                  <a:lnTo>
                    <a:pt x="765815" y="65820"/>
                  </a:lnTo>
                  <a:lnTo>
                    <a:pt x="758001" y="65471"/>
                  </a:lnTo>
                  <a:lnTo>
                    <a:pt x="750187" y="65217"/>
                  </a:lnTo>
                  <a:lnTo>
                    <a:pt x="742372" y="64959"/>
                  </a:lnTo>
                  <a:lnTo>
                    <a:pt x="734558" y="64656"/>
                  </a:lnTo>
                  <a:lnTo>
                    <a:pt x="726743" y="64461"/>
                  </a:lnTo>
                  <a:lnTo>
                    <a:pt x="718929" y="64187"/>
                  </a:lnTo>
                  <a:lnTo>
                    <a:pt x="711114" y="63975"/>
                  </a:lnTo>
                  <a:lnTo>
                    <a:pt x="703300" y="63760"/>
                  </a:lnTo>
                  <a:lnTo>
                    <a:pt x="695485" y="63541"/>
                  </a:lnTo>
                  <a:lnTo>
                    <a:pt x="687671" y="63320"/>
                  </a:lnTo>
                  <a:lnTo>
                    <a:pt x="679857" y="63089"/>
                  </a:lnTo>
                  <a:lnTo>
                    <a:pt x="672042" y="62791"/>
                  </a:lnTo>
                  <a:lnTo>
                    <a:pt x="664228" y="62409"/>
                  </a:lnTo>
                  <a:lnTo>
                    <a:pt x="656413" y="62194"/>
                  </a:lnTo>
                  <a:lnTo>
                    <a:pt x="648599" y="61992"/>
                  </a:lnTo>
                  <a:lnTo>
                    <a:pt x="640784" y="61790"/>
                  </a:lnTo>
                  <a:lnTo>
                    <a:pt x="632970" y="61584"/>
                  </a:lnTo>
                  <a:lnTo>
                    <a:pt x="625155" y="61375"/>
                  </a:lnTo>
                  <a:lnTo>
                    <a:pt x="617341" y="61128"/>
                  </a:lnTo>
                  <a:lnTo>
                    <a:pt x="609526" y="60860"/>
                  </a:lnTo>
                  <a:lnTo>
                    <a:pt x="601712" y="60662"/>
                  </a:lnTo>
                  <a:lnTo>
                    <a:pt x="593898" y="60401"/>
                  </a:lnTo>
                  <a:lnTo>
                    <a:pt x="586083" y="60168"/>
                  </a:lnTo>
                  <a:lnTo>
                    <a:pt x="578269" y="59921"/>
                  </a:lnTo>
                  <a:lnTo>
                    <a:pt x="570454" y="59515"/>
                  </a:lnTo>
                  <a:lnTo>
                    <a:pt x="562640" y="59255"/>
                  </a:lnTo>
                  <a:lnTo>
                    <a:pt x="554825" y="58961"/>
                  </a:lnTo>
                  <a:lnTo>
                    <a:pt x="547011" y="58699"/>
                  </a:lnTo>
                  <a:lnTo>
                    <a:pt x="539196" y="58351"/>
                  </a:lnTo>
                  <a:lnTo>
                    <a:pt x="531382" y="57997"/>
                  </a:lnTo>
                  <a:lnTo>
                    <a:pt x="523568" y="57689"/>
                  </a:lnTo>
                  <a:lnTo>
                    <a:pt x="515753" y="57485"/>
                  </a:lnTo>
                  <a:lnTo>
                    <a:pt x="507939" y="57215"/>
                  </a:lnTo>
                  <a:lnTo>
                    <a:pt x="500124" y="56981"/>
                  </a:lnTo>
                  <a:lnTo>
                    <a:pt x="492310" y="56715"/>
                  </a:lnTo>
                  <a:lnTo>
                    <a:pt x="484495" y="56405"/>
                  </a:lnTo>
                  <a:lnTo>
                    <a:pt x="476681" y="56075"/>
                  </a:lnTo>
                  <a:lnTo>
                    <a:pt x="468866" y="55842"/>
                  </a:lnTo>
                  <a:lnTo>
                    <a:pt x="461052" y="55573"/>
                  </a:lnTo>
                  <a:lnTo>
                    <a:pt x="453238" y="55323"/>
                  </a:lnTo>
                  <a:lnTo>
                    <a:pt x="445423" y="55121"/>
                  </a:lnTo>
                  <a:lnTo>
                    <a:pt x="437609" y="54867"/>
                  </a:lnTo>
                  <a:lnTo>
                    <a:pt x="429794" y="54664"/>
                  </a:lnTo>
                  <a:lnTo>
                    <a:pt x="421980" y="54310"/>
                  </a:lnTo>
                  <a:lnTo>
                    <a:pt x="414165" y="54055"/>
                  </a:lnTo>
                  <a:lnTo>
                    <a:pt x="406351" y="53877"/>
                  </a:lnTo>
                  <a:lnTo>
                    <a:pt x="398536" y="53568"/>
                  </a:lnTo>
                  <a:lnTo>
                    <a:pt x="390722" y="53244"/>
                  </a:lnTo>
                  <a:lnTo>
                    <a:pt x="382907" y="52891"/>
                  </a:lnTo>
                  <a:lnTo>
                    <a:pt x="375093" y="52607"/>
                  </a:lnTo>
                  <a:lnTo>
                    <a:pt x="367279" y="52417"/>
                  </a:lnTo>
                  <a:lnTo>
                    <a:pt x="359464" y="52074"/>
                  </a:lnTo>
                  <a:lnTo>
                    <a:pt x="351650" y="51729"/>
                  </a:lnTo>
                  <a:lnTo>
                    <a:pt x="343835" y="51601"/>
                  </a:lnTo>
                  <a:lnTo>
                    <a:pt x="336021" y="51362"/>
                  </a:lnTo>
                  <a:lnTo>
                    <a:pt x="328206" y="51143"/>
                  </a:lnTo>
                  <a:lnTo>
                    <a:pt x="320392" y="51023"/>
                  </a:lnTo>
                  <a:lnTo>
                    <a:pt x="312577" y="50931"/>
                  </a:lnTo>
                  <a:lnTo>
                    <a:pt x="304763" y="50811"/>
                  </a:lnTo>
                  <a:lnTo>
                    <a:pt x="296949" y="50496"/>
                  </a:lnTo>
                  <a:lnTo>
                    <a:pt x="289134" y="50211"/>
                  </a:lnTo>
                  <a:lnTo>
                    <a:pt x="281320" y="50091"/>
                  </a:lnTo>
                  <a:lnTo>
                    <a:pt x="273505" y="49974"/>
                  </a:lnTo>
                  <a:lnTo>
                    <a:pt x="265691" y="49821"/>
                  </a:lnTo>
                  <a:lnTo>
                    <a:pt x="257876" y="49656"/>
                  </a:lnTo>
                  <a:lnTo>
                    <a:pt x="250062" y="49552"/>
                  </a:lnTo>
                  <a:lnTo>
                    <a:pt x="242247" y="49480"/>
                  </a:lnTo>
                  <a:lnTo>
                    <a:pt x="234433" y="49252"/>
                  </a:lnTo>
                  <a:lnTo>
                    <a:pt x="226619" y="49053"/>
                  </a:lnTo>
                  <a:lnTo>
                    <a:pt x="218804" y="48955"/>
                  </a:lnTo>
                  <a:lnTo>
                    <a:pt x="210990" y="48834"/>
                  </a:lnTo>
                  <a:lnTo>
                    <a:pt x="203175" y="48743"/>
                  </a:lnTo>
                  <a:lnTo>
                    <a:pt x="195361" y="48679"/>
                  </a:lnTo>
                  <a:lnTo>
                    <a:pt x="187546" y="48537"/>
                  </a:lnTo>
                  <a:lnTo>
                    <a:pt x="179732" y="48493"/>
                  </a:lnTo>
                  <a:lnTo>
                    <a:pt x="171917" y="48362"/>
                  </a:lnTo>
                  <a:lnTo>
                    <a:pt x="164103" y="48254"/>
                  </a:lnTo>
                  <a:lnTo>
                    <a:pt x="156288" y="48199"/>
                  </a:lnTo>
                  <a:lnTo>
                    <a:pt x="148474" y="48119"/>
                  </a:lnTo>
                  <a:lnTo>
                    <a:pt x="140660" y="48063"/>
                  </a:lnTo>
                  <a:lnTo>
                    <a:pt x="132845" y="47955"/>
                  </a:lnTo>
                  <a:lnTo>
                    <a:pt x="125031" y="47905"/>
                  </a:lnTo>
                  <a:lnTo>
                    <a:pt x="117216" y="47806"/>
                  </a:lnTo>
                  <a:lnTo>
                    <a:pt x="109402" y="47732"/>
                  </a:lnTo>
                  <a:lnTo>
                    <a:pt x="101587" y="47734"/>
                  </a:lnTo>
                  <a:lnTo>
                    <a:pt x="93773" y="47719"/>
                  </a:lnTo>
                  <a:lnTo>
                    <a:pt x="85958" y="47689"/>
                  </a:lnTo>
                  <a:lnTo>
                    <a:pt x="78144" y="47594"/>
                  </a:lnTo>
                  <a:lnTo>
                    <a:pt x="70330" y="47432"/>
                  </a:lnTo>
                  <a:lnTo>
                    <a:pt x="62515" y="47345"/>
                  </a:lnTo>
                  <a:lnTo>
                    <a:pt x="54701" y="47290"/>
                  </a:lnTo>
                  <a:lnTo>
                    <a:pt x="46886" y="47238"/>
                  </a:lnTo>
                  <a:lnTo>
                    <a:pt x="39072" y="47032"/>
                  </a:lnTo>
                  <a:lnTo>
                    <a:pt x="31257" y="47026"/>
                  </a:lnTo>
                  <a:lnTo>
                    <a:pt x="23443" y="46975"/>
                  </a:lnTo>
                  <a:lnTo>
                    <a:pt x="15628" y="46839"/>
                  </a:lnTo>
                  <a:lnTo>
                    <a:pt x="7814" y="46798"/>
                  </a:lnTo>
                  <a:lnTo>
                    <a:pt x="0" y="46914"/>
                  </a:lnTo>
                  <a:close/>
                </a:path>
              </a:pathLst>
            </a:custGeom>
            <a:solidFill>
              <a:srgbClr val="0072B2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268" name="pl267"/>
            <p:cNvSpPr/>
            <p:nvPr/>
          </p:nvSpPr>
          <p:spPr>
            <a:xfrm>
              <a:off x="6041499" y="4601316"/>
              <a:ext cx="2023942" cy="39584"/>
            </a:xfrm>
            <a:custGeom>
              <a:avLst/>
              <a:pathLst>
                <a:path w="2023942" h="39584">
                  <a:moveTo>
                    <a:pt x="0" y="0"/>
                  </a:moveTo>
                  <a:lnTo>
                    <a:pt x="7814" y="643"/>
                  </a:lnTo>
                  <a:lnTo>
                    <a:pt x="15628" y="1437"/>
                  </a:lnTo>
                  <a:lnTo>
                    <a:pt x="23443" y="2166"/>
                  </a:lnTo>
                  <a:lnTo>
                    <a:pt x="31257" y="3038"/>
                  </a:lnTo>
                  <a:lnTo>
                    <a:pt x="39072" y="3927"/>
                  </a:lnTo>
                  <a:lnTo>
                    <a:pt x="46886" y="4819"/>
                  </a:lnTo>
                  <a:lnTo>
                    <a:pt x="54701" y="5802"/>
                  </a:lnTo>
                  <a:lnTo>
                    <a:pt x="62515" y="6749"/>
                  </a:lnTo>
                  <a:lnTo>
                    <a:pt x="70330" y="7694"/>
                  </a:lnTo>
                  <a:lnTo>
                    <a:pt x="78144" y="8654"/>
                  </a:lnTo>
                  <a:lnTo>
                    <a:pt x="85958" y="9290"/>
                  </a:lnTo>
                  <a:lnTo>
                    <a:pt x="93773" y="9971"/>
                  </a:lnTo>
                  <a:lnTo>
                    <a:pt x="101587" y="10826"/>
                  </a:lnTo>
                  <a:lnTo>
                    <a:pt x="109402" y="11655"/>
                  </a:lnTo>
                  <a:lnTo>
                    <a:pt x="117216" y="12568"/>
                  </a:lnTo>
                  <a:lnTo>
                    <a:pt x="125031" y="13499"/>
                  </a:lnTo>
                  <a:lnTo>
                    <a:pt x="132845" y="14579"/>
                  </a:lnTo>
                  <a:lnTo>
                    <a:pt x="140660" y="15472"/>
                  </a:lnTo>
                  <a:lnTo>
                    <a:pt x="148474" y="16259"/>
                  </a:lnTo>
                  <a:lnTo>
                    <a:pt x="156288" y="17204"/>
                  </a:lnTo>
                  <a:lnTo>
                    <a:pt x="164103" y="17890"/>
                  </a:lnTo>
                  <a:lnTo>
                    <a:pt x="171917" y="18573"/>
                  </a:lnTo>
                  <a:lnTo>
                    <a:pt x="179732" y="19327"/>
                  </a:lnTo>
                  <a:lnTo>
                    <a:pt x="187546" y="19891"/>
                  </a:lnTo>
                  <a:lnTo>
                    <a:pt x="195361" y="20407"/>
                  </a:lnTo>
                  <a:lnTo>
                    <a:pt x="203175" y="21123"/>
                  </a:lnTo>
                  <a:lnTo>
                    <a:pt x="210990" y="21828"/>
                  </a:lnTo>
                  <a:lnTo>
                    <a:pt x="218804" y="22490"/>
                  </a:lnTo>
                  <a:lnTo>
                    <a:pt x="226619" y="23197"/>
                  </a:lnTo>
                  <a:lnTo>
                    <a:pt x="234433" y="23856"/>
                  </a:lnTo>
                  <a:lnTo>
                    <a:pt x="242247" y="24535"/>
                  </a:lnTo>
                  <a:lnTo>
                    <a:pt x="250062" y="25011"/>
                  </a:lnTo>
                  <a:lnTo>
                    <a:pt x="257876" y="25361"/>
                  </a:lnTo>
                  <a:lnTo>
                    <a:pt x="265691" y="25900"/>
                  </a:lnTo>
                  <a:lnTo>
                    <a:pt x="273505" y="26410"/>
                  </a:lnTo>
                  <a:lnTo>
                    <a:pt x="281320" y="26789"/>
                  </a:lnTo>
                  <a:lnTo>
                    <a:pt x="289134" y="27215"/>
                  </a:lnTo>
                  <a:lnTo>
                    <a:pt x="296949" y="27673"/>
                  </a:lnTo>
                  <a:lnTo>
                    <a:pt x="304763" y="28031"/>
                  </a:lnTo>
                  <a:lnTo>
                    <a:pt x="312577" y="28382"/>
                  </a:lnTo>
                  <a:lnTo>
                    <a:pt x="320392" y="28744"/>
                  </a:lnTo>
                  <a:lnTo>
                    <a:pt x="328206" y="29113"/>
                  </a:lnTo>
                  <a:lnTo>
                    <a:pt x="336021" y="29528"/>
                  </a:lnTo>
                  <a:lnTo>
                    <a:pt x="343835" y="29957"/>
                  </a:lnTo>
                  <a:lnTo>
                    <a:pt x="351650" y="30301"/>
                  </a:lnTo>
                  <a:lnTo>
                    <a:pt x="359464" y="30648"/>
                  </a:lnTo>
                  <a:lnTo>
                    <a:pt x="367279" y="31000"/>
                  </a:lnTo>
                  <a:lnTo>
                    <a:pt x="375093" y="31446"/>
                  </a:lnTo>
                  <a:lnTo>
                    <a:pt x="382907" y="31723"/>
                  </a:lnTo>
                  <a:lnTo>
                    <a:pt x="390722" y="32147"/>
                  </a:lnTo>
                  <a:lnTo>
                    <a:pt x="398536" y="32433"/>
                  </a:lnTo>
                  <a:lnTo>
                    <a:pt x="406351" y="32672"/>
                  </a:lnTo>
                  <a:lnTo>
                    <a:pt x="414165" y="32982"/>
                  </a:lnTo>
                  <a:lnTo>
                    <a:pt x="421980" y="33191"/>
                  </a:lnTo>
                  <a:lnTo>
                    <a:pt x="429794" y="33540"/>
                  </a:lnTo>
                  <a:lnTo>
                    <a:pt x="437609" y="33893"/>
                  </a:lnTo>
                  <a:lnTo>
                    <a:pt x="445423" y="34152"/>
                  </a:lnTo>
                  <a:lnTo>
                    <a:pt x="453238" y="34491"/>
                  </a:lnTo>
                  <a:lnTo>
                    <a:pt x="461052" y="34701"/>
                  </a:lnTo>
                  <a:lnTo>
                    <a:pt x="468866" y="34977"/>
                  </a:lnTo>
                  <a:lnTo>
                    <a:pt x="476681" y="35110"/>
                  </a:lnTo>
                  <a:lnTo>
                    <a:pt x="484495" y="35426"/>
                  </a:lnTo>
                  <a:lnTo>
                    <a:pt x="492310" y="35612"/>
                  </a:lnTo>
                  <a:lnTo>
                    <a:pt x="500124" y="35850"/>
                  </a:lnTo>
                  <a:lnTo>
                    <a:pt x="507939" y="36139"/>
                  </a:lnTo>
                  <a:lnTo>
                    <a:pt x="515753" y="36379"/>
                  </a:lnTo>
                  <a:lnTo>
                    <a:pt x="523568" y="36471"/>
                  </a:lnTo>
                  <a:lnTo>
                    <a:pt x="531382" y="36638"/>
                  </a:lnTo>
                  <a:lnTo>
                    <a:pt x="539196" y="36757"/>
                  </a:lnTo>
                  <a:lnTo>
                    <a:pt x="547011" y="36836"/>
                  </a:lnTo>
                  <a:lnTo>
                    <a:pt x="554825" y="37022"/>
                  </a:lnTo>
                  <a:lnTo>
                    <a:pt x="562640" y="37306"/>
                  </a:lnTo>
                  <a:lnTo>
                    <a:pt x="570454" y="37483"/>
                  </a:lnTo>
                  <a:lnTo>
                    <a:pt x="578269" y="37642"/>
                  </a:lnTo>
                  <a:lnTo>
                    <a:pt x="586083" y="37653"/>
                  </a:lnTo>
                  <a:lnTo>
                    <a:pt x="593898" y="37642"/>
                  </a:lnTo>
                  <a:lnTo>
                    <a:pt x="601712" y="37775"/>
                  </a:lnTo>
                  <a:lnTo>
                    <a:pt x="609526" y="37902"/>
                  </a:lnTo>
                  <a:lnTo>
                    <a:pt x="617341" y="37967"/>
                  </a:lnTo>
                  <a:lnTo>
                    <a:pt x="625155" y="37999"/>
                  </a:lnTo>
                  <a:lnTo>
                    <a:pt x="632970" y="38097"/>
                  </a:lnTo>
                  <a:lnTo>
                    <a:pt x="640784" y="38192"/>
                  </a:lnTo>
                  <a:lnTo>
                    <a:pt x="648599" y="38267"/>
                  </a:lnTo>
                  <a:lnTo>
                    <a:pt x="656413" y="38288"/>
                  </a:lnTo>
                  <a:lnTo>
                    <a:pt x="664228" y="38368"/>
                  </a:lnTo>
                  <a:lnTo>
                    <a:pt x="672042" y="38459"/>
                  </a:lnTo>
                  <a:lnTo>
                    <a:pt x="679857" y="38575"/>
                  </a:lnTo>
                  <a:lnTo>
                    <a:pt x="687671" y="38691"/>
                  </a:lnTo>
                  <a:lnTo>
                    <a:pt x="695485" y="38651"/>
                  </a:lnTo>
                  <a:lnTo>
                    <a:pt x="703300" y="38816"/>
                  </a:lnTo>
                  <a:lnTo>
                    <a:pt x="711114" y="38803"/>
                  </a:lnTo>
                  <a:lnTo>
                    <a:pt x="718929" y="38891"/>
                  </a:lnTo>
                  <a:lnTo>
                    <a:pt x="726743" y="38974"/>
                  </a:lnTo>
                  <a:lnTo>
                    <a:pt x="734558" y="38973"/>
                  </a:lnTo>
                  <a:lnTo>
                    <a:pt x="742372" y="38979"/>
                  </a:lnTo>
                  <a:lnTo>
                    <a:pt x="750187" y="39040"/>
                  </a:lnTo>
                  <a:lnTo>
                    <a:pt x="758001" y="39102"/>
                  </a:lnTo>
                  <a:lnTo>
                    <a:pt x="765815" y="39164"/>
                  </a:lnTo>
                  <a:lnTo>
                    <a:pt x="773630" y="39167"/>
                  </a:lnTo>
                  <a:lnTo>
                    <a:pt x="781444" y="39184"/>
                  </a:lnTo>
                  <a:lnTo>
                    <a:pt x="789259" y="39250"/>
                  </a:lnTo>
                  <a:lnTo>
                    <a:pt x="797073" y="39254"/>
                  </a:lnTo>
                  <a:lnTo>
                    <a:pt x="804888" y="39254"/>
                  </a:lnTo>
                  <a:lnTo>
                    <a:pt x="812702" y="39254"/>
                  </a:lnTo>
                  <a:lnTo>
                    <a:pt x="820517" y="39275"/>
                  </a:lnTo>
                  <a:lnTo>
                    <a:pt x="828331" y="39344"/>
                  </a:lnTo>
                  <a:lnTo>
                    <a:pt x="836145" y="39298"/>
                  </a:lnTo>
                  <a:lnTo>
                    <a:pt x="843960" y="39256"/>
                  </a:lnTo>
                  <a:lnTo>
                    <a:pt x="851774" y="39358"/>
                  </a:lnTo>
                  <a:lnTo>
                    <a:pt x="859589" y="39363"/>
                  </a:lnTo>
                  <a:lnTo>
                    <a:pt x="867403" y="39364"/>
                  </a:lnTo>
                  <a:lnTo>
                    <a:pt x="875218" y="39355"/>
                  </a:lnTo>
                  <a:lnTo>
                    <a:pt x="883032" y="39350"/>
                  </a:lnTo>
                  <a:lnTo>
                    <a:pt x="890847" y="39348"/>
                  </a:lnTo>
                  <a:lnTo>
                    <a:pt x="898661" y="39351"/>
                  </a:lnTo>
                  <a:lnTo>
                    <a:pt x="906476" y="39343"/>
                  </a:lnTo>
                  <a:lnTo>
                    <a:pt x="914290" y="39336"/>
                  </a:lnTo>
                  <a:lnTo>
                    <a:pt x="922104" y="39332"/>
                  </a:lnTo>
                  <a:lnTo>
                    <a:pt x="929919" y="39319"/>
                  </a:lnTo>
                  <a:lnTo>
                    <a:pt x="937733" y="39309"/>
                  </a:lnTo>
                  <a:lnTo>
                    <a:pt x="945548" y="39283"/>
                  </a:lnTo>
                  <a:lnTo>
                    <a:pt x="953362" y="39305"/>
                  </a:lnTo>
                  <a:lnTo>
                    <a:pt x="961177" y="39311"/>
                  </a:lnTo>
                  <a:lnTo>
                    <a:pt x="968991" y="39306"/>
                  </a:lnTo>
                  <a:lnTo>
                    <a:pt x="976806" y="39280"/>
                  </a:lnTo>
                  <a:lnTo>
                    <a:pt x="984620" y="39298"/>
                  </a:lnTo>
                  <a:lnTo>
                    <a:pt x="992434" y="39294"/>
                  </a:lnTo>
                  <a:lnTo>
                    <a:pt x="1000249" y="39330"/>
                  </a:lnTo>
                  <a:lnTo>
                    <a:pt x="1008063" y="39435"/>
                  </a:lnTo>
                  <a:lnTo>
                    <a:pt x="1015878" y="39454"/>
                  </a:lnTo>
                  <a:lnTo>
                    <a:pt x="1023692" y="39387"/>
                  </a:lnTo>
                  <a:lnTo>
                    <a:pt x="1031507" y="39321"/>
                  </a:lnTo>
                  <a:lnTo>
                    <a:pt x="1039321" y="39270"/>
                  </a:lnTo>
                  <a:lnTo>
                    <a:pt x="1047136" y="39349"/>
                  </a:lnTo>
                  <a:lnTo>
                    <a:pt x="1054950" y="39448"/>
                  </a:lnTo>
                  <a:lnTo>
                    <a:pt x="1062765" y="39546"/>
                  </a:lnTo>
                  <a:lnTo>
                    <a:pt x="1070579" y="39584"/>
                  </a:lnTo>
                  <a:lnTo>
                    <a:pt x="1078393" y="39552"/>
                  </a:lnTo>
                  <a:lnTo>
                    <a:pt x="1086208" y="39473"/>
                  </a:lnTo>
                  <a:lnTo>
                    <a:pt x="1094022" y="39394"/>
                  </a:lnTo>
                  <a:lnTo>
                    <a:pt x="1101837" y="39315"/>
                  </a:lnTo>
                  <a:lnTo>
                    <a:pt x="1109651" y="39268"/>
                  </a:lnTo>
                  <a:lnTo>
                    <a:pt x="1117466" y="39268"/>
                  </a:lnTo>
                  <a:lnTo>
                    <a:pt x="1125280" y="39269"/>
                  </a:lnTo>
                  <a:lnTo>
                    <a:pt x="1133095" y="39269"/>
                  </a:lnTo>
                  <a:lnTo>
                    <a:pt x="1140909" y="39269"/>
                  </a:lnTo>
                  <a:lnTo>
                    <a:pt x="1148723" y="39269"/>
                  </a:lnTo>
                  <a:lnTo>
                    <a:pt x="1156538" y="39266"/>
                  </a:lnTo>
                  <a:lnTo>
                    <a:pt x="1164352" y="39271"/>
                  </a:lnTo>
                  <a:lnTo>
                    <a:pt x="1172167" y="39300"/>
                  </a:lnTo>
                  <a:lnTo>
                    <a:pt x="1179981" y="39333"/>
                  </a:lnTo>
                  <a:lnTo>
                    <a:pt x="1187796" y="39363"/>
                  </a:lnTo>
                  <a:lnTo>
                    <a:pt x="1195610" y="39332"/>
                  </a:lnTo>
                  <a:lnTo>
                    <a:pt x="1203425" y="39273"/>
                  </a:lnTo>
                  <a:lnTo>
                    <a:pt x="1211239" y="39265"/>
                  </a:lnTo>
                  <a:lnTo>
                    <a:pt x="1219053" y="39256"/>
                  </a:lnTo>
                  <a:lnTo>
                    <a:pt x="1226868" y="39186"/>
                  </a:lnTo>
                  <a:lnTo>
                    <a:pt x="1234682" y="39229"/>
                  </a:lnTo>
                  <a:lnTo>
                    <a:pt x="1242497" y="39257"/>
                  </a:lnTo>
                  <a:lnTo>
                    <a:pt x="1250311" y="39242"/>
                  </a:lnTo>
                  <a:lnTo>
                    <a:pt x="1258126" y="39227"/>
                  </a:lnTo>
                  <a:lnTo>
                    <a:pt x="1265940" y="39212"/>
                  </a:lnTo>
                  <a:lnTo>
                    <a:pt x="1273755" y="39197"/>
                  </a:lnTo>
                  <a:lnTo>
                    <a:pt x="1281569" y="39182"/>
                  </a:lnTo>
                  <a:lnTo>
                    <a:pt x="1289384" y="39167"/>
                  </a:lnTo>
                  <a:lnTo>
                    <a:pt x="1297198" y="39152"/>
                  </a:lnTo>
                  <a:lnTo>
                    <a:pt x="1305012" y="39137"/>
                  </a:lnTo>
                  <a:lnTo>
                    <a:pt x="1312827" y="39121"/>
                  </a:lnTo>
                  <a:lnTo>
                    <a:pt x="1320641" y="39104"/>
                  </a:lnTo>
                  <a:lnTo>
                    <a:pt x="1328456" y="39088"/>
                  </a:lnTo>
                  <a:lnTo>
                    <a:pt x="1336270" y="39073"/>
                  </a:lnTo>
                  <a:lnTo>
                    <a:pt x="1344085" y="39058"/>
                  </a:lnTo>
                  <a:lnTo>
                    <a:pt x="1351899" y="39044"/>
                  </a:lnTo>
                  <a:lnTo>
                    <a:pt x="1359714" y="39034"/>
                  </a:lnTo>
                  <a:lnTo>
                    <a:pt x="1367528" y="39066"/>
                  </a:lnTo>
                  <a:lnTo>
                    <a:pt x="1375342" y="39068"/>
                  </a:lnTo>
                  <a:lnTo>
                    <a:pt x="1383157" y="39027"/>
                  </a:lnTo>
                  <a:lnTo>
                    <a:pt x="1390971" y="38987"/>
                  </a:lnTo>
                  <a:lnTo>
                    <a:pt x="1398786" y="38983"/>
                  </a:lnTo>
                  <a:lnTo>
                    <a:pt x="1406600" y="39041"/>
                  </a:lnTo>
                  <a:lnTo>
                    <a:pt x="1414415" y="39067"/>
                  </a:lnTo>
                  <a:lnTo>
                    <a:pt x="1422229" y="39062"/>
                  </a:lnTo>
                  <a:lnTo>
                    <a:pt x="1430044" y="39058"/>
                  </a:lnTo>
                  <a:lnTo>
                    <a:pt x="1437858" y="39053"/>
                  </a:lnTo>
                  <a:lnTo>
                    <a:pt x="1445672" y="39049"/>
                  </a:lnTo>
                  <a:lnTo>
                    <a:pt x="1453487" y="39044"/>
                  </a:lnTo>
                  <a:lnTo>
                    <a:pt x="1461301" y="39040"/>
                  </a:lnTo>
                  <a:lnTo>
                    <a:pt x="1469116" y="39036"/>
                  </a:lnTo>
                  <a:lnTo>
                    <a:pt x="1476930" y="39031"/>
                  </a:lnTo>
                  <a:lnTo>
                    <a:pt x="1484745" y="39027"/>
                  </a:lnTo>
                  <a:lnTo>
                    <a:pt x="1492559" y="39022"/>
                  </a:lnTo>
                  <a:lnTo>
                    <a:pt x="1500374" y="39018"/>
                  </a:lnTo>
                  <a:lnTo>
                    <a:pt x="1508188" y="39013"/>
                  </a:lnTo>
                  <a:lnTo>
                    <a:pt x="1516003" y="39009"/>
                  </a:lnTo>
                  <a:lnTo>
                    <a:pt x="1523817" y="38995"/>
                  </a:lnTo>
                  <a:lnTo>
                    <a:pt x="1531631" y="38974"/>
                  </a:lnTo>
                  <a:lnTo>
                    <a:pt x="1539446" y="38953"/>
                  </a:lnTo>
                  <a:lnTo>
                    <a:pt x="1547260" y="38919"/>
                  </a:lnTo>
                  <a:lnTo>
                    <a:pt x="1555075" y="38884"/>
                  </a:lnTo>
                  <a:lnTo>
                    <a:pt x="1562889" y="38850"/>
                  </a:lnTo>
                  <a:lnTo>
                    <a:pt x="1570704" y="38815"/>
                  </a:lnTo>
                  <a:lnTo>
                    <a:pt x="1578518" y="38755"/>
                  </a:lnTo>
                  <a:lnTo>
                    <a:pt x="1586333" y="38711"/>
                  </a:lnTo>
                  <a:lnTo>
                    <a:pt x="1594147" y="38708"/>
                  </a:lnTo>
                  <a:lnTo>
                    <a:pt x="1601961" y="38675"/>
                  </a:lnTo>
                  <a:lnTo>
                    <a:pt x="1609776" y="38643"/>
                  </a:lnTo>
                  <a:lnTo>
                    <a:pt x="1617590" y="38634"/>
                  </a:lnTo>
                  <a:lnTo>
                    <a:pt x="1625405" y="38625"/>
                  </a:lnTo>
                  <a:lnTo>
                    <a:pt x="1633219" y="38617"/>
                  </a:lnTo>
                  <a:lnTo>
                    <a:pt x="1641034" y="38608"/>
                  </a:lnTo>
                  <a:lnTo>
                    <a:pt x="1648848" y="38600"/>
                  </a:lnTo>
                  <a:lnTo>
                    <a:pt x="1656663" y="38591"/>
                  </a:lnTo>
                  <a:lnTo>
                    <a:pt x="1664477" y="38583"/>
                  </a:lnTo>
                  <a:lnTo>
                    <a:pt x="1672291" y="38575"/>
                  </a:lnTo>
                  <a:lnTo>
                    <a:pt x="1680106" y="38562"/>
                  </a:lnTo>
                  <a:lnTo>
                    <a:pt x="1687920" y="38540"/>
                  </a:lnTo>
                  <a:lnTo>
                    <a:pt x="1695735" y="38519"/>
                  </a:lnTo>
                  <a:lnTo>
                    <a:pt x="1703549" y="38497"/>
                  </a:lnTo>
                  <a:lnTo>
                    <a:pt x="1711364" y="38475"/>
                  </a:lnTo>
                  <a:lnTo>
                    <a:pt x="1719178" y="38453"/>
                  </a:lnTo>
                  <a:lnTo>
                    <a:pt x="1726993" y="38432"/>
                  </a:lnTo>
                  <a:lnTo>
                    <a:pt x="1734807" y="38410"/>
                  </a:lnTo>
                  <a:lnTo>
                    <a:pt x="1742622" y="38388"/>
                  </a:lnTo>
                  <a:lnTo>
                    <a:pt x="1750436" y="38366"/>
                  </a:lnTo>
                  <a:lnTo>
                    <a:pt x="1758250" y="38344"/>
                  </a:lnTo>
                  <a:lnTo>
                    <a:pt x="1766065" y="38323"/>
                  </a:lnTo>
                  <a:lnTo>
                    <a:pt x="1773879" y="38301"/>
                  </a:lnTo>
                  <a:lnTo>
                    <a:pt x="1781694" y="38279"/>
                  </a:lnTo>
                  <a:lnTo>
                    <a:pt x="1789508" y="38257"/>
                  </a:lnTo>
                  <a:lnTo>
                    <a:pt x="1797323" y="38235"/>
                  </a:lnTo>
                  <a:lnTo>
                    <a:pt x="1805137" y="38213"/>
                  </a:lnTo>
                  <a:lnTo>
                    <a:pt x="1812952" y="38191"/>
                  </a:lnTo>
                  <a:lnTo>
                    <a:pt x="1820766" y="38170"/>
                  </a:lnTo>
                  <a:lnTo>
                    <a:pt x="1828580" y="38157"/>
                  </a:lnTo>
                  <a:lnTo>
                    <a:pt x="1836395" y="38170"/>
                  </a:lnTo>
                  <a:lnTo>
                    <a:pt x="1844209" y="38183"/>
                  </a:lnTo>
                  <a:lnTo>
                    <a:pt x="1852024" y="38200"/>
                  </a:lnTo>
                  <a:lnTo>
                    <a:pt x="1859838" y="38256"/>
                  </a:lnTo>
                  <a:lnTo>
                    <a:pt x="1867653" y="38312"/>
                  </a:lnTo>
                  <a:lnTo>
                    <a:pt x="1875467" y="38368"/>
                  </a:lnTo>
                  <a:lnTo>
                    <a:pt x="1883282" y="38363"/>
                  </a:lnTo>
                  <a:lnTo>
                    <a:pt x="1891096" y="38355"/>
                  </a:lnTo>
                  <a:lnTo>
                    <a:pt x="1898910" y="38348"/>
                  </a:lnTo>
                  <a:lnTo>
                    <a:pt x="1906725" y="38340"/>
                  </a:lnTo>
                  <a:lnTo>
                    <a:pt x="1914539" y="38333"/>
                  </a:lnTo>
                  <a:lnTo>
                    <a:pt x="1922354" y="38325"/>
                  </a:lnTo>
                  <a:lnTo>
                    <a:pt x="1930168" y="38333"/>
                  </a:lnTo>
                  <a:lnTo>
                    <a:pt x="1937983" y="38346"/>
                  </a:lnTo>
                  <a:lnTo>
                    <a:pt x="1945797" y="38359"/>
                  </a:lnTo>
                  <a:lnTo>
                    <a:pt x="1953612" y="38371"/>
                  </a:lnTo>
                  <a:lnTo>
                    <a:pt x="1961426" y="38384"/>
                  </a:lnTo>
                  <a:lnTo>
                    <a:pt x="1969241" y="38397"/>
                  </a:lnTo>
                  <a:lnTo>
                    <a:pt x="1977055" y="38410"/>
                  </a:lnTo>
                  <a:lnTo>
                    <a:pt x="1984869" y="38423"/>
                  </a:lnTo>
                  <a:lnTo>
                    <a:pt x="1992684" y="38436"/>
                  </a:lnTo>
                  <a:lnTo>
                    <a:pt x="2000498" y="38450"/>
                  </a:lnTo>
                  <a:lnTo>
                    <a:pt x="2008313" y="38465"/>
                  </a:lnTo>
                  <a:lnTo>
                    <a:pt x="2016127" y="38479"/>
                  </a:lnTo>
                  <a:lnTo>
                    <a:pt x="2023942" y="384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9" name="pl268"/>
            <p:cNvSpPr/>
            <p:nvPr/>
          </p:nvSpPr>
          <p:spPr>
            <a:xfrm>
              <a:off x="6041499" y="4648115"/>
              <a:ext cx="2023942" cy="39981"/>
            </a:xfrm>
            <a:custGeom>
              <a:avLst/>
              <a:pathLst>
                <a:path w="2023942" h="39981">
                  <a:moveTo>
                    <a:pt x="2023942" y="39981"/>
                  </a:moveTo>
                  <a:lnTo>
                    <a:pt x="2016127" y="39940"/>
                  </a:lnTo>
                  <a:lnTo>
                    <a:pt x="2008313" y="39898"/>
                  </a:lnTo>
                  <a:lnTo>
                    <a:pt x="2000498" y="39856"/>
                  </a:lnTo>
                  <a:lnTo>
                    <a:pt x="1992684" y="39813"/>
                  </a:lnTo>
                  <a:lnTo>
                    <a:pt x="1984869" y="39769"/>
                  </a:lnTo>
                  <a:lnTo>
                    <a:pt x="1977055" y="39725"/>
                  </a:lnTo>
                  <a:lnTo>
                    <a:pt x="1969241" y="39680"/>
                  </a:lnTo>
                  <a:lnTo>
                    <a:pt x="1961426" y="39635"/>
                  </a:lnTo>
                  <a:lnTo>
                    <a:pt x="1953612" y="39589"/>
                  </a:lnTo>
                  <a:lnTo>
                    <a:pt x="1945797" y="39543"/>
                  </a:lnTo>
                  <a:lnTo>
                    <a:pt x="1937983" y="39496"/>
                  </a:lnTo>
                  <a:lnTo>
                    <a:pt x="1930168" y="39448"/>
                  </a:lnTo>
                  <a:lnTo>
                    <a:pt x="1922354" y="39400"/>
                  </a:lnTo>
                  <a:lnTo>
                    <a:pt x="1914539" y="39343"/>
                  </a:lnTo>
                  <a:lnTo>
                    <a:pt x="1906725" y="39250"/>
                  </a:lnTo>
                  <a:lnTo>
                    <a:pt x="1898910" y="39168"/>
                  </a:lnTo>
                  <a:lnTo>
                    <a:pt x="1891096" y="39123"/>
                  </a:lnTo>
                  <a:lnTo>
                    <a:pt x="1883282" y="39078"/>
                  </a:lnTo>
                  <a:lnTo>
                    <a:pt x="1875467" y="39031"/>
                  </a:lnTo>
                  <a:lnTo>
                    <a:pt x="1867653" y="38984"/>
                  </a:lnTo>
                  <a:lnTo>
                    <a:pt x="1859838" y="38937"/>
                  </a:lnTo>
                  <a:lnTo>
                    <a:pt x="1852024" y="38873"/>
                  </a:lnTo>
                  <a:lnTo>
                    <a:pt x="1844209" y="38769"/>
                  </a:lnTo>
                  <a:lnTo>
                    <a:pt x="1836395" y="38663"/>
                  </a:lnTo>
                  <a:lnTo>
                    <a:pt x="1828580" y="38557"/>
                  </a:lnTo>
                  <a:lnTo>
                    <a:pt x="1820766" y="38450"/>
                  </a:lnTo>
                  <a:lnTo>
                    <a:pt x="1812952" y="38342"/>
                  </a:lnTo>
                  <a:lnTo>
                    <a:pt x="1805137" y="38233"/>
                  </a:lnTo>
                  <a:lnTo>
                    <a:pt x="1797323" y="38124"/>
                  </a:lnTo>
                  <a:lnTo>
                    <a:pt x="1789508" y="38014"/>
                  </a:lnTo>
                  <a:lnTo>
                    <a:pt x="1781694" y="37951"/>
                  </a:lnTo>
                  <a:lnTo>
                    <a:pt x="1773879" y="37916"/>
                  </a:lnTo>
                  <a:lnTo>
                    <a:pt x="1766065" y="37880"/>
                  </a:lnTo>
                  <a:lnTo>
                    <a:pt x="1758250" y="37841"/>
                  </a:lnTo>
                  <a:lnTo>
                    <a:pt x="1750436" y="37738"/>
                  </a:lnTo>
                  <a:lnTo>
                    <a:pt x="1742622" y="37635"/>
                  </a:lnTo>
                  <a:lnTo>
                    <a:pt x="1734807" y="37530"/>
                  </a:lnTo>
                  <a:lnTo>
                    <a:pt x="1726993" y="37455"/>
                  </a:lnTo>
                  <a:lnTo>
                    <a:pt x="1719178" y="37397"/>
                  </a:lnTo>
                  <a:lnTo>
                    <a:pt x="1711364" y="37339"/>
                  </a:lnTo>
                  <a:lnTo>
                    <a:pt x="1703549" y="37255"/>
                  </a:lnTo>
                  <a:lnTo>
                    <a:pt x="1695735" y="37143"/>
                  </a:lnTo>
                  <a:lnTo>
                    <a:pt x="1687920" y="37030"/>
                  </a:lnTo>
                  <a:lnTo>
                    <a:pt x="1680106" y="36915"/>
                  </a:lnTo>
                  <a:lnTo>
                    <a:pt x="1672291" y="36816"/>
                  </a:lnTo>
                  <a:lnTo>
                    <a:pt x="1664477" y="36744"/>
                  </a:lnTo>
                  <a:lnTo>
                    <a:pt x="1656663" y="36671"/>
                  </a:lnTo>
                  <a:lnTo>
                    <a:pt x="1648848" y="36598"/>
                  </a:lnTo>
                  <a:lnTo>
                    <a:pt x="1641034" y="36523"/>
                  </a:lnTo>
                  <a:lnTo>
                    <a:pt x="1633219" y="36448"/>
                  </a:lnTo>
                  <a:lnTo>
                    <a:pt x="1625405" y="36372"/>
                  </a:lnTo>
                  <a:lnTo>
                    <a:pt x="1617590" y="36295"/>
                  </a:lnTo>
                  <a:lnTo>
                    <a:pt x="1609776" y="36218"/>
                  </a:lnTo>
                  <a:lnTo>
                    <a:pt x="1601961" y="36139"/>
                  </a:lnTo>
                  <a:lnTo>
                    <a:pt x="1594147" y="36060"/>
                  </a:lnTo>
                  <a:lnTo>
                    <a:pt x="1586333" y="35979"/>
                  </a:lnTo>
                  <a:lnTo>
                    <a:pt x="1578518" y="35898"/>
                  </a:lnTo>
                  <a:lnTo>
                    <a:pt x="1570704" y="35816"/>
                  </a:lnTo>
                  <a:lnTo>
                    <a:pt x="1562889" y="35732"/>
                  </a:lnTo>
                  <a:lnTo>
                    <a:pt x="1555075" y="35660"/>
                  </a:lnTo>
                  <a:lnTo>
                    <a:pt x="1547260" y="35589"/>
                  </a:lnTo>
                  <a:lnTo>
                    <a:pt x="1539446" y="35518"/>
                  </a:lnTo>
                  <a:lnTo>
                    <a:pt x="1531631" y="35445"/>
                  </a:lnTo>
                  <a:lnTo>
                    <a:pt x="1523817" y="35370"/>
                  </a:lnTo>
                  <a:lnTo>
                    <a:pt x="1516003" y="35294"/>
                  </a:lnTo>
                  <a:lnTo>
                    <a:pt x="1508188" y="35218"/>
                  </a:lnTo>
                  <a:lnTo>
                    <a:pt x="1500374" y="35129"/>
                  </a:lnTo>
                  <a:lnTo>
                    <a:pt x="1492559" y="34998"/>
                  </a:lnTo>
                  <a:lnTo>
                    <a:pt x="1484745" y="34866"/>
                  </a:lnTo>
                  <a:lnTo>
                    <a:pt x="1476930" y="34752"/>
                  </a:lnTo>
                  <a:lnTo>
                    <a:pt x="1469116" y="34656"/>
                  </a:lnTo>
                  <a:lnTo>
                    <a:pt x="1461301" y="34559"/>
                  </a:lnTo>
                  <a:lnTo>
                    <a:pt x="1453487" y="34424"/>
                  </a:lnTo>
                  <a:lnTo>
                    <a:pt x="1445672" y="34294"/>
                  </a:lnTo>
                  <a:lnTo>
                    <a:pt x="1437858" y="34227"/>
                  </a:lnTo>
                  <a:lnTo>
                    <a:pt x="1430044" y="34158"/>
                  </a:lnTo>
                  <a:lnTo>
                    <a:pt x="1422229" y="34066"/>
                  </a:lnTo>
                  <a:lnTo>
                    <a:pt x="1414415" y="33945"/>
                  </a:lnTo>
                  <a:lnTo>
                    <a:pt x="1406600" y="33819"/>
                  </a:lnTo>
                  <a:lnTo>
                    <a:pt x="1398786" y="33692"/>
                  </a:lnTo>
                  <a:lnTo>
                    <a:pt x="1390971" y="33563"/>
                  </a:lnTo>
                  <a:lnTo>
                    <a:pt x="1383157" y="33432"/>
                  </a:lnTo>
                  <a:lnTo>
                    <a:pt x="1375342" y="33299"/>
                  </a:lnTo>
                  <a:lnTo>
                    <a:pt x="1367528" y="33160"/>
                  </a:lnTo>
                  <a:lnTo>
                    <a:pt x="1359714" y="33029"/>
                  </a:lnTo>
                  <a:lnTo>
                    <a:pt x="1351899" y="32892"/>
                  </a:lnTo>
                  <a:lnTo>
                    <a:pt x="1344085" y="32754"/>
                  </a:lnTo>
                  <a:lnTo>
                    <a:pt x="1336270" y="32624"/>
                  </a:lnTo>
                  <a:lnTo>
                    <a:pt x="1328456" y="32515"/>
                  </a:lnTo>
                  <a:lnTo>
                    <a:pt x="1320641" y="32394"/>
                  </a:lnTo>
                  <a:lnTo>
                    <a:pt x="1312827" y="32271"/>
                  </a:lnTo>
                  <a:lnTo>
                    <a:pt x="1305012" y="32147"/>
                  </a:lnTo>
                  <a:lnTo>
                    <a:pt x="1297198" y="32019"/>
                  </a:lnTo>
                  <a:lnTo>
                    <a:pt x="1289384" y="31890"/>
                  </a:lnTo>
                  <a:lnTo>
                    <a:pt x="1281569" y="31759"/>
                  </a:lnTo>
                  <a:lnTo>
                    <a:pt x="1273755" y="31583"/>
                  </a:lnTo>
                  <a:lnTo>
                    <a:pt x="1265940" y="31400"/>
                  </a:lnTo>
                  <a:lnTo>
                    <a:pt x="1258126" y="31215"/>
                  </a:lnTo>
                  <a:lnTo>
                    <a:pt x="1250311" y="31028"/>
                  </a:lnTo>
                  <a:lnTo>
                    <a:pt x="1242497" y="30833"/>
                  </a:lnTo>
                  <a:lnTo>
                    <a:pt x="1234682" y="30637"/>
                  </a:lnTo>
                  <a:lnTo>
                    <a:pt x="1226868" y="30438"/>
                  </a:lnTo>
                  <a:lnTo>
                    <a:pt x="1219053" y="30262"/>
                  </a:lnTo>
                  <a:lnTo>
                    <a:pt x="1211239" y="30062"/>
                  </a:lnTo>
                  <a:lnTo>
                    <a:pt x="1203425" y="29863"/>
                  </a:lnTo>
                  <a:lnTo>
                    <a:pt x="1195610" y="29682"/>
                  </a:lnTo>
                  <a:lnTo>
                    <a:pt x="1187796" y="29556"/>
                  </a:lnTo>
                  <a:lnTo>
                    <a:pt x="1179981" y="29376"/>
                  </a:lnTo>
                  <a:lnTo>
                    <a:pt x="1172167" y="29212"/>
                  </a:lnTo>
                  <a:lnTo>
                    <a:pt x="1164352" y="29069"/>
                  </a:lnTo>
                  <a:lnTo>
                    <a:pt x="1156538" y="28924"/>
                  </a:lnTo>
                  <a:lnTo>
                    <a:pt x="1148723" y="28777"/>
                  </a:lnTo>
                  <a:lnTo>
                    <a:pt x="1140909" y="28628"/>
                  </a:lnTo>
                  <a:lnTo>
                    <a:pt x="1133095" y="28478"/>
                  </a:lnTo>
                  <a:lnTo>
                    <a:pt x="1125280" y="28325"/>
                  </a:lnTo>
                  <a:lnTo>
                    <a:pt x="1117466" y="28199"/>
                  </a:lnTo>
                  <a:lnTo>
                    <a:pt x="1109651" y="28081"/>
                  </a:lnTo>
                  <a:lnTo>
                    <a:pt x="1101837" y="27961"/>
                  </a:lnTo>
                  <a:lnTo>
                    <a:pt x="1094022" y="27854"/>
                  </a:lnTo>
                  <a:lnTo>
                    <a:pt x="1086208" y="27750"/>
                  </a:lnTo>
                  <a:lnTo>
                    <a:pt x="1078393" y="27589"/>
                  </a:lnTo>
                  <a:lnTo>
                    <a:pt x="1070579" y="27463"/>
                  </a:lnTo>
                  <a:lnTo>
                    <a:pt x="1062765" y="27333"/>
                  </a:lnTo>
                  <a:lnTo>
                    <a:pt x="1054950" y="27171"/>
                  </a:lnTo>
                  <a:lnTo>
                    <a:pt x="1047136" y="26981"/>
                  </a:lnTo>
                  <a:lnTo>
                    <a:pt x="1039321" y="26794"/>
                  </a:lnTo>
                  <a:lnTo>
                    <a:pt x="1031507" y="26594"/>
                  </a:lnTo>
                  <a:lnTo>
                    <a:pt x="1023692" y="26426"/>
                  </a:lnTo>
                  <a:lnTo>
                    <a:pt x="1015878" y="26273"/>
                  </a:lnTo>
                  <a:lnTo>
                    <a:pt x="1008063" y="26119"/>
                  </a:lnTo>
                  <a:lnTo>
                    <a:pt x="1000249" y="25962"/>
                  </a:lnTo>
                  <a:lnTo>
                    <a:pt x="992434" y="25714"/>
                  </a:lnTo>
                  <a:lnTo>
                    <a:pt x="984620" y="25404"/>
                  </a:lnTo>
                  <a:lnTo>
                    <a:pt x="976806" y="25162"/>
                  </a:lnTo>
                  <a:lnTo>
                    <a:pt x="968991" y="24947"/>
                  </a:lnTo>
                  <a:lnTo>
                    <a:pt x="961177" y="24728"/>
                  </a:lnTo>
                  <a:lnTo>
                    <a:pt x="953362" y="24507"/>
                  </a:lnTo>
                  <a:lnTo>
                    <a:pt x="945548" y="24283"/>
                  </a:lnTo>
                  <a:lnTo>
                    <a:pt x="937733" y="24102"/>
                  </a:lnTo>
                  <a:lnTo>
                    <a:pt x="929919" y="23927"/>
                  </a:lnTo>
                  <a:lnTo>
                    <a:pt x="922104" y="23749"/>
                  </a:lnTo>
                  <a:lnTo>
                    <a:pt x="914290" y="23571"/>
                  </a:lnTo>
                  <a:lnTo>
                    <a:pt x="906476" y="23389"/>
                  </a:lnTo>
                  <a:lnTo>
                    <a:pt x="898661" y="23205"/>
                  </a:lnTo>
                  <a:lnTo>
                    <a:pt x="890847" y="23019"/>
                  </a:lnTo>
                  <a:lnTo>
                    <a:pt x="883032" y="22828"/>
                  </a:lnTo>
                  <a:lnTo>
                    <a:pt x="875218" y="22612"/>
                  </a:lnTo>
                  <a:lnTo>
                    <a:pt x="867403" y="22365"/>
                  </a:lnTo>
                  <a:lnTo>
                    <a:pt x="859589" y="22161"/>
                  </a:lnTo>
                  <a:lnTo>
                    <a:pt x="851774" y="22015"/>
                  </a:lnTo>
                  <a:lnTo>
                    <a:pt x="843960" y="21828"/>
                  </a:lnTo>
                  <a:lnTo>
                    <a:pt x="836145" y="21536"/>
                  </a:lnTo>
                  <a:lnTo>
                    <a:pt x="828331" y="21222"/>
                  </a:lnTo>
                  <a:lnTo>
                    <a:pt x="820517" y="20992"/>
                  </a:lnTo>
                  <a:lnTo>
                    <a:pt x="812702" y="20772"/>
                  </a:lnTo>
                  <a:lnTo>
                    <a:pt x="804888" y="20489"/>
                  </a:lnTo>
                  <a:lnTo>
                    <a:pt x="797073" y="20227"/>
                  </a:lnTo>
                  <a:lnTo>
                    <a:pt x="789259" y="19991"/>
                  </a:lnTo>
                  <a:lnTo>
                    <a:pt x="781444" y="19605"/>
                  </a:lnTo>
                  <a:lnTo>
                    <a:pt x="773630" y="19293"/>
                  </a:lnTo>
                  <a:lnTo>
                    <a:pt x="765815" y="19021"/>
                  </a:lnTo>
                  <a:lnTo>
                    <a:pt x="758001" y="18673"/>
                  </a:lnTo>
                  <a:lnTo>
                    <a:pt x="750187" y="18418"/>
                  </a:lnTo>
                  <a:lnTo>
                    <a:pt x="742372" y="18160"/>
                  </a:lnTo>
                  <a:lnTo>
                    <a:pt x="734558" y="17857"/>
                  </a:lnTo>
                  <a:lnTo>
                    <a:pt x="726743" y="17662"/>
                  </a:lnTo>
                  <a:lnTo>
                    <a:pt x="718929" y="17388"/>
                  </a:lnTo>
                  <a:lnTo>
                    <a:pt x="711114" y="17176"/>
                  </a:lnTo>
                  <a:lnTo>
                    <a:pt x="703300" y="16961"/>
                  </a:lnTo>
                  <a:lnTo>
                    <a:pt x="695485" y="16742"/>
                  </a:lnTo>
                  <a:lnTo>
                    <a:pt x="687671" y="16521"/>
                  </a:lnTo>
                  <a:lnTo>
                    <a:pt x="679857" y="16290"/>
                  </a:lnTo>
                  <a:lnTo>
                    <a:pt x="672042" y="15993"/>
                  </a:lnTo>
                  <a:lnTo>
                    <a:pt x="664228" y="15611"/>
                  </a:lnTo>
                  <a:lnTo>
                    <a:pt x="656413" y="15395"/>
                  </a:lnTo>
                  <a:lnTo>
                    <a:pt x="648599" y="15194"/>
                  </a:lnTo>
                  <a:lnTo>
                    <a:pt x="640784" y="14991"/>
                  </a:lnTo>
                  <a:lnTo>
                    <a:pt x="632970" y="14785"/>
                  </a:lnTo>
                  <a:lnTo>
                    <a:pt x="625155" y="14576"/>
                  </a:lnTo>
                  <a:lnTo>
                    <a:pt x="617341" y="14329"/>
                  </a:lnTo>
                  <a:lnTo>
                    <a:pt x="609526" y="14061"/>
                  </a:lnTo>
                  <a:lnTo>
                    <a:pt x="601712" y="13863"/>
                  </a:lnTo>
                  <a:lnTo>
                    <a:pt x="593898" y="13602"/>
                  </a:lnTo>
                  <a:lnTo>
                    <a:pt x="586083" y="13369"/>
                  </a:lnTo>
                  <a:lnTo>
                    <a:pt x="578269" y="13122"/>
                  </a:lnTo>
                  <a:lnTo>
                    <a:pt x="570454" y="12716"/>
                  </a:lnTo>
                  <a:lnTo>
                    <a:pt x="562640" y="12456"/>
                  </a:lnTo>
                  <a:lnTo>
                    <a:pt x="554825" y="12162"/>
                  </a:lnTo>
                  <a:lnTo>
                    <a:pt x="547011" y="11900"/>
                  </a:lnTo>
                  <a:lnTo>
                    <a:pt x="539196" y="11552"/>
                  </a:lnTo>
                  <a:lnTo>
                    <a:pt x="531382" y="11198"/>
                  </a:lnTo>
                  <a:lnTo>
                    <a:pt x="523568" y="10890"/>
                  </a:lnTo>
                  <a:lnTo>
                    <a:pt x="515753" y="10686"/>
                  </a:lnTo>
                  <a:lnTo>
                    <a:pt x="507939" y="10416"/>
                  </a:lnTo>
                  <a:lnTo>
                    <a:pt x="500124" y="10182"/>
                  </a:lnTo>
                  <a:lnTo>
                    <a:pt x="492310" y="9916"/>
                  </a:lnTo>
                  <a:lnTo>
                    <a:pt x="484495" y="9606"/>
                  </a:lnTo>
                  <a:lnTo>
                    <a:pt x="476681" y="9276"/>
                  </a:lnTo>
                  <a:lnTo>
                    <a:pt x="468866" y="9043"/>
                  </a:lnTo>
                  <a:lnTo>
                    <a:pt x="461052" y="8774"/>
                  </a:lnTo>
                  <a:lnTo>
                    <a:pt x="453238" y="8524"/>
                  </a:lnTo>
                  <a:lnTo>
                    <a:pt x="445423" y="8323"/>
                  </a:lnTo>
                  <a:lnTo>
                    <a:pt x="437609" y="8068"/>
                  </a:lnTo>
                  <a:lnTo>
                    <a:pt x="429794" y="7865"/>
                  </a:lnTo>
                  <a:lnTo>
                    <a:pt x="421980" y="7511"/>
                  </a:lnTo>
                  <a:lnTo>
                    <a:pt x="414165" y="7256"/>
                  </a:lnTo>
                  <a:lnTo>
                    <a:pt x="406351" y="7078"/>
                  </a:lnTo>
                  <a:lnTo>
                    <a:pt x="398536" y="6769"/>
                  </a:lnTo>
                  <a:lnTo>
                    <a:pt x="390722" y="6445"/>
                  </a:lnTo>
                  <a:lnTo>
                    <a:pt x="382907" y="6092"/>
                  </a:lnTo>
                  <a:lnTo>
                    <a:pt x="375093" y="5808"/>
                  </a:lnTo>
                  <a:lnTo>
                    <a:pt x="367279" y="5618"/>
                  </a:lnTo>
                  <a:lnTo>
                    <a:pt x="359464" y="5275"/>
                  </a:lnTo>
                  <a:lnTo>
                    <a:pt x="351650" y="4930"/>
                  </a:lnTo>
                  <a:lnTo>
                    <a:pt x="343835" y="4802"/>
                  </a:lnTo>
                  <a:lnTo>
                    <a:pt x="336021" y="4564"/>
                  </a:lnTo>
                  <a:lnTo>
                    <a:pt x="328206" y="4344"/>
                  </a:lnTo>
                  <a:lnTo>
                    <a:pt x="320392" y="4225"/>
                  </a:lnTo>
                  <a:lnTo>
                    <a:pt x="312577" y="4132"/>
                  </a:lnTo>
                  <a:lnTo>
                    <a:pt x="304763" y="4012"/>
                  </a:lnTo>
                  <a:lnTo>
                    <a:pt x="296949" y="3697"/>
                  </a:lnTo>
                  <a:lnTo>
                    <a:pt x="289134" y="3413"/>
                  </a:lnTo>
                  <a:lnTo>
                    <a:pt x="281320" y="3292"/>
                  </a:lnTo>
                  <a:lnTo>
                    <a:pt x="273505" y="3175"/>
                  </a:lnTo>
                  <a:lnTo>
                    <a:pt x="265691" y="3022"/>
                  </a:lnTo>
                  <a:lnTo>
                    <a:pt x="257876" y="2857"/>
                  </a:lnTo>
                  <a:lnTo>
                    <a:pt x="250062" y="2754"/>
                  </a:lnTo>
                  <a:lnTo>
                    <a:pt x="242247" y="2681"/>
                  </a:lnTo>
                  <a:lnTo>
                    <a:pt x="234433" y="2453"/>
                  </a:lnTo>
                  <a:lnTo>
                    <a:pt x="226619" y="2254"/>
                  </a:lnTo>
                  <a:lnTo>
                    <a:pt x="218804" y="2156"/>
                  </a:lnTo>
                  <a:lnTo>
                    <a:pt x="210990" y="2035"/>
                  </a:lnTo>
                  <a:lnTo>
                    <a:pt x="203175" y="1944"/>
                  </a:lnTo>
                  <a:lnTo>
                    <a:pt x="195361" y="1880"/>
                  </a:lnTo>
                  <a:lnTo>
                    <a:pt x="187546" y="1738"/>
                  </a:lnTo>
                  <a:lnTo>
                    <a:pt x="179732" y="1694"/>
                  </a:lnTo>
                  <a:lnTo>
                    <a:pt x="171917" y="1563"/>
                  </a:lnTo>
                  <a:lnTo>
                    <a:pt x="164103" y="1455"/>
                  </a:lnTo>
                  <a:lnTo>
                    <a:pt x="156288" y="1400"/>
                  </a:lnTo>
                  <a:lnTo>
                    <a:pt x="148474" y="1320"/>
                  </a:lnTo>
                  <a:lnTo>
                    <a:pt x="140660" y="1264"/>
                  </a:lnTo>
                  <a:lnTo>
                    <a:pt x="132845" y="1156"/>
                  </a:lnTo>
                  <a:lnTo>
                    <a:pt x="125031" y="1106"/>
                  </a:lnTo>
                  <a:lnTo>
                    <a:pt x="117216" y="1007"/>
                  </a:lnTo>
                  <a:lnTo>
                    <a:pt x="109402" y="933"/>
                  </a:lnTo>
                  <a:lnTo>
                    <a:pt x="101587" y="936"/>
                  </a:lnTo>
                  <a:lnTo>
                    <a:pt x="93773" y="920"/>
                  </a:lnTo>
                  <a:lnTo>
                    <a:pt x="85958" y="891"/>
                  </a:lnTo>
                  <a:lnTo>
                    <a:pt x="78144" y="795"/>
                  </a:lnTo>
                  <a:lnTo>
                    <a:pt x="70330" y="633"/>
                  </a:lnTo>
                  <a:lnTo>
                    <a:pt x="62515" y="546"/>
                  </a:lnTo>
                  <a:lnTo>
                    <a:pt x="54701" y="491"/>
                  </a:lnTo>
                  <a:lnTo>
                    <a:pt x="46886" y="439"/>
                  </a:lnTo>
                  <a:lnTo>
                    <a:pt x="39072" y="234"/>
                  </a:lnTo>
                  <a:lnTo>
                    <a:pt x="31257" y="227"/>
                  </a:lnTo>
                  <a:lnTo>
                    <a:pt x="23443" y="176"/>
                  </a:lnTo>
                  <a:lnTo>
                    <a:pt x="15628" y="40"/>
                  </a:lnTo>
                  <a:lnTo>
                    <a:pt x="7814" y="0"/>
                  </a:lnTo>
                  <a:lnTo>
                    <a:pt x="0" y="1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0" name="pg269"/>
            <p:cNvSpPr/>
            <p:nvPr/>
          </p:nvSpPr>
          <p:spPr>
            <a:xfrm>
              <a:off x="6041499" y="4611330"/>
              <a:ext cx="2023942" cy="75154"/>
            </a:xfrm>
            <a:custGeom>
              <a:avLst/>
              <a:pathLst>
                <a:path w="2023942" h="75154">
                  <a:moveTo>
                    <a:pt x="0" y="0"/>
                  </a:moveTo>
                  <a:lnTo>
                    <a:pt x="7814" y="735"/>
                  </a:lnTo>
                  <a:lnTo>
                    <a:pt x="15628" y="1375"/>
                  </a:lnTo>
                  <a:lnTo>
                    <a:pt x="23443" y="2063"/>
                  </a:lnTo>
                  <a:lnTo>
                    <a:pt x="31257" y="2691"/>
                  </a:lnTo>
                  <a:lnTo>
                    <a:pt x="39072" y="3275"/>
                  </a:lnTo>
                  <a:lnTo>
                    <a:pt x="46886" y="3856"/>
                  </a:lnTo>
                  <a:lnTo>
                    <a:pt x="54701" y="4541"/>
                  </a:lnTo>
                  <a:lnTo>
                    <a:pt x="62515" y="5257"/>
                  </a:lnTo>
                  <a:lnTo>
                    <a:pt x="70330" y="5984"/>
                  </a:lnTo>
                  <a:lnTo>
                    <a:pt x="78144" y="6664"/>
                  </a:lnTo>
                  <a:lnTo>
                    <a:pt x="85958" y="7329"/>
                  </a:lnTo>
                  <a:lnTo>
                    <a:pt x="93773" y="7963"/>
                  </a:lnTo>
                  <a:lnTo>
                    <a:pt x="101587" y="8734"/>
                  </a:lnTo>
                  <a:lnTo>
                    <a:pt x="109402" y="9526"/>
                  </a:lnTo>
                  <a:lnTo>
                    <a:pt x="117216" y="10183"/>
                  </a:lnTo>
                  <a:lnTo>
                    <a:pt x="125031" y="10708"/>
                  </a:lnTo>
                  <a:lnTo>
                    <a:pt x="132845" y="11219"/>
                  </a:lnTo>
                  <a:lnTo>
                    <a:pt x="140660" y="11734"/>
                  </a:lnTo>
                  <a:lnTo>
                    <a:pt x="148474" y="12456"/>
                  </a:lnTo>
                  <a:lnTo>
                    <a:pt x="156288" y="12942"/>
                  </a:lnTo>
                  <a:lnTo>
                    <a:pt x="164103" y="13539"/>
                  </a:lnTo>
                  <a:lnTo>
                    <a:pt x="171917" y="14126"/>
                  </a:lnTo>
                  <a:lnTo>
                    <a:pt x="179732" y="14715"/>
                  </a:lnTo>
                  <a:lnTo>
                    <a:pt x="187546" y="15339"/>
                  </a:lnTo>
                  <a:lnTo>
                    <a:pt x="195361" y="15942"/>
                  </a:lnTo>
                  <a:lnTo>
                    <a:pt x="203175" y="16534"/>
                  </a:lnTo>
                  <a:lnTo>
                    <a:pt x="210990" y="17044"/>
                  </a:lnTo>
                  <a:lnTo>
                    <a:pt x="218804" y="17513"/>
                  </a:lnTo>
                  <a:lnTo>
                    <a:pt x="226619" y="17977"/>
                  </a:lnTo>
                  <a:lnTo>
                    <a:pt x="234433" y="18568"/>
                  </a:lnTo>
                  <a:lnTo>
                    <a:pt x="242247" y="18908"/>
                  </a:lnTo>
                  <a:lnTo>
                    <a:pt x="250062" y="19332"/>
                  </a:lnTo>
                  <a:lnTo>
                    <a:pt x="257876" y="19810"/>
                  </a:lnTo>
                  <a:lnTo>
                    <a:pt x="265691" y="20286"/>
                  </a:lnTo>
                  <a:lnTo>
                    <a:pt x="273505" y="20680"/>
                  </a:lnTo>
                  <a:lnTo>
                    <a:pt x="281320" y="21035"/>
                  </a:lnTo>
                  <a:lnTo>
                    <a:pt x="289134" y="21422"/>
                  </a:lnTo>
                  <a:lnTo>
                    <a:pt x="296949" y="21814"/>
                  </a:lnTo>
                  <a:lnTo>
                    <a:pt x="304763" y="22193"/>
                  </a:lnTo>
                  <a:lnTo>
                    <a:pt x="312577" y="22537"/>
                  </a:lnTo>
                  <a:lnTo>
                    <a:pt x="320392" y="22888"/>
                  </a:lnTo>
                  <a:lnTo>
                    <a:pt x="328206" y="23241"/>
                  </a:lnTo>
                  <a:lnTo>
                    <a:pt x="336021" y="23594"/>
                  </a:lnTo>
                  <a:lnTo>
                    <a:pt x="343835" y="23944"/>
                  </a:lnTo>
                  <a:lnTo>
                    <a:pt x="351650" y="24383"/>
                  </a:lnTo>
                  <a:lnTo>
                    <a:pt x="359464" y="24860"/>
                  </a:lnTo>
                  <a:lnTo>
                    <a:pt x="367279" y="25303"/>
                  </a:lnTo>
                  <a:lnTo>
                    <a:pt x="375093" y="25539"/>
                  </a:lnTo>
                  <a:lnTo>
                    <a:pt x="382907" y="25874"/>
                  </a:lnTo>
                  <a:lnTo>
                    <a:pt x="390722" y="26347"/>
                  </a:lnTo>
                  <a:lnTo>
                    <a:pt x="398536" y="26700"/>
                  </a:lnTo>
                  <a:lnTo>
                    <a:pt x="406351" y="26927"/>
                  </a:lnTo>
                  <a:lnTo>
                    <a:pt x="414165" y="27365"/>
                  </a:lnTo>
                  <a:lnTo>
                    <a:pt x="421980" y="27791"/>
                  </a:lnTo>
                  <a:lnTo>
                    <a:pt x="429794" y="28189"/>
                  </a:lnTo>
                  <a:lnTo>
                    <a:pt x="437609" y="28351"/>
                  </a:lnTo>
                  <a:lnTo>
                    <a:pt x="445423" y="28612"/>
                  </a:lnTo>
                  <a:lnTo>
                    <a:pt x="453238" y="28949"/>
                  </a:lnTo>
                  <a:lnTo>
                    <a:pt x="461052" y="29206"/>
                  </a:lnTo>
                  <a:lnTo>
                    <a:pt x="468866" y="29425"/>
                  </a:lnTo>
                  <a:lnTo>
                    <a:pt x="476681" y="29656"/>
                  </a:lnTo>
                  <a:lnTo>
                    <a:pt x="484495" y="29990"/>
                  </a:lnTo>
                  <a:lnTo>
                    <a:pt x="492310" y="30228"/>
                  </a:lnTo>
                  <a:lnTo>
                    <a:pt x="500124" y="30472"/>
                  </a:lnTo>
                  <a:lnTo>
                    <a:pt x="507939" y="30738"/>
                  </a:lnTo>
                  <a:lnTo>
                    <a:pt x="515753" y="30905"/>
                  </a:lnTo>
                  <a:lnTo>
                    <a:pt x="523568" y="31094"/>
                  </a:lnTo>
                  <a:lnTo>
                    <a:pt x="531382" y="31375"/>
                  </a:lnTo>
                  <a:lnTo>
                    <a:pt x="539196" y="31626"/>
                  </a:lnTo>
                  <a:lnTo>
                    <a:pt x="547011" y="31708"/>
                  </a:lnTo>
                  <a:lnTo>
                    <a:pt x="554825" y="31914"/>
                  </a:lnTo>
                  <a:lnTo>
                    <a:pt x="562640" y="31929"/>
                  </a:lnTo>
                  <a:lnTo>
                    <a:pt x="570454" y="32025"/>
                  </a:lnTo>
                  <a:lnTo>
                    <a:pt x="578269" y="32222"/>
                  </a:lnTo>
                  <a:lnTo>
                    <a:pt x="586083" y="32331"/>
                  </a:lnTo>
                  <a:lnTo>
                    <a:pt x="593898" y="32522"/>
                  </a:lnTo>
                  <a:lnTo>
                    <a:pt x="601712" y="32812"/>
                  </a:lnTo>
                  <a:lnTo>
                    <a:pt x="609526" y="32864"/>
                  </a:lnTo>
                  <a:lnTo>
                    <a:pt x="617341" y="32917"/>
                  </a:lnTo>
                  <a:lnTo>
                    <a:pt x="625155" y="32950"/>
                  </a:lnTo>
                  <a:lnTo>
                    <a:pt x="632970" y="33169"/>
                  </a:lnTo>
                  <a:lnTo>
                    <a:pt x="640784" y="33337"/>
                  </a:lnTo>
                  <a:lnTo>
                    <a:pt x="648599" y="33443"/>
                  </a:lnTo>
                  <a:lnTo>
                    <a:pt x="656413" y="33459"/>
                  </a:lnTo>
                  <a:lnTo>
                    <a:pt x="664228" y="33558"/>
                  </a:lnTo>
                  <a:lnTo>
                    <a:pt x="672042" y="33728"/>
                  </a:lnTo>
                  <a:lnTo>
                    <a:pt x="679857" y="33979"/>
                  </a:lnTo>
                  <a:lnTo>
                    <a:pt x="687671" y="34211"/>
                  </a:lnTo>
                  <a:lnTo>
                    <a:pt x="695485" y="34368"/>
                  </a:lnTo>
                  <a:lnTo>
                    <a:pt x="703300" y="34473"/>
                  </a:lnTo>
                  <a:lnTo>
                    <a:pt x="711114" y="34563"/>
                  </a:lnTo>
                  <a:lnTo>
                    <a:pt x="718929" y="34654"/>
                  </a:lnTo>
                  <a:lnTo>
                    <a:pt x="726743" y="34780"/>
                  </a:lnTo>
                  <a:lnTo>
                    <a:pt x="734558" y="34876"/>
                  </a:lnTo>
                  <a:lnTo>
                    <a:pt x="742372" y="34960"/>
                  </a:lnTo>
                  <a:lnTo>
                    <a:pt x="750187" y="35118"/>
                  </a:lnTo>
                  <a:lnTo>
                    <a:pt x="758001" y="35095"/>
                  </a:lnTo>
                  <a:lnTo>
                    <a:pt x="765815" y="35182"/>
                  </a:lnTo>
                  <a:lnTo>
                    <a:pt x="773630" y="35270"/>
                  </a:lnTo>
                  <a:lnTo>
                    <a:pt x="781444" y="35375"/>
                  </a:lnTo>
                  <a:lnTo>
                    <a:pt x="789259" y="35443"/>
                  </a:lnTo>
                  <a:lnTo>
                    <a:pt x="797073" y="35529"/>
                  </a:lnTo>
                  <a:lnTo>
                    <a:pt x="804888" y="35583"/>
                  </a:lnTo>
                  <a:lnTo>
                    <a:pt x="812702" y="35710"/>
                  </a:lnTo>
                  <a:lnTo>
                    <a:pt x="820517" y="35845"/>
                  </a:lnTo>
                  <a:lnTo>
                    <a:pt x="828331" y="35872"/>
                  </a:lnTo>
                  <a:lnTo>
                    <a:pt x="836145" y="35941"/>
                  </a:lnTo>
                  <a:lnTo>
                    <a:pt x="843960" y="36028"/>
                  </a:lnTo>
                  <a:lnTo>
                    <a:pt x="851774" y="36116"/>
                  </a:lnTo>
                  <a:lnTo>
                    <a:pt x="859589" y="36204"/>
                  </a:lnTo>
                  <a:lnTo>
                    <a:pt x="867403" y="36287"/>
                  </a:lnTo>
                  <a:lnTo>
                    <a:pt x="875218" y="36347"/>
                  </a:lnTo>
                  <a:lnTo>
                    <a:pt x="883032" y="36434"/>
                  </a:lnTo>
                  <a:lnTo>
                    <a:pt x="890847" y="36457"/>
                  </a:lnTo>
                  <a:lnTo>
                    <a:pt x="898661" y="36485"/>
                  </a:lnTo>
                  <a:lnTo>
                    <a:pt x="906476" y="36527"/>
                  </a:lnTo>
                  <a:lnTo>
                    <a:pt x="914290" y="36628"/>
                  </a:lnTo>
                  <a:lnTo>
                    <a:pt x="922104" y="36715"/>
                  </a:lnTo>
                  <a:lnTo>
                    <a:pt x="929919" y="36765"/>
                  </a:lnTo>
                  <a:lnTo>
                    <a:pt x="937733" y="36755"/>
                  </a:lnTo>
                  <a:lnTo>
                    <a:pt x="945548" y="36857"/>
                  </a:lnTo>
                  <a:lnTo>
                    <a:pt x="953362" y="36960"/>
                  </a:lnTo>
                  <a:lnTo>
                    <a:pt x="961177" y="37034"/>
                  </a:lnTo>
                  <a:lnTo>
                    <a:pt x="968991" y="37101"/>
                  </a:lnTo>
                  <a:lnTo>
                    <a:pt x="976806" y="37151"/>
                  </a:lnTo>
                  <a:lnTo>
                    <a:pt x="984620" y="37243"/>
                  </a:lnTo>
                  <a:lnTo>
                    <a:pt x="992434" y="37350"/>
                  </a:lnTo>
                  <a:lnTo>
                    <a:pt x="1000249" y="37376"/>
                  </a:lnTo>
                  <a:lnTo>
                    <a:pt x="1008063" y="37454"/>
                  </a:lnTo>
                  <a:lnTo>
                    <a:pt x="1015878" y="37475"/>
                  </a:lnTo>
                  <a:lnTo>
                    <a:pt x="1023692" y="37499"/>
                  </a:lnTo>
                  <a:lnTo>
                    <a:pt x="1031507" y="37567"/>
                  </a:lnTo>
                  <a:lnTo>
                    <a:pt x="1039321" y="37580"/>
                  </a:lnTo>
                  <a:lnTo>
                    <a:pt x="1047136" y="37594"/>
                  </a:lnTo>
                  <a:lnTo>
                    <a:pt x="1054950" y="37607"/>
                  </a:lnTo>
                  <a:lnTo>
                    <a:pt x="1062765" y="37620"/>
                  </a:lnTo>
                  <a:lnTo>
                    <a:pt x="1070579" y="37635"/>
                  </a:lnTo>
                  <a:lnTo>
                    <a:pt x="1078393" y="37752"/>
                  </a:lnTo>
                  <a:lnTo>
                    <a:pt x="1086208" y="37867"/>
                  </a:lnTo>
                  <a:lnTo>
                    <a:pt x="1094022" y="37882"/>
                  </a:lnTo>
                  <a:lnTo>
                    <a:pt x="1101837" y="37878"/>
                  </a:lnTo>
                  <a:lnTo>
                    <a:pt x="1109651" y="37875"/>
                  </a:lnTo>
                  <a:lnTo>
                    <a:pt x="1117466" y="37872"/>
                  </a:lnTo>
                  <a:lnTo>
                    <a:pt x="1125280" y="37872"/>
                  </a:lnTo>
                  <a:lnTo>
                    <a:pt x="1133095" y="37937"/>
                  </a:lnTo>
                  <a:lnTo>
                    <a:pt x="1140909" y="38003"/>
                  </a:lnTo>
                  <a:lnTo>
                    <a:pt x="1148723" y="38069"/>
                  </a:lnTo>
                  <a:lnTo>
                    <a:pt x="1156538" y="38135"/>
                  </a:lnTo>
                  <a:lnTo>
                    <a:pt x="1164352" y="38201"/>
                  </a:lnTo>
                  <a:lnTo>
                    <a:pt x="1172167" y="38268"/>
                  </a:lnTo>
                  <a:lnTo>
                    <a:pt x="1179981" y="38360"/>
                  </a:lnTo>
                  <a:lnTo>
                    <a:pt x="1187796" y="38426"/>
                  </a:lnTo>
                  <a:lnTo>
                    <a:pt x="1195610" y="38465"/>
                  </a:lnTo>
                  <a:lnTo>
                    <a:pt x="1203425" y="38489"/>
                  </a:lnTo>
                  <a:lnTo>
                    <a:pt x="1211239" y="38503"/>
                  </a:lnTo>
                  <a:lnTo>
                    <a:pt x="1219053" y="38517"/>
                  </a:lnTo>
                  <a:lnTo>
                    <a:pt x="1226868" y="38531"/>
                  </a:lnTo>
                  <a:lnTo>
                    <a:pt x="1234682" y="38546"/>
                  </a:lnTo>
                  <a:lnTo>
                    <a:pt x="1242497" y="38596"/>
                  </a:lnTo>
                  <a:lnTo>
                    <a:pt x="1250311" y="38646"/>
                  </a:lnTo>
                  <a:lnTo>
                    <a:pt x="1258126" y="38696"/>
                  </a:lnTo>
                  <a:lnTo>
                    <a:pt x="1265940" y="38711"/>
                  </a:lnTo>
                  <a:lnTo>
                    <a:pt x="1273755" y="38751"/>
                  </a:lnTo>
                  <a:lnTo>
                    <a:pt x="1281569" y="38813"/>
                  </a:lnTo>
                  <a:lnTo>
                    <a:pt x="1289384" y="38876"/>
                  </a:lnTo>
                  <a:lnTo>
                    <a:pt x="1297198" y="38939"/>
                  </a:lnTo>
                  <a:lnTo>
                    <a:pt x="1305012" y="38991"/>
                  </a:lnTo>
                  <a:lnTo>
                    <a:pt x="1312827" y="39030"/>
                  </a:lnTo>
                  <a:lnTo>
                    <a:pt x="1320641" y="39039"/>
                  </a:lnTo>
                  <a:lnTo>
                    <a:pt x="1328456" y="39048"/>
                  </a:lnTo>
                  <a:lnTo>
                    <a:pt x="1336270" y="39084"/>
                  </a:lnTo>
                  <a:lnTo>
                    <a:pt x="1344085" y="39145"/>
                  </a:lnTo>
                  <a:lnTo>
                    <a:pt x="1351899" y="39206"/>
                  </a:lnTo>
                  <a:lnTo>
                    <a:pt x="1359714" y="39255"/>
                  </a:lnTo>
                  <a:lnTo>
                    <a:pt x="1367528" y="39279"/>
                  </a:lnTo>
                  <a:lnTo>
                    <a:pt x="1375342" y="39304"/>
                  </a:lnTo>
                  <a:lnTo>
                    <a:pt x="1383157" y="39330"/>
                  </a:lnTo>
                  <a:lnTo>
                    <a:pt x="1390971" y="39356"/>
                  </a:lnTo>
                  <a:lnTo>
                    <a:pt x="1398786" y="39382"/>
                  </a:lnTo>
                  <a:lnTo>
                    <a:pt x="1406600" y="39408"/>
                  </a:lnTo>
                  <a:lnTo>
                    <a:pt x="1414415" y="39434"/>
                  </a:lnTo>
                  <a:lnTo>
                    <a:pt x="1422229" y="39460"/>
                  </a:lnTo>
                  <a:lnTo>
                    <a:pt x="1430044" y="39514"/>
                  </a:lnTo>
                  <a:lnTo>
                    <a:pt x="1437858" y="39573"/>
                  </a:lnTo>
                  <a:lnTo>
                    <a:pt x="1445672" y="39633"/>
                  </a:lnTo>
                  <a:lnTo>
                    <a:pt x="1453487" y="39692"/>
                  </a:lnTo>
                  <a:lnTo>
                    <a:pt x="1461301" y="39751"/>
                  </a:lnTo>
                  <a:lnTo>
                    <a:pt x="1469116" y="39809"/>
                  </a:lnTo>
                  <a:lnTo>
                    <a:pt x="1476930" y="39868"/>
                  </a:lnTo>
                  <a:lnTo>
                    <a:pt x="1484745" y="39914"/>
                  </a:lnTo>
                  <a:lnTo>
                    <a:pt x="1492559" y="39926"/>
                  </a:lnTo>
                  <a:lnTo>
                    <a:pt x="1500374" y="39938"/>
                  </a:lnTo>
                  <a:lnTo>
                    <a:pt x="1508188" y="39950"/>
                  </a:lnTo>
                  <a:lnTo>
                    <a:pt x="1516003" y="40019"/>
                  </a:lnTo>
                  <a:lnTo>
                    <a:pt x="1523817" y="40037"/>
                  </a:lnTo>
                  <a:lnTo>
                    <a:pt x="1531631" y="40055"/>
                  </a:lnTo>
                  <a:lnTo>
                    <a:pt x="1539446" y="40073"/>
                  </a:lnTo>
                  <a:lnTo>
                    <a:pt x="1547260" y="40091"/>
                  </a:lnTo>
                  <a:lnTo>
                    <a:pt x="1555075" y="40109"/>
                  </a:lnTo>
                  <a:lnTo>
                    <a:pt x="1562889" y="40128"/>
                  </a:lnTo>
                  <a:lnTo>
                    <a:pt x="1570704" y="40147"/>
                  </a:lnTo>
                  <a:lnTo>
                    <a:pt x="1578518" y="40165"/>
                  </a:lnTo>
                  <a:lnTo>
                    <a:pt x="1586333" y="40184"/>
                  </a:lnTo>
                  <a:lnTo>
                    <a:pt x="1594147" y="40202"/>
                  </a:lnTo>
                  <a:lnTo>
                    <a:pt x="1601961" y="40220"/>
                  </a:lnTo>
                  <a:lnTo>
                    <a:pt x="1609776" y="40239"/>
                  </a:lnTo>
                  <a:lnTo>
                    <a:pt x="1617590" y="40264"/>
                  </a:lnTo>
                  <a:lnTo>
                    <a:pt x="1625405" y="40275"/>
                  </a:lnTo>
                  <a:lnTo>
                    <a:pt x="1633219" y="40293"/>
                  </a:lnTo>
                  <a:lnTo>
                    <a:pt x="1641034" y="40311"/>
                  </a:lnTo>
                  <a:lnTo>
                    <a:pt x="1648848" y="40329"/>
                  </a:lnTo>
                  <a:lnTo>
                    <a:pt x="1656663" y="40347"/>
                  </a:lnTo>
                  <a:lnTo>
                    <a:pt x="1664477" y="40365"/>
                  </a:lnTo>
                  <a:lnTo>
                    <a:pt x="1672291" y="40383"/>
                  </a:lnTo>
                  <a:lnTo>
                    <a:pt x="1680106" y="40401"/>
                  </a:lnTo>
                  <a:lnTo>
                    <a:pt x="1687920" y="40420"/>
                  </a:lnTo>
                  <a:lnTo>
                    <a:pt x="1695735" y="40476"/>
                  </a:lnTo>
                  <a:lnTo>
                    <a:pt x="1703549" y="40492"/>
                  </a:lnTo>
                  <a:lnTo>
                    <a:pt x="1711364" y="40501"/>
                  </a:lnTo>
                  <a:lnTo>
                    <a:pt x="1719178" y="40510"/>
                  </a:lnTo>
                  <a:lnTo>
                    <a:pt x="1726993" y="40520"/>
                  </a:lnTo>
                  <a:lnTo>
                    <a:pt x="1734807" y="40546"/>
                  </a:lnTo>
                  <a:lnTo>
                    <a:pt x="1742622" y="40600"/>
                  </a:lnTo>
                  <a:lnTo>
                    <a:pt x="1750436" y="40641"/>
                  </a:lnTo>
                  <a:lnTo>
                    <a:pt x="1758250" y="40637"/>
                  </a:lnTo>
                  <a:lnTo>
                    <a:pt x="1766065" y="40633"/>
                  </a:lnTo>
                  <a:lnTo>
                    <a:pt x="1773879" y="40629"/>
                  </a:lnTo>
                  <a:lnTo>
                    <a:pt x="1781694" y="40635"/>
                  </a:lnTo>
                  <a:lnTo>
                    <a:pt x="1789508" y="40653"/>
                  </a:lnTo>
                  <a:lnTo>
                    <a:pt x="1797323" y="40670"/>
                  </a:lnTo>
                  <a:lnTo>
                    <a:pt x="1805137" y="40687"/>
                  </a:lnTo>
                  <a:lnTo>
                    <a:pt x="1812952" y="40705"/>
                  </a:lnTo>
                  <a:lnTo>
                    <a:pt x="1820766" y="40723"/>
                  </a:lnTo>
                  <a:lnTo>
                    <a:pt x="1828580" y="40740"/>
                  </a:lnTo>
                  <a:lnTo>
                    <a:pt x="1836395" y="40758"/>
                  </a:lnTo>
                  <a:lnTo>
                    <a:pt x="1844209" y="40776"/>
                  </a:lnTo>
                  <a:lnTo>
                    <a:pt x="1852024" y="40795"/>
                  </a:lnTo>
                  <a:lnTo>
                    <a:pt x="1859838" y="40814"/>
                  </a:lnTo>
                  <a:lnTo>
                    <a:pt x="1867653" y="40834"/>
                  </a:lnTo>
                  <a:lnTo>
                    <a:pt x="1875467" y="40849"/>
                  </a:lnTo>
                  <a:lnTo>
                    <a:pt x="1883282" y="40866"/>
                  </a:lnTo>
                  <a:lnTo>
                    <a:pt x="1891096" y="40883"/>
                  </a:lnTo>
                  <a:lnTo>
                    <a:pt x="1898910" y="40901"/>
                  </a:lnTo>
                  <a:lnTo>
                    <a:pt x="1906725" y="40910"/>
                  </a:lnTo>
                  <a:lnTo>
                    <a:pt x="1914539" y="40911"/>
                  </a:lnTo>
                  <a:lnTo>
                    <a:pt x="1922354" y="40911"/>
                  </a:lnTo>
                  <a:lnTo>
                    <a:pt x="1930168" y="40920"/>
                  </a:lnTo>
                  <a:lnTo>
                    <a:pt x="1937983" y="40940"/>
                  </a:lnTo>
                  <a:lnTo>
                    <a:pt x="1945797" y="40960"/>
                  </a:lnTo>
                  <a:lnTo>
                    <a:pt x="1953612" y="40979"/>
                  </a:lnTo>
                  <a:lnTo>
                    <a:pt x="1961426" y="40999"/>
                  </a:lnTo>
                  <a:lnTo>
                    <a:pt x="1969241" y="41018"/>
                  </a:lnTo>
                  <a:lnTo>
                    <a:pt x="1977055" y="41038"/>
                  </a:lnTo>
                  <a:lnTo>
                    <a:pt x="1984869" y="41053"/>
                  </a:lnTo>
                  <a:lnTo>
                    <a:pt x="1992684" y="41066"/>
                  </a:lnTo>
                  <a:lnTo>
                    <a:pt x="2000498" y="41078"/>
                  </a:lnTo>
                  <a:lnTo>
                    <a:pt x="2008313" y="41090"/>
                  </a:lnTo>
                  <a:lnTo>
                    <a:pt x="2016127" y="41102"/>
                  </a:lnTo>
                  <a:lnTo>
                    <a:pt x="2023942" y="41114"/>
                  </a:lnTo>
                  <a:lnTo>
                    <a:pt x="2023942" y="75154"/>
                  </a:lnTo>
                  <a:lnTo>
                    <a:pt x="2016127" y="75098"/>
                  </a:lnTo>
                  <a:lnTo>
                    <a:pt x="2008313" y="75030"/>
                  </a:lnTo>
                  <a:lnTo>
                    <a:pt x="2000498" y="74961"/>
                  </a:lnTo>
                  <a:lnTo>
                    <a:pt x="1992684" y="74892"/>
                  </a:lnTo>
                  <a:lnTo>
                    <a:pt x="1984869" y="74821"/>
                  </a:lnTo>
                  <a:lnTo>
                    <a:pt x="1977055" y="74750"/>
                  </a:lnTo>
                  <a:lnTo>
                    <a:pt x="1969241" y="74679"/>
                  </a:lnTo>
                  <a:lnTo>
                    <a:pt x="1961426" y="74607"/>
                  </a:lnTo>
                  <a:lnTo>
                    <a:pt x="1953612" y="74534"/>
                  </a:lnTo>
                  <a:lnTo>
                    <a:pt x="1945797" y="74461"/>
                  </a:lnTo>
                  <a:lnTo>
                    <a:pt x="1937983" y="74387"/>
                  </a:lnTo>
                  <a:lnTo>
                    <a:pt x="1930168" y="74312"/>
                  </a:lnTo>
                  <a:lnTo>
                    <a:pt x="1922354" y="74244"/>
                  </a:lnTo>
                  <a:lnTo>
                    <a:pt x="1914539" y="74206"/>
                  </a:lnTo>
                  <a:lnTo>
                    <a:pt x="1906725" y="74142"/>
                  </a:lnTo>
                  <a:lnTo>
                    <a:pt x="1898910" y="74065"/>
                  </a:lnTo>
                  <a:lnTo>
                    <a:pt x="1891096" y="73987"/>
                  </a:lnTo>
                  <a:lnTo>
                    <a:pt x="1883282" y="73908"/>
                  </a:lnTo>
                  <a:lnTo>
                    <a:pt x="1875467" y="73829"/>
                  </a:lnTo>
                  <a:lnTo>
                    <a:pt x="1867653" y="73761"/>
                  </a:lnTo>
                  <a:lnTo>
                    <a:pt x="1859838" y="73699"/>
                  </a:lnTo>
                  <a:lnTo>
                    <a:pt x="1852024" y="73636"/>
                  </a:lnTo>
                  <a:lnTo>
                    <a:pt x="1844209" y="73571"/>
                  </a:lnTo>
                  <a:lnTo>
                    <a:pt x="1836395" y="73496"/>
                  </a:lnTo>
                  <a:lnTo>
                    <a:pt x="1828580" y="73413"/>
                  </a:lnTo>
                  <a:lnTo>
                    <a:pt x="1820766" y="73330"/>
                  </a:lnTo>
                  <a:lnTo>
                    <a:pt x="1812952" y="73244"/>
                  </a:lnTo>
                  <a:lnTo>
                    <a:pt x="1805137" y="73158"/>
                  </a:lnTo>
                  <a:lnTo>
                    <a:pt x="1797323" y="73071"/>
                  </a:lnTo>
                  <a:lnTo>
                    <a:pt x="1789508" y="72979"/>
                  </a:lnTo>
                  <a:lnTo>
                    <a:pt x="1781694" y="72896"/>
                  </a:lnTo>
                  <a:lnTo>
                    <a:pt x="1773879" y="72807"/>
                  </a:lnTo>
                  <a:lnTo>
                    <a:pt x="1766065" y="72716"/>
                  </a:lnTo>
                  <a:lnTo>
                    <a:pt x="1758250" y="72606"/>
                  </a:lnTo>
                  <a:lnTo>
                    <a:pt x="1750436" y="72497"/>
                  </a:lnTo>
                  <a:lnTo>
                    <a:pt x="1742622" y="72408"/>
                  </a:lnTo>
                  <a:lnTo>
                    <a:pt x="1734807" y="72301"/>
                  </a:lnTo>
                  <a:lnTo>
                    <a:pt x="1726993" y="72193"/>
                  </a:lnTo>
                  <a:lnTo>
                    <a:pt x="1719178" y="72132"/>
                  </a:lnTo>
                  <a:lnTo>
                    <a:pt x="1711364" y="72052"/>
                  </a:lnTo>
                  <a:lnTo>
                    <a:pt x="1703549" y="71964"/>
                  </a:lnTo>
                  <a:lnTo>
                    <a:pt x="1695735" y="71871"/>
                  </a:lnTo>
                  <a:lnTo>
                    <a:pt x="1687920" y="71790"/>
                  </a:lnTo>
                  <a:lnTo>
                    <a:pt x="1680106" y="71725"/>
                  </a:lnTo>
                  <a:lnTo>
                    <a:pt x="1672291" y="71612"/>
                  </a:lnTo>
                  <a:lnTo>
                    <a:pt x="1664477" y="71502"/>
                  </a:lnTo>
                  <a:lnTo>
                    <a:pt x="1656663" y="71409"/>
                  </a:lnTo>
                  <a:lnTo>
                    <a:pt x="1648848" y="71315"/>
                  </a:lnTo>
                  <a:lnTo>
                    <a:pt x="1641034" y="71221"/>
                  </a:lnTo>
                  <a:lnTo>
                    <a:pt x="1633219" y="71126"/>
                  </a:lnTo>
                  <a:lnTo>
                    <a:pt x="1625405" y="71030"/>
                  </a:lnTo>
                  <a:lnTo>
                    <a:pt x="1617590" y="70933"/>
                  </a:lnTo>
                  <a:lnTo>
                    <a:pt x="1609776" y="70836"/>
                  </a:lnTo>
                  <a:lnTo>
                    <a:pt x="1601961" y="70739"/>
                  </a:lnTo>
                  <a:lnTo>
                    <a:pt x="1594147" y="70655"/>
                  </a:lnTo>
                  <a:lnTo>
                    <a:pt x="1586333" y="70573"/>
                  </a:lnTo>
                  <a:lnTo>
                    <a:pt x="1578518" y="70490"/>
                  </a:lnTo>
                  <a:lnTo>
                    <a:pt x="1570704" y="70406"/>
                  </a:lnTo>
                  <a:lnTo>
                    <a:pt x="1562889" y="70322"/>
                  </a:lnTo>
                  <a:lnTo>
                    <a:pt x="1555075" y="70236"/>
                  </a:lnTo>
                  <a:lnTo>
                    <a:pt x="1547260" y="70151"/>
                  </a:lnTo>
                  <a:lnTo>
                    <a:pt x="1539446" y="70064"/>
                  </a:lnTo>
                  <a:lnTo>
                    <a:pt x="1531631" y="69977"/>
                  </a:lnTo>
                  <a:lnTo>
                    <a:pt x="1523817" y="69889"/>
                  </a:lnTo>
                  <a:lnTo>
                    <a:pt x="1516003" y="69800"/>
                  </a:lnTo>
                  <a:lnTo>
                    <a:pt x="1508188" y="69710"/>
                  </a:lnTo>
                  <a:lnTo>
                    <a:pt x="1500374" y="69619"/>
                  </a:lnTo>
                  <a:lnTo>
                    <a:pt x="1492559" y="69527"/>
                  </a:lnTo>
                  <a:lnTo>
                    <a:pt x="1484745" y="69451"/>
                  </a:lnTo>
                  <a:lnTo>
                    <a:pt x="1476930" y="69381"/>
                  </a:lnTo>
                  <a:lnTo>
                    <a:pt x="1469116" y="69310"/>
                  </a:lnTo>
                  <a:lnTo>
                    <a:pt x="1461301" y="69239"/>
                  </a:lnTo>
                  <a:lnTo>
                    <a:pt x="1453487" y="69167"/>
                  </a:lnTo>
                  <a:lnTo>
                    <a:pt x="1445672" y="69094"/>
                  </a:lnTo>
                  <a:lnTo>
                    <a:pt x="1437858" y="69020"/>
                  </a:lnTo>
                  <a:lnTo>
                    <a:pt x="1430044" y="68901"/>
                  </a:lnTo>
                  <a:lnTo>
                    <a:pt x="1422229" y="68770"/>
                  </a:lnTo>
                  <a:lnTo>
                    <a:pt x="1414415" y="68613"/>
                  </a:lnTo>
                  <a:lnTo>
                    <a:pt x="1406600" y="68466"/>
                  </a:lnTo>
                  <a:lnTo>
                    <a:pt x="1398786" y="68366"/>
                  </a:lnTo>
                  <a:lnTo>
                    <a:pt x="1390971" y="68262"/>
                  </a:lnTo>
                  <a:lnTo>
                    <a:pt x="1383157" y="68126"/>
                  </a:lnTo>
                  <a:lnTo>
                    <a:pt x="1375342" y="67974"/>
                  </a:lnTo>
                  <a:lnTo>
                    <a:pt x="1367528" y="67865"/>
                  </a:lnTo>
                  <a:lnTo>
                    <a:pt x="1359714" y="67717"/>
                  </a:lnTo>
                  <a:lnTo>
                    <a:pt x="1351899" y="67568"/>
                  </a:lnTo>
                  <a:lnTo>
                    <a:pt x="1344085" y="67417"/>
                  </a:lnTo>
                  <a:lnTo>
                    <a:pt x="1336270" y="67265"/>
                  </a:lnTo>
                  <a:lnTo>
                    <a:pt x="1328456" y="67111"/>
                  </a:lnTo>
                  <a:lnTo>
                    <a:pt x="1320641" y="66957"/>
                  </a:lnTo>
                  <a:lnTo>
                    <a:pt x="1312827" y="66800"/>
                  </a:lnTo>
                  <a:lnTo>
                    <a:pt x="1305012" y="66643"/>
                  </a:lnTo>
                  <a:lnTo>
                    <a:pt x="1297198" y="66484"/>
                  </a:lnTo>
                  <a:lnTo>
                    <a:pt x="1289384" y="66324"/>
                  </a:lnTo>
                  <a:lnTo>
                    <a:pt x="1281569" y="66163"/>
                  </a:lnTo>
                  <a:lnTo>
                    <a:pt x="1273755" y="66013"/>
                  </a:lnTo>
                  <a:lnTo>
                    <a:pt x="1265940" y="65884"/>
                  </a:lnTo>
                  <a:lnTo>
                    <a:pt x="1258126" y="65755"/>
                  </a:lnTo>
                  <a:lnTo>
                    <a:pt x="1250311" y="65624"/>
                  </a:lnTo>
                  <a:lnTo>
                    <a:pt x="1242497" y="65493"/>
                  </a:lnTo>
                  <a:lnTo>
                    <a:pt x="1234682" y="65371"/>
                  </a:lnTo>
                  <a:lnTo>
                    <a:pt x="1226868" y="65256"/>
                  </a:lnTo>
                  <a:lnTo>
                    <a:pt x="1219053" y="65096"/>
                  </a:lnTo>
                  <a:lnTo>
                    <a:pt x="1211239" y="64963"/>
                  </a:lnTo>
                  <a:lnTo>
                    <a:pt x="1203425" y="64830"/>
                  </a:lnTo>
                  <a:lnTo>
                    <a:pt x="1195610" y="64694"/>
                  </a:lnTo>
                  <a:lnTo>
                    <a:pt x="1187796" y="64558"/>
                  </a:lnTo>
                  <a:lnTo>
                    <a:pt x="1179981" y="64421"/>
                  </a:lnTo>
                  <a:lnTo>
                    <a:pt x="1172167" y="64283"/>
                  </a:lnTo>
                  <a:lnTo>
                    <a:pt x="1164352" y="64144"/>
                  </a:lnTo>
                  <a:lnTo>
                    <a:pt x="1156538" y="64004"/>
                  </a:lnTo>
                  <a:lnTo>
                    <a:pt x="1148723" y="63865"/>
                  </a:lnTo>
                  <a:lnTo>
                    <a:pt x="1140909" y="63732"/>
                  </a:lnTo>
                  <a:lnTo>
                    <a:pt x="1133095" y="63598"/>
                  </a:lnTo>
                  <a:lnTo>
                    <a:pt x="1125280" y="63462"/>
                  </a:lnTo>
                  <a:lnTo>
                    <a:pt x="1117466" y="63326"/>
                  </a:lnTo>
                  <a:lnTo>
                    <a:pt x="1109651" y="63200"/>
                  </a:lnTo>
                  <a:lnTo>
                    <a:pt x="1101837" y="63090"/>
                  </a:lnTo>
                  <a:lnTo>
                    <a:pt x="1094022" y="62960"/>
                  </a:lnTo>
                  <a:lnTo>
                    <a:pt x="1086208" y="62829"/>
                  </a:lnTo>
                  <a:lnTo>
                    <a:pt x="1078393" y="62697"/>
                  </a:lnTo>
                  <a:lnTo>
                    <a:pt x="1070579" y="62565"/>
                  </a:lnTo>
                  <a:lnTo>
                    <a:pt x="1062765" y="62431"/>
                  </a:lnTo>
                  <a:lnTo>
                    <a:pt x="1054950" y="62294"/>
                  </a:lnTo>
                  <a:lnTo>
                    <a:pt x="1047136" y="62084"/>
                  </a:lnTo>
                  <a:lnTo>
                    <a:pt x="1039321" y="61946"/>
                  </a:lnTo>
                  <a:lnTo>
                    <a:pt x="1031507" y="61806"/>
                  </a:lnTo>
                  <a:lnTo>
                    <a:pt x="1023692" y="61664"/>
                  </a:lnTo>
                  <a:lnTo>
                    <a:pt x="1015878" y="61525"/>
                  </a:lnTo>
                  <a:lnTo>
                    <a:pt x="1008063" y="61432"/>
                  </a:lnTo>
                  <a:lnTo>
                    <a:pt x="1000249" y="61255"/>
                  </a:lnTo>
                  <a:lnTo>
                    <a:pt x="992434" y="61075"/>
                  </a:lnTo>
                  <a:lnTo>
                    <a:pt x="984620" y="60919"/>
                  </a:lnTo>
                  <a:lnTo>
                    <a:pt x="976806" y="60690"/>
                  </a:lnTo>
                  <a:lnTo>
                    <a:pt x="968991" y="60524"/>
                  </a:lnTo>
                  <a:lnTo>
                    <a:pt x="961177" y="60370"/>
                  </a:lnTo>
                  <a:lnTo>
                    <a:pt x="953362" y="60240"/>
                  </a:lnTo>
                  <a:lnTo>
                    <a:pt x="945548" y="60108"/>
                  </a:lnTo>
                  <a:lnTo>
                    <a:pt x="937733" y="59932"/>
                  </a:lnTo>
                  <a:lnTo>
                    <a:pt x="929919" y="59738"/>
                  </a:lnTo>
                  <a:lnTo>
                    <a:pt x="922104" y="59625"/>
                  </a:lnTo>
                  <a:lnTo>
                    <a:pt x="914290" y="59458"/>
                  </a:lnTo>
                  <a:lnTo>
                    <a:pt x="906476" y="59270"/>
                  </a:lnTo>
                  <a:lnTo>
                    <a:pt x="898661" y="59049"/>
                  </a:lnTo>
                  <a:lnTo>
                    <a:pt x="890847" y="58879"/>
                  </a:lnTo>
                  <a:lnTo>
                    <a:pt x="883032" y="58708"/>
                  </a:lnTo>
                  <a:lnTo>
                    <a:pt x="875218" y="58513"/>
                  </a:lnTo>
                  <a:lnTo>
                    <a:pt x="867403" y="58361"/>
                  </a:lnTo>
                  <a:lnTo>
                    <a:pt x="859589" y="58186"/>
                  </a:lnTo>
                  <a:lnTo>
                    <a:pt x="851774" y="58000"/>
                  </a:lnTo>
                  <a:lnTo>
                    <a:pt x="843960" y="57780"/>
                  </a:lnTo>
                  <a:lnTo>
                    <a:pt x="836145" y="57558"/>
                  </a:lnTo>
                  <a:lnTo>
                    <a:pt x="828331" y="57351"/>
                  </a:lnTo>
                  <a:lnTo>
                    <a:pt x="820517" y="57171"/>
                  </a:lnTo>
                  <a:lnTo>
                    <a:pt x="812702" y="56977"/>
                  </a:lnTo>
                  <a:lnTo>
                    <a:pt x="804888" y="56750"/>
                  </a:lnTo>
                  <a:lnTo>
                    <a:pt x="797073" y="56538"/>
                  </a:lnTo>
                  <a:lnTo>
                    <a:pt x="789259" y="56382"/>
                  </a:lnTo>
                  <a:lnTo>
                    <a:pt x="781444" y="56079"/>
                  </a:lnTo>
                  <a:lnTo>
                    <a:pt x="773630" y="55825"/>
                  </a:lnTo>
                  <a:lnTo>
                    <a:pt x="765815" y="55582"/>
                  </a:lnTo>
                  <a:lnTo>
                    <a:pt x="758001" y="55329"/>
                  </a:lnTo>
                  <a:lnTo>
                    <a:pt x="750187" y="55067"/>
                  </a:lnTo>
                  <a:lnTo>
                    <a:pt x="742372" y="54795"/>
                  </a:lnTo>
                  <a:lnTo>
                    <a:pt x="734558" y="54494"/>
                  </a:lnTo>
                  <a:lnTo>
                    <a:pt x="726743" y="54277"/>
                  </a:lnTo>
                  <a:lnTo>
                    <a:pt x="718929" y="54078"/>
                  </a:lnTo>
                  <a:lnTo>
                    <a:pt x="711114" y="53844"/>
                  </a:lnTo>
                  <a:lnTo>
                    <a:pt x="703300" y="53593"/>
                  </a:lnTo>
                  <a:lnTo>
                    <a:pt x="695485" y="53339"/>
                  </a:lnTo>
                  <a:lnTo>
                    <a:pt x="687671" y="53082"/>
                  </a:lnTo>
                  <a:lnTo>
                    <a:pt x="679857" y="52876"/>
                  </a:lnTo>
                  <a:lnTo>
                    <a:pt x="672042" y="52750"/>
                  </a:lnTo>
                  <a:lnTo>
                    <a:pt x="664228" y="52595"/>
                  </a:lnTo>
                  <a:lnTo>
                    <a:pt x="656413" y="52366"/>
                  </a:lnTo>
                  <a:lnTo>
                    <a:pt x="648599" y="52135"/>
                  </a:lnTo>
                  <a:lnTo>
                    <a:pt x="640784" y="51898"/>
                  </a:lnTo>
                  <a:lnTo>
                    <a:pt x="632970" y="51683"/>
                  </a:lnTo>
                  <a:lnTo>
                    <a:pt x="625155" y="51517"/>
                  </a:lnTo>
                  <a:lnTo>
                    <a:pt x="617341" y="51354"/>
                  </a:lnTo>
                  <a:lnTo>
                    <a:pt x="609526" y="51167"/>
                  </a:lnTo>
                  <a:lnTo>
                    <a:pt x="601712" y="50903"/>
                  </a:lnTo>
                  <a:lnTo>
                    <a:pt x="593898" y="50603"/>
                  </a:lnTo>
                  <a:lnTo>
                    <a:pt x="586083" y="50300"/>
                  </a:lnTo>
                  <a:lnTo>
                    <a:pt x="578269" y="50189"/>
                  </a:lnTo>
                  <a:lnTo>
                    <a:pt x="570454" y="49912"/>
                  </a:lnTo>
                  <a:lnTo>
                    <a:pt x="562640" y="49777"/>
                  </a:lnTo>
                  <a:lnTo>
                    <a:pt x="554825" y="49692"/>
                  </a:lnTo>
                  <a:lnTo>
                    <a:pt x="547011" y="49429"/>
                  </a:lnTo>
                  <a:lnTo>
                    <a:pt x="539196" y="49131"/>
                  </a:lnTo>
                  <a:lnTo>
                    <a:pt x="531382" y="48942"/>
                  </a:lnTo>
                  <a:lnTo>
                    <a:pt x="523568" y="48799"/>
                  </a:lnTo>
                  <a:lnTo>
                    <a:pt x="515753" y="48604"/>
                  </a:lnTo>
                  <a:lnTo>
                    <a:pt x="507939" y="48364"/>
                  </a:lnTo>
                  <a:lnTo>
                    <a:pt x="500124" y="48151"/>
                  </a:lnTo>
                  <a:lnTo>
                    <a:pt x="492310" y="47977"/>
                  </a:lnTo>
                  <a:lnTo>
                    <a:pt x="484495" y="47811"/>
                  </a:lnTo>
                  <a:lnTo>
                    <a:pt x="476681" y="47670"/>
                  </a:lnTo>
                  <a:lnTo>
                    <a:pt x="468866" y="47594"/>
                  </a:lnTo>
                  <a:lnTo>
                    <a:pt x="461052" y="47301"/>
                  </a:lnTo>
                  <a:lnTo>
                    <a:pt x="453238" y="47054"/>
                  </a:lnTo>
                  <a:lnTo>
                    <a:pt x="445423" y="46877"/>
                  </a:lnTo>
                  <a:lnTo>
                    <a:pt x="437609" y="46622"/>
                  </a:lnTo>
                  <a:lnTo>
                    <a:pt x="429794" y="46519"/>
                  </a:lnTo>
                  <a:lnTo>
                    <a:pt x="421980" y="46386"/>
                  </a:lnTo>
                  <a:lnTo>
                    <a:pt x="414165" y="46176"/>
                  </a:lnTo>
                  <a:lnTo>
                    <a:pt x="406351" y="46069"/>
                  </a:lnTo>
                  <a:lnTo>
                    <a:pt x="398536" y="45858"/>
                  </a:lnTo>
                  <a:lnTo>
                    <a:pt x="390722" y="45770"/>
                  </a:lnTo>
                  <a:lnTo>
                    <a:pt x="382907" y="45617"/>
                  </a:lnTo>
                  <a:lnTo>
                    <a:pt x="375093" y="45481"/>
                  </a:lnTo>
                  <a:lnTo>
                    <a:pt x="367279" y="45295"/>
                  </a:lnTo>
                  <a:lnTo>
                    <a:pt x="359464" y="45030"/>
                  </a:lnTo>
                  <a:lnTo>
                    <a:pt x="351650" y="44919"/>
                  </a:lnTo>
                  <a:lnTo>
                    <a:pt x="343835" y="44780"/>
                  </a:lnTo>
                  <a:lnTo>
                    <a:pt x="336021" y="44656"/>
                  </a:lnTo>
                  <a:lnTo>
                    <a:pt x="328206" y="44533"/>
                  </a:lnTo>
                  <a:lnTo>
                    <a:pt x="320392" y="44403"/>
                  </a:lnTo>
                  <a:lnTo>
                    <a:pt x="312577" y="44314"/>
                  </a:lnTo>
                  <a:lnTo>
                    <a:pt x="304763" y="44219"/>
                  </a:lnTo>
                  <a:lnTo>
                    <a:pt x="296949" y="44143"/>
                  </a:lnTo>
                  <a:lnTo>
                    <a:pt x="289134" y="44026"/>
                  </a:lnTo>
                  <a:lnTo>
                    <a:pt x="281320" y="43937"/>
                  </a:lnTo>
                  <a:lnTo>
                    <a:pt x="273505" y="43853"/>
                  </a:lnTo>
                  <a:lnTo>
                    <a:pt x="265691" y="43807"/>
                  </a:lnTo>
                  <a:lnTo>
                    <a:pt x="257876" y="43728"/>
                  </a:lnTo>
                  <a:lnTo>
                    <a:pt x="250062" y="43643"/>
                  </a:lnTo>
                  <a:lnTo>
                    <a:pt x="242247" y="43559"/>
                  </a:lnTo>
                  <a:lnTo>
                    <a:pt x="234433" y="43437"/>
                  </a:lnTo>
                  <a:lnTo>
                    <a:pt x="226619" y="43304"/>
                  </a:lnTo>
                  <a:lnTo>
                    <a:pt x="218804" y="43255"/>
                  </a:lnTo>
                  <a:lnTo>
                    <a:pt x="210990" y="43170"/>
                  </a:lnTo>
                  <a:lnTo>
                    <a:pt x="203175" y="43060"/>
                  </a:lnTo>
                  <a:lnTo>
                    <a:pt x="195361" y="42996"/>
                  </a:lnTo>
                  <a:lnTo>
                    <a:pt x="187546" y="42959"/>
                  </a:lnTo>
                  <a:lnTo>
                    <a:pt x="179732" y="42878"/>
                  </a:lnTo>
                  <a:lnTo>
                    <a:pt x="171917" y="42879"/>
                  </a:lnTo>
                  <a:lnTo>
                    <a:pt x="164103" y="42778"/>
                  </a:lnTo>
                  <a:lnTo>
                    <a:pt x="156288" y="42733"/>
                  </a:lnTo>
                  <a:lnTo>
                    <a:pt x="148474" y="42666"/>
                  </a:lnTo>
                  <a:lnTo>
                    <a:pt x="140660" y="42557"/>
                  </a:lnTo>
                  <a:lnTo>
                    <a:pt x="132845" y="42514"/>
                  </a:lnTo>
                  <a:lnTo>
                    <a:pt x="125031" y="42441"/>
                  </a:lnTo>
                  <a:lnTo>
                    <a:pt x="117216" y="42361"/>
                  </a:lnTo>
                  <a:lnTo>
                    <a:pt x="109402" y="42282"/>
                  </a:lnTo>
                  <a:lnTo>
                    <a:pt x="101587" y="42201"/>
                  </a:lnTo>
                  <a:lnTo>
                    <a:pt x="93773" y="42129"/>
                  </a:lnTo>
                  <a:lnTo>
                    <a:pt x="85958" y="42042"/>
                  </a:lnTo>
                  <a:lnTo>
                    <a:pt x="78144" y="41960"/>
                  </a:lnTo>
                  <a:lnTo>
                    <a:pt x="70330" y="41933"/>
                  </a:lnTo>
                  <a:lnTo>
                    <a:pt x="62515" y="41909"/>
                  </a:lnTo>
                  <a:lnTo>
                    <a:pt x="54701" y="41861"/>
                  </a:lnTo>
                  <a:lnTo>
                    <a:pt x="46886" y="41749"/>
                  </a:lnTo>
                  <a:lnTo>
                    <a:pt x="39072" y="41621"/>
                  </a:lnTo>
                  <a:lnTo>
                    <a:pt x="31257" y="41593"/>
                  </a:lnTo>
                  <a:lnTo>
                    <a:pt x="23443" y="41462"/>
                  </a:lnTo>
                  <a:lnTo>
                    <a:pt x="15628" y="41364"/>
                  </a:lnTo>
                  <a:lnTo>
                    <a:pt x="7814" y="41239"/>
                  </a:lnTo>
                  <a:lnTo>
                    <a:pt x="0" y="41167"/>
                  </a:lnTo>
                  <a:close/>
                </a:path>
              </a:pathLst>
            </a:custGeom>
            <a:solidFill>
              <a:srgbClr val="E69F00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271" name="pl270"/>
            <p:cNvSpPr/>
            <p:nvPr/>
          </p:nvSpPr>
          <p:spPr>
            <a:xfrm>
              <a:off x="6041499" y="4611330"/>
              <a:ext cx="2023942" cy="41114"/>
            </a:xfrm>
            <a:custGeom>
              <a:avLst/>
              <a:pathLst>
                <a:path w="2023942" h="41114">
                  <a:moveTo>
                    <a:pt x="0" y="0"/>
                  </a:moveTo>
                  <a:lnTo>
                    <a:pt x="7814" y="735"/>
                  </a:lnTo>
                  <a:lnTo>
                    <a:pt x="15628" y="1375"/>
                  </a:lnTo>
                  <a:lnTo>
                    <a:pt x="23443" y="2063"/>
                  </a:lnTo>
                  <a:lnTo>
                    <a:pt x="31257" y="2691"/>
                  </a:lnTo>
                  <a:lnTo>
                    <a:pt x="39072" y="3275"/>
                  </a:lnTo>
                  <a:lnTo>
                    <a:pt x="46886" y="3856"/>
                  </a:lnTo>
                  <a:lnTo>
                    <a:pt x="54701" y="4541"/>
                  </a:lnTo>
                  <a:lnTo>
                    <a:pt x="62515" y="5257"/>
                  </a:lnTo>
                  <a:lnTo>
                    <a:pt x="70330" y="5984"/>
                  </a:lnTo>
                  <a:lnTo>
                    <a:pt x="78144" y="6664"/>
                  </a:lnTo>
                  <a:lnTo>
                    <a:pt x="85958" y="7329"/>
                  </a:lnTo>
                  <a:lnTo>
                    <a:pt x="93773" y="7963"/>
                  </a:lnTo>
                  <a:lnTo>
                    <a:pt x="101587" y="8734"/>
                  </a:lnTo>
                  <a:lnTo>
                    <a:pt x="109402" y="9526"/>
                  </a:lnTo>
                  <a:lnTo>
                    <a:pt x="117216" y="10183"/>
                  </a:lnTo>
                  <a:lnTo>
                    <a:pt x="125031" y="10708"/>
                  </a:lnTo>
                  <a:lnTo>
                    <a:pt x="132845" y="11219"/>
                  </a:lnTo>
                  <a:lnTo>
                    <a:pt x="140660" y="11734"/>
                  </a:lnTo>
                  <a:lnTo>
                    <a:pt x="148474" y="12456"/>
                  </a:lnTo>
                  <a:lnTo>
                    <a:pt x="156288" y="12942"/>
                  </a:lnTo>
                  <a:lnTo>
                    <a:pt x="164103" y="13539"/>
                  </a:lnTo>
                  <a:lnTo>
                    <a:pt x="171917" y="14126"/>
                  </a:lnTo>
                  <a:lnTo>
                    <a:pt x="179732" y="14715"/>
                  </a:lnTo>
                  <a:lnTo>
                    <a:pt x="187546" y="15339"/>
                  </a:lnTo>
                  <a:lnTo>
                    <a:pt x="195361" y="15942"/>
                  </a:lnTo>
                  <a:lnTo>
                    <a:pt x="203175" y="16534"/>
                  </a:lnTo>
                  <a:lnTo>
                    <a:pt x="210990" y="17044"/>
                  </a:lnTo>
                  <a:lnTo>
                    <a:pt x="218804" y="17513"/>
                  </a:lnTo>
                  <a:lnTo>
                    <a:pt x="226619" y="17977"/>
                  </a:lnTo>
                  <a:lnTo>
                    <a:pt x="234433" y="18568"/>
                  </a:lnTo>
                  <a:lnTo>
                    <a:pt x="242247" y="18908"/>
                  </a:lnTo>
                  <a:lnTo>
                    <a:pt x="250062" y="19332"/>
                  </a:lnTo>
                  <a:lnTo>
                    <a:pt x="257876" y="19810"/>
                  </a:lnTo>
                  <a:lnTo>
                    <a:pt x="265691" y="20286"/>
                  </a:lnTo>
                  <a:lnTo>
                    <a:pt x="273505" y="20680"/>
                  </a:lnTo>
                  <a:lnTo>
                    <a:pt x="281320" y="21035"/>
                  </a:lnTo>
                  <a:lnTo>
                    <a:pt x="289134" y="21422"/>
                  </a:lnTo>
                  <a:lnTo>
                    <a:pt x="296949" y="21814"/>
                  </a:lnTo>
                  <a:lnTo>
                    <a:pt x="304763" y="22193"/>
                  </a:lnTo>
                  <a:lnTo>
                    <a:pt x="312577" y="22537"/>
                  </a:lnTo>
                  <a:lnTo>
                    <a:pt x="320392" y="22888"/>
                  </a:lnTo>
                  <a:lnTo>
                    <a:pt x="328206" y="23241"/>
                  </a:lnTo>
                  <a:lnTo>
                    <a:pt x="336021" y="23594"/>
                  </a:lnTo>
                  <a:lnTo>
                    <a:pt x="343835" y="23944"/>
                  </a:lnTo>
                  <a:lnTo>
                    <a:pt x="351650" y="24383"/>
                  </a:lnTo>
                  <a:lnTo>
                    <a:pt x="359464" y="24860"/>
                  </a:lnTo>
                  <a:lnTo>
                    <a:pt x="367279" y="25303"/>
                  </a:lnTo>
                  <a:lnTo>
                    <a:pt x="375093" y="25539"/>
                  </a:lnTo>
                  <a:lnTo>
                    <a:pt x="382907" y="25874"/>
                  </a:lnTo>
                  <a:lnTo>
                    <a:pt x="390722" y="26347"/>
                  </a:lnTo>
                  <a:lnTo>
                    <a:pt x="398536" y="26700"/>
                  </a:lnTo>
                  <a:lnTo>
                    <a:pt x="406351" y="26927"/>
                  </a:lnTo>
                  <a:lnTo>
                    <a:pt x="414165" y="27365"/>
                  </a:lnTo>
                  <a:lnTo>
                    <a:pt x="421980" y="27791"/>
                  </a:lnTo>
                  <a:lnTo>
                    <a:pt x="429794" y="28189"/>
                  </a:lnTo>
                  <a:lnTo>
                    <a:pt x="437609" y="28351"/>
                  </a:lnTo>
                  <a:lnTo>
                    <a:pt x="445423" y="28612"/>
                  </a:lnTo>
                  <a:lnTo>
                    <a:pt x="453238" y="28949"/>
                  </a:lnTo>
                  <a:lnTo>
                    <a:pt x="461052" y="29206"/>
                  </a:lnTo>
                  <a:lnTo>
                    <a:pt x="468866" y="29425"/>
                  </a:lnTo>
                  <a:lnTo>
                    <a:pt x="476681" y="29656"/>
                  </a:lnTo>
                  <a:lnTo>
                    <a:pt x="484495" y="29990"/>
                  </a:lnTo>
                  <a:lnTo>
                    <a:pt x="492310" y="30228"/>
                  </a:lnTo>
                  <a:lnTo>
                    <a:pt x="500124" y="30472"/>
                  </a:lnTo>
                  <a:lnTo>
                    <a:pt x="507939" y="30738"/>
                  </a:lnTo>
                  <a:lnTo>
                    <a:pt x="515753" y="30905"/>
                  </a:lnTo>
                  <a:lnTo>
                    <a:pt x="523568" y="31094"/>
                  </a:lnTo>
                  <a:lnTo>
                    <a:pt x="531382" y="31375"/>
                  </a:lnTo>
                  <a:lnTo>
                    <a:pt x="539196" y="31626"/>
                  </a:lnTo>
                  <a:lnTo>
                    <a:pt x="547011" y="31708"/>
                  </a:lnTo>
                  <a:lnTo>
                    <a:pt x="554825" y="31914"/>
                  </a:lnTo>
                  <a:lnTo>
                    <a:pt x="562640" y="31929"/>
                  </a:lnTo>
                  <a:lnTo>
                    <a:pt x="570454" y="32025"/>
                  </a:lnTo>
                  <a:lnTo>
                    <a:pt x="578269" y="32222"/>
                  </a:lnTo>
                  <a:lnTo>
                    <a:pt x="586083" y="32331"/>
                  </a:lnTo>
                  <a:lnTo>
                    <a:pt x="593898" y="32522"/>
                  </a:lnTo>
                  <a:lnTo>
                    <a:pt x="601712" y="32812"/>
                  </a:lnTo>
                  <a:lnTo>
                    <a:pt x="609526" y="32864"/>
                  </a:lnTo>
                  <a:lnTo>
                    <a:pt x="617341" y="32917"/>
                  </a:lnTo>
                  <a:lnTo>
                    <a:pt x="625155" y="32950"/>
                  </a:lnTo>
                  <a:lnTo>
                    <a:pt x="632970" y="33169"/>
                  </a:lnTo>
                  <a:lnTo>
                    <a:pt x="640784" y="33337"/>
                  </a:lnTo>
                  <a:lnTo>
                    <a:pt x="648599" y="33443"/>
                  </a:lnTo>
                  <a:lnTo>
                    <a:pt x="656413" y="33459"/>
                  </a:lnTo>
                  <a:lnTo>
                    <a:pt x="664228" y="33558"/>
                  </a:lnTo>
                  <a:lnTo>
                    <a:pt x="672042" y="33728"/>
                  </a:lnTo>
                  <a:lnTo>
                    <a:pt x="679857" y="33979"/>
                  </a:lnTo>
                  <a:lnTo>
                    <a:pt x="687671" y="34211"/>
                  </a:lnTo>
                  <a:lnTo>
                    <a:pt x="695485" y="34368"/>
                  </a:lnTo>
                  <a:lnTo>
                    <a:pt x="703300" y="34473"/>
                  </a:lnTo>
                  <a:lnTo>
                    <a:pt x="711114" y="34563"/>
                  </a:lnTo>
                  <a:lnTo>
                    <a:pt x="718929" y="34654"/>
                  </a:lnTo>
                  <a:lnTo>
                    <a:pt x="726743" y="34780"/>
                  </a:lnTo>
                  <a:lnTo>
                    <a:pt x="734558" y="34876"/>
                  </a:lnTo>
                  <a:lnTo>
                    <a:pt x="742372" y="34960"/>
                  </a:lnTo>
                  <a:lnTo>
                    <a:pt x="750187" y="35118"/>
                  </a:lnTo>
                  <a:lnTo>
                    <a:pt x="758001" y="35095"/>
                  </a:lnTo>
                  <a:lnTo>
                    <a:pt x="765815" y="35182"/>
                  </a:lnTo>
                  <a:lnTo>
                    <a:pt x="773630" y="35270"/>
                  </a:lnTo>
                  <a:lnTo>
                    <a:pt x="781444" y="35375"/>
                  </a:lnTo>
                  <a:lnTo>
                    <a:pt x="789259" y="35443"/>
                  </a:lnTo>
                  <a:lnTo>
                    <a:pt x="797073" y="35529"/>
                  </a:lnTo>
                  <a:lnTo>
                    <a:pt x="804888" y="35583"/>
                  </a:lnTo>
                  <a:lnTo>
                    <a:pt x="812702" y="35710"/>
                  </a:lnTo>
                  <a:lnTo>
                    <a:pt x="820517" y="35845"/>
                  </a:lnTo>
                  <a:lnTo>
                    <a:pt x="828331" y="35872"/>
                  </a:lnTo>
                  <a:lnTo>
                    <a:pt x="836145" y="35941"/>
                  </a:lnTo>
                  <a:lnTo>
                    <a:pt x="843960" y="36028"/>
                  </a:lnTo>
                  <a:lnTo>
                    <a:pt x="851774" y="36116"/>
                  </a:lnTo>
                  <a:lnTo>
                    <a:pt x="859589" y="36204"/>
                  </a:lnTo>
                  <a:lnTo>
                    <a:pt x="867403" y="36287"/>
                  </a:lnTo>
                  <a:lnTo>
                    <a:pt x="875218" y="36347"/>
                  </a:lnTo>
                  <a:lnTo>
                    <a:pt x="883032" y="36434"/>
                  </a:lnTo>
                  <a:lnTo>
                    <a:pt x="890847" y="36457"/>
                  </a:lnTo>
                  <a:lnTo>
                    <a:pt x="898661" y="36485"/>
                  </a:lnTo>
                  <a:lnTo>
                    <a:pt x="906476" y="36527"/>
                  </a:lnTo>
                  <a:lnTo>
                    <a:pt x="914290" y="36628"/>
                  </a:lnTo>
                  <a:lnTo>
                    <a:pt x="922104" y="36715"/>
                  </a:lnTo>
                  <a:lnTo>
                    <a:pt x="929919" y="36765"/>
                  </a:lnTo>
                  <a:lnTo>
                    <a:pt x="937733" y="36755"/>
                  </a:lnTo>
                  <a:lnTo>
                    <a:pt x="945548" y="36857"/>
                  </a:lnTo>
                  <a:lnTo>
                    <a:pt x="953362" y="36960"/>
                  </a:lnTo>
                  <a:lnTo>
                    <a:pt x="961177" y="37034"/>
                  </a:lnTo>
                  <a:lnTo>
                    <a:pt x="968991" y="37101"/>
                  </a:lnTo>
                  <a:lnTo>
                    <a:pt x="976806" y="37151"/>
                  </a:lnTo>
                  <a:lnTo>
                    <a:pt x="984620" y="37243"/>
                  </a:lnTo>
                  <a:lnTo>
                    <a:pt x="992434" y="37350"/>
                  </a:lnTo>
                  <a:lnTo>
                    <a:pt x="1000249" y="37376"/>
                  </a:lnTo>
                  <a:lnTo>
                    <a:pt x="1008063" y="37454"/>
                  </a:lnTo>
                  <a:lnTo>
                    <a:pt x="1015878" y="37475"/>
                  </a:lnTo>
                  <a:lnTo>
                    <a:pt x="1023692" y="37499"/>
                  </a:lnTo>
                  <a:lnTo>
                    <a:pt x="1031507" y="37567"/>
                  </a:lnTo>
                  <a:lnTo>
                    <a:pt x="1039321" y="37580"/>
                  </a:lnTo>
                  <a:lnTo>
                    <a:pt x="1047136" y="37594"/>
                  </a:lnTo>
                  <a:lnTo>
                    <a:pt x="1054950" y="37607"/>
                  </a:lnTo>
                  <a:lnTo>
                    <a:pt x="1062765" y="37620"/>
                  </a:lnTo>
                  <a:lnTo>
                    <a:pt x="1070579" y="37635"/>
                  </a:lnTo>
                  <a:lnTo>
                    <a:pt x="1078393" y="37752"/>
                  </a:lnTo>
                  <a:lnTo>
                    <a:pt x="1086208" y="37867"/>
                  </a:lnTo>
                  <a:lnTo>
                    <a:pt x="1094022" y="37882"/>
                  </a:lnTo>
                  <a:lnTo>
                    <a:pt x="1101837" y="37878"/>
                  </a:lnTo>
                  <a:lnTo>
                    <a:pt x="1109651" y="37875"/>
                  </a:lnTo>
                  <a:lnTo>
                    <a:pt x="1117466" y="37872"/>
                  </a:lnTo>
                  <a:lnTo>
                    <a:pt x="1125280" y="37872"/>
                  </a:lnTo>
                  <a:lnTo>
                    <a:pt x="1133095" y="37937"/>
                  </a:lnTo>
                  <a:lnTo>
                    <a:pt x="1140909" y="38003"/>
                  </a:lnTo>
                  <a:lnTo>
                    <a:pt x="1148723" y="38069"/>
                  </a:lnTo>
                  <a:lnTo>
                    <a:pt x="1156538" y="38135"/>
                  </a:lnTo>
                  <a:lnTo>
                    <a:pt x="1164352" y="38201"/>
                  </a:lnTo>
                  <a:lnTo>
                    <a:pt x="1172167" y="38268"/>
                  </a:lnTo>
                  <a:lnTo>
                    <a:pt x="1179981" y="38360"/>
                  </a:lnTo>
                  <a:lnTo>
                    <a:pt x="1187796" y="38426"/>
                  </a:lnTo>
                  <a:lnTo>
                    <a:pt x="1195610" y="38465"/>
                  </a:lnTo>
                  <a:lnTo>
                    <a:pt x="1203425" y="38489"/>
                  </a:lnTo>
                  <a:lnTo>
                    <a:pt x="1211239" y="38503"/>
                  </a:lnTo>
                  <a:lnTo>
                    <a:pt x="1219053" y="38517"/>
                  </a:lnTo>
                  <a:lnTo>
                    <a:pt x="1226868" y="38531"/>
                  </a:lnTo>
                  <a:lnTo>
                    <a:pt x="1234682" y="38546"/>
                  </a:lnTo>
                  <a:lnTo>
                    <a:pt x="1242497" y="38596"/>
                  </a:lnTo>
                  <a:lnTo>
                    <a:pt x="1250311" y="38646"/>
                  </a:lnTo>
                  <a:lnTo>
                    <a:pt x="1258126" y="38696"/>
                  </a:lnTo>
                  <a:lnTo>
                    <a:pt x="1265940" y="38711"/>
                  </a:lnTo>
                  <a:lnTo>
                    <a:pt x="1273755" y="38751"/>
                  </a:lnTo>
                  <a:lnTo>
                    <a:pt x="1281569" y="38813"/>
                  </a:lnTo>
                  <a:lnTo>
                    <a:pt x="1289384" y="38876"/>
                  </a:lnTo>
                  <a:lnTo>
                    <a:pt x="1297198" y="38939"/>
                  </a:lnTo>
                  <a:lnTo>
                    <a:pt x="1305012" y="38991"/>
                  </a:lnTo>
                  <a:lnTo>
                    <a:pt x="1312827" y="39030"/>
                  </a:lnTo>
                  <a:lnTo>
                    <a:pt x="1320641" y="39039"/>
                  </a:lnTo>
                  <a:lnTo>
                    <a:pt x="1328456" y="39048"/>
                  </a:lnTo>
                  <a:lnTo>
                    <a:pt x="1336270" y="39084"/>
                  </a:lnTo>
                  <a:lnTo>
                    <a:pt x="1344085" y="39145"/>
                  </a:lnTo>
                  <a:lnTo>
                    <a:pt x="1351899" y="39206"/>
                  </a:lnTo>
                  <a:lnTo>
                    <a:pt x="1359714" y="39255"/>
                  </a:lnTo>
                  <a:lnTo>
                    <a:pt x="1367528" y="39279"/>
                  </a:lnTo>
                  <a:lnTo>
                    <a:pt x="1375342" y="39304"/>
                  </a:lnTo>
                  <a:lnTo>
                    <a:pt x="1383157" y="39330"/>
                  </a:lnTo>
                  <a:lnTo>
                    <a:pt x="1390971" y="39356"/>
                  </a:lnTo>
                  <a:lnTo>
                    <a:pt x="1398786" y="39382"/>
                  </a:lnTo>
                  <a:lnTo>
                    <a:pt x="1406600" y="39408"/>
                  </a:lnTo>
                  <a:lnTo>
                    <a:pt x="1414415" y="39434"/>
                  </a:lnTo>
                  <a:lnTo>
                    <a:pt x="1422229" y="39460"/>
                  </a:lnTo>
                  <a:lnTo>
                    <a:pt x="1430044" y="39514"/>
                  </a:lnTo>
                  <a:lnTo>
                    <a:pt x="1437858" y="39573"/>
                  </a:lnTo>
                  <a:lnTo>
                    <a:pt x="1445672" y="39633"/>
                  </a:lnTo>
                  <a:lnTo>
                    <a:pt x="1453487" y="39692"/>
                  </a:lnTo>
                  <a:lnTo>
                    <a:pt x="1461301" y="39751"/>
                  </a:lnTo>
                  <a:lnTo>
                    <a:pt x="1469116" y="39809"/>
                  </a:lnTo>
                  <a:lnTo>
                    <a:pt x="1476930" y="39868"/>
                  </a:lnTo>
                  <a:lnTo>
                    <a:pt x="1484745" y="39914"/>
                  </a:lnTo>
                  <a:lnTo>
                    <a:pt x="1492559" y="39926"/>
                  </a:lnTo>
                  <a:lnTo>
                    <a:pt x="1500374" y="39938"/>
                  </a:lnTo>
                  <a:lnTo>
                    <a:pt x="1508188" y="39950"/>
                  </a:lnTo>
                  <a:lnTo>
                    <a:pt x="1516003" y="40019"/>
                  </a:lnTo>
                  <a:lnTo>
                    <a:pt x="1523817" y="40037"/>
                  </a:lnTo>
                  <a:lnTo>
                    <a:pt x="1531631" y="40055"/>
                  </a:lnTo>
                  <a:lnTo>
                    <a:pt x="1539446" y="40073"/>
                  </a:lnTo>
                  <a:lnTo>
                    <a:pt x="1547260" y="40091"/>
                  </a:lnTo>
                  <a:lnTo>
                    <a:pt x="1555075" y="40109"/>
                  </a:lnTo>
                  <a:lnTo>
                    <a:pt x="1562889" y="40128"/>
                  </a:lnTo>
                  <a:lnTo>
                    <a:pt x="1570704" y="40147"/>
                  </a:lnTo>
                  <a:lnTo>
                    <a:pt x="1578518" y="40165"/>
                  </a:lnTo>
                  <a:lnTo>
                    <a:pt x="1586333" y="40184"/>
                  </a:lnTo>
                  <a:lnTo>
                    <a:pt x="1594147" y="40202"/>
                  </a:lnTo>
                  <a:lnTo>
                    <a:pt x="1601961" y="40220"/>
                  </a:lnTo>
                  <a:lnTo>
                    <a:pt x="1609776" y="40239"/>
                  </a:lnTo>
                  <a:lnTo>
                    <a:pt x="1617590" y="40264"/>
                  </a:lnTo>
                  <a:lnTo>
                    <a:pt x="1625405" y="40275"/>
                  </a:lnTo>
                  <a:lnTo>
                    <a:pt x="1633219" y="40293"/>
                  </a:lnTo>
                  <a:lnTo>
                    <a:pt x="1641034" y="40311"/>
                  </a:lnTo>
                  <a:lnTo>
                    <a:pt x="1648848" y="40329"/>
                  </a:lnTo>
                  <a:lnTo>
                    <a:pt x="1656663" y="40347"/>
                  </a:lnTo>
                  <a:lnTo>
                    <a:pt x="1664477" y="40365"/>
                  </a:lnTo>
                  <a:lnTo>
                    <a:pt x="1672291" y="40383"/>
                  </a:lnTo>
                  <a:lnTo>
                    <a:pt x="1680106" y="40401"/>
                  </a:lnTo>
                  <a:lnTo>
                    <a:pt x="1687920" y="40420"/>
                  </a:lnTo>
                  <a:lnTo>
                    <a:pt x="1695735" y="40476"/>
                  </a:lnTo>
                  <a:lnTo>
                    <a:pt x="1703549" y="40492"/>
                  </a:lnTo>
                  <a:lnTo>
                    <a:pt x="1711364" y="40501"/>
                  </a:lnTo>
                  <a:lnTo>
                    <a:pt x="1719178" y="40510"/>
                  </a:lnTo>
                  <a:lnTo>
                    <a:pt x="1726993" y="40520"/>
                  </a:lnTo>
                  <a:lnTo>
                    <a:pt x="1734807" y="40546"/>
                  </a:lnTo>
                  <a:lnTo>
                    <a:pt x="1742622" y="40600"/>
                  </a:lnTo>
                  <a:lnTo>
                    <a:pt x="1750436" y="40641"/>
                  </a:lnTo>
                  <a:lnTo>
                    <a:pt x="1758250" y="40637"/>
                  </a:lnTo>
                  <a:lnTo>
                    <a:pt x="1766065" y="40633"/>
                  </a:lnTo>
                  <a:lnTo>
                    <a:pt x="1773879" y="40629"/>
                  </a:lnTo>
                  <a:lnTo>
                    <a:pt x="1781694" y="40635"/>
                  </a:lnTo>
                  <a:lnTo>
                    <a:pt x="1789508" y="40653"/>
                  </a:lnTo>
                  <a:lnTo>
                    <a:pt x="1797323" y="40670"/>
                  </a:lnTo>
                  <a:lnTo>
                    <a:pt x="1805137" y="40687"/>
                  </a:lnTo>
                  <a:lnTo>
                    <a:pt x="1812952" y="40705"/>
                  </a:lnTo>
                  <a:lnTo>
                    <a:pt x="1820766" y="40723"/>
                  </a:lnTo>
                  <a:lnTo>
                    <a:pt x="1828580" y="40740"/>
                  </a:lnTo>
                  <a:lnTo>
                    <a:pt x="1836395" y="40758"/>
                  </a:lnTo>
                  <a:lnTo>
                    <a:pt x="1844209" y="40776"/>
                  </a:lnTo>
                  <a:lnTo>
                    <a:pt x="1852024" y="40795"/>
                  </a:lnTo>
                  <a:lnTo>
                    <a:pt x="1859838" y="40814"/>
                  </a:lnTo>
                  <a:lnTo>
                    <a:pt x="1867653" y="40834"/>
                  </a:lnTo>
                  <a:lnTo>
                    <a:pt x="1875467" y="40849"/>
                  </a:lnTo>
                  <a:lnTo>
                    <a:pt x="1883282" y="40866"/>
                  </a:lnTo>
                  <a:lnTo>
                    <a:pt x="1891096" y="40883"/>
                  </a:lnTo>
                  <a:lnTo>
                    <a:pt x="1898910" y="40901"/>
                  </a:lnTo>
                  <a:lnTo>
                    <a:pt x="1906725" y="40910"/>
                  </a:lnTo>
                  <a:lnTo>
                    <a:pt x="1914539" y="40911"/>
                  </a:lnTo>
                  <a:lnTo>
                    <a:pt x="1922354" y="40911"/>
                  </a:lnTo>
                  <a:lnTo>
                    <a:pt x="1930168" y="40920"/>
                  </a:lnTo>
                  <a:lnTo>
                    <a:pt x="1937983" y="40940"/>
                  </a:lnTo>
                  <a:lnTo>
                    <a:pt x="1945797" y="40960"/>
                  </a:lnTo>
                  <a:lnTo>
                    <a:pt x="1953612" y="40979"/>
                  </a:lnTo>
                  <a:lnTo>
                    <a:pt x="1961426" y="40999"/>
                  </a:lnTo>
                  <a:lnTo>
                    <a:pt x="1969241" y="41018"/>
                  </a:lnTo>
                  <a:lnTo>
                    <a:pt x="1977055" y="41038"/>
                  </a:lnTo>
                  <a:lnTo>
                    <a:pt x="1984869" y="41053"/>
                  </a:lnTo>
                  <a:lnTo>
                    <a:pt x="1992684" y="41066"/>
                  </a:lnTo>
                  <a:lnTo>
                    <a:pt x="2000498" y="41078"/>
                  </a:lnTo>
                  <a:lnTo>
                    <a:pt x="2008313" y="41090"/>
                  </a:lnTo>
                  <a:lnTo>
                    <a:pt x="2016127" y="41102"/>
                  </a:lnTo>
                  <a:lnTo>
                    <a:pt x="2023942" y="411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2" name="pl271"/>
            <p:cNvSpPr/>
            <p:nvPr/>
          </p:nvSpPr>
          <p:spPr>
            <a:xfrm>
              <a:off x="6041499" y="4652497"/>
              <a:ext cx="2023942" cy="33987"/>
            </a:xfrm>
            <a:custGeom>
              <a:avLst/>
              <a:pathLst>
                <a:path w="2023942" h="33987">
                  <a:moveTo>
                    <a:pt x="2023942" y="33987"/>
                  </a:moveTo>
                  <a:lnTo>
                    <a:pt x="2016127" y="33931"/>
                  </a:lnTo>
                  <a:lnTo>
                    <a:pt x="2008313" y="33863"/>
                  </a:lnTo>
                  <a:lnTo>
                    <a:pt x="2000498" y="33794"/>
                  </a:lnTo>
                  <a:lnTo>
                    <a:pt x="1992684" y="33725"/>
                  </a:lnTo>
                  <a:lnTo>
                    <a:pt x="1984869" y="33654"/>
                  </a:lnTo>
                  <a:lnTo>
                    <a:pt x="1977055" y="33583"/>
                  </a:lnTo>
                  <a:lnTo>
                    <a:pt x="1969241" y="33512"/>
                  </a:lnTo>
                  <a:lnTo>
                    <a:pt x="1961426" y="33440"/>
                  </a:lnTo>
                  <a:lnTo>
                    <a:pt x="1953612" y="33367"/>
                  </a:lnTo>
                  <a:lnTo>
                    <a:pt x="1945797" y="33294"/>
                  </a:lnTo>
                  <a:lnTo>
                    <a:pt x="1937983" y="33220"/>
                  </a:lnTo>
                  <a:lnTo>
                    <a:pt x="1930168" y="33145"/>
                  </a:lnTo>
                  <a:lnTo>
                    <a:pt x="1922354" y="33077"/>
                  </a:lnTo>
                  <a:lnTo>
                    <a:pt x="1914539" y="33039"/>
                  </a:lnTo>
                  <a:lnTo>
                    <a:pt x="1906725" y="32975"/>
                  </a:lnTo>
                  <a:lnTo>
                    <a:pt x="1898910" y="32898"/>
                  </a:lnTo>
                  <a:lnTo>
                    <a:pt x="1891096" y="32820"/>
                  </a:lnTo>
                  <a:lnTo>
                    <a:pt x="1883282" y="32741"/>
                  </a:lnTo>
                  <a:lnTo>
                    <a:pt x="1875467" y="32662"/>
                  </a:lnTo>
                  <a:lnTo>
                    <a:pt x="1867653" y="32594"/>
                  </a:lnTo>
                  <a:lnTo>
                    <a:pt x="1859838" y="32532"/>
                  </a:lnTo>
                  <a:lnTo>
                    <a:pt x="1852024" y="32469"/>
                  </a:lnTo>
                  <a:lnTo>
                    <a:pt x="1844209" y="32404"/>
                  </a:lnTo>
                  <a:lnTo>
                    <a:pt x="1836395" y="32329"/>
                  </a:lnTo>
                  <a:lnTo>
                    <a:pt x="1828580" y="32246"/>
                  </a:lnTo>
                  <a:lnTo>
                    <a:pt x="1820766" y="32163"/>
                  </a:lnTo>
                  <a:lnTo>
                    <a:pt x="1812952" y="32077"/>
                  </a:lnTo>
                  <a:lnTo>
                    <a:pt x="1805137" y="31991"/>
                  </a:lnTo>
                  <a:lnTo>
                    <a:pt x="1797323" y="31904"/>
                  </a:lnTo>
                  <a:lnTo>
                    <a:pt x="1789508" y="31812"/>
                  </a:lnTo>
                  <a:lnTo>
                    <a:pt x="1781694" y="31729"/>
                  </a:lnTo>
                  <a:lnTo>
                    <a:pt x="1773879" y="31640"/>
                  </a:lnTo>
                  <a:lnTo>
                    <a:pt x="1766065" y="31549"/>
                  </a:lnTo>
                  <a:lnTo>
                    <a:pt x="1758250" y="31439"/>
                  </a:lnTo>
                  <a:lnTo>
                    <a:pt x="1750436" y="31330"/>
                  </a:lnTo>
                  <a:lnTo>
                    <a:pt x="1742622" y="31241"/>
                  </a:lnTo>
                  <a:lnTo>
                    <a:pt x="1734807" y="31134"/>
                  </a:lnTo>
                  <a:lnTo>
                    <a:pt x="1726993" y="31026"/>
                  </a:lnTo>
                  <a:lnTo>
                    <a:pt x="1719178" y="30965"/>
                  </a:lnTo>
                  <a:lnTo>
                    <a:pt x="1711364" y="30885"/>
                  </a:lnTo>
                  <a:lnTo>
                    <a:pt x="1703549" y="30797"/>
                  </a:lnTo>
                  <a:lnTo>
                    <a:pt x="1695735" y="30704"/>
                  </a:lnTo>
                  <a:lnTo>
                    <a:pt x="1687920" y="30623"/>
                  </a:lnTo>
                  <a:lnTo>
                    <a:pt x="1680106" y="30558"/>
                  </a:lnTo>
                  <a:lnTo>
                    <a:pt x="1672291" y="30445"/>
                  </a:lnTo>
                  <a:lnTo>
                    <a:pt x="1664477" y="30335"/>
                  </a:lnTo>
                  <a:lnTo>
                    <a:pt x="1656663" y="30242"/>
                  </a:lnTo>
                  <a:lnTo>
                    <a:pt x="1648848" y="30148"/>
                  </a:lnTo>
                  <a:lnTo>
                    <a:pt x="1641034" y="30054"/>
                  </a:lnTo>
                  <a:lnTo>
                    <a:pt x="1633219" y="29959"/>
                  </a:lnTo>
                  <a:lnTo>
                    <a:pt x="1625405" y="29863"/>
                  </a:lnTo>
                  <a:lnTo>
                    <a:pt x="1617590" y="29766"/>
                  </a:lnTo>
                  <a:lnTo>
                    <a:pt x="1609776" y="29669"/>
                  </a:lnTo>
                  <a:lnTo>
                    <a:pt x="1601961" y="29572"/>
                  </a:lnTo>
                  <a:lnTo>
                    <a:pt x="1594147" y="29488"/>
                  </a:lnTo>
                  <a:lnTo>
                    <a:pt x="1586333" y="29406"/>
                  </a:lnTo>
                  <a:lnTo>
                    <a:pt x="1578518" y="29323"/>
                  </a:lnTo>
                  <a:lnTo>
                    <a:pt x="1570704" y="29239"/>
                  </a:lnTo>
                  <a:lnTo>
                    <a:pt x="1562889" y="29155"/>
                  </a:lnTo>
                  <a:lnTo>
                    <a:pt x="1555075" y="29069"/>
                  </a:lnTo>
                  <a:lnTo>
                    <a:pt x="1547260" y="28984"/>
                  </a:lnTo>
                  <a:lnTo>
                    <a:pt x="1539446" y="28897"/>
                  </a:lnTo>
                  <a:lnTo>
                    <a:pt x="1531631" y="28810"/>
                  </a:lnTo>
                  <a:lnTo>
                    <a:pt x="1523817" y="28722"/>
                  </a:lnTo>
                  <a:lnTo>
                    <a:pt x="1516003" y="28633"/>
                  </a:lnTo>
                  <a:lnTo>
                    <a:pt x="1508188" y="28543"/>
                  </a:lnTo>
                  <a:lnTo>
                    <a:pt x="1500374" y="28452"/>
                  </a:lnTo>
                  <a:lnTo>
                    <a:pt x="1492559" y="28360"/>
                  </a:lnTo>
                  <a:lnTo>
                    <a:pt x="1484745" y="28284"/>
                  </a:lnTo>
                  <a:lnTo>
                    <a:pt x="1476930" y="28214"/>
                  </a:lnTo>
                  <a:lnTo>
                    <a:pt x="1469116" y="28143"/>
                  </a:lnTo>
                  <a:lnTo>
                    <a:pt x="1461301" y="28072"/>
                  </a:lnTo>
                  <a:lnTo>
                    <a:pt x="1453487" y="28000"/>
                  </a:lnTo>
                  <a:lnTo>
                    <a:pt x="1445672" y="27927"/>
                  </a:lnTo>
                  <a:lnTo>
                    <a:pt x="1437858" y="27853"/>
                  </a:lnTo>
                  <a:lnTo>
                    <a:pt x="1430044" y="27734"/>
                  </a:lnTo>
                  <a:lnTo>
                    <a:pt x="1422229" y="27603"/>
                  </a:lnTo>
                  <a:lnTo>
                    <a:pt x="1414415" y="27446"/>
                  </a:lnTo>
                  <a:lnTo>
                    <a:pt x="1406600" y="27299"/>
                  </a:lnTo>
                  <a:lnTo>
                    <a:pt x="1398786" y="27199"/>
                  </a:lnTo>
                  <a:lnTo>
                    <a:pt x="1390971" y="27095"/>
                  </a:lnTo>
                  <a:lnTo>
                    <a:pt x="1383157" y="26959"/>
                  </a:lnTo>
                  <a:lnTo>
                    <a:pt x="1375342" y="26807"/>
                  </a:lnTo>
                  <a:lnTo>
                    <a:pt x="1367528" y="26698"/>
                  </a:lnTo>
                  <a:lnTo>
                    <a:pt x="1359714" y="26550"/>
                  </a:lnTo>
                  <a:lnTo>
                    <a:pt x="1351899" y="26401"/>
                  </a:lnTo>
                  <a:lnTo>
                    <a:pt x="1344085" y="26250"/>
                  </a:lnTo>
                  <a:lnTo>
                    <a:pt x="1336270" y="26098"/>
                  </a:lnTo>
                  <a:lnTo>
                    <a:pt x="1328456" y="25944"/>
                  </a:lnTo>
                  <a:lnTo>
                    <a:pt x="1320641" y="25790"/>
                  </a:lnTo>
                  <a:lnTo>
                    <a:pt x="1312827" y="25633"/>
                  </a:lnTo>
                  <a:lnTo>
                    <a:pt x="1305012" y="25476"/>
                  </a:lnTo>
                  <a:lnTo>
                    <a:pt x="1297198" y="25317"/>
                  </a:lnTo>
                  <a:lnTo>
                    <a:pt x="1289384" y="25157"/>
                  </a:lnTo>
                  <a:lnTo>
                    <a:pt x="1281569" y="24996"/>
                  </a:lnTo>
                  <a:lnTo>
                    <a:pt x="1273755" y="24846"/>
                  </a:lnTo>
                  <a:lnTo>
                    <a:pt x="1265940" y="24717"/>
                  </a:lnTo>
                  <a:lnTo>
                    <a:pt x="1258126" y="24588"/>
                  </a:lnTo>
                  <a:lnTo>
                    <a:pt x="1250311" y="24457"/>
                  </a:lnTo>
                  <a:lnTo>
                    <a:pt x="1242497" y="24326"/>
                  </a:lnTo>
                  <a:lnTo>
                    <a:pt x="1234682" y="24204"/>
                  </a:lnTo>
                  <a:lnTo>
                    <a:pt x="1226868" y="24089"/>
                  </a:lnTo>
                  <a:lnTo>
                    <a:pt x="1219053" y="23929"/>
                  </a:lnTo>
                  <a:lnTo>
                    <a:pt x="1211239" y="23796"/>
                  </a:lnTo>
                  <a:lnTo>
                    <a:pt x="1203425" y="23663"/>
                  </a:lnTo>
                  <a:lnTo>
                    <a:pt x="1195610" y="23527"/>
                  </a:lnTo>
                  <a:lnTo>
                    <a:pt x="1187796" y="23391"/>
                  </a:lnTo>
                  <a:lnTo>
                    <a:pt x="1179981" y="23254"/>
                  </a:lnTo>
                  <a:lnTo>
                    <a:pt x="1172167" y="23116"/>
                  </a:lnTo>
                  <a:lnTo>
                    <a:pt x="1164352" y="22977"/>
                  </a:lnTo>
                  <a:lnTo>
                    <a:pt x="1156538" y="22837"/>
                  </a:lnTo>
                  <a:lnTo>
                    <a:pt x="1148723" y="22698"/>
                  </a:lnTo>
                  <a:lnTo>
                    <a:pt x="1140909" y="22565"/>
                  </a:lnTo>
                  <a:lnTo>
                    <a:pt x="1133095" y="22431"/>
                  </a:lnTo>
                  <a:lnTo>
                    <a:pt x="1125280" y="22295"/>
                  </a:lnTo>
                  <a:lnTo>
                    <a:pt x="1117466" y="22159"/>
                  </a:lnTo>
                  <a:lnTo>
                    <a:pt x="1109651" y="22033"/>
                  </a:lnTo>
                  <a:lnTo>
                    <a:pt x="1101837" y="21923"/>
                  </a:lnTo>
                  <a:lnTo>
                    <a:pt x="1094022" y="21793"/>
                  </a:lnTo>
                  <a:lnTo>
                    <a:pt x="1086208" y="21662"/>
                  </a:lnTo>
                  <a:lnTo>
                    <a:pt x="1078393" y="21530"/>
                  </a:lnTo>
                  <a:lnTo>
                    <a:pt x="1070579" y="21398"/>
                  </a:lnTo>
                  <a:lnTo>
                    <a:pt x="1062765" y="21264"/>
                  </a:lnTo>
                  <a:lnTo>
                    <a:pt x="1054950" y="21127"/>
                  </a:lnTo>
                  <a:lnTo>
                    <a:pt x="1047136" y="20917"/>
                  </a:lnTo>
                  <a:lnTo>
                    <a:pt x="1039321" y="20779"/>
                  </a:lnTo>
                  <a:lnTo>
                    <a:pt x="1031507" y="20639"/>
                  </a:lnTo>
                  <a:lnTo>
                    <a:pt x="1023692" y="20497"/>
                  </a:lnTo>
                  <a:lnTo>
                    <a:pt x="1015878" y="20358"/>
                  </a:lnTo>
                  <a:lnTo>
                    <a:pt x="1008063" y="20265"/>
                  </a:lnTo>
                  <a:lnTo>
                    <a:pt x="1000249" y="20088"/>
                  </a:lnTo>
                  <a:lnTo>
                    <a:pt x="992434" y="19908"/>
                  </a:lnTo>
                  <a:lnTo>
                    <a:pt x="984620" y="19752"/>
                  </a:lnTo>
                  <a:lnTo>
                    <a:pt x="976806" y="19523"/>
                  </a:lnTo>
                  <a:lnTo>
                    <a:pt x="968991" y="19357"/>
                  </a:lnTo>
                  <a:lnTo>
                    <a:pt x="961177" y="19203"/>
                  </a:lnTo>
                  <a:lnTo>
                    <a:pt x="953362" y="19073"/>
                  </a:lnTo>
                  <a:lnTo>
                    <a:pt x="945548" y="18941"/>
                  </a:lnTo>
                  <a:lnTo>
                    <a:pt x="937733" y="18765"/>
                  </a:lnTo>
                  <a:lnTo>
                    <a:pt x="929919" y="18571"/>
                  </a:lnTo>
                  <a:lnTo>
                    <a:pt x="922104" y="18458"/>
                  </a:lnTo>
                  <a:lnTo>
                    <a:pt x="914290" y="18291"/>
                  </a:lnTo>
                  <a:lnTo>
                    <a:pt x="906476" y="18103"/>
                  </a:lnTo>
                  <a:lnTo>
                    <a:pt x="898661" y="17882"/>
                  </a:lnTo>
                  <a:lnTo>
                    <a:pt x="890847" y="17712"/>
                  </a:lnTo>
                  <a:lnTo>
                    <a:pt x="883032" y="17541"/>
                  </a:lnTo>
                  <a:lnTo>
                    <a:pt x="875218" y="17346"/>
                  </a:lnTo>
                  <a:lnTo>
                    <a:pt x="867403" y="17194"/>
                  </a:lnTo>
                  <a:lnTo>
                    <a:pt x="859589" y="17019"/>
                  </a:lnTo>
                  <a:lnTo>
                    <a:pt x="851774" y="16833"/>
                  </a:lnTo>
                  <a:lnTo>
                    <a:pt x="843960" y="16613"/>
                  </a:lnTo>
                  <a:lnTo>
                    <a:pt x="836145" y="16391"/>
                  </a:lnTo>
                  <a:lnTo>
                    <a:pt x="828331" y="16184"/>
                  </a:lnTo>
                  <a:lnTo>
                    <a:pt x="820517" y="16004"/>
                  </a:lnTo>
                  <a:lnTo>
                    <a:pt x="812702" y="15810"/>
                  </a:lnTo>
                  <a:lnTo>
                    <a:pt x="804888" y="15582"/>
                  </a:lnTo>
                  <a:lnTo>
                    <a:pt x="797073" y="15371"/>
                  </a:lnTo>
                  <a:lnTo>
                    <a:pt x="789259" y="15215"/>
                  </a:lnTo>
                  <a:lnTo>
                    <a:pt x="781444" y="14912"/>
                  </a:lnTo>
                  <a:lnTo>
                    <a:pt x="773630" y="14658"/>
                  </a:lnTo>
                  <a:lnTo>
                    <a:pt x="765815" y="14415"/>
                  </a:lnTo>
                  <a:lnTo>
                    <a:pt x="758001" y="14162"/>
                  </a:lnTo>
                  <a:lnTo>
                    <a:pt x="750187" y="13900"/>
                  </a:lnTo>
                  <a:lnTo>
                    <a:pt x="742372" y="13628"/>
                  </a:lnTo>
                  <a:lnTo>
                    <a:pt x="734558" y="13327"/>
                  </a:lnTo>
                  <a:lnTo>
                    <a:pt x="726743" y="13110"/>
                  </a:lnTo>
                  <a:lnTo>
                    <a:pt x="718929" y="12911"/>
                  </a:lnTo>
                  <a:lnTo>
                    <a:pt x="711114" y="12677"/>
                  </a:lnTo>
                  <a:lnTo>
                    <a:pt x="703300" y="12426"/>
                  </a:lnTo>
                  <a:lnTo>
                    <a:pt x="695485" y="12172"/>
                  </a:lnTo>
                  <a:lnTo>
                    <a:pt x="687671" y="11915"/>
                  </a:lnTo>
                  <a:lnTo>
                    <a:pt x="679857" y="11709"/>
                  </a:lnTo>
                  <a:lnTo>
                    <a:pt x="672042" y="11583"/>
                  </a:lnTo>
                  <a:lnTo>
                    <a:pt x="664228" y="11428"/>
                  </a:lnTo>
                  <a:lnTo>
                    <a:pt x="656413" y="11199"/>
                  </a:lnTo>
                  <a:lnTo>
                    <a:pt x="648599" y="10968"/>
                  </a:lnTo>
                  <a:lnTo>
                    <a:pt x="640784" y="10731"/>
                  </a:lnTo>
                  <a:lnTo>
                    <a:pt x="632970" y="10516"/>
                  </a:lnTo>
                  <a:lnTo>
                    <a:pt x="625155" y="10350"/>
                  </a:lnTo>
                  <a:lnTo>
                    <a:pt x="617341" y="10187"/>
                  </a:lnTo>
                  <a:lnTo>
                    <a:pt x="609526" y="10000"/>
                  </a:lnTo>
                  <a:lnTo>
                    <a:pt x="601712" y="9736"/>
                  </a:lnTo>
                  <a:lnTo>
                    <a:pt x="593898" y="9436"/>
                  </a:lnTo>
                  <a:lnTo>
                    <a:pt x="586083" y="9133"/>
                  </a:lnTo>
                  <a:lnTo>
                    <a:pt x="578269" y="9022"/>
                  </a:lnTo>
                  <a:lnTo>
                    <a:pt x="570454" y="8745"/>
                  </a:lnTo>
                  <a:lnTo>
                    <a:pt x="562640" y="8610"/>
                  </a:lnTo>
                  <a:lnTo>
                    <a:pt x="554825" y="8525"/>
                  </a:lnTo>
                  <a:lnTo>
                    <a:pt x="547011" y="8262"/>
                  </a:lnTo>
                  <a:lnTo>
                    <a:pt x="539196" y="7964"/>
                  </a:lnTo>
                  <a:lnTo>
                    <a:pt x="531382" y="7775"/>
                  </a:lnTo>
                  <a:lnTo>
                    <a:pt x="523568" y="7632"/>
                  </a:lnTo>
                  <a:lnTo>
                    <a:pt x="515753" y="7437"/>
                  </a:lnTo>
                  <a:lnTo>
                    <a:pt x="507939" y="7197"/>
                  </a:lnTo>
                  <a:lnTo>
                    <a:pt x="500124" y="6984"/>
                  </a:lnTo>
                  <a:lnTo>
                    <a:pt x="492310" y="6810"/>
                  </a:lnTo>
                  <a:lnTo>
                    <a:pt x="484495" y="6644"/>
                  </a:lnTo>
                  <a:lnTo>
                    <a:pt x="476681" y="6503"/>
                  </a:lnTo>
                  <a:lnTo>
                    <a:pt x="468866" y="6427"/>
                  </a:lnTo>
                  <a:lnTo>
                    <a:pt x="461052" y="6134"/>
                  </a:lnTo>
                  <a:lnTo>
                    <a:pt x="453238" y="5887"/>
                  </a:lnTo>
                  <a:lnTo>
                    <a:pt x="445423" y="5710"/>
                  </a:lnTo>
                  <a:lnTo>
                    <a:pt x="437609" y="5455"/>
                  </a:lnTo>
                  <a:lnTo>
                    <a:pt x="429794" y="5352"/>
                  </a:lnTo>
                  <a:lnTo>
                    <a:pt x="421980" y="5219"/>
                  </a:lnTo>
                  <a:lnTo>
                    <a:pt x="414165" y="5009"/>
                  </a:lnTo>
                  <a:lnTo>
                    <a:pt x="406351" y="4902"/>
                  </a:lnTo>
                  <a:lnTo>
                    <a:pt x="398536" y="4691"/>
                  </a:lnTo>
                  <a:lnTo>
                    <a:pt x="390722" y="4603"/>
                  </a:lnTo>
                  <a:lnTo>
                    <a:pt x="382907" y="4450"/>
                  </a:lnTo>
                  <a:lnTo>
                    <a:pt x="375093" y="4314"/>
                  </a:lnTo>
                  <a:lnTo>
                    <a:pt x="367279" y="4128"/>
                  </a:lnTo>
                  <a:lnTo>
                    <a:pt x="359464" y="3863"/>
                  </a:lnTo>
                  <a:lnTo>
                    <a:pt x="351650" y="3752"/>
                  </a:lnTo>
                  <a:lnTo>
                    <a:pt x="343835" y="3613"/>
                  </a:lnTo>
                  <a:lnTo>
                    <a:pt x="336021" y="3489"/>
                  </a:lnTo>
                  <a:lnTo>
                    <a:pt x="328206" y="3366"/>
                  </a:lnTo>
                  <a:lnTo>
                    <a:pt x="320392" y="3236"/>
                  </a:lnTo>
                  <a:lnTo>
                    <a:pt x="312577" y="3147"/>
                  </a:lnTo>
                  <a:lnTo>
                    <a:pt x="304763" y="3052"/>
                  </a:lnTo>
                  <a:lnTo>
                    <a:pt x="296949" y="2976"/>
                  </a:lnTo>
                  <a:lnTo>
                    <a:pt x="289134" y="2859"/>
                  </a:lnTo>
                  <a:lnTo>
                    <a:pt x="281320" y="2770"/>
                  </a:lnTo>
                  <a:lnTo>
                    <a:pt x="273505" y="2686"/>
                  </a:lnTo>
                  <a:lnTo>
                    <a:pt x="265691" y="2640"/>
                  </a:lnTo>
                  <a:lnTo>
                    <a:pt x="257876" y="2561"/>
                  </a:lnTo>
                  <a:lnTo>
                    <a:pt x="250062" y="2476"/>
                  </a:lnTo>
                  <a:lnTo>
                    <a:pt x="242247" y="2392"/>
                  </a:lnTo>
                  <a:lnTo>
                    <a:pt x="234433" y="2270"/>
                  </a:lnTo>
                  <a:lnTo>
                    <a:pt x="226619" y="2137"/>
                  </a:lnTo>
                  <a:lnTo>
                    <a:pt x="218804" y="2088"/>
                  </a:lnTo>
                  <a:lnTo>
                    <a:pt x="210990" y="2003"/>
                  </a:lnTo>
                  <a:lnTo>
                    <a:pt x="203175" y="1893"/>
                  </a:lnTo>
                  <a:lnTo>
                    <a:pt x="195361" y="1829"/>
                  </a:lnTo>
                  <a:lnTo>
                    <a:pt x="187546" y="1792"/>
                  </a:lnTo>
                  <a:lnTo>
                    <a:pt x="179732" y="1711"/>
                  </a:lnTo>
                  <a:lnTo>
                    <a:pt x="171917" y="1712"/>
                  </a:lnTo>
                  <a:lnTo>
                    <a:pt x="164103" y="1611"/>
                  </a:lnTo>
                  <a:lnTo>
                    <a:pt x="156288" y="1566"/>
                  </a:lnTo>
                  <a:lnTo>
                    <a:pt x="148474" y="1499"/>
                  </a:lnTo>
                  <a:lnTo>
                    <a:pt x="140660" y="1390"/>
                  </a:lnTo>
                  <a:lnTo>
                    <a:pt x="132845" y="1347"/>
                  </a:lnTo>
                  <a:lnTo>
                    <a:pt x="125031" y="1274"/>
                  </a:lnTo>
                  <a:lnTo>
                    <a:pt x="117216" y="1194"/>
                  </a:lnTo>
                  <a:lnTo>
                    <a:pt x="109402" y="1115"/>
                  </a:lnTo>
                  <a:lnTo>
                    <a:pt x="101587" y="1034"/>
                  </a:lnTo>
                  <a:lnTo>
                    <a:pt x="93773" y="962"/>
                  </a:lnTo>
                  <a:lnTo>
                    <a:pt x="85958" y="875"/>
                  </a:lnTo>
                  <a:lnTo>
                    <a:pt x="78144" y="793"/>
                  </a:lnTo>
                  <a:lnTo>
                    <a:pt x="70330" y="766"/>
                  </a:lnTo>
                  <a:lnTo>
                    <a:pt x="62515" y="742"/>
                  </a:lnTo>
                  <a:lnTo>
                    <a:pt x="54701" y="694"/>
                  </a:lnTo>
                  <a:lnTo>
                    <a:pt x="46886" y="582"/>
                  </a:lnTo>
                  <a:lnTo>
                    <a:pt x="39072" y="454"/>
                  </a:lnTo>
                  <a:lnTo>
                    <a:pt x="31257" y="426"/>
                  </a:lnTo>
                  <a:lnTo>
                    <a:pt x="23443" y="295"/>
                  </a:lnTo>
                  <a:lnTo>
                    <a:pt x="15628" y="197"/>
                  </a:lnTo>
                  <a:lnTo>
                    <a:pt x="7814" y="7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3" name="pg272"/>
            <p:cNvSpPr/>
            <p:nvPr/>
          </p:nvSpPr>
          <p:spPr>
            <a:xfrm>
              <a:off x="6041499" y="4605359"/>
              <a:ext cx="2023942" cy="80390"/>
            </a:xfrm>
            <a:custGeom>
              <a:avLst/>
              <a:pathLst>
                <a:path w="2023942" h="80390">
                  <a:moveTo>
                    <a:pt x="0" y="0"/>
                  </a:moveTo>
                  <a:lnTo>
                    <a:pt x="7814" y="690"/>
                  </a:lnTo>
                  <a:lnTo>
                    <a:pt x="15628" y="1375"/>
                  </a:lnTo>
                  <a:lnTo>
                    <a:pt x="23443" y="2056"/>
                  </a:lnTo>
                  <a:lnTo>
                    <a:pt x="31257" y="2732"/>
                  </a:lnTo>
                  <a:lnTo>
                    <a:pt x="39072" y="3596"/>
                  </a:lnTo>
                  <a:lnTo>
                    <a:pt x="46886" y="4528"/>
                  </a:lnTo>
                  <a:lnTo>
                    <a:pt x="54701" y="5351"/>
                  </a:lnTo>
                  <a:lnTo>
                    <a:pt x="62515" y="5795"/>
                  </a:lnTo>
                  <a:lnTo>
                    <a:pt x="70330" y="6523"/>
                  </a:lnTo>
                  <a:lnTo>
                    <a:pt x="78144" y="7255"/>
                  </a:lnTo>
                  <a:lnTo>
                    <a:pt x="85958" y="7778"/>
                  </a:lnTo>
                  <a:lnTo>
                    <a:pt x="93773" y="8292"/>
                  </a:lnTo>
                  <a:lnTo>
                    <a:pt x="101587" y="8986"/>
                  </a:lnTo>
                  <a:lnTo>
                    <a:pt x="109402" y="9438"/>
                  </a:lnTo>
                  <a:lnTo>
                    <a:pt x="117216" y="10374"/>
                  </a:lnTo>
                  <a:lnTo>
                    <a:pt x="125031" y="11017"/>
                  </a:lnTo>
                  <a:lnTo>
                    <a:pt x="132845" y="11628"/>
                  </a:lnTo>
                  <a:lnTo>
                    <a:pt x="140660" y="12197"/>
                  </a:lnTo>
                  <a:lnTo>
                    <a:pt x="148474" y="12824"/>
                  </a:lnTo>
                  <a:lnTo>
                    <a:pt x="156288" y="13438"/>
                  </a:lnTo>
                  <a:lnTo>
                    <a:pt x="164103" y="13988"/>
                  </a:lnTo>
                  <a:lnTo>
                    <a:pt x="171917" y="14534"/>
                  </a:lnTo>
                  <a:lnTo>
                    <a:pt x="179732" y="15056"/>
                  </a:lnTo>
                  <a:lnTo>
                    <a:pt x="187546" y="15614"/>
                  </a:lnTo>
                  <a:lnTo>
                    <a:pt x="195361" y="16150"/>
                  </a:lnTo>
                  <a:lnTo>
                    <a:pt x="203175" y="16760"/>
                  </a:lnTo>
                  <a:lnTo>
                    <a:pt x="210990" y="17258"/>
                  </a:lnTo>
                  <a:lnTo>
                    <a:pt x="218804" y="17741"/>
                  </a:lnTo>
                  <a:lnTo>
                    <a:pt x="226619" y="18281"/>
                  </a:lnTo>
                  <a:lnTo>
                    <a:pt x="234433" y="18860"/>
                  </a:lnTo>
                  <a:lnTo>
                    <a:pt x="242247" y="19420"/>
                  </a:lnTo>
                  <a:lnTo>
                    <a:pt x="250062" y="19920"/>
                  </a:lnTo>
                  <a:lnTo>
                    <a:pt x="257876" y="20430"/>
                  </a:lnTo>
                  <a:lnTo>
                    <a:pt x="265691" y="20909"/>
                  </a:lnTo>
                  <a:lnTo>
                    <a:pt x="273505" y="21393"/>
                  </a:lnTo>
                  <a:lnTo>
                    <a:pt x="281320" y="21966"/>
                  </a:lnTo>
                  <a:lnTo>
                    <a:pt x="289134" y="22501"/>
                  </a:lnTo>
                  <a:lnTo>
                    <a:pt x="296949" y="23072"/>
                  </a:lnTo>
                  <a:lnTo>
                    <a:pt x="304763" y="23537"/>
                  </a:lnTo>
                  <a:lnTo>
                    <a:pt x="312577" y="24006"/>
                  </a:lnTo>
                  <a:lnTo>
                    <a:pt x="320392" y="24528"/>
                  </a:lnTo>
                  <a:lnTo>
                    <a:pt x="328206" y="25106"/>
                  </a:lnTo>
                  <a:lnTo>
                    <a:pt x="336021" y="25645"/>
                  </a:lnTo>
                  <a:lnTo>
                    <a:pt x="343835" y="26184"/>
                  </a:lnTo>
                  <a:lnTo>
                    <a:pt x="351650" y="26590"/>
                  </a:lnTo>
                  <a:lnTo>
                    <a:pt x="359464" y="27084"/>
                  </a:lnTo>
                  <a:lnTo>
                    <a:pt x="367279" y="27514"/>
                  </a:lnTo>
                  <a:lnTo>
                    <a:pt x="375093" y="27823"/>
                  </a:lnTo>
                  <a:lnTo>
                    <a:pt x="382907" y="28359"/>
                  </a:lnTo>
                  <a:lnTo>
                    <a:pt x="390722" y="28702"/>
                  </a:lnTo>
                  <a:lnTo>
                    <a:pt x="398536" y="29020"/>
                  </a:lnTo>
                  <a:lnTo>
                    <a:pt x="406351" y="29475"/>
                  </a:lnTo>
                  <a:lnTo>
                    <a:pt x="414165" y="29728"/>
                  </a:lnTo>
                  <a:lnTo>
                    <a:pt x="421980" y="30027"/>
                  </a:lnTo>
                  <a:lnTo>
                    <a:pt x="429794" y="30311"/>
                  </a:lnTo>
                  <a:lnTo>
                    <a:pt x="437609" y="30683"/>
                  </a:lnTo>
                  <a:lnTo>
                    <a:pt x="445423" y="31129"/>
                  </a:lnTo>
                  <a:lnTo>
                    <a:pt x="453238" y="31581"/>
                  </a:lnTo>
                  <a:lnTo>
                    <a:pt x="461052" y="31850"/>
                  </a:lnTo>
                  <a:lnTo>
                    <a:pt x="468866" y="32225"/>
                  </a:lnTo>
                  <a:lnTo>
                    <a:pt x="476681" y="32541"/>
                  </a:lnTo>
                  <a:lnTo>
                    <a:pt x="484495" y="32774"/>
                  </a:lnTo>
                  <a:lnTo>
                    <a:pt x="492310" y="32991"/>
                  </a:lnTo>
                  <a:lnTo>
                    <a:pt x="500124" y="33223"/>
                  </a:lnTo>
                  <a:lnTo>
                    <a:pt x="507939" y="33464"/>
                  </a:lnTo>
                  <a:lnTo>
                    <a:pt x="515753" y="33739"/>
                  </a:lnTo>
                  <a:lnTo>
                    <a:pt x="523568" y="33972"/>
                  </a:lnTo>
                  <a:lnTo>
                    <a:pt x="531382" y="34222"/>
                  </a:lnTo>
                  <a:lnTo>
                    <a:pt x="539196" y="34448"/>
                  </a:lnTo>
                  <a:lnTo>
                    <a:pt x="547011" y="34764"/>
                  </a:lnTo>
                  <a:lnTo>
                    <a:pt x="554825" y="35024"/>
                  </a:lnTo>
                  <a:lnTo>
                    <a:pt x="562640" y="35212"/>
                  </a:lnTo>
                  <a:lnTo>
                    <a:pt x="570454" y="35494"/>
                  </a:lnTo>
                  <a:lnTo>
                    <a:pt x="578269" y="35675"/>
                  </a:lnTo>
                  <a:lnTo>
                    <a:pt x="586083" y="35836"/>
                  </a:lnTo>
                  <a:lnTo>
                    <a:pt x="593898" y="36097"/>
                  </a:lnTo>
                  <a:lnTo>
                    <a:pt x="601712" y="36307"/>
                  </a:lnTo>
                  <a:lnTo>
                    <a:pt x="609526" y="36616"/>
                  </a:lnTo>
                  <a:lnTo>
                    <a:pt x="617341" y="36750"/>
                  </a:lnTo>
                  <a:lnTo>
                    <a:pt x="625155" y="36933"/>
                  </a:lnTo>
                  <a:lnTo>
                    <a:pt x="632970" y="37155"/>
                  </a:lnTo>
                  <a:lnTo>
                    <a:pt x="640784" y="37357"/>
                  </a:lnTo>
                  <a:lnTo>
                    <a:pt x="648599" y="37593"/>
                  </a:lnTo>
                  <a:lnTo>
                    <a:pt x="656413" y="37797"/>
                  </a:lnTo>
                  <a:lnTo>
                    <a:pt x="664228" y="37996"/>
                  </a:lnTo>
                  <a:lnTo>
                    <a:pt x="672042" y="38186"/>
                  </a:lnTo>
                  <a:lnTo>
                    <a:pt x="679857" y="38350"/>
                  </a:lnTo>
                  <a:lnTo>
                    <a:pt x="687671" y="38442"/>
                  </a:lnTo>
                  <a:lnTo>
                    <a:pt x="695485" y="38582"/>
                  </a:lnTo>
                  <a:lnTo>
                    <a:pt x="703300" y="38732"/>
                  </a:lnTo>
                  <a:lnTo>
                    <a:pt x="711114" y="38903"/>
                  </a:lnTo>
                  <a:lnTo>
                    <a:pt x="718929" y="39056"/>
                  </a:lnTo>
                  <a:lnTo>
                    <a:pt x="726743" y="39189"/>
                  </a:lnTo>
                  <a:lnTo>
                    <a:pt x="734558" y="39245"/>
                  </a:lnTo>
                  <a:lnTo>
                    <a:pt x="742372" y="39325"/>
                  </a:lnTo>
                  <a:lnTo>
                    <a:pt x="750187" y="39349"/>
                  </a:lnTo>
                  <a:lnTo>
                    <a:pt x="758001" y="39518"/>
                  </a:lnTo>
                  <a:lnTo>
                    <a:pt x="765815" y="39644"/>
                  </a:lnTo>
                  <a:lnTo>
                    <a:pt x="773630" y="39760"/>
                  </a:lnTo>
                  <a:lnTo>
                    <a:pt x="781444" y="39858"/>
                  </a:lnTo>
                  <a:lnTo>
                    <a:pt x="789259" y="39833"/>
                  </a:lnTo>
                  <a:lnTo>
                    <a:pt x="797073" y="40011"/>
                  </a:lnTo>
                  <a:lnTo>
                    <a:pt x="804888" y="40081"/>
                  </a:lnTo>
                  <a:lnTo>
                    <a:pt x="812702" y="40146"/>
                  </a:lnTo>
                  <a:lnTo>
                    <a:pt x="820517" y="40210"/>
                  </a:lnTo>
                  <a:lnTo>
                    <a:pt x="828331" y="40357"/>
                  </a:lnTo>
                  <a:lnTo>
                    <a:pt x="836145" y="40491"/>
                  </a:lnTo>
                  <a:lnTo>
                    <a:pt x="843960" y="40512"/>
                  </a:lnTo>
                  <a:lnTo>
                    <a:pt x="851774" y="40607"/>
                  </a:lnTo>
                  <a:lnTo>
                    <a:pt x="859589" y="40697"/>
                  </a:lnTo>
                  <a:lnTo>
                    <a:pt x="867403" y="40770"/>
                  </a:lnTo>
                  <a:lnTo>
                    <a:pt x="875218" y="40874"/>
                  </a:lnTo>
                  <a:lnTo>
                    <a:pt x="883032" y="40980"/>
                  </a:lnTo>
                  <a:lnTo>
                    <a:pt x="890847" y="41055"/>
                  </a:lnTo>
                  <a:lnTo>
                    <a:pt x="898661" y="41054"/>
                  </a:lnTo>
                  <a:lnTo>
                    <a:pt x="906476" y="41084"/>
                  </a:lnTo>
                  <a:lnTo>
                    <a:pt x="914290" y="41168"/>
                  </a:lnTo>
                  <a:lnTo>
                    <a:pt x="922104" y="41225"/>
                  </a:lnTo>
                  <a:lnTo>
                    <a:pt x="929919" y="41282"/>
                  </a:lnTo>
                  <a:lnTo>
                    <a:pt x="937733" y="41463"/>
                  </a:lnTo>
                  <a:lnTo>
                    <a:pt x="945548" y="41569"/>
                  </a:lnTo>
                  <a:lnTo>
                    <a:pt x="953362" y="41595"/>
                  </a:lnTo>
                  <a:lnTo>
                    <a:pt x="961177" y="41694"/>
                  </a:lnTo>
                  <a:lnTo>
                    <a:pt x="968991" y="41784"/>
                  </a:lnTo>
                  <a:lnTo>
                    <a:pt x="976806" y="41805"/>
                  </a:lnTo>
                  <a:lnTo>
                    <a:pt x="984620" y="41886"/>
                  </a:lnTo>
                  <a:lnTo>
                    <a:pt x="992434" y="42026"/>
                  </a:lnTo>
                  <a:lnTo>
                    <a:pt x="1000249" y="42097"/>
                  </a:lnTo>
                  <a:lnTo>
                    <a:pt x="1008063" y="42124"/>
                  </a:lnTo>
                  <a:lnTo>
                    <a:pt x="1015878" y="42207"/>
                  </a:lnTo>
                  <a:lnTo>
                    <a:pt x="1023692" y="42263"/>
                  </a:lnTo>
                  <a:lnTo>
                    <a:pt x="1031507" y="42184"/>
                  </a:lnTo>
                  <a:lnTo>
                    <a:pt x="1039321" y="42235"/>
                  </a:lnTo>
                  <a:lnTo>
                    <a:pt x="1047136" y="42331"/>
                  </a:lnTo>
                  <a:lnTo>
                    <a:pt x="1054950" y="42349"/>
                  </a:lnTo>
                  <a:lnTo>
                    <a:pt x="1062765" y="42363"/>
                  </a:lnTo>
                  <a:lnTo>
                    <a:pt x="1070579" y="42391"/>
                  </a:lnTo>
                  <a:lnTo>
                    <a:pt x="1078393" y="42475"/>
                  </a:lnTo>
                  <a:lnTo>
                    <a:pt x="1086208" y="42478"/>
                  </a:lnTo>
                  <a:lnTo>
                    <a:pt x="1094022" y="42474"/>
                  </a:lnTo>
                  <a:lnTo>
                    <a:pt x="1101837" y="42482"/>
                  </a:lnTo>
                  <a:lnTo>
                    <a:pt x="1109651" y="42535"/>
                  </a:lnTo>
                  <a:lnTo>
                    <a:pt x="1117466" y="42587"/>
                  </a:lnTo>
                  <a:lnTo>
                    <a:pt x="1125280" y="42640"/>
                  </a:lnTo>
                  <a:lnTo>
                    <a:pt x="1133095" y="42718"/>
                  </a:lnTo>
                  <a:lnTo>
                    <a:pt x="1140909" y="42756"/>
                  </a:lnTo>
                  <a:lnTo>
                    <a:pt x="1148723" y="42816"/>
                  </a:lnTo>
                  <a:lnTo>
                    <a:pt x="1156538" y="42847"/>
                  </a:lnTo>
                  <a:lnTo>
                    <a:pt x="1164352" y="42869"/>
                  </a:lnTo>
                  <a:lnTo>
                    <a:pt x="1172167" y="42845"/>
                  </a:lnTo>
                  <a:lnTo>
                    <a:pt x="1179981" y="42862"/>
                  </a:lnTo>
                  <a:lnTo>
                    <a:pt x="1187796" y="42883"/>
                  </a:lnTo>
                  <a:lnTo>
                    <a:pt x="1195610" y="42948"/>
                  </a:lnTo>
                  <a:lnTo>
                    <a:pt x="1203425" y="42966"/>
                  </a:lnTo>
                  <a:lnTo>
                    <a:pt x="1211239" y="42955"/>
                  </a:lnTo>
                  <a:lnTo>
                    <a:pt x="1219053" y="42969"/>
                  </a:lnTo>
                  <a:lnTo>
                    <a:pt x="1226868" y="42990"/>
                  </a:lnTo>
                  <a:lnTo>
                    <a:pt x="1234682" y="43011"/>
                  </a:lnTo>
                  <a:lnTo>
                    <a:pt x="1242497" y="43033"/>
                  </a:lnTo>
                  <a:lnTo>
                    <a:pt x="1250311" y="43055"/>
                  </a:lnTo>
                  <a:lnTo>
                    <a:pt x="1258126" y="43077"/>
                  </a:lnTo>
                  <a:lnTo>
                    <a:pt x="1265940" y="43098"/>
                  </a:lnTo>
                  <a:lnTo>
                    <a:pt x="1273755" y="43086"/>
                  </a:lnTo>
                  <a:lnTo>
                    <a:pt x="1281569" y="43090"/>
                  </a:lnTo>
                  <a:lnTo>
                    <a:pt x="1289384" y="43097"/>
                  </a:lnTo>
                  <a:lnTo>
                    <a:pt x="1297198" y="43113"/>
                  </a:lnTo>
                  <a:lnTo>
                    <a:pt x="1305012" y="43110"/>
                  </a:lnTo>
                  <a:lnTo>
                    <a:pt x="1312827" y="43115"/>
                  </a:lnTo>
                  <a:lnTo>
                    <a:pt x="1320641" y="43063"/>
                  </a:lnTo>
                  <a:lnTo>
                    <a:pt x="1328456" y="43066"/>
                  </a:lnTo>
                  <a:lnTo>
                    <a:pt x="1336270" y="43105"/>
                  </a:lnTo>
                  <a:lnTo>
                    <a:pt x="1344085" y="43136"/>
                  </a:lnTo>
                  <a:lnTo>
                    <a:pt x="1351899" y="43141"/>
                  </a:lnTo>
                  <a:lnTo>
                    <a:pt x="1359714" y="43147"/>
                  </a:lnTo>
                  <a:lnTo>
                    <a:pt x="1367528" y="43153"/>
                  </a:lnTo>
                  <a:lnTo>
                    <a:pt x="1375342" y="43159"/>
                  </a:lnTo>
                  <a:lnTo>
                    <a:pt x="1383157" y="43164"/>
                  </a:lnTo>
                  <a:lnTo>
                    <a:pt x="1390971" y="43170"/>
                  </a:lnTo>
                  <a:lnTo>
                    <a:pt x="1398786" y="43177"/>
                  </a:lnTo>
                  <a:lnTo>
                    <a:pt x="1406600" y="43184"/>
                  </a:lnTo>
                  <a:lnTo>
                    <a:pt x="1414415" y="43191"/>
                  </a:lnTo>
                  <a:lnTo>
                    <a:pt x="1422229" y="43198"/>
                  </a:lnTo>
                  <a:lnTo>
                    <a:pt x="1430044" y="43204"/>
                  </a:lnTo>
                  <a:lnTo>
                    <a:pt x="1437858" y="43211"/>
                  </a:lnTo>
                  <a:lnTo>
                    <a:pt x="1445672" y="43218"/>
                  </a:lnTo>
                  <a:lnTo>
                    <a:pt x="1453487" y="43252"/>
                  </a:lnTo>
                  <a:lnTo>
                    <a:pt x="1461301" y="43292"/>
                  </a:lnTo>
                  <a:lnTo>
                    <a:pt x="1469116" y="43333"/>
                  </a:lnTo>
                  <a:lnTo>
                    <a:pt x="1476930" y="43373"/>
                  </a:lnTo>
                  <a:lnTo>
                    <a:pt x="1484745" y="43413"/>
                  </a:lnTo>
                  <a:lnTo>
                    <a:pt x="1492559" y="43433"/>
                  </a:lnTo>
                  <a:lnTo>
                    <a:pt x="1500374" y="43417"/>
                  </a:lnTo>
                  <a:lnTo>
                    <a:pt x="1508188" y="43400"/>
                  </a:lnTo>
                  <a:lnTo>
                    <a:pt x="1516003" y="43384"/>
                  </a:lnTo>
                  <a:lnTo>
                    <a:pt x="1523817" y="43367"/>
                  </a:lnTo>
                  <a:lnTo>
                    <a:pt x="1531631" y="43351"/>
                  </a:lnTo>
                  <a:lnTo>
                    <a:pt x="1539446" y="43335"/>
                  </a:lnTo>
                  <a:lnTo>
                    <a:pt x="1547260" y="43351"/>
                  </a:lnTo>
                  <a:lnTo>
                    <a:pt x="1555075" y="43372"/>
                  </a:lnTo>
                  <a:lnTo>
                    <a:pt x="1562889" y="43394"/>
                  </a:lnTo>
                  <a:lnTo>
                    <a:pt x="1570704" y="43416"/>
                  </a:lnTo>
                  <a:lnTo>
                    <a:pt x="1578518" y="43439"/>
                  </a:lnTo>
                  <a:lnTo>
                    <a:pt x="1586333" y="43461"/>
                  </a:lnTo>
                  <a:lnTo>
                    <a:pt x="1594147" y="43500"/>
                  </a:lnTo>
                  <a:lnTo>
                    <a:pt x="1601961" y="43505"/>
                  </a:lnTo>
                  <a:lnTo>
                    <a:pt x="1609776" y="43526"/>
                  </a:lnTo>
                  <a:lnTo>
                    <a:pt x="1617590" y="43547"/>
                  </a:lnTo>
                  <a:lnTo>
                    <a:pt x="1625405" y="43569"/>
                  </a:lnTo>
                  <a:lnTo>
                    <a:pt x="1633219" y="43591"/>
                  </a:lnTo>
                  <a:lnTo>
                    <a:pt x="1641034" y="43612"/>
                  </a:lnTo>
                  <a:lnTo>
                    <a:pt x="1648848" y="43626"/>
                  </a:lnTo>
                  <a:lnTo>
                    <a:pt x="1656663" y="43650"/>
                  </a:lnTo>
                  <a:lnTo>
                    <a:pt x="1664477" y="43676"/>
                  </a:lnTo>
                  <a:lnTo>
                    <a:pt x="1672291" y="43669"/>
                  </a:lnTo>
                  <a:lnTo>
                    <a:pt x="1680106" y="43713"/>
                  </a:lnTo>
                  <a:lnTo>
                    <a:pt x="1687920" y="43739"/>
                  </a:lnTo>
                  <a:lnTo>
                    <a:pt x="1695735" y="43759"/>
                  </a:lnTo>
                  <a:lnTo>
                    <a:pt x="1703549" y="43780"/>
                  </a:lnTo>
                  <a:lnTo>
                    <a:pt x="1711364" y="43801"/>
                  </a:lnTo>
                  <a:lnTo>
                    <a:pt x="1719178" y="43823"/>
                  </a:lnTo>
                  <a:lnTo>
                    <a:pt x="1726993" y="43845"/>
                  </a:lnTo>
                  <a:lnTo>
                    <a:pt x="1734807" y="43866"/>
                  </a:lnTo>
                  <a:lnTo>
                    <a:pt x="1742622" y="43888"/>
                  </a:lnTo>
                  <a:lnTo>
                    <a:pt x="1750436" y="43910"/>
                  </a:lnTo>
                  <a:lnTo>
                    <a:pt x="1758250" y="43932"/>
                  </a:lnTo>
                  <a:lnTo>
                    <a:pt x="1766065" y="43954"/>
                  </a:lnTo>
                  <a:lnTo>
                    <a:pt x="1773879" y="43974"/>
                  </a:lnTo>
                  <a:lnTo>
                    <a:pt x="1781694" y="43995"/>
                  </a:lnTo>
                  <a:lnTo>
                    <a:pt x="1789508" y="44014"/>
                  </a:lnTo>
                  <a:lnTo>
                    <a:pt x="1797323" y="44033"/>
                  </a:lnTo>
                  <a:lnTo>
                    <a:pt x="1805137" y="44052"/>
                  </a:lnTo>
                  <a:lnTo>
                    <a:pt x="1812952" y="44071"/>
                  </a:lnTo>
                  <a:lnTo>
                    <a:pt x="1820766" y="44092"/>
                  </a:lnTo>
                  <a:lnTo>
                    <a:pt x="1828580" y="44113"/>
                  </a:lnTo>
                  <a:lnTo>
                    <a:pt x="1836395" y="44121"/>
                  </a:lnTo>
                  <a:lnTo>
                    <a:pt x="1844209" y="44118"/>
                  </a:lnTo>
                  <a:lnTo>
                    <a:pt x="1852024" y="44114"/>
                  </a:lnTo>
                  <a:lnTo>
                    <a:pt x="1859838" y="44110"/>
                  </a:lnTo>
                  <a:lnTo>
                    <a:pt x="1867653" y="44106"/>
                  </a:lnTo>
                  <a:lnTo>
                    <a:pt x="1875467" y="44103"/>
                  </a:lnTo>
                  <a:lnTo>
                    <a:pt x="1883282" y="44099"/>
                  </a:lnTo>
                  <a:lnTo>
                    <a:pt x="1891096" y="44095"/>
                  </a:lnTo>
                  <a:lnTo>
                    <a:pt x="1898910" y="44091"/>
                  </a:lnTo>
                  <a:lnTo>
                    <a:pt x="1906725" y="44087"/>
                  </a:lnTo>
                  <a:lnTo>
                    <a:pt x="1914539" y="44084"/>
                  </a:lnTo>
                  <a:lnTo>
                    <a:pt x="1922354" y="44080"/>
                  </a:lnTo>
                  <a:lnTo>
                    <a:pt x="1930168" y="44076"/>
                  </a:lnTo>
                  <a:lnTo>
                    <a:pt x="1937983" y="44072"/>
                  </a:lnTo>
                  <a:lnTo>
                    <a:pt x="1945797" y="44068"/>
                  </a:lnTo>
                  <a:lnTo>
                    <a:pt x="1953612" y="44065"/>
                  </a:lnTo>
                  <a:lnTo>
                    <a:pt x="1961426" y="44061"/>
                  </a:lnTo>
                  <a:lnTo>
                    <a:pt x="1969241" y="44079"/>
                  </a:lnTo>
                  <a:lnTo>
                    <a:pt x="1977055" y="44117"/>
                  </a:lnTo>
                  <a:lnTo>
                    <a:pt x="1984869" y="44154"/>
                  </a:lnTo>
                  <a:lnTo>
                    <a:pt x="1992684" y="44191"/>
                  </a:lnTo>
                  <a:lnTo>
                    <a:pt x="2000498" y="44229"/>
                  </a:lnTo>
                  <a:lnTo>
                    <a:pt x="2008313" y="44266"/>
                  </a:lnTo>
                  <a:lnTo>
                    <a:pt x="2016127" y="44303"/>
                  </a:lnTo>
                  <a:lnTo>
                    <a:pt x="2023942" y="44340"/>
                  </a:lnTo>
                  <a:lnTo>
                    <a:pt x="2023942" y="80390"/>
                  </a:lnTo>
                  <a:lnTo>
                    <a:pt x="2016127" y="80326"/>
                  </a:lnTo>
                  <a:lnTo>
                    <a:pt x="2008313" y="80261"/>
                  </a:lnTo>
                  <a:lnTo>
                    <a:pt x="2000498" y="80196"/>
                  </a:lnTo>
                  <a:lnTo>
                    <a:pt x="1992684" y="80130"/>
                  </a:lnTo>
                  <a:lnTo>
                    <a:pt x="1984869" y="80081"/>
                  </a:lnTo>
                  <a:lnTo>
                    <a:pt x="1977055" y="80038"/>
                  </a:lnTo>
                  <a:lnTo>
                    <a:pt x="1969241" y="79965"/>
                  </a:lnTo>
                  <a:lnTo>
                    <a:pt x="1961426" y="79889"/>
                  </a:lnTo>
                  <a:lnTo>
                    <a:pt x="1953612" y="79830"/>
                  </a:lnTo>
                  <a:lnTo>
                    <a:pt x="1945797" y="79770"/>
                  </a:lnTo>
                  <a:lnTo>
                    <a:pt x="1937983" y="79709"/>
                  </a:lnTo>
                  <a:lnTo>
                    <a:pt x="1930168" y="79648"/>
                  </a:lnTo>
                  <a:lnTo>
                    <a:pt x="1922354" y="79587"/>
                  </a:lnTo>
                  <a:lnTo>
                    <a:pt x="1914539" y="79525"/>
                  </a:lnTo>
                  <a:lnTo>
                    <a:pt x="1906725" y="79461"/>
                  </a:lnTo>
                  <a:lnTo>
                    <a:pt x="1898910" y="79397"/>
                  </a:lnTo>
                  <a:lnTo>
                    <a:pt x="1891096" y="79345"/>
                  </a:lnTo>
                  <a:lnTo>
                    <a:pt x="1883282" y="79298"/>
                  </a:lnTo>
                  <a:lnTo>
                    <a:pt x="1875467" y="79201"/>
                  </a:lnTo>
                  <a:lnTo>
                    <a:pt x="1867653" y="79151"/>
                  </a:lnTo>
                  <a:lnTo>
                    <a:pt x="1859838" y="79104"/>
                  </a:lnTo>
                  <a:lnTo>
                    <a:pt x="1852024" y="79048"/>
                  </a:lnTo>
                  <a:lnTo>
                    <a:pt x="1844209" y="78966"/>
                  </a:lnTo>
                  <a:lnTo>
                    <a:pt x="1836395" y="78882"/>
                  </a:lnTo>
                  <a:lnTo>
                    <a:pt x="1828580" y="78798"/>
                  </a:lnTo>
                  <a:lnTo>
                    <a:pt x="1820766" y="78713"/>
                  </a:lnTo>
                  <a:lnTo>
                    <a:pt x="1812952" y="78628"/>
                  </a:lnTo>
                  <a:lnTo>
                    <a:pt x="1805137" y="78542"/>
                  </a:lnTo>
                  <a:lnTo>
                    <a:pt x="1797323" y="78456"/>
                  </a:lnTo>
                  <a:lnTo>
                    <a:pt x="1789508" y="78370"/>
                  </a:lnTo>
                  <a:lnTo>
                    <a:pt x="1781694" y="78282"/>
                  </a:lnTo>
                  <a:lnTo>
                    <a:pt x="1773879" y="78194"/>
                  </a:lnTo>
                  <a:lnTo>
                    <a:pt x="1766065" y="78105"/>
                  </a:lnTo>
                  <a:lnTo>
                    <a:pt x="1758250" y="78016"/>
                  </a:lnTo>
                  <a:lnTo>
                    <a:pt x="1750436" y="77926"/>
                  </a:lnTo>
                  <a:lnTo>
                    <a:pt x="1742622" y="77836"/>
                  </a:lnTo>
                  <a:lnTo>
                    <a:pt x="1734807" y="77744"/>
                  </a:lnTo>
                  <a:lnTo>
                    <a:pt x="1726993" y="77653"/>
                  </a:lnTo>
                  <a:lnTo>
                    <a:pt x="1719178" y="77560"/>
                  </a:lnTo>
                  <a:lnTo>
                    <a:pt x="1711364" y="77467"/>
                  </a:lnTo>
                  <a:lnTo>
                    <a:pt x="1703549" y="77379"/>
                  </a:lnTo>
                  <a:lnTo>
                    <a:pt x="1695735" y="77295"/>
                  </a:lnTo>
                  <a:lnTo>
                    <a:pt x="1687920" y="77210"/>
                  </a:lnTo>
                  <a:lnTo>
                    <a:pt x="1680106" y="77123"/>
                  </a:lnTo>
                  <a:lnTo>
                    <a:pt x="1672291" y="77026"/>
                  </a:lnTo>
                  <a:lnTo>
                    <a:pt x="1664477" y="76900"/>
                  </a:lnTo>
                  <a:lnTo>
                    <a:pt x="1656663" y="76797"/>
                  </a:lnTo>
                  <a:lnTo>
                    <a:pt x="1648848" y="76699"/>
                  </a:lnTo>
                  <a:lnTo>
                    <a:pt x="1641034" y="76606"/>
                  </a:lnTo>
                  <a:lnTo>
                    <a:pt x="1633219" y="76551"/>
                  </a:lnTo>
                  <a:lnTo>
                    <a:pt x="1625405" y="76464"/>
                  </a:lnTo>
                  <a:lnTo>
                    <a:pt x="1617590" y="76352"/>
                  </a:lnTo>
                  <a:lnTo>
                    <a:pt x="1609776" y="76238"/>
                  </a:lnTo>
                  <a:lnTo>
                    <a:pt x="1601961" y="76123"/>
                  </a:lnTo>
                  <a:lnTo>
                    <a:pt x="1594147" y="76007"/>
                  </a:lnTo>
                  <a:lnTo>
                    <a:pt x="1586333" y="75890"/>
                  </a:lnTo>
                  <a:lnTo>
                    <a:pt x="1578518" y="75784"/>
                  </a:lnTo>
                  <a:lnTo>
                    <a:pt x="1570704" y="75685"/>
                  </a:lnTo>
                  <a:lnTo>
                    <a:pt x="1562889" y="75594"/>
                  </a:lnTo>
                  <a:lnTo>
                    <a:pt x="1555075" y="75494"/>
                  </a:lnTo>
                  <a:lnTo>
                    <a:pt x="1547260" y="75411"/>
                  </a:lnTo>
                  <a:lnTo>
                    <a:pt x="1539446" y="75319"/>
                  </a:lnTo>
                  <a:lnTo>
                    <a:pt x="1531631" y="75226"/>
                  </a:lnTo>
                  <a:lnTo>
                    <a:pt x="1523817" y="75132"/>
                  </a:lnTo>
                  <a:lnTo>
                    <a:pt x="1516003" y="75006"/>
                  </a:lnTo>
                  <a:lnTo>
                    <a:pt x="1508188" y="74867"/>
                  </a:lnTo>
                  <a:lnTo>
                    <a:pt x="1500374" y="74727"/>
                  </a:lnTo>
                  <a:lnTo>
                    <a:pt x="1492559" y="74593"/>
                  </a:lnTo>
                  <a:lnTo>
                    <a:pt x="1484745" y="74480"/>
                  </a:lnTo>
                  <a:lnTo>
                    <a:pt x="1476930" y="74367"/>
                  </a:lnTo>
                  <a:lnTo>
                    <a:pt x="1469116" y="74251"/>
                  </a:lnTo>
                  <a:lnTo>
                    <a:pt x="1461301" y="74135"/>
                  </a:lnTo>
                  <a:lnTo>
                    <a:pt x="1453487" y="74018"/>
                  </a:lnTo>
                  <a:lnTo>
                    <a:pt x="1445672" y="73900"/>
                  </a:lnTo>
                  <a:lnTo>
                    <a:pt x="1437858" y="73750"/>
                  </a:lnTo>
                  <a:lnTo>
                    <a:pt x="1430044" y="73638"/>
                  </a:lnTo>
                  <a:lnTo>
                    <a:pt x="1422229" y="73525"/>
                  </a:lnTo>
                  <a:lnTo>
                    <a:pt x="1414415" y="73412"/>
                  </a:lnTo>
                  <a:lnTo>
                    <a:pt x="1406600" y="73298"/>
                  </a:lnTo>
                  <a:lnTo>
                    <a:pt x="1398786" y="73183"/>
                  </a:lnTo>
                  <a:lnTo>
                    <a:pt x="1390971" y="73061"/>
                  </a:lnTo>
                  <a:lnTo>
                    <a:pt x="1383157" y="72938"/>
                  </a:lnTo>
                  <a:lnTo>
                    <a:pt x="1375342" y="72815"/>
                  </a:lnTo>
                  <a:lnTo>
                    <a:pt x="1367528" y="72690"/>
                  </a:lnTo>
                  <a:lnTo>
                    <a:pt x="1359714" y="72571"/>
                  </a:lnTo>
                  <a:lnTo>
                    <a:pt x="1351899" y="72462"/>
                  </a:lnTo>
                  <a:lnTo>
                    <a:pt x="1344085" y="72351"/>
                  </a:lnTo>
                  <a:lnTo>
                    <a:pt x="1336270" y="72240"/>
                  </a:lnTo>
                  <a:lnTo>
                    <a:pt x="1328456" y="72119"/>
                  </a:lnTo>
                  <a:lnTo>
                    <a:pt x="1320641" y="71997"/>
                  </a:lnTo>
                  <a:lnTo>
                    <a:pt x="1312827" y="71874"/>
                  </a:lnTo>
                  <a:lnTo>
                    <a:pt x="1305012" y="71751"/>
                  </a:lnTo>
                  <a:lnTo>
                    <a:pt x="1297198" y="71626"/>
                  </a:lnTo>
                  <a:lnTo>
                    <a:pt x="1289384" y="71501"/>
                  </a:lnTo>
                  <a:lnTo>
                    <a:pt x="1281569" y="71365"/>
                  </a:lnTo>
                  <a:lnTo>
                    <a:pt x="1273755" y="71140"/>
                  </a:lnTo>
                  <a:lnTo>
                    <a:pt x="1265940" y="70996"/>
                  </a:lnTo>
                  <a:lnTo>
                    <a:pt x="1258126" y="70859"/>
                  </a:lnTo>
                  <a:lnTo>
                    <a:pt x="1250311" y="70722"/>
                  </a:lnTo>
                  <a:lnTo>
                    <a:pt x="1242497" y="70582"/>
                  </a:lnTo>
                  <a:lnTo>
                    <a:pt x="1234682" y="70439"/>
                  </a:lnTo>
                  <a:lnTo>
                    <a:pt x="1226868" y="70227"/>
                  </a:lnTo>
                  <a:lnTo>
                    <a:pt x="1219053" y="70013"/>
                  </a:lnTo>
                  <a:lnTo>
                    <a:pt x="1211239" y="69839"/>
                  </a:lnTo>
                  <a:lnTo>
                    <a:pt x="1203425" y="69704"/>
                  </a:lnTo>
                  <a:lnTo>
                    <a:pt x="1195610" y="69567"/>
                  </a:lnTo>
                  <a:lnTo>
                    <a:pt x="1187796" y="69429"/>
                  </a:lnTo>
                  <a:lnTo>
                    <a:pt x="1179981" y="69289"/>
                  </a:lnTo>
                  <a:lnTo>
                    <a:pt x="1172167" y="69147"/>
                  </a:lnTo>
                  <a:lnTo>
                    <a:pt x="1164352" y="69055"/>
                  </a:lnTo>
                  <a:lnTo>
                    <a:pt x="1156538" y="68899"/>
                  </a:lnTo>
                  <a:lnTo>
                    <a:pt x="1148723" y="68713"/>
                  </a:lnTo>
                  <a:lnTo>
                    <a:pt x="1140909" y="68566"/>
                  </a:lnTo>
                  <a:lnTo>
                    <a:pt x="1133095" y="68416"/>
                  </a:lnTo>
                  <a:lnTo>
                    <a:pt x="1125280" y="68265"/>
                  </a:lnTo>
                  <a:lnTo>
                    <a:pt x="1117466" y="68112"/>
                  </a:lnTo>
                  <a:lnTo>
                    <a:pt x="1109651" y="67957"/>
                  </a:lnTo>
                  <a:lnTo>
                    <a:pt x="1101837" y="67801"/>
                  </a:lnTo>
                  <a:lnTo>
                    <a:pt x="1094022" y="67643"/>
                  </a:lnTo>
                  <a:lnTo>
                    <a:pt x="1086208" y="67484"/>
                  </a:lnTo>
                  <a:lnTo>
                    <a:pt x="1078393" y="67322"/>
                  </a:lnTo>
                  <a:lnTo>
                    <a:pt x="1070579" y="67159"/>
                  </a:lnTo>
                  <a:lnTo>
                    <a:pt x="1062765" y="66994"/>
                  </a:lnTo>
                  <a:lnTo>
                    <a:pt x="1054950" y="66827"/>
                  </a:lnTo>
                  <a:lnTo>
                    <a:pt x="1047136" y="66658"/>
                  </a:lnTo>
                  <a:lnTo>
                    <a:pt x="1039321" y="66488"/>
                  </a:lnTo>
                  <a:lnTo>
                    <a:pt x="1031507" y="66383"/>
                  </a:lnTo>
                  <a:lnTo>
                    <a:pt x="1023692" y="66278"/>
                  </a:lnTo>
                  <a:lnTo>
                    <a:pt x="1015878" y="66040"/>
                  </a:lnTo>
                  <a:lnTo>
                    <a:pt x="1008063" y="65800"/>
                  </a:lnTo>
                  <a:lnTo>
                    <a:pt x="1000249" y="65607"/>
                  </a:lnTo>
                  <a:lnTo>
                    <a:pt x="992434" y="65424"/>
                  </a:lnTo>
                  <a:lnTo>
                    <a:pt x="984620" y="65239"/>
                  </a:lnTo>
                  <a:lnTo>
                    <a:pt x="976806" y="65051"/>
                  </a:lnTo>
                  <a:lnTo>
                    <a:pt x="968991" y="64862"/>
                  </a:lnTo>
                  <a:lnTo>
                    <a:pt x="961177" y="64694"/>
                  </a:lnTo>
                  <a:lnTo>
                    <a:pt x="953362" y="64494"/>
                  </a:lnTo>
                  <a:lnTo>
                    <a:pt x="945548" y="64283"/>
                  </a:lnTo>
                  <a:lnTo>
                    <a:pt x="937733" y="64087"/>
                  </a:lnTo>
                  <a:lnTo>
                    <a:pt x="929919" y="63889"/>
                  </a:lnTo>
                  <a:lnTo>
                    <a:pt x="922104" y="63720"/>
                  </a:lnTo>
                  <a:lnTo>
                    <a:pt x="914290" y="63580"/>
                  </a:lnTo>
                  <a:lnTo>
                    <a:pt x="906476" y="63400"/>
                  </a:lnTo>
                  <a:lnTo>
                    <a:pt x="898661" y="63265"/>
                  </a:lnTo>
                  <a:lnTo>
                    <a:pt x="890847" y="63083"/>
                  </a:lnTo>
                  <a:lnTo>
                    <a:pt x="883032" y="62827"/>
                  </a:lnTo>
                  <a:lnTo>
                    <a:pt x="875218" y="62523"/>
                  </a:lnTo>
                  <a:lnTo>
                    <a:pt x="867403" y="62298"/>
                  </a:lnTo>
                  <a:lnTo>
                    <a:pt x="859589" y="62072"/>
                  </a:lnTo>
                  <a:lnTo>
                    <a:pt x="851774" y="61846"/>
                  </a:lnTo>
                  <a:lnTo>
                    <a:pt x="843960" y="61672"/>
                  </a:lnTo>
                  <a:lnTo>
                    <a:pt x="836145" y="61508"/>
                  </a:lnTo>
                  <a:lnTo>
                    <a:pt x="828331" y="61392"/>
                  </a:lnTo>
                  <a:lnTo>
                    <a:pt x="820517" y="61177"/>
                  </a:lnTo>
                  <a:lnTo>
                    <a:pt x="812702" y="60957"/>
                  </a:lnTo>
                  <a:lnTo>
                    <a:pt x="804888" y="60848"/>
                  </a:lnTo>
                  <a:lnTo>
                    <a:pt x="797073" y="60696"/>
                  </a:lnTo>
                  <a:lnTo>
                    <a:pt x="789259" y="60533"/>
                  </a:lnTo>
                  <a:lnTo>
                    <a:pt x="781444" y="60335"/>
                  </a:lnTo>
                  <a:lnTo>
                    <a:pt x="773630" y="60141"/>
                  </a:lnTo>
                  <a:lnTo>
                    <a:pt x="765815" y="59976"/>
                  </a:lnTo>
                  <a:lnTo>
                    <a:pt x="758001" y="59718"/>
                  </a:lnTo>
                  <a:lnTo>
                    <a:pt x="750187" y="59593"/>
                  </a:lnTo>
                  <a:lnTo>
                    <a:pt x="742372" y="59467"/>
                  </a:lnTo>
                  <a:lnTo>
                    <a:pt x="734558" y="59310"/>
                  </a:lnTo>
                  <a:lnTo>
                    <a:pt x="726743" y="59140"/>
                  </a:lnTo>
                  <a:lnTo>
                    <a:pt x="718929" y="58970"/>
                  </a:lnTo>
                  <a:lnTo>
                    <a:pt x="711114" y="58780"/>
                  </a:lnTo>
                  <a:lnTo>
                    <a:pt x="703300" y="58486"/>
                  </a:lnTo>
                  <a:lnTo>
                    <a:pt x="695485" y="58310"/>
                  </a:lnTo>
                  <a:lnTo>
                    <a:pt x="687671" y="58129"/>
                  </a:lnTo>
                  <a:lnTo>
                    <a:pt x="679857" y="57819"/>
                  </a:lnTo>
                  <a:lnTo>
                    <a:pt x="672042" y="57558"/>
                  </a:lnTo>
                  <a:lnTo>
                    <a:pt x="664228" y="57418"/>
                  </a:lnTo>
                  <a:lnTo>
                    <a:pt x="656413" y="57202"/>
                  </a:lnTo>
                  <a:lnTo>
                    <a:pt x="648599" y="56962"/>
                  </a:lnTo>
                  <a:lnTo>
                    <a:pt x="640784" y="56742"/>
                  </a:lnTo>
                  <a:lnTo>
                    <a:pt x="632970" y="56559"/>
                  </a:lnTo>
                  <a:lnTo>
                    <a:pt x="625155" y="56376"/>
                  </a:lnTo>
                  <a:lnTo>
                    <a:pt x="617341" y="56191"/>
                  </a:lnTo>
                  <a:lnTo>
                    <a:pt x="609526" y="56011"/>
                  </a:lnTo>
                  <a:lnTo>
                    <a:pt x="601712" y="55907"/>
                  </a:lnTo>
                  <a:lnTo>
                    <a:pt x="593898" y="55699"/>
                  </a:lnTo>
                  <a:lnTo>
                    <a:pt x="586083" y="55524"/>
                  </a:lnTo>
                  <a:lnTo>
                    <a:pt x="578269" y="55337"/>
                  </a:lnTo>
                  <a:lnTo>
                    <a:pt x="570454" y="55175"/>
                  </a:lnTo>
                  <a:lnTo>
                    <a:pt x="562640" y="54953"/>
                  </a:lnTo>
                  <a:lnTo>
                    <a:pt x="554825" y="54729"/>
                  </a:lnTo>
                  <a:lnTo>
                    <a:pt x="547011" y="54499"/>
                  </a:lnTo>
                  <a:lnTo>
                    <a:pt x="539196" y="54270"/>
                  </a:lnTo>
                  <a:lnTo>
                    <a:pt x="531382" y="54037"/>
                  </a:lnTo>
                  <a:lnTo>
                    <a:pt x="523568" y="53802"/>
                  </a:lnTo>
                  <a:lnTo>
                    <a:pt x="515753" y="53611"/>
                  </a:lnTo>
                  <a:lnTo>
                    <a:pt x="507939" y="53498"/>
                  </a:lnTo>
                  <a:lnTo>
                    <a:pt x="500124" y="53349"/>
                  </a:lnTo>
                  <a:lnTo>
                    <a:pt x="492310" y="53155"/>
                  </a:lnTo>
                  <a:lnTo>
                    <a:pt x="484495" y="52961"/>
                  </a:lnTo>
                  <a:lnTo>
                    <a:pt x="476681" y="52825"/>
                  </a:lnTo>
                  <a:lnTo>
                    <a:pt x="468866" y="52634"/>
                  </a:lnTo>
                  <a:lnTo>
                    <a:pt x="461052" y="52449"/>
                  </a:lnTo>
                  <a:lnTo>
                    <a:pt x="453238" y="52222"/>
                  </a:lnTo>
                  <a:lnTo>
                    <a:pt x="445423" y="51968"/>
                  </a:lnTo>
                  <a:lnTo>
                    <a:pt x="437609" y="51767"/>
                  </a:lnTo>
                  <a:lnTo>
                    <a:pt x="429794" y="51604"/>
                  </a:lnTo>
                  <a:lnTo>
                    <a:pt x="421980" y="51520"/>
                  </a:lnTo>
                  <a:lnTo>
                    <a:pt x="414165" y="51390"/>
                  </a:lnTo>
                  <a:lnTo>
                    <a:pt x="406351" y="51188"/>
                  </a:lnTo>
                  <a:lnTo>
                    <a:pt x="398536" y="50996"/>
                  </a:lnTo>
                  <a:lnTo>
                    <a:pt x="390722" y="50888"/>
                  </a:lnTo>
                  <a:lnTo>
                    <a:pt x="382907" y="50791"/>
                  </a:lnTo>
                  <a:lnTo>
                    <a:pt x="375093" y="50744"/>
                  </a:lnTo>
                  <a:lnTo>
                    <a:pt x="367279" y="50629"/>
                  </a:lnTo>
                  <a:lnTo>
                    <a:pt x="359464" y="50532"/>
                  </a:lnTo>
                  <a:lnTo>
                    <a:pt x="351650" y="50375"/>
                  </a:lnTo>
                  <a:lnTo>
                    <a:pt x="343835" y="50216"/>
                  </a:lnTo>
                  <a:lnTo>
                    <a:pt x="336021" y="50052"/>
                  </a:lnTo>
                  <a:lnTo>
                    <a:pt x="328206" y="49900"/>
                  </a:lnTo>
                  <a:lnTo>
                    <a:pt x="320392" y="49766"/>
                  </a:lnTo>
                  <a:lnTo>
                    <a:pt x="312577" y="49724"/>
                  </a:lnTo>
                  <a:lnTo>
                    <a:pt x="304763" y="49656"/>
                  </a:lnTo>
                  <a:lnTo>
                    <a:pt x="296949" y="49586"/>
                  </a:lnTo>
                  <a:lnTo>
                    <a:pt x="289134" y="49490"/>
                  </a:lnTo>
                  <a:lnTo>
                    <a:pt x="281320" y="49419"/>
                  </a:lnTo>
                  <a:lnTo>
                    <a:pt x="273505" y="49372"/>
                  </a:lnTo>
                  <a:lnTo>
                    <a:pt x="265691" y="49310"/>
                  </a:lnTo>
                  <a:lnTo>
                    <a:pt x="257876" y="49242"/>
                  </a:lnTo>
                  <a:lnTo>
                    <a:pt x="250062" y="49187"/>
                  </a:lnTo>
                  <a:lnTo>
                    <a:pt x="242247" y="49083"/>
                  </a:lnTo>
                  <a:lnTo>
                    <a:pt x="234433" y="48970"/>
                  </a:lnTo>
                  <a:lnTo>
                    <a:pt x="226619" y="48850"/>
                  </a:lnTo>
                  <a:lnTo>
                    <a:pt x="218804" y="48773"/>
                  </a:lnTo>
                  <a:lnTo>
                    <a:pt x="210990" y="48700"/>
                  </a:lnTo>
                  <a:lnTo>
                    <a:pt x="203175" y="48634"/>
                  </a:lnTo>
                  <a:lnTo>
                    <a:pt x="195361" y="48551"/>
                  </a:lnTo>
                  <a:lnTo>
                    <a:pt x="187546" y="48523"/>
                  </a:lnTo>
                  <a:lnTo>
                    <a:pt x="179732" y="48350"/>
                  </a:lnTo>
                  <a:lnTo>
                    <a:pt x="171917" y="48226"/>
                  </a:lnTo>
                  <a:lnTo>
                    <a:pt x="164103" y="48091"/>
                  </a:lnTo>
                  <a:lnTo>
                    <a:pt x="156288" y="47980"/>
                  </a:lnTo>
                  <a:lnTo>
                    <a:pt x="148474" y="47868"/>
                  </a:lnTo>
                  <a:lnTo>
                    <a:pt x="140660" y="47773"/>
                  </a:lnTo>
                  <a:lnTo>
                    <a:pt x="132845" y="47742"/>
                  </a:lnTo>
                  <a:lnTo>
                    <a:pt x="125031" y="47715"/>
                  </a:lnTo>
                  <a:lnTo>
                    <a:pt x="117216" y="47688"/>
                  </a:lnTo>
                  <a:lnTo>
                    <a:pt x="109402" y="47661"/>
                  </a:lnTo>
                  <a:lnTo>
                    <a:pt x="101587" y="47617"/>
                  </a:lnTo>
                  <a:lnTo>
                    <a:pt x="93773" y="47542"/>
                  </a:lnTo>
                  <a:lnTo>
                    <a:pt x="85958" y="47462"/>
                  </a:lnTo>
                  <a:lnTo>
                    <a:pt x="78144" y="47413"/>
                  </a:lnTo>
                  <a:lnTo>
                    <a:pt x="70330" y="47367"/>
                  </a:lnTo>
                  <a:lnTo>
                    <a:pt x="62515" y="47277"/>
                  </a:lnTo>
                  <a:lnTo>
                    <a:pt x="54701" y="47201"/>
                  </a:lnTo>
                  <a:lnTo>
                    <a:pt x="46886" y="47068"/>
                  </a:lnTo>
                  <a:lnTo>
                    <a:pt x="39072" y="46986"/>
                  </a:lnTo>
                  <a:lnTo>
                    <a:pt x="31257" y="46891"/>
                  </a:lnTo>
                  <a:lnTo>
                    <a:pt x="23443" y="46822"/>
                  </a:lnTo>
                  <a:lnTo>
                    <a:pt x="15628" y="46740"/>
                  </a:lnTo>
                  <a:lnTo>
                    <a:pt x="7814" y="46623"/>
                  </a:lnTo>
                  <a:lnTo>
                    <a:pt x="0" y="46575"/>
                  </a:lnTo>
                  <a:close/>
                </a:path>
              </a:pathLst>
            </a:custGeom>
            <a:solidFill>
              <a:srgbClr val="D55E00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274" name="pl273"/>
            <p:cNvSpPr/>
            <p:nvPr/>
          </p:nvSpPr>
          <p:spPr>
            <a:xfrm>
              <a:off x="6041499" y="4605359"/>
              <a:ext cx="2023942" cy="44340"/>
            </a:xfrm>
            <a:custGeom>
              <a:avLst/>
              <a:pathLst>
                <a:path w="2023942" h="44340">
                  <a:moveTo>
                    <a:pt x="0" y="0"/>
                  </a:moveTo>
                  <a:lnTo>
                    <a:pt x="7814" y="690"/>
                  </a:lnTo>
                  <a:lnTo>
                    <a:pt x="15628" y="1375"/>
                  </a:lnTo>
                  <a:lnTo>
                    <a:pt x="23443" y="2056"/>
                  </a:lnTo>
                  <a:lnTo>
                    <a:pt x="31257" y="2732"/>
                  </a:lnTo>
                  <a:lnTo>
                    <a:pt x="39072" y="3596"/>
                  </a:lnTo>
                  <a:lnTo>
                    <a:pt x="46886" y="4528"/>
                  </a:lnTo>
                  <a:lnTo>
                    <a:pt x="54701" y="5351"/>
                  </a:lnTo>
                  <a:lnTo>
                    <a:pt x="62515" y="5795"/>
                  </a:lnTo>
                  <a:lnTo>
                    <a:pt x="70330" y="6523"/>
                  </a:lnTo>
                  <a:lnTo>
                    <a:pt x="78144" y="7255"/>
                  </a:lnTo>
                  <a:lnTo>
                    <a:pt x="85958" y="7778"/>
                  </a:lnTo>
                  <a:lnTo>
                    <a:pt x="93773" y="8292"/>
                  </a:lnTo>
                  <a:lnTo>
                    <a:pt x="101587" y="8986"/>
                  </a:lnTo>
                  <a:lnTo>
                    <a:pt x="109402" y="9438"/>
                  </a:lnTo>
                  <a:lnTo>
                    <a:pt x="117216" y="10374"/>
                  </a:lnTo>
                  <a:lnTo>
                    <a:pt x="125031" y="11017"/>
                  </a:lnTo>
                  <a:lnTo>
                    <a:pt x="132845" y="11628"/>
                  </a:lnTo>
                  <a:lnTo>
                    <a:pt x="140660" y="12197"/>
                  </a:lnTo>
                  <a:lnTo>
                    <a:pt x="148474" y="12824"/>
                  </a:lnTo>
                  <a:lnTo>
                    <a:pt x="156288" y="13438"/>
                  </a:lnTo>
                  <a:lnTo>
                    <a:pt x="164103" y="13988"/>
                  </a:lnTo>
                  <a:lnTo>
                    <a:pt x="171917" y="14534"/>
                  </a:lnTo>
                  <a:lnTo>
                    <a:pt x="179732" y="15056"/>
                  </a:lnTo>
                  <a:lnTo>
                    <a:pt x="187546" y="15614"/>
                  </a:lnTo>
                  <a:lnTo>
                    <a:pt x="195361" y="16150"/>
                  </a:lnTo>
                  <a:lnTo>
                    <a:pt x="203175" y="16760"/>
                  </a:lnTo>
                  <a:lnTo>
                    <a:pt x="210990" y="17258"/>
                  </a:lnTo>
                  <a:lnTo>
                    <a:pt x="218804" y="17741"/>
                  </a:lnTo>
                  <a:lnTo>
                    <a:pt x="226619" y="18281"/>
                  </a:lnTo>
                  <a:lnTo>
                    <a:pt x="234433" y="18860"/>
                  </a:lnTo>
                  <a:lnTo>
                    <a:pt x="242247" y="19420"/>
                  </a:lnTo>
                  <a:lnTo>
                    <a:pt x="250062" y="19920"/>
                  </a:lnTo>
                  <a:lnTo>
                    <a:pt x="257876" y="20430"/>
                  </a:lnTo>
                  <a:lnTo>
                    <a:pt x="265691" y="20909"/>
                  </a:lnTo>
                  <a:lnTo>
                    <a:pt x="273505" y="21393"/>
                  </a:lnTo>
                  <a:lnTo>
                    <a:pt x="281320" y="21966"/>
                  </a:lnTo>
                  <a:lnTo>
                    <a:pt x="289134" y="22501"/>
                  </a:lnTo>
                  <a:lnTo>
                    <a:pt x="296949" y="23072"/>
                  </a:lnTo>
                  <a:lnTo>
                    <a:pt x="304763" y="23537"/>
                  </a:lnTo>
                  <a:lnTo>
                    <a:pt x="312577" y="24006"/>
                  </a:lnTo>
                  <a:lnTo>
                    <a:pt x="320392" y="24528"/>
                  </a:lnTo>
                  <a:lnTo>
                    <a:pt x="328206" y="25106"/>
                  </a:lnTo>
                  <a:lnTo>
                    <a:pt x="336021" y="25645"/>
                  </a:lnTo>
                  <a:lnTo>
                    <a:pt x="343835" y="26184"/>
                  </a:lnTo>
                  <a:lnTo>
                    <a:pt x="351650" y="26590"/>
                  </a:lnTo>
                  <a:lnTo>
                    <a:pt x="359464" y="27084"/>
                  </a:lnTo>
                  <a:lnTo>
                    <a:pt x="367279" y="27514"/>
                  </a:lnTo>
                  <a:lnTo>
                    <a:pt x="375093" y="27823"/>
                  </a:lnTo>
                  <a:lnTo>
                    <a:pt x="382907" y="28359"/>
                  </a:lnTo>
                  <a:lnTo>
                    <a:pt x="390722" y="28702"/>
                  </a:lnTo>
                  <a:lnTo>
                    <a:pt x="398536" y="29020"/>
                  </a:lnTo>
                  <a:lnTo>
                    <a:pt x="406351" y="29475"/>
                  </a:lnTo>
                  <a:lnTo>
                    <a:pt x="414165" y="29728"/>
                  </a:lnTo>
                  <a:lnTo>
                    <a:pt x="421980" y="30027"/>
                  </a:lnTo>
                  <a:lnTo>
                    <a:pt x="429794" y="30311"/>
                  </a:lnTo>
                  <a:lnTo>
                    <a:pt x="437609" y="30683"/>
                  </a:lnTo>
                  <a:lnTo>
                    <a:pt x="445423" y="31129"/>
                  </a:lnTo>
                  <a:lnTo>
                    <a:pt x="453238" y="31581"/>
                  </a:lnTo>
                  <a:lnTo>
                    <a:pt x="461052" y="31850"/>
                  </a:lnTo>
                  <a:lnTo>
                    <a:pt x="468866" y="32225"/>
                  </a:lnTo>
                  <a:lnTo>
                    <a:pt x="476681" y="32541"/>
                  </a:lnTo>
                  <a:lnTo>
                    <a:pt x="484495" y="32774"/>
                  </a:lnTo>
                  <a:lnTo>
                    <a:pt x="492310" y="32991"/>
                  </a:lnTo>
                  <a:lnTo>
                    <a:pt x="500124" y="33223"/>
                  </a:lnTo>
                  <a:lnTo>
                    <a:pt x="507939" y="33464"/>
                  </a:lnTo>
                  <a:lnTo>
                    <a:pt x="515753" y="33739"/>
                  </a:lnTo>
                  <a:lnTo>
                    <a:pt x="523568" y="33972"/>
                  </a:lnTo>
                  <a:lnTo>
                    <a:pt x="531382" y="34222"/>
                  </a:lnTo>
                  <a:lnTo>
                    <a:pt x="539196" y="34448"/>
                  </a:lnTo>
                  <a:lnTo>
                    <a:pt x="547011" y="34764"/>
                  </a:lnTo>
                  <a:lnTo>
                    <a:pt x="554825" y="35024"/>
                  </a:lnTo>
                  <a:lnTo>
                    <a:pt x="562640" y="35212"/>
                  </a:lnTo>
                  <a:lnTo>
                    <a:pt x="570454" y="35494"/>
                  </a:lnTo>
                  <a:lnTo>
                    <a:pt x="578269" y="35675"/>
                  </a:lnTo>
                  <a:lnTo>
                    <a:pt x="586083" y="35836"/>
                  </a:lnTo>
                  <a:lnTo>
                    <a:pt x="593898" y="36097"/>
                  </a:lnTo>
                  <a:lnTo>
                    <a:pt x="601712" y="36307"/>
                  </a:lnTo>
                  <a:lnTo>
                    <a:pt x="609526" y="36616"/>
                  </a:lnTo>
                  <a:lnTo>
                    <a:pt x="617341" y="36750"/>
                  </a:lnTo>
                  <a:lnTo>
                    <a:pt x="625155" y="36933"/>
                  </a:lnTo>
                  <a:lnTo>
                    <a:pt x="632970" y="37155"/>
                  </a:lnTo>
                  <a:lnTo>
                    <a:pt x="640784" y="37357"/>
                  </a:lnTo>
                  <a:lnTo>
                    <a:pt x="648599" y="37593"/>
                  </a:lnTo>
                  <a:lnTo>
                    <a:pt x="656413" y="37797"/>
                  </a:lnTo>
                  <a:lnTo>
                    <a:pt x="664228" y="37996"/>
                  </a:lnTo>
                  <a:lnTo>
                    <a:pt x="672042" y="38186"/>
                  </a:lnTo>
                  <a:lnTo>
                    <a:pt x="679857" y="38350"/>
                  </a:lnTo>
                  <a:lnTo>
                    <a:pt x="687671" y="38442"/>
                  </a:lnTo>
                  <a:lnTo>
                    <a:pt x="695485" y="38582"/>
                  </a:lnTo>
                  <a:lnTo>
                    <a:pt x="703300" y="38732"/>
                  </a:lnTo>
                  <a:lnTo>
                    <a:pt x="711114" y="38903"/>
                  </a:lnTo>
                  <a:lnTo>
                    <a:pt x="718929" y="39056"/>
                  </a:lnTo>
                  <a:lnTo>
                    <a:pt x="726743" y="39189"/>
                  </a:lnTo>
                  <a:lnTo>
                    <a:pt x="734558" y="39245"/>
                  </a:lnTo>
                  <a:lnTo>
                    <a:pt x="742372" y="39325"/>
                  </a:lnTo>
                  <a:lnTo>
                    <a:pt x="750187" y="39349"/>
                  </a:lnTo>
                  <a:lnTo>
                    <a:pt x="758001" y="39518"/>
                  </a:lnTo>
                  <a:lnTo>
                    <a:pt x="765815" y="39644"/>
                  </a:lnTo>
                  <a:lnTo>
                    <a:pt x="773630" y="39760"/>
                  </a:lnTo>
                  <a:lnTo>
                    <a:pt x="781444" y="39858"/>
                  </a:lnTo>
                  <a:lnTo>
                    <a:pt x="789259" y="39833"/>
                  </a:lnTo>
                  <a:lnTo>
                    <a:pt x="797073" y="40011"/>
                  </a:lnTo>
                  <a:lnTo>
                    <a:pt x="804888" y="40081"/>
                  </a:lnTo>
                  <a:lnTo>
                    <a:pt x="812702" y="40146"/>
                  </a:lnTo>
                  <a:lnTo>
                    <a:pt x="820517" y="40210"/>
                  </a:lnTo>
                  <a:lnTo>
                    <a:pt x="828331" y="40357"/>
                  </a:lnTo>
                  <a:lnTo>
                    <a:pt x="836145" y="40491"/>
                  </a:lnTo>
                  <a:lnTo>
                    <a:pt x="843960" y="40512"/>
                  </a:lnTo>
                  <a:lnTo>
                    <a:pt x="851774" y="40607"/>
                  </a:lnTo>
                  <a:lnTo>
                    <a:pt x="859589" y="40697"/>
                  </a:lnTo>
                  <a:lnTo>
                    <a:pt x="867403" y="40770"/>
                  </a:lnTo>
                  <a:lnTo>
                    <a:pt x="875218" y="40874"/>
                  </a:lnTo>
                  <a:lnTo>
                    <a:pt x="883032" y="40980"/>
                  </a:lnTo>
                  <a:lnTo>
                    <a:pt x="890847" y="41055"/>
                  </a:lnTo>
                  <a:lnTo>
                    <a:pt x="898661" y="41054"/>
                  </a:lnTo>
                  <a:lnTo>
                    <a:pt x="906476" y="41084"/>
                  </a:lnTo>
                  <a:lnTo>
                    <a:pt x="914290" y="41168"/>
                  </a:lnTo>
                  <a:lnTo>
                    <a:pt x="922104" y="41225"/>
                  </a:lnTo>
                  <a:lnTo>
                    <a:pt x="929919" y="41282"/>
                  </a:lnTo>
                  <a:lnTo>
                    <a:pt x="937733" y="41463"/>
                  </a:lnTo>
                  <a:lnTo>
                    <a:pt x="945548" y="41569"/>
                  </a:lnTo>
                  <a:lnTo>
                    <a:pt x="953362" y="41595"/>
                  </a:lnTo>
                  <a:lnTo>
                    <a:pt x="961177" y="41694"/>
                  </a:lnTo>
                  <a:lnTo>
                    <a:pt x="968991" y="41784"/>
                  </a:lnTo>
                  <a:lnTo>
                    <a:pt x="976806" y="41805"/>
                  </a:lnTo>
                  <a:lnTo>
                    <a:pt x="984620" y="41886"/>
                  </a:lnTo>
                  <a:lnTo>
                    <a:pt x="992434" y="42026"/>
                  </a:lnTo>
                  <a:lnTo>
                    <a:pt x="1000249" y="42097"/>
                  </a:lnTo>
                  <a:lnTo>
                    <a:pt x="1008063" y="42124"/>
                  </a:lnTo>
                  <a:lnTo>
                    <a:pt x="1015878" y="42207"/>
                  </a:lnTo>
                  <a:lnTo>
                    <a:pt x="1023692" y="42263"/>
                  </a:lnTo>
                  <a:lnTo>
                    <a:pt x="1031507" y="42184"/>
                  </a:lnTo>
                  <a:lnTo>
                    <a:pt x="1039321" y="42235"/>
                  </a:lnTo>
                  <a:lnTo>
                    <a:pt x="1047136" y="42331"/>
                  </a:lnTo>
                  <a:lnTo>
                    <a:pt x="1054950" y="42349"/>
                  </a:lnTo>
                  <a:lnTo>
                    <a:pt x="1062765" y="42363"/>
                  </a:lnTo>
                  <a:lnTo>
                    <a:pt x="1070579" y="42391"/>
                  </a:lnTo>
                  <a:lnTo>
                    <a:pt x="1078393" y="42475"/>
                  </a:lnTo>
                  <a:lnTo>
                    <a:pt x="1086208" y="42478"/>
                  </a:lnTo>
                  <a:lnTo>
                    <a:pt x="1094022" y="42474"/>
                  </a:lnTo>
                  <a:lnTo>
                    <a:pt x="1101837" y="42482"/>
                  </a:lnTo>
                  <a:lnTo>
                    <a:pt x="1109651" y="42535"/>
                  </a:lnTo>
                  <a:lnTo>
                    <a:pt x="1117466" y="42587"/>
                  </a:lnTo>
                  <a:lnTo>
                    <a:pt x="1125280" y="42640"/>
                  </a:lnTo>
                  <a:lnTo>
                    <a:pt x="1133095" y="42718"/>
                  </a:lnTo>
                  <a:lnTo>
                    <a:pt x="1140909" y="42756"/>
                  </a:lnTo>
                  <a:lnTo>
                    <a:pt x="1148723" y="42816"/>
                  </a:lnTo>
                  <a:lnTo>
                    <a:pt x="1156538" y="42847"/>
                  </a:lnTo>
                  <a:lnTo>
                    <a:pt x="1164352" y="42869"/>
                  </a:lnTo>
                  <a:lnTo>
                    <a:pt x="1172167" y="42845"/>
                  </a:lnTo>
                  <a:lnTo>
                    <a:pt x="1179981" y="42862"/>
                  </a:lnTo>
                  <a:lnTo>
                    <a:pt x="1187796" y="42883"/>
                  </a:lnTo>
                  <a:lnTo>
                    <a:pt x="1195610" y="42948"/>
                  </a:lnTo>
                  <a:lnTo>
                    <a:pt x="1203425" y="42966"/>
                  </a:lnTo>
                  <a:lnTo>
                    <a:pt x="1211239" y="42955"/>
                  </a:lnTo>
                  <a:lnTo>
                    <a:pt x="1219053" y="42969"/>
                  </a:lnTo>
                  <a:lnTo>
                    <a:pt x="1226868" y="42990"/>
                  </a:lnTo>
                  <a:lnTo>
                    <a:pt x="1234682" y="43011"/>
                  </a:lnTo>
                  <a:lnTo>
                    <a:pt x="1242497" y="43033"/>
                  </a:lnTo>
                  <a:lnTo>
                    <a:pt x="1250311" y="43055"/>
                  </a:lnTo>
                  <a:lnTo>
                    <a:pt x="1258126" y="43077"/>
                  </a:lnTo>
                  <a:lnTo>
                    <a:pt x="1265940" y="43098"/>
                  </a:lnTo>
                  <a:lnTo>
                    <a:pt x="1273755" y="43086"/>
                  </a:lnTo>
                  <a:lnTo>
                    <a:pt x="1281569" y="43090"/>
                  </a:lnTo>
                  <a:lnTo>
                    <a:pt x="1289384" y="43097"/>
                  </a:lnTo>
                  <a:lnTo>
                    <a:pt x="1297198" y="43113"/>
                  </a:lnTo>
                  <a:lnTo>
                    <a:pt x="1305012" y="43110"/>
                  </a:lnTo>
                  <a:lnTo>
                    <a:pt x="1312827" y="43115"/>
                  </a:lnTo>
                  <a:lnTo>
                    <a:pt x="1320641" y="43063"/>
                  </a:lnTo>
                  <a:lnTo>
                    <a:pt x="1328456" y="43066"/>
                  </a:lnTo>
                  <a:lnTo>
                    <a:pt x="1336270" y="43105"/>
                  </a:lnTo>
                  <a:lnTo>
                    <a:pt x="1344085" y="43136"/>
                  </a:lnTo>
                  <a:lnTo>
                    <a:pt x="1351899" y="43141"/>
                  </a:lnTo>
                  <a:lnTo>
                    <a:pt x="1359714" y="43147"/>
                  </a:lnTo>
                  <a:lnTo>
                    <a:pt x="1367528" y="43153"/>
                  </a:lnTo>
                  <a:lnTo>
                    <a:pt x="1375342" y="43159"/>
                  </a:lnTo>
                  <a:lnTo>
                    <a:pt x="1383157" y="43164"/>
                  </a:lnTo>
                  <a:lnTo>
                    <a:pt x="1390971" y="43170"/>
                  </a:lnTo>
                  <a:lnTo>
                    <a:pt x="1398786" y="43177"/>
                  </a:lnTo>
                  <a:lnTo>
                    <a:pt x="1406600" y="43184"/>
                  </a:lnTo>
                  <a:lnTo>
                    <a:pt x="1414415" y="43191"/>
                  </a:lnTo>
                  <a:lnTo>
                    <a:pt x="1422229" y="43198"/>
                  </a:lnTo>
                  <a:lnTo>
                    <a:pt x="1430044" y="43204"/>
                  </a:lnTo>
                  <a:lnTo>
                    <a:pt x="1437858" y="43211"/>
                  </a:lnTo>
                  <a:lnTo>
                    <a:pt x="1445672" y="43218"/>
                  </a:lnTo>
                  <a:lnTo>
                    <a:pt x="1453487" y="43252"/>
                  </a:lnTo>
                  <a:lnTo>
                    <a:pt x="1461301" y="43292"/>
                  </a:lnTo>
                  <a:lnTo>
                    <a:pt x="1469116" y="43333"/>
                  </a:lnTo>
                  <a:lnTo>
                    <a:pt x="1476930" y="43373"/>
                  </a:lnTo>
                  <a:lnTo>
                    <a:pt x="1484745" y="43413"/>
                  </a:lnTo>
                  <a:lnTo>
                    <a:pt x="1492559" y="43433"/>
                  </a:lnTo>
                  <a:lnTo>
                    <a:pt x="1500374" y="43417"/>
                  </a:lnTo>
                  <a:lnTo>
                    <a:pt x="1508188" y="43400"/>
                  </a:lnTo>
                  <a:lnTo>
                    <a:pt x="1516003" y="43384"/>
                  </a:lnTo>
                  <a:lnTo>
                    <a:pt x="1523817" y="43367"/>
                  </a:lnTo>
                  <a:lnTo>
                    <a:pt x="1531631" y="43351"/>
                  </a:lnTo>
                  <a:lnTo>
                    <a:pt x="1539446" y="43335"/>
                  </a:lnTo>
                  <a:lnTo>
                    <a:pt x="1547260" y="43351"/>
                  </a:lnTo>
                  <a:lnTo>
                    <a:pt x="1555075" y="43372"/>
                  </a:lnTo>
                  <a:lnTo>
                    <a:pt x="1562889" y="43394"/>
                  </a:lnTo>
                  <a:lnTo>
                    <a:pt x="1570704" y="43416"/>
                  </a:lnTo>
                  <a:lnTo>
                    <a:pt x="1578518" y="43439"/>
                  </a:lnTo>
                  <a:lnTo>
                    <a:pt x="1586333" y="43461"/>
                  </a:lnTo>
                  <a:lnTo>
                    <a:pt x="1594147" y="43500"/>
                  </a:lnTo>
                  <a:lnTo>
                    <a:pt x="1601961" y="43505"/>
                  </a:lnTo>
                  <a:lnTo>
                    <a:pt x="1609776" y="43526"/>
                  </a:lnTo>
                  <a:lnTo>
                    <a:pt x="1617590" y="43547"/>
                  </a:lnTo>
                  <a:lnTo>
                    <a:pt x="1625405" y="43569"/>
                  </a:lnTo>
                  <a:lnTo>
                    <a:pt x="1633219" y="43591"/>
                  </a:lnTo>
                  <a:lnTo>
                    <a:pt x="1641034" y="43612"/>
                  </a:lnTo>
                  <a:lnTo>
                    <a:pt x="1648848" y="43626"/>
                  </a:lnTo>
                  <a:lnTo>
                    <a:pt x="1656663" y="43650"/>
                  </a:lnTo>
                  <a:lnTo>
                    <a:pt x="1664477" y="43676"/>
                  </a:lnTo>
                  <a:lnTo>
                    <a:pt x="1672291" y="43669"/>
                  </a:lnTo>
                  <a:lnTo>
                    <a:pt x="1680106" y="43713"/>
                  </a:lnTo>
                  <a:lnTo>
                    <a:pt x="1687920" y="43739"/>
                  </a:lnTo>
                  <a:lnTo>
                    <a:pt x="1695735" y="43759"/>
                  </a:lnTo>
                  <a:lnTo>
                    <a:pt x="1703549" y="43780"/>
                  </a:lnTo>
                  <a:lnTo>
                    <a:pt x="1711364" y="43801"/>
                  </a:lnTo>
                  <a:lnTo>
                    <a:pt x="1719178" y="43823"/>
                  </a:lnTo>
                  <a:lnTo>
                    <a:pt x="1726993" y="43845"/>
                  </a:lnTo>
                  <a:lnTo>
                    <a:pt x="1734807" y="43866"/>
                  </a:lnTo>
                  <a:lnTo>
                    <a:pt x="1742622" y="43888"/>
                  </a:lnTo>
                  <a:lnTo>
                    <a:pt x="1750436" y="43910"/>
                  </a:lnTo>
                  <a:lnTo>
                    <a:pt x="1758250" y="43932"/>
                  </a:lnTo>
                  <a:lnTo>
                    <a:pt x="1766065" y="43954"/>
                  </a:lnTo>
                  <a:lnTo>
                    <a:pt x="1773879" y="43974"/>
                  </a:lnTo>
                  <a:lnTo>
                    <a:pt x="1781694" y="43995"/>
                  </a:lnTo>
                  <a:lnTo>
                    <a:pt x="1789508" y="44014"/>
                  </a:lnTo>
                  <a:lnTo>
                    <a:pt x="1797323" y="44033"/>
                  </a:lnTo>
                  <a:lnTo>
                    <a:pt x="1805137" y="44052"/>
                  </a:lnTo>
                  <a:lnTo>
                    <a:pt x="1812952" y="44071"/>
                  </a:lnTo>
                  <a:lnTo>
                    <a:pt x="1820766" y="44092"/>
                  </a:lnTo>
                  <a:lnTo>
                    <a:pt x="1828580" y="44113"/>
                  </a:lnTo>
                  <a:lnTo>
                    <a:pt x="1836395" y="44121"/>
                  </a:lnTo>
                  <a:lnTo>
                    <a:pt x="1844209" y="44118"/>
                  </a:lnTo>
                  <a:lnTo>
                    <a:pt x="1852024" y="44114"/>
                  </a:lnTo>
                  <a:lnTo>
                    <a:pt x="1859838" y="44110"/>
                  </a:lnTo>
                  <a:lnTo>
                    <a:pt x="1867653" y="44106"/>
                  </a:lnTo>
                  <a:lnTo>
                    <a:pt x="1875467" y="44103"/>
                  </a:lnTo>
                  <a:lnTo>
                    <a:pt x="1883282" y="44099"/>
                  </a:lnTo>
                  <a:lnTo>
                    <a:pt x="1891096" y="44095"/>
                  </a:lnTo>
                  <a:lnTo>
                    <a:pt x="1898910" y="44091"/>
                  </a:lnTo>
                  <a:lnTo>
                    <a:pt x="1906725" y="44087"/>
                  </a:lnTo>
                  <a:lnTo>
                    <a:pt x="1914539" y="44084"/>
                  </a:lnTo>
                  <a:lnTo>
                    <a:pt x="1922354" y="44080"/>
                  </a:lnTo>
                  <a:lnTo>
                    <a:pt x="1930168" y="44076"/>
                  </a:lnTo>
                  <a:lnTo>
                    <a:pt x="1937983" y="44072"/>
                  </a:lnTo>
                  <a:lnTo>
                    <a:pt x="1945797" y="44068"/>
                  </a:lnTo>
                  <a:lnTo>
                    <a:pt x="1953612" y="44065"/>
                  </a:lnTo>
                  <a:lnTo>
                    <a:pt x="1961426" y="44061"/>
                  </a:lnTo>
                  <a:lnTo>
                    <a:pt x="1969241" y="44079"/>
                  </a:lnTo>
                  <a:lnTo>
                    <a:pt x="1977055" y="44117"/>
                  </a:lnTo>
                  <a:lnTo>
                    <a:pt x="1984869" y="44154"/>
                  </a:lnTo>
                  <a:lnTo>
                    <a:pt x="1992684" y="44191"/>
                  </a:lnTo>
                  <a:lnTo>
                    <a:pt x="2000498" y="44229"/>
                  </a:lnTo>
                  <a:lnTo>
                    <a:pt x="2008313" y="44266"/>
                  </a:lnTo>
                  <a:lnTo>
                    <a:pt x="2016127" y="44303"/>
                  </a:lnTo>
                  <a:lnTo>
                    <a:pt x="2023942" y="443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5" name="pl274"/>
            <p:cNvSpPr/>
            <p:nvPr/>
          </p:nvSpPr>
          <p:spPr>
            <a:xfrm>
              <a:off x="6041499" y="4651934"/>
              <a:ext cx="2023942" cy="33814"/>
            </a:xfrm>
            <a:custGeom>
              <a:avLst/>
              <a:pathLst>
                <a:path w="2023942" h="33814">
                  <a:moveTo>
                    <a:pt x="2023942" y="33814"/>
                  </a:moveTo>
                  <a:lnTo>
                    <a:pt x="2016127" y="33750"/>
                  </a:lnTo>
                  <a:lnTo>
                    <a:pt x="2008313" y="33686"/>
                  </a:lnTo>
                  <a:lnTo>
                    <a:pt x="2000498" y="33621"/>
                  </a:lnTo>
                  <a:lnTo>
                    <a:pt x="1992684" y="33555"/>
                  </a:lnTo>
                  <a:lnTo>
                    <a:pt x="1984869" y="33506"/>
                  </a:lnTo>
                  <a:lnTo>
                    <a:pt x="1977055" y="33463"/>
                  </a:lnTo>
                  <a:lnTo>
                    <a:pt x="1969241" y="33390"/>
                  </a:lnTo>
                  <a:lnTo>
                    <a:pt x="1961426" y="33314"/>
                  </a:lnTo>
                  <a:lnTo>
                    <a:pt x="1953612" y="33255"/>
                  </a:lnTo>
                  <a:lnTo>
                    <a:pt x="1945797" y="33195"/>
                  </a:lnTo>
                  <a:lnTo>
                    <a:pt x="1937983" y="33134"/>
                  </a:lnTo>
                  <a:lnTo>
                    <a:pt x="1930168" y="33073"/>
                  </a:lnTo>
                  <a:lnTo>
                    <a:pt x="1922354" y="33012"/>
                  </a:lnTo>
                  <a:lnTo>
                    <a:pt x="1914539" y="32949"/>
                  </a:lnTo>
                  <a:lnTo>
                    <a:pt x="1906725" y="32886"/>
                  </a:lnTo>
                  <a:lnTo>
                    <a:pt x="1898910" y="32821"/>
                  </a:lnTo>
                  <a:lnTo>
                    <a:pt x="1891096" y="32769"/>
                  </a:lnTo>
                  <a:lnTo>
                    <a:pt x="1883282" y="32723"/>
                  </a:lnTo>
                  <a:lnTo>
                    <a:pt x="1875467" y="32626"/>
                  </a:lnTo>
                  <a:lnTo>
                    <a:pt x="1867653" y="32576"/>
                  </a:lnTo>
                  <a:lnTo>
                    <a:pt x="1859838" y="32529"/>
                  </a:lnTo>
                  <a:lnTo>
                    <a:pt x="1852024" y="32473"/>
                  </a:lnTo>
                  <a:lnTo>
                    <a:pt x="1844209" y="32390"/>
                  </a:lnTo>
                  <a:lnTo>
                    <a:pt x="1836395" y="32307"/>
                  </a:lnTo>
                  <a:lnTo>
                    <a:pt x="1828580" y="32223"/>
                  </a:lnTo>
                  <a:lnTo>
                    <a:pt x="1820766" y="32137"/>
                  </a:lnTo>
                  <a:lnTo>
                    <a:pt x="1812952" y="32052"/>
                  </a:lnTo>
                  <a:lnTo>
                    <a:pt x="1805137" y="31967"/>
                  </a:lnTo>
                  <a:lnTo>
                    <a:pt x="1797323" y="31881"/>
                  </a:lnTo>
                  <a:lnTo>
                    <a:pt x="1789508" y="31794"/>
                  </a:lnTo>
                  <a:lnTo>
                    <a:pt x="1781694" y="31707"/>
                  </a:lnTo>
                  <a:lnTo>
                    <a:pt x="1773879" y="31619"/>
                  </a:lnTo>
                  <a:lnTo>
                    <a:pt x="1766065" y="31530"/>
                  </a:lnTo>
                  <a:lnTo>
                    <a:pt x="1758250" y="31441"/>
                  </a:lnTo>
                  <a:lnTo>
                    <a:pt x="1750436" y="31351"/>
                  </a:lnTo>
                  <a:lnTo>
                    <a:pt x="1742622" y="31260"/>
                  </a:lnTo>
                  <a:lnTo>
                    <a:pt x="1734807" y="31169"/>
                  </a:lnTo>
                  <a:lnTo>
                    <a:pt x="1726993" y="31077"/>
                  </a:lnTo>
                  <a:lnTo>
                    <a:pt x="1719178" y="30985"/>
                  </a:lnTo>
                  <a:lnTo>
                    <a:pt x="1711364" y="30892"/>
                  </a:lnTo>
                  <a:lnTo>
                    <a:pt x="1703549" y="30804"/>
                  </a:lnTo>
                  <a:lnTo>
                    <a:pt x="1695735" y="30720"/>
                  </a:lnTo>
                  <a:lnTo>
                    <a:pt x="1687920" y="30634"/>
                  </a:lnTo>
                  <a:lnTo>
                    <a:pt x="1680106" y="30548"/>
                  </a:lnTo>
                  <a:lnTo>
                    <a:pt x="1672291" y="30451"/>
                  </a:lnTo>
                  <a:lnTo>
                    <a:pt x="1664477" y="30325"/>
                  </a:lnTo>
                  <a:lnTo>
                    <a:pt x="1656663" y="30222"/>
                  </a:lnTo>
                  <a:lnTo>
                    <a:pt x="1648848" y="30124"/>
                  </a:lnTo>
                  <a:lnTo>
                    <a:pt x="1641034" y="30031"/>
                  </a:lnTo>
                  <a:lnTo>
                    <a:pt x="1633219" y="29975"/>
                  </a:lnTo>
                  <a:lnTo>
                    <a:pt x="1625405" y="29889"/>
                  </a:lnTo>
                  <a:lnTo>
                    <a:pt x="1617590" y="29777"/>
                  </a:lnTo>
                  <a:lnTo>
                    <a:pt x="1609776" y="29663"/>
                  </a:lnTo>
                  <a:lnTo>
                    <a:pt x="1601961" y="29548"/>
                  </a:lnTo>
                  <a:lnTo>
                    <a:pt x="1594147" y="29432"/>
                  </a:lnTo>
                  <a:lnTo>
                    <a:pt x="1586333" y="29314"/>
                  </a:lnTo>
                  <a:lnTo>
                    <a:pt x="1578518" y="29209"/>
                  </a:lnTo>
                  <a:lnTo>
                    <a:pt x="1570704" y="29110"/>
                  </a:lnTo>
                  <a:lnTo>
                    <a:pt x="1562889" y="29019"/>
                  </a:lnTo>
                  <a:lnTo>
                    <a:pt x="1555075" y="28919"/>
                  </a:lnTo>
                  <a:lnTo>
                    <a:pt x="1547260" y="28835"/>
                  </a:lnTo>
                  <a:lnTo>
                    <a:pt x="1539446" y="28743"/>
                  </a:lnTo>
                  <a:lnTo>
                    <a:pt x="1531631" y="28651"/>
                  </a:lnTo>
                  <a:lnTo>
                    <a:pt x="1523817" y="28557"/>
                  </a:lnTo>
                  <a:lnTo>
                    <a:pt x="1516003" y="28431"/>
                  </a:lnTo>
                  <a:lnTo>
                    <a:pt x="1508188" y="28292"/>
                  </a:lnTo>
                  <a:lnTo>
                    <a:pt x="1500374" y="28152"/>
                  </a:lnTo>
                  <a:lnTo>
                    <a:pt x="1492559" y="28018"/>
                  </a:lnTo>
                  <a:lnTo>
                    <a:pt x="1484745" y="27905"/>
                  </a:lnTo>
                  <a:lnTo>
                    <a:pt x="1476930" y="27791"/>
                  </a:lnTo>
                  <a:lnTo>
                    <a:pt x="1469116" y="27676"/>
                  </a:lnTo>
                  <a:lnTo>
                    <a:pt x="1461301" y="27560"/>
                  </a:lnTo>
                  <a:lnTo>
                    <a:pt x="1453487" y="27443"/>
                  </a:lnTo>
                  <a:lnTo>
                    <a:pt x="1445672" y="27325"/>
                  </a:lnTo>
                  <a:lnTo>
                    <a:pt x="1437858" y="27174"/>
                  </a:lnTo>
                  <a:lnTo>
                    <a:pt x="1430044" y="27062"/>
                  </a:lnTo>
                  <a:lnTo>
                    <a:pt x="1422229" y="26950"/>
                  </a:lnTo>
                  <a:lnTo>
                    <a:pt x="1414415" y="26837"/>
                  </a:lnTo>
                  <a:lnTo>
                    <a:pt x="1406600" y="26723"/>
                  </a:lnTo>
                  <a:lnTo>
                    <a:pt x="1398786" y="26608"/>
                  </a:lnTo>
                  <a:lnTo>
                    <a:pt x="1390971" y="26486"/>
                  </a:lnTo>
                  <a:lnTo>
                    <a:pt x="1383157" y="26363"/>
                  </a:lnTo>
                  <a:lnTo>
                    <a:pt x="1375342" y="26239"/>
                  </a:lnTo>
                  <a:lnTo>
                    <a:pt x="1367528" y="26115"/>
                  </a:lnTo>
                  <a:lnTo>
                    <a:pt x="1359714" y="25996"/>
                  </a:lnTo>
                  <a:lnTo>
                    <a:pt x="1351899" y="25886"/>
                  </a:lnTo>
                  <a:lnTo>
                    <a:pt x="1344085" y="25776"/>
                  </a:lnTo>
                  <a:lnTo>
                    <a:pt x="1336270" y="25664"/>
                  </a:lnTo>
                  <a:lnTo>
                    <a:pt x="1328456" y="25544"/>
                  </a:lnTo>
                  <a:lnTo>
                    <a:pt x="1320641" y="25422"/>
                  </a:lnTo>
                  <a:lnTo>
                    <a:pt x="1312827" y="25299"/>
                  </a:lnTo>
                  <a:lnTo>
                    <a:pt x="1305012" y="25175"/>
                  </a:lnTo>
                  <a:lnTo>
                    <a:pt x="1297198" y="25051"/>
                  </a:lnTo>
                  <a:lnTo>
                    <a:pt x="1289384" y="24926"/>
                  </a:lnTo>
                  <a:lnTo>
                    <a:pt x="1281569" y="24789"/>
                  </a:lnTo>
                  <a:lnTo>
                    <a:pt x="1273755" y="24564"/>
                  </a:lnTo>
                  <a:lnTo>
                    <a:pt x="1265940" y="24421"/>
                  </a:lnTo>
                  <a:lnTo>
                    <a:pt x="1258126" y="24284"/>
                  </a:lnTo>
                  <a:lnTo>
                    <a:pt x="1250311" y="24147"/>
                  </a:lnTo>
                  <a:lnTo>
                    <a:pt x="1242497" y="24007"/>
                  </a:lnTo>
                  <a:lnTo>
                    <a:pt x="1234682" y="23864"/>
                  </a:lnTo>
                  <a:lnTo>
                    <a:pt x="1226868" y="23651"/>
                  </a:lnTo>
                  <a:lnTo>
                    <a:pt x="1219053" y="23438"/>
                  </a:lnTo>
                  <a:lnTo>
                    <a:pt x="1211239" y="23264"/>
                  </a:lnTo>
                  <a:lnTo>
                    <a:pt x="1203425" y="23129"/>
                  </a:lnTo>
                  <a:lnTo>
                    <a:pt x="1195610" y="22992"/>
                  </a:lnTo>
                  <a:lnTo>
                    <a:pt x="1187796" y="22854"/>
                  </a:lnTo>
                  <a:lnTo>
                    <a:pt x="1179981" y="22714"/>
                  </a:lnTo>
                  <a:lnTo>
                    <a:pt x="1172167" y="22572"/>
                  </a:lnTo>
                  <a:lnTo>
                    <a:pt x="1164352" y="22480"/>
                  </a:lnTo>
                  <a:lnTo>
                    <a:pt x="1156538" y="22323"/>
                  </a:lnTo>
                  <a:lnTo>
                    <a:pt x="1148723" y="22138"/>
                  </a:lnTo>
                  <a:lnTo>
                    <a:pt x="1140909" y="21990"/>
                  </a:lnTo>
                  <a:lnTo>
                    <a:pt x="1133095" y="21841"/>
                  </a:lnTo>
                  <a:lnTo>
                    <a:pt x="1125280" y="21690"/>
                  </a:lnTo>
                  <a:lnTo>
                    <a:pt x="1117466" y="21537"/>
                  </a:lnTo>
                  <a:lnTo>
                    <a:pt x="1109651" y="21382"/>
                  </a:lnTo>
                  <a:lnTo>
                    <a:pt x="1101837" y="21226"/>
                  </a:lnTo>
                  <a:lnTo>
                    <a:pt x="1094022" y="21068"/>
                  </a:lnTo>
                  <a:lnTo>
                    <a:pt x="1086208" y="20908"/>
                  </a:lnTo>
                  <a:lnTo>
                    <a:pt x="1078393" y="20747"/>
                  </a:lnTo>
                  <a:lnTo>
                    <a:pt x="1070579" y="20584"/>
                  </a:lnTo>
                  <a:lnTo>
                    <a:pt x="1062765" y="20419"/>
                  </a:lnTo>
                  <a:lnTo>
                    <a:pt x="1054950" y="20252"/>
                  </a:lnTo>
                  <a:lnTo>
                    <a:pt x="1047136" y="20083"/>
                  </a:lnTo>
                  <a:lnTo>
                    <a:pt x="1039321" y="19912"/>
                  </a:lnTo>
                  <a:lnTo>
                    <a:pt x="1031507" y="19808"/>
                  </a:lnTo>
                  <a:lnTo>
                    <a:pt x="1023692" y="19703"/>
                  </a:lnTo>
                  <a:lnTo>
                    <a:pt x="1015878" y="19465"/>
                  </a:lnTo>
                  <a:lnTo>
                    <a:pt x="1008063" y="19224"/>
                  </a:lnTo>
                  <a:lnTo>
                    <a:pt x="1000249" y="19031"/>
                  </a:lnTo>
                  <a:lnTo>
                    <a:pt x="992434" y="18849"/>
                  </a:lnTo>
                  <a:lnTo>
                    <a:pt x="984620" y="18663"/>
                  </a:lnTo>
                  <a:lnTo>
                    <a:pt x="976806" y="18476"/>
                  </a:lnTo>
                  <a:lnTo>
                    <a:pt x="968991" y="18286"/>
                  </a:lnTo>
                  <a:lnTo>
                    <a:pt x="961177" y="18118"/>
                  </a:lnTo>
                  <a:lnTo>
                    <a:pt x="953362" y="17918"/>
                  </a:lnTo>
                  <a:lnTo>
                    <a:pt x="945548" y="17708"/>
                  </a:lnTo>
                  <a:lnTo>
                    <a:pt x="937733" y="17512"/>
                  </a:lnTo>
                  <a:lnTo>
                    <a:pt x="929919" y="17314"/>
                  </a:lnTo>
                  <a:lnTo>
                    <a:pt x="922104" y="17144"/>
                  </a:lnTo>
                  <a:lnTo>
                    <a:pt x="914290" y="17004"/>
                  </a:lnTo>
                  <a:lnTo>
                    <a:pt x="906476" y="16824"/>
                  </a:lnTo>
                  <a:lnTo>
                    <a:pt x="898661" y="16690"/>
                  </a:lnTo>
                  <a:lnTo>
                    <a:pt x="890847" y="16508"/>
                  </a:lnTo>
                  <a:lnTo>
                    <a:pt x="883032" y="16251"/>
                  </a:lnTo>
                  <a:lnTo>
                    <a:pt x="875218" y="15947"/>
                  </a:lnTo>
                  <a:lnTo>
                    <a:pt x="867403" y="15723"/>
                  </a:lnTo>
                  <a:lnTo>
                    <a:pt x="859589" y="15497"/>
                  </a:lnTo>
                  <a:lnTo>
                    <a:pt x="851774" y="15271"/>
                  </a:lnTo>
                  <a:lnTo>
                    <a:pt x="843960" y="15097"/>
                  </a:lnTo>
                  <a:lnTo>
                    <a:pt x="836145" y="14932"/>
                  </a:lnTo>
                  <a:lnTo>
                    <a:pt x="828331" y="14817"/>
                  </a:lnTo>
                  <a:lnTo>
                    <a:pt x="820517" y="14602"/>
                  </a:lnTo>
                  <a:lnTo>
                    <a:pt x="812702" y="14382"/>
                  </a:lnTo>
                  <a:lnTo>
                    <a:pt x="804888" y="14272"/>
                  </a:lnTo>
                  <a:lnTo>
                    <a:pt x="797073" y="14121"/>
                  </a:lnTo>
                  <a:lnTo>
                    <a:pt x="789259" y="13958"/>
                  </a:lnTo>
                  <a:lnTo>
                    <a:pt x="781444" y="13759"/>
                  </a:lnTo>
                  <a:lnTo>
                    <a:pt x="773630" y="13566"/>
                  </a:lnTo>
                  <a:lnTo>
                    <a:pt x="765815" y="13401"/>
                  </a:lnTo>
                  <a:lnTo>
                    <a:pt x="758001" y="13143"/>
                  </a:lnTo>
                  <a:lnTo>
                    <a:pt x="750187" y="13018"/>
                  </a:lnTo>
                  <a:lnTo>
                    <a:pt x="742372" y="12892"/>
                  </a:lnTo>
                  <a:lnTo>
                    <a:pt x="734558" y="12735"/>
                  </a:lnTo>
                  <a:lnTo>
                    <a:pt x="726743" y="12565"/>
                  </a:lnTo>
                  <a:lnTo>
                    <a:pt x="718929" y="12394"/>
                  </a:lnTo>
                  <a:lnTo>
                    <a:pt x="711114" y="12205"/>
                  </a:lnTo>
                  <a:lnTo>
                    <a:pt x="703300" y="11911"/>
                  </a:lnTo>
                  <a:lnTo>
                    <a:pt x="695485" y="11735"/>
                  </a:lnTo>
                  <a:lnTo>
                    <a:pt x="687671" y="11553"/>
                  </a:lnTo>
                  <a:lnTo>
                    <a:pt x="679857" y="11244"/>
                  </a:lnTo>
                  <a:lnTo>
                    <a:pt x="672042" y="10982"/>
                  </a:lnTo>
                  <a:lnTo>
                    <a:pt x="664228" y="10842"/>
                  </a:lnTo>
                  <a:lnTo>
                    <a:pt x="656413" y="10627"/>
                  </a:lnTo>
                  <a:lnTo>
                    <a:pt x="648599" y="10386"/>
                  </a:lnTo>
                  <a:lnTo>
                    <a:pt x="640784" y="10167"/>
                  </a:lnTo>
                  <a:lnTo>
                    <a:pt x="632970" y="9983"/>
                  </a:lnTo>
                  <a:lnTo>
                    <a:pt x="625155" y="9800"/>
                  </a:lnTo>
                  <a:lnTo>
                    <a:pt x="617341" y="9616"/>
                  </a:lnTo>
                  <a:lnTo>
                    <a:pt x="609526" y="9436"/>
                  </a:lnTo>
                  <a:lnTo>
                    <a:pt x="601712" y="9332"/>
                  </a:lnTo>
                  <a:lnTo>
                    <a:pt x="593898" y="9124"/>
                  </a:lnTo>
                  <a:lnTo>
                    <a:pt x="586083" y="8948"/>
                  </a:lnTo>
                  <a:lnTo>
                    <a:pt x="578269" y="8762"/>
                  </a:lnTo>
                  <a:lnTo>
                    <a:pt x="570454" y="8600"/>
                  </a:lnTo>
                  <a:lnTo>
                    <a:pt x="562640" y="8378"/>
                  </a:lnTo>
                  <a:lnTo>
                    <a:pt x="554825" y="8154"/>
                  </a:lnTo>
                  <a:lnTo>
                    <a:pt x="547011" y="7923"/>
                  </a:lnTo>
                  <a:lnTo>
                    <a:pt x="539196" y="7694"/>
                  </a:lnTo>
                  <a:lnTo>
                    <a:pt x="531382" y="7462"/>
                  </a:lnTo>
                  <a:lnTo>
                    <a:pt x="523568" y="7226"/>
                  </a:lnTo>
                  <a:lnTo>
                    <a:pt x="515753" y="7036"/>
                  </a:lnTo>
                  <a:lnTo>
                    <a:pt x="507939" y="6923"/>
                  </a:lnTo>
                  <a:lnTo>
                    <a:pt x="500124" y="6774"/>
                  </a:lnTo>
                  <a:lnTo>
                    <a:pt x="492310" y="6580"/>
                  </a:lnTo>
                  <a:lnTo>
                    <a:pt x="484495" y="6386"/>
                  </a:lnTo>
                  <a:lnTo>
                    <a:pt x="476681" y="6249"/>
                  </a:lnTo>
                  <a:lnTo>
                    <a:pt x="468866" y="6059"/>
                  </a:lnTo>
                  <a:lnTo>
                    <a:pt x="461052" y="5874"/>
                  </a:lnTo>
                  <a:lnTo>
                    <a:pt x="453238" y="5647"/>
                  </a:lnTo>
                  <a:lnTo>
                    <a:pt x="445423" y="5392"/>
                  </a:lnTo>
                  <a:lnTo>
                    <a:pt x="437609" y="5192"/>
                  </a:lnTo>
                  <a:lnTo>
                    <a:pt x="429794" y="5028"/>
                  </a:lnTo>
                  <a:lnTo>
                    <a:pt x="421980" y="4944"/>
                  </a:lnTo>
                  <a:lnTo>
                    <a:pt x="414165" y="4814"/>
                  </a:lnTo>
                  <a:lnTo>
                    <a:pt x="406351" y="4612"/>
                  </a:lnTo>
                  <a:lnTo>
                    <a:pt x="398536" y="4421"/>
                  </a:lnTo>
                  <a:lnTo>
                    <a:pt x="390722" y="4313"/>
                  </a:lnTo>
                  <a:lnTo>
                    <a:pt x="382907" y="4216"/>
                  </a:lnTo>
                  <a:lnTo>
                    <a:pt x="375093" y="4169"/>
                  </a:lnTo>
                  <a:lnTo>
                    <a:pt x="367279" y="4054"/>
                  </a:lnTo>
                  <a:lnTo>
                    <a:pt x="359464" y="3957"/>
                  </a:lnTo>
                  <a:lnTo>
                    <a:pt x="351650" y="3800"/>
                  </a:lnTo>
                  <a:lnTo>
                    <a:pt x="343835" y="3641"/>
                  </a:lnTo>
                  <a:lnTo>
                    <a:pt x="336021" y="3476"/>
                  </a:lnTo>
                  <a:lnTo>
                    <a:pt x="328206" y="3325"/>
                  </a:lnTo>
                  <a:lnTo>
                    <a:pt x="320392" y="3191"/>
                  </a:lnTo>
                  <a:lnTo>
                    <a:pt x="312577" y="3148"/>
                  </a:lnTo>
                  <a:lnTo>
                    <a:pt x="304763" y="3081"/>
                  </a:lnTo>
                  <a:lnTo>
                    <a:pt x="296949" y="3010"/>
                  </a:lnTo>
                  <a:lnTo>
                    <a:pt x="289134" y="2914"/>
                  </a:lnTo>
                  <a:lnTo>
                    <a:pt x="281320" y="2844"/>
                  </a:lnTo>
                  <a:lnTo>
                    <a:pt x="273505" y="2796"/>
                  </a:lnTo>
                  <a:lnTo>
                    <a:pt x="265691" y="2734"/>
                  </a:lnTo>
                  <a:lnTo>
                    <a:pt x="257876" y="2667"/>
                  </a:lnTo>
                  <a:lnTo>
                    <a:pt x="250062" y="2612"/>
                  </a:lnTo>
                  <a:lnTo>
                    <a:pt x="242247" y="2508"/>
                  </a:lnTo>
                  <a:lnTo>
                    <a:pt x="234433" y="2394"/>
                  </a:lnTo>
                  <a:lnTo>
                    <a:pt x="226619" y="2275"/>
                  </a:lnTo>
                  <a:lnTo>
                    <a:pt x="218804" y="2197"/>
                  </a:lnTo>
                  <a:lnTo>
                    <a:pt x="210990" y="2125"/>
                  </a:lnTo>
                  <a:lnTo>
                    <a:pt x="203175" y="2059"/>
                  </a:lnTo>
                  <a:lnTo>
                    <a:pt x="195361" y="1975"/>
                  </a:lnTo>
                  <a:lnTo>
                    <a:pt x="187546" y="1948"/>
                  </a:lnTo>
                  <a:lnTo>
                    <a:pt x="179732" y="1775"/>
                  </a:lnTo>
                  <a:lnTo>
                    <a:pt x="171917" y="1650"/>
                  </a:lnTo>
                  <a:lnTo>
                    <a:pt x="164103" y="1516"/>
                  </a:lnTo>
                  <a:lnTo>
                    <a:pt x="156288" y="1405"/>
                  </a:lnTo>
                  <a:lnTo>
                    <a:pt x="148474" y="1292"/>
                  </a:lnTo>
                  <a:lnTo>
                    <a:pt x="140660" y="1198"/>
                  </a:lnTo>
                  <a:lnTo>
                    <a:pt x="132845" y="1166"/>
                  </a:lnTo>
                  <a:lnTo>
                    <a:pt x="125031" y="1140"/>
                  </a:lnTo>
                  <a:lnTo>
                    <a:pt x="117216" y="1113"/>
                  </a:lnTo>
                  <a:lnTo>
                    <a:pt x="109402" y="1085"/>
                  </a:lnTo>
                  <a:lnTo>
                    <a:pt x="101587" y="1041"/>
                  </a:lnTo>
                  <a:lnTo>
                    <a:pt x="93773" y="966"/>
                  </a:lnTo>
                  <a:lnTo>
                    <a:pt x="85958" y="887"/>
                  </a:lnTo>
                  <a:lnTo>
                    <a:pt x="78144" y="838"/>
                  </a:lnTo>
                  <a:lnTo>
                    <a:pt x="70330" y="791"/>
                  </a:lnTo>
                  <a:lnTo>
                    <a:pt x="62515" y="702"/>
                  </a:lnTo>
                  <a:lnTo>
                    <a:pt x="54701" y="626"/>
                  </a:lnTo>
                  <a:lnTo>
                    <a:pt x="46886" y="493"/>
                  </a:lnTo>
                  <a:lnTo>
                    <a:pt x="39072" y="411"/>
                  </a:lnTo>
                  <a:lnTo>
                    <a:pt x="31257" y="315"/>
                  </a:lnTo>
                  <a:lnTo>
                    <a:pt x="23443" y="247"/>
                  </a:lnTo>
                  <a:lnTo>
                    <a:pt x="15628" y="165"/>
                  </a:lnTo>
                  <a:lnTo>
                    <a:pt x="7814" y="4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6" name="pg275"/>
            <p:cNvSpPr/>
            <p:nvPr/>
          </p:nvSpPr>
          <p:spPr>
            <a:xfrm>
              <a:off x="6041499" y="4287200"/>
              <a:ext cx="2023942" cy="395603"/>
            </a:xfrm>
            <a:custGeom>
              <a:avLst/>
              <a:pathLst>
                <a:path w="2023942" h="395603">
                  <a:moveTo>
                    <a:pt x="0" y="287699"/>
                  </a:moveTo>
                  <a:lnTo>
                    <a:pt x="7814" y="288017"/>
                  </a:lnTo>
                  <a:lnTo>
                    <a:pt x="15628" y="288173"/>
                  </a:lnTo>
                  <a:lnTo>
                    <a:pt x="23443" y="288335"/>
                  </a:lnTo>
                  <a:lnTo>
                    <a:pt x="31257" y="288888"/>
                  </a:lnTo>
                  <a:lnTo>
                    <a:pt x="39072" y="289950"/>
                  </a:lnTo>
                  <a:lnTo>
                    <a:pt x="46886" y="290011"/>
                  </a:lnTo>
                  <a:lnTo>
                    <a:pt x="54701" y="289817"/>
                  </a:lnTo>
                  <a:lnTo>
                    <a:pt x="62515" y="290545"/>
                  </a:lnTo>
                  <a:lnTo>
                    <a:pt x="70330" y="291655"/>
                  </a:lnTo>
                  <a:lnTo>
                    <a:pt x="78144" y="291277"/>
                  </a:lnTo>
                  <a:lnTo>
                    <a:pt x="85958" y="290845"/>
                  </a:lnTo>
                  <a:lnTo>
                    <a:pt x="93773" y="290882"/>
                  </a:lnTo>
                  <a:lnTo>
                    <a:pt x="101587" y="291363"/>
                  </a:lnTo>
                  <a:lnTo>
                    <a:pt x="109402" y="292360"/>
                  </a:lnTo>
                  <a:lnTo>
                    <a:pt x="117216" y="292331"/>
                  </a:lnTo>
                  <a:lnTo>
                    <a:pt x="125031" y="292346"/>
                  </a:lnTo>
                  <a:lnTo>
                    <a:pt x="132845" y="292490"/>
                  </a:lnTo>
                  <a:lnTo>
                    <a:pt x="140660" y="291926"/>
                  </a:lnTo>
                  <a:lnTo>
                    <a:pt x="148474" y="291003"/>
                  </a:lnTo>
                  <a:lnTo>
                    <a:pt x="156288" y="291093"/>
                  </a:lnTo>
                  <a:lnTo>
                    <a:pt x="164103" y="290703"/>
                  </a:lnTo>
                  <a:lnTo>
                    <a:pt x="171917" y="290001"/>
                  </a:lnTo>
                  <a:lnTo>
                    <a:pt x="179732" y="288862"/>
                  </a:lnTo>
                  <a:lnTo>
                    <a:pt x="187546" y="288280"/>
                  </a:lnTo>
                  <a:lnTo>
                    <a:pt x="195361" y="288333"/>
                  </a:lnTo>
                  <a:lnTo>
                    <a:pt x="203175" y="288096"/>
                  </a:lnTo>
                  <a:lnTo>
                    <a:pt x="210990" y="288031"/>
                  </a:lnTo>
                  <a:lnTo>
                    <a:pt x="218804" y="287819"/>
                  </a:lnTo>
                  <a:lnTo>
                    <a:pt x="226619" y="286655"/>
                  </a:lnTo>
                  <a:lnTo>
                    <a:pt x="234433" y="286052"/>
                  </a:lnTo>
                  <a:lnTo>
                    <a:pt x="242247" y="285906"/>
                  </a:lnTo>
                  <a:lnTo>
                    <a:pt x="250062" y="285099"/>
                  </a:lnTo>
                  <a:lnTo>
                    <a:pt x="257876" y="284681"/>
                  </a:lnTo>
                  <a:lnTo>
                    <a:pt x="265691" y="283793"/>
                  </a:lnTo>
                  <a:lnTo>
                    <a:pt x="273505" y="282891"/>
                  </a:lnTo>
                  <a:lnTo>
                    <a:pt x="281320" y="282329"/>
                  </a:lnTo>
                  <a:lnTo>
                    <a:pt x="289134" y="281462"/>
                  </a:lnTo>
                  <a:lnTo>
                    <a:pt x="296949" y="280467"/>
                  </a:lnTo>
                  <a:lnTo>
                    <a:pt x="304763" y="279871"/>
                  </a:lnTo>
                  <a:lnTo>
                    <a:pt x="312577" y="278884"/>
                  </a:lnTo>
                  <a:lnTo>
                    <a:pt x="320392" y="277882"/>
                  </a:lnTo>
                  <a:lnTo>
                    <a:pt x="328206" y="276874"/>
                  </a:lnTo>
                  <a:lnTo>
                    <a:pt x="336021" y="275868"/>
                  </a:lnTo>
                  <a:lnTo>
                    <a:pt x="343835" y="275364"/>
                  </a:lnTo>
                  <a:lnTo>
                    <a:pt x="351650" y="274158"/>
                  </a:lnTo>
                  <a:lnTo>
                    <a:pt x="359464" y="272775"/>
                  </a:lnTo>
                  <a:lnTo>
                    <a:pt x="367279" y="271824"/>
                  </a:lnTo>
                  <a:lnTo>
                    <a:pt x="375093" y="270732"/>
                  </a:lnTo>
                  <a:lnTo>
                    <a:pt x="382907" y="269664"/>
                  </a:lnTo>
                  <a:lnTo>
                    <a:pt x="390722" y="268716"/>
                  </a:lnTo>
                  <a:lnTo>
                    <a:pt x="398536" y="267564"/>
                  </a:lnTo>
                  <a:lnTo>
                    <a:pt x="406351" y="266504"/>
                  </a:lnTo>
                  <a:lnTo>
                    <a:pt x="414165" y="265440"/>
                  </a:lnTo>
                  <a:lnTo>
                    <a:pt x="421980" y="264387"/>
                  </a:lnTo>
                  <a:lnTo>
                    <a:pt x="429794" y="263368"/>
                  </a:lnTo>
                  <a:lnTo>
                    <a:pt x="437609" y="262174"/>
                  </a:lnTo>
                  <a:lnTo>
                    <a:pt x="445423" y="260940"/>
                  </a:lnTo>
                  <a:lnTo>
                    <a:pt x="453238" y="259703"/>
                  </a:lnTo>
                  <a:lnTo>
                    <a:pt x="461052" y="258032"/>
                  </a:lnTo>
                  <a:lnTo>
                    <a:pt x="468866" y="257220"/>
                  </a:lnTo>
                  <a:lnTo>
                    <a:pt x="476681" y="256444"/>
                  </a:lnTo>
                  <a:lnTo>
                    <a:pt x="484495" y="255730"/>
                  </a:lnTo>
                  <a:lnTo>
                    <a:pt x="492310" y="253965"/>
                  </a:lnTo>
                  <a:lnTo>
                    <a:pt x="500124" y="252421"/>
                  </a:lnTo>
                  <a:lnTo>
                    <a:pt x="507939" y="250964"/>
                  </a:lnTo>
                  <a:lnTo>
                    <a:pt x="515753" y="249682"/>
                  </a:lnTo>
                  <a:lnTo>
                    <a:pt x="523568" y="248429"/>
                  </a:lnTo>
                  <a:lnTo>
                    <a:pt x="531382" y="247165"/>
                  </a:lnTo>
                  <a:lnTo>
                    <a:pt x="539196" y="244741"/>
                  </a:lnTo>
                  <a:lnTo>
                    <a:pt x="547011" y="242469"/>
                  </a:lnTo>
                  <a:lnTo>
                    <a:pt x="554825" y="240099"/>
                  </a:lnTo>
                  <a:lnTo>
                    <a:pt x="562640" y="238625"/>
                  </a:lnTo>
                  <a:lnTo>
                    <a:pt x="570454" y="237154"/>
                  </a:lnTo>
                  <a:lnTo>
                    <a:pt x="578269" y="235684"/>
                  </a:lnTo>
                  <a:lnTo>
                    <a:pt x="586083" y="233478"/>
                  </a:lnTo>
                  <a:lnTo>
                    <a:pt x="593898" y="231096"/>
                  </a:lnTo>
                  <a:lnTo>
                    <a:pt x="601712" y="228702"/>
                  </a:lnTo>
                  <a:lnTo>
                    <a:pt x="609526" y="226299"/>
                  </a:lnTo>
                  <a:lnTo>
                    <a:pt x="617341" y="223885"/>
                  </a:lnTo>
                  <a:lnTo>
                    <a:pt x="625155" y="221463"/>
                  </a:lnTo>
                  <a:lnTo>
                    <a:pt x="632970" y="219033"/>
                  </a:lnTo>
                  <a:lnTo>
                    <a:pt x="640784" y="215948"/>
                  </a:lnTo>
                  <a:lnTo>
                    <a:pt x="648599" y="213444"/>
                  </a:lnTo>
                  <a:lnTo>
                    <a:pt x="656413" y="211291"/>
                  </a:lnTo>
                  <a:lnTo>
                    <a:pt x="664228" y="209246"/>
                  </a:lnTo>
                  <a:lnTo>
                    <a:pt x="672042" y="206973"/>
                  </a:lnTo>
                  <a:lnTo>
                    <a:pt x="679857" y="204796"/>
                  </a:lnTo>
                  <a:lnTo>
                    <a:pt x="687671" y="202621"/>
                  </a:lnTo>
                  <a:lnTo>
                    <a:pt x="695485" y="200540"/>
                  </a:lnTo>
                  <a:lnTo>
                    <a:pt x="703300" y="199298"/>
                  </a:lnTo>
                  <a:lnTo>
                    <a:pt x="711114" y="198057"/>
                  </a:lnTo>
                  <a:lnTo>
                    <a:pt x="718929" y="196829"/>
                  </a:lnTo>
                  <a:lnTo>
                    <a:pt x="726743" y="195081"/>
                  </a:lnTo>
                  <a:lnTo>
                    <a:pt x="734558" y="194257"/>
                  </a:lnTo>
                  <a:lnTo>
                    <a:pt x="742372" y="192544"/>
                  </a:lnTo>
                  <a:lnTo>
                    <a:pt x="750187" y="190251"/>
                  </a:lnTo>
                  <a:lnTo>
                    <a:pt x="758001" y="187961"/>
                  </a:lnTo>
                  <a:lnTo>
                    <a:pt x="765815" y="187077"/>
                  </a:lnTo>
                  <a:lnTo>
                    <a:pt x="773630" y="184915"/>
                  </a:lnTo>
                  <a:lnTo>
                    <a:pt x="781444" y="183264"/>
                  </a:lnTo>
                  <a:lnTo>
                    <a:pt x="789259" y="181020"/>
                  </a:lnTo>
                  <a:lnTo>
                    <a:pt x="797073" y="179420"/>
                  </a:lnTo>
                  <a:lnTo>
                    <a:pt x="804888" y="177834"/>
                  </a:lnTo>
                  <a:lnTo>
                    <a:pt x="812702" y="175462"/>
                  </a:lnTo>
                  <a:lnTo>
                    <a:pt x="820517" y="173532"/>
                  </a:lnTo>
                  <a:lnTo>
                    <a:pt x="828331" y="171844"/>
                  </a:lnTo>
                  <a:lnTo>
                    <a:pt x="836145" y="170159"/>
                  </a:lnTo>
                  <a:lnTo>
                    <a:pt x="843960" y="168477"/>
                  </a:lnTo>
                  <a:lnTo>
                    <a:pt x="851774" y="166390"/>
                  </a:lnTo>
                  <a:lnTo>
                    <a:pt x="859589" y="164120"/>
                  </a:lnTo>
                  <a:lnTo>
                    <a:pt x="867403" y="161871"/>
                  </a:lnTo>
                  <a:lnTo>
                    <a:pt x="875218" y="159626"/>
                  </a:lnTo>
                  <a:lnTo>
                    <a:pt x="883032" y="157384"/>
                  </a:lnTo>
                  <a:lnTo>
                    <a:pt x="890847" y="155146"/>
                  </a:lnTo>
                  <a:lnTo>
                    <a:pt x="898661" y="152912"/>
                  </a:lnTo>
                  <a:lnTo>
                    <a:pt x="906476" y="150684"/>
                  </a:lnTo>
                  <a:lnTo>
                    <a:pt x="914290" y="148513"/>
                  </a:lnTo>
                  <a:lnTo>
                    <a:pt x="922104" y="146865"/>
                  </a:lnTo>
                  <a:lnTo>
                    <a:pt x="929919" y="145011"/>
                  </a:lnTo>
                  <a:lnTo>
                    <a:pt x="937733" y="142860"/>
                  </a:lnTo>
                  <a:lnTo>
                    <a:pt x="945548" y="141658"/>
                  </a:lnTo>
                  <a:lnTo>
                    <a:pt x="953362" y="140350"/>
                  </a:lnTo>
                  <a:lnTo>
                    <a:pt x="961177" y="138735"/>
                  </a:lnTo>
                  <a:lnTo>
                    <a:pt x="968991" y="137149"/>
                  </a:lnTo>
                  <a:lnTo>
                    <a:pt x="976806" y="135577"/>
                  </a:lnTo>
                  <a:lnTo>
                    <a:pt x="984620" y="133623"/>
                  </a:lnTo>
                  <a:lnTo>
                    <a:pt x="992434" y="131030"/>
                  </a:lnTo>
                  <a:lnTo>
                    <a:pt x="1000249" y="128659"/>
                  </a:lnTo>
                  <a:lnTo>
                    <a:pt x="1008063" y="127385"/>
                  </a:lnTo>
                  <a:lnTo>
                    <a:pt x="1015878" y="125745"/>
                  </a:lnTo>
                  <a:lnTo>
                    <a:pt x="1023692" y="123250"/>
                  </a:lnTo>
                  <a:lnTo>
                    <a:pt x="1031507" y="120774"/>
                  </a:lnTo>
                  <a:lnTo>
                    <a:pt x="1039321" y="118324"/>
                  </a:lnTo>
                  <a:lnTo>
                    <a:pt x="1047136" y="115911"/>
                  </a:lnTo>
                  <a:lnTo>
                    <a:pt x="1054950" y="113519"/>
                  </a:lnTo>
                  <a:lnTo>
                    <a:pt x="1062765" y="111159"/>
                  </a:lnTo>
                  <a:lnTo>
                    <a:pt x="1070579" y="109587"/>
                  </a:lnTo>
                  <a:lnTo>
                    <a:pt x="1078393" y="108034"/>
                  </a:lnTo>
                  <a:lnTo>
                    <a:pt x="1086208" y="106538"/>
                  </a:lnTo>
                  <a:lnTo>
                    <a:pt x="1094022" y="105329"/>
                  </a:lnTo>
                  <a:lnTo>
                    <a:pt x="1101837" y="104152"/>
                  </a:lnTo>
                  <a:lnTo>
                    <a:pt x="1109651" y="102983"/>
                  </a:lnTo>
                  <a:lnTo>
                    <a:pt x="1117466" y="101302"/>
                  </a:lnTo>
                  <a:lnTo>
                    <a:pt x="1125280" y="99507"/>
                  </a:lnTo>
                  <a:lnTo>
                    <a:pt x="1133095" y="98130"/>
                  </a:lnTo>
                  <a:lnTo>
                    <a:pt x="1140909" y="96779"/>
                  </a:lnTo>
                  <a:lnTo>
                    <a:pt x="1148723" y="95645"/>
                  </a:lnTo>
                  <a:lnTo>
                    <a:pt x="1156538" y="94070"/>
                  </a:lnTo>
                  <a:lnTo>
                    <a:pt x="1164352" y="92725"/>
                  </a:lnTo>
                  <a:lnTo>
                    <a:pt x="1172167" y="91391"/>
                  </a:lnTo>
                  <a:lnTo>
                    <a:pt x="1179981" y="89825"/>
                  </a:lnTo>
                  <a:lnTo>
                    <a:pt x="1187796" y="88245"/>
                  </a:lnTo>
                  <a:lnTo>
                    <a:pt x="1195610" y="86680"/>
                  </a:lnTo>
                  <a:lnTo>
                    <a:pt x="1203425" y="85130"/>
                  </a:lnTo>
                  <a:lnTo>
                    <a:pt x="1211239" y="83595"/>
                  </a:lnTo>
                  <a:lnTo>
                    <a:pt x="1219053" y="82160"/>
                  </a:lnTo>
                  <a:lnTo>
                    <a:pt x="1226868" y="80556"/>
                  </a:lnTo>
                  <a:lnTo>
                    <a:pt x="1234682" y="79054"/>
                  </a:lnTo>
                  <a:lnTo>
                    <a:pt x="1242497" y="77567"/>
                  </a:lnTo>
                  <a:lnTo>
                    <a:pt x="1250311" y="76096"/>
                  </a:lnTo>
                  <a:lnTo>
                    <a:pt x="1258126" y="74640"/>
                  </a:lnTo>
                  <a:lnTo>
                    <a:pt x="1265940" y="73200"/>
                  </a:lnTo>
                  <a:lnTo>
                    <a:pt x="1273755" y="71776"/>
                  </a:lnTo>
                  <a:lnTo>
                    <a:pt x="1281569" y="70367"/>
                  </a:lnTo>
                  <a:lnTo>
                    <a:pt x="1289384" y="68974"/>
                  </a:lnTo>
                  <a:lnTo>
                    <a:pt x="1297198" y="67597"/>
                  </a:lnTo>
                  <a:lnTo>
                    <a:pt x="1305012" y="65971"/>
                  </a:lnTo>
                  <a:lnTo>
                    <a:pt x="1312827" y="64337"/>
                  </a:lnTo>
                  <a:lnTo>
                    <a:pt x="1320641" y="62724"/>
                  </a:lnTo>
                  <a:lnTo>
                    <a:pt x="1328456" y="61132"/>
                  </a:lnTo>
                  <a:lnTo>
                    <a:pt x="1336270" y="59560"/>
                  </a:lnTo>
                  <a:lnTo>
                    <a:pt x="1344085" y="58007"/>
                  </a:lnTo>
                  <a:lnTo>
                    <a:pt x="1351899" y="56476"/>
                  </a:lnTo>
                  <a:lnTo>
                    <a:pt x="1359714" y="54964"/>
                  </a:lnTo>
                  <a:lnTo>
                    <a:pt x="1367528" y="53473"/>
                  </a:lnTo>
                  <a:lnTo>
                    <a:pt x="1375342" y="52002"/>
                  </a:lnTo>
                  <a:lnTo>
                    <a:pt x="1383157" y="50551"/>
                  </a:lnTo>
                  <a:lnTo>
                    <a:pt x="1390971" y="49126"/>
                  </a:lnTo>
                  <a:lnTo>
                    <a:pt x="1398786" y="48002"/>
                  </a:lnTo>
                  <a:lnTo>
                    <a:pt x="1406600" y="47142"/>
                  </a:lnTo>
                  <a:lnTo>
                    <a:pt x="1414415" y="46297"/>
                  </a:lnTo>
                  <a:lnTo>
                    <a:pt x="1422229" y="45469"/>
                  </a:lnTo>
                  <a:lnTo>
                    <a:pt x="1430044" y="44653"/>
                  </a:lnTo>
                  <a:lnTo>
                    <a:pt x="1437858" y="43851"/>
                  </a:lnTo>
                  <a:lnTo>
                    <a:pt x="1445672" y="43066"/>
                  </a:lnTo>
                  <a:lnTo>
                    <a:pt x="1453487" y="42298"/>
                  </a:lnTo>
                  <a:lnTo>
                    <a:pt x="1461301" y="41543"/>
                  </a:lnTo>
                  <a:lnTo>
                    <a:pt x="1469116" y="40800"/>
                  </a:lnTo>
                  <a:lnTo>
                    <a:pt x="1476930" y="40070"/>
                  </a:lnTo>
                  <a:lnTo>
                    <a:pt x="1484745" y="39296"/>
                  </a:lnTo>
                  <a:lnTo>
                    <a:pt x="1492559" y="38313"/>
                  </a:lnTo>
                  <a:lnTo>
                    <a:pt x="1500374" y="37224"/>
                  </a:lnTo>
                  <a:lnTo>
                    <a:pt x="1508188" y="36119"/>
                  </a:lnTo>
                  <a:lnTo>
                    <a:pt x="1516003" y="35030"/>
                  </a:lnTo>
                  <a:lnTo>
                    <a:pt x="1523817" y="34043"/>
                  </a:lnTo>
                  <a:lnTo>
                    <a:pt x="1531631" y="33498"/>
                  </a:lnTo>
                  <a:lnTo>
                    <a:pt x="1539446" y="32675"/>
                  </a:lnTo>
                  <a:lnTo>
                    <a:pt x="1547260" y="31785"/>
                  </a:lnTo>
                  <a:lnTo>
                    <a:pt x="1555075" y="30914"/>
                  </a:lnTo>
                  <a:lnTo>
                    <a:pt x="1562889" y="30396"/>
                  </a:lnTo>
                  <a:lnTo>
                    <a:pt x="1570704" y="29553"/>
                  </a:lnTo>
                  <a:lnTo>
                    <a:pt x="1578518" y="28681"/>
                  </a:lnTo>
                  <a:lnTo>
                    <a:pt x="1586333" y="28004"/>
                  </a:lnTo>
                  <a:lnTo>
                    <a:pt x="1594147" y="27401"/>
                  </a:lnTo>
                  <a:lnTo>
                    <a:pt x="1601961" y="26808"/>
                  </a:lnTo>
                  <a:lnTo>
                    <a:pt x="1609776" y="26223"/>
                  </a:lnTo>
                  <a:lnTo>
                    <a:pt x="1617590" y="25648"/>
                  </a:lnTo>
                  <a:lnTo>
                    <a:pt x="1625405" y="24911"/>
                  </a:lnTo>
                  <a:lnTo>
                    <a:pt x="1633219" y="24110"/>
                  </a:lnTo>
                  <a:lnTo>
                    <a:pt x="1641034" y="23322"/>
                  </a:lnTo>
                  <a:lnTo>
                    <a:pt x="1648848" y="22548"/>
                  </a:lnTo>
                  <a:lnTo>
                    <a:pt x="1656663" y="21787"/>
                  </a:lnTo>
                  <a:lnTo>
                    <a:pt x="1664477" y="21039"/>
                  </a:lnTo>
                  <a:lnTo>
                    <a:pt x="1672291" y="20304"/>
                  </a:lnTo>
                  <a:lnTo>
                    <a:pt x="1680106" y="19583"/>
                  </a:lnTo>
                  <a:lnTo>
                    <a:pt x="1687920" y="18879"/>
                  </a:lnTo>
                  <a:lnTo>
                    <a:pt x="1695735" y="18187"/>
                  </a:lnTo>
                  <a:lnTo>
                    <a:pt x="1703549" y="17508"/>
                  </a:lnTo>
                  <a:lnTo>
                    <a:pt x="1711364" y="16840"/>
                  </a:lnTo>
                  <a:lnTo>
                    <a:pt x="1719178" y="16387"/>
                  </a:lnTo>
                  <a:lnTo>
                    <a:pt x="1726993" y="15976"/>
                  </a:lnTo>
                  <a:lnTo>
                    <a:pt x="1734807" y="15572"/>
                  </a:lnTo>
                  <a:lnTo>
                    <a:pt x="1742622" y="15175"/>
                  </a:lnTo>
                  <a:lnTo>
                    <a:pt x="1750436" y="14582"/>
                  </a:lnTo>
                  <a:lnTo>
                    <a:pt x="1758250" y="13804"/>
                  </a:lnTo>
                  <a:lnTo>
                    <a:pt x="1766065" y="13484"/>
                  </a:lnTo>
                  <a:lnTo>
                    <a:pt x="1773879" y="13038"/>
                  </a:lnTo>
                  <a:lnTo>
                    <a:pt x="1781694" y="12499"/>
                  </a:lnTo>
                  <a:lnTo>
                    <a:pt x="1789508" y="11971"/>
                  </a:lnTo>
                  <a:lnTo>
                    <a:pt x="1797323" y="11357"/>
                  </a:lnTo>
                  <a:lnTo>
                    <a:pt x="1805137" y="10714"/>
                  </a:lnTo>
                  <a:lnTo>
                    <a:pt x="1812952" y="10081"/>
                  </a:lnTo>
                  <a:lnTo>
                    <a:pt x="1820766" y="9458"/>
                  </a:lnTo>
                  <a:lnTo>
                    <a:pt x="1828580" y="8844"/>
                  </a:lnTo>
                  <a:lnTo>
                    <a:pt x="1836395" y="8564"/>
                  </a:lnTo>
                  <a:lnTo>
                    <a:pt x="1844209" y="8450"/>
                  </a:lnTo>
                  <a:lnTo>
                    <a:pt x="1852024" y="8162"/>
                  </a:lnTo>
                  <a:lnTo>
                    <a:pt x="1859838" y="7727"/>
                  </a:lnTo>
                  <a:lnTo>
                    <a:pt x="1867653" y="7176"/>
                  </a:lnTo>
                  <a:lnTo>
                    <a:pt x="1875467" y="6751"/>
                  </a:lnTo>
                  <a:lnTo>
                    <a:pt x="1883282" y="6424"/>
                  </a:lnTo>
                  <a:lnTo>
                    <a:pt x="1891096" y="6053"/>
                  </a:lnTo>
                  <a:lnTo>
                    <a:pt x="1898910" y="5662"/>
                  </a:lnTo>
                  <a:lnTo>
                    <a:pt x="1906725" y="5280"/>
                  </a:lnTo>
                  <a:lnTo>
                    <a:pt x="1914539" y="4775"/>
                  </a:lnTo>
                  <a:lnTo>
                    <a:pt x="1922354" y="4461"/>
                  </a:lnTo>
                  <a:lnTo>
                    <a:pt x="1930168" y="3948"/>
                  </a:lnTo>
                  <a:lnTo>
                    <a:pt x="1937983" y="3258"/>
                  </a:lnTo>
                  <a:lnTo>
                    <a:pt x="1945797" y="3002"/>
                  </a:lnTo>
                  <a:lnTo>
                    <a:pt x="1953612" y="2860"/>
                  </a:lnTo>
                  <a:lnTo>
                    <a:pt x="1961426" y="2721"/>
                  </a:lnTo>
                  <a:lnTo>
                    <a:pt x="1969241" y="2444"/>
                  </a:lnTo>
                  <a:lnTo>
                    <a:pt x="1977055" y="2129"/>
                  </a:lnTo>
                  <a:lnTo>
                    <a:pt x="1984869" y="1820"/>
                  </a:lnTo>
                  <a:lnTo>
                    <a:pt x="1992684" y="1604"/>
                  </a:lnTo>
                  <a:lnTo>
                    <a:pt x="2000498" y="1250"/>
                  </a:lnTo>
                  <a:lnTo>
                    <a:pt x="2008313" y="854"/>
                  </a:lnTo>
                  <a:lnTo>
                    <a:pt x="2016127" y="423"/>
                  </a:lnTo>
                  <a:lnTo>
                    <a:pt x="2023942" y="0"/>
                  </a:lnTo>
                  <a:lnTo>
                    <a:pt x="2023942" y="395603"/>
                  </a:lnTo>
                  <a:lnTo>
                    <a:pt x="2016127" y="395589"/>
                  </a:lnTo>
                  <a:lnTo>
                    <a:pt x="2008313" y="395577"/>
                  </a:lnTo>
                  <a:lnTo>
                    <a:pt x="2000498" y="395564"/>
                  </a:lnTo>
                  <a:lnTo>
                    <a:pt x="1992684" y="395552"/>
                  </a:lnTo>
                  <a:lnTo>
                    <a:pt x="1984869" y="395538"/>
                  </a:lnTo>
                  <a:lnTo>
                    <a:pt x="1977055" y="395525"/>
                  </a:lnTo>
                  <a:lnTo>
                    <a:pt x="1969241" y="395511"/>
                  </a:lnTo>
                  <a:lnTo>
                    <a:pt x="1961426" y="395497"/>
                  </a:lnTo>
                  <a:lnTo>
                    <a:pt x="1953612" y="395482"/>
                  </a:lnTo>
                  <a:lnTo>
                    <a:pt x="1945797" y="395467"/>
                  </a:lnTo>
                  <a:lnTo>
                    <a:pt x="1937983" y="395452"/>
                  </a:lnTo>
                  <a:lnTo>
                    <a:pt x="1930168" y="395430"/>
                  </a:lnTo>
                  <a:lnTo>
                    <a:pt x="1922354" y="395383"/>
                  </a:lnTo>
                  <a:lnTo>
                    <a:pt x="1914539" y="395301"/>
                  </a:lnTo>
                  <a:lnTo>
                    <a:pt x="1906725" y="395222"/>
                  </a:lnTo>
                  <a:lnTo>
                    <a:pt x="1898910" y="395216"/>
                  </a:lnTo>
                  <a:lnTo>
                    <a:pt x="1891096" y="395209"/>
                  </a:lnTo>
                  <a:lnTo>
                    <a:pt x="1883282" y="395185"/>
                  </a:lnTo>
                  <a:lnTo>
                    <a:pt x="1875467" y="395142"/>
                  </a:lnTo>
                  <a:lnTo>
                    <a:pt x="1867653" y="395099"/>
                  </a:lnTo>
                  <a:lnTo>
                    <a:pt x="1859838" y="395056"/>
                  </a:lnTo>
                  <a:lnTo>
                    <a:pt x="1852024" y="395010"/>
                  </a:lnTo>
                  <a:lnTo>
                    <a:pt x="1844209" y="394962"/>
                  </a:lnTo>
                  <a:lnTo>
                    <a:pt x="1836395" y="394877"/>
                  </a:lnTo>
                  <a:lnTo>
                    <a:pt x="1828580" y="394754"/>
                  </a:lnTo>
                  <a:lnTo>
                    <a:pt x="1820766" y="394629"/>
                  </a:lnTo>
                  <a:lnTo>
                    <a:pt x="1812952" y="394503"/>
                  </a:lnTo>
                  <a:lnTo>
                    <a:pt x="1805137" y="394375"/>
                  </a:lnTo>
                  <a:lnTo>
                    <a:pt x="1797323" y="394245"/>
                  </a:lnTo>
                  <a:lnTo>
                    <a:pt x="1789508" y="394112"/>
                  </a:lnTo>
                  <a:lnTo>
                    <a:pt x="1781694" y="393977"/>
                  </a:lnTo>
                  <a:lnTo>
                    <a:pt x="1773879" y="393865"/>
                  </a:lnTo>
                  <a:lnTo>
                    <a:pt x="1766065" y="393849"/>
                  </a:lnTo>
                  <a:lnTo>
                    <a:pt x="1758250" y="393832"/>
                  </a:lnTo>
                  <a:lnTo>
                    <a:pt x="1750436" y="393815"/>
                  </a:lnTo>
                  <a:lnTo>
                    <a:pt x="1742622" y="393797"/>
                  </a:lnTo>
                  <a:lnTo>
                    <a:pt x="1734807" y="393714"/>
                  </a:lnTo>
                  <a:lnTo>
                    <a:pt x="1726993" y="393591"/>
                  </a:lnTo>
                  <a:lnTo>
                    <a:pt x="1719178" y="393464"/>
                  </a:lnTo>
                  <a:lnTo>
                    <a:pt x="1711364" y="393343"/>
                  </a:lnTo>
                  <a:lnTo>
                    <a:pt x="1703549" y="393220"/>
                  </a:lnTo>
                  <a:lnTo>
                    <a:pt x="1695735" y="393096"/>
                  </a:lnTo>
                  <a:lnTo>
                    <a:pt x="1687920" y="392971"/>
                  </a:lnTo>
                  <a:lnTo>
                    <a:pt x="1680106" y="392845"/>
                  </a:lnTo>
                  <a:lnTo>
                    <a:pt x="1672291" y="392717"/>
                  </a:lnTo>
                  <a:lnTo>
                    <a:pt x="1664477" y="392663"/>
                  </a:lnTo>
                  <a:lnTo>
                    <a:pt x="1656663" y="392611"/>
                  </a:lnTo>
                  <a:lnTo>
                    <a:pt x="1648848" y="392559"/>
                  </a:lnTo>
                  <a:lnTo>
                    <a:pt x="1641034" y="392505"/>
                  </a:lnTo>
                  <a:lnTo>
                    <a:pt x="1633219" y="392451"/>
                  </a:lnTo>
                  <a:lnTo>
                    <a:pt x="1625405" y="392396"/>
                  </a:lnTo>
                  <a:lnTo>
                    <a:pt x="1617590" y="392341"/>
                  </a:lnTo>
                  <a:lnTo>
                    <a:pt x="1609776" y="392283"/>
                  </a:lnTo>
                  <a:lnTo>
                    <a:pt x="1601961" y="392244"/>
                  </a:lnTo>
                  <a:lnTo>
                    <a:pt x="1594147" y="392205"/>
                  </a:lnTo>
                  <a:lnTo>
                    <a:pt x="1586333" y="392104"/>
                  </a:lnTo>
                  <a:lnTo>
                    <a:pt x="1578518" y="392044"/>
                  </a:lnTo>
                  <a:lnTo>
                    <a:pt x="1570704" y="391984"/>
                  </a:lnTo>
                  <a:lnTo>
                    <a:pt x="1562889" y="391923"/>
                  </a:lnTo>
                  <a:lnTo>
                    <a:pt x="1555075" y="391861"/>
                  </a:lnTo>
                  <a:lnTo>
                    <a:pt x="1547260" y="391798"/>
                  </a:lnTo>
                  <a:lnTo>
                    <a:pt x="1539446" y="391733"/>
                  </a:lnTo>
                  <a:lnTo>
                    <a:pt x="1531631" y="391668"/>
                  </a:lnTo>
                  <a:lnTo>
                    <a:pt x="1523817" y="391612"/>
                  </a:lnTo>
                  <a:lnTo>
                    <a:pt x="1516003" y="391496"/>
                  </a:lnTo>
                  <a:lnTo>
                    <a:pt x="1508188" y="391437"/>
                  </a:lnTo>
                  <a:lnTo>
                    <a:pt x="1500374" y="391381"/>
                  </a:lnTo>
                  <a:lnTo>
                    <a:pt x="1492559" y="391324"/>
                  </a:lnTo>
                  <a:lnTo>
                    <a:pt x="1484745" y="391267"/>
                  </a:lnTo>
                  <a:lnTo>
                    <a:pt x="1476930" y="391208"/>
                  </a:lnTo>
                  <a:lnTo>
                    <a:pt x="1469116" y="391149"/>
                  </a:lnTo>
                  <a:lnTo>
                    <a:pt x="1461301" y="391089"/>
                  </a:lnTo>
                  <a:lnTo>
                    <a:pt x="1453487" y="391027"/>
                  </a:lnTo>
                  <a:lnTo>
                    <a:pt x="1445672" y="390964"/>
                  </a:lnTo>
                  <a:lnTo>
                    <a:pt x="1437858" y="390865"/>
                  </a:lnTo>
                  <a:lnTo>
                    <a:pt x="1430044" y="390717"/>
                  </a:lnTo>
                  <a:lnTo>
                    <a:pt x="1422229" y="390636"/>
                  </a:lnTo>
                  <a:lnTo>
                    <a:pt x="1414415" y="390554"/>
                  </a:lnTo>
                  <a:lnTo>
                    <a:pt x="1406600" y="390471"/>
                  </a:lnTo>
                  <a:lnTo>
                    <a:pt x="1398786" y="390384"/>
                  </a:lnTo>
                  <a:lnTo>
                    <a:pt x="1390971" y="390297"/>
                  </a:lnTo>
                  <a:lnTo>
                    <a:pt x="1383157" y="390173"/>
                  </a:lnTo>
                  <a:lnTo>
                    <a:pt x="1375342" y="390023"/>
                  </a:lnTo>
                  <a:lnTo>
                    <a:pt x="1367528" y="389871"/>
                  </a:lnTo>
                  <a:lnTo>
                    <a:pt x="1359714" y="389754"/>
                  </a:lnTo>
                  <a:lnTo>
                    <a:pt x="1351899" y="389693"/>
                  </a:lnTo>
                  <a:lnTo>
                    <a:pt x="1344085" y="389632"/>
                  </a:lnTo>
                  <a:lnTo>
                    <a:pt x="1336270" y="389506"/>
                  </a:lnTo>
                  <a:lnTo>
                    <a:pt x="1328456" y="389413"/>
                  </a:lnTo>
                  <a:lnTo>
                    <a:pt x="1320641" y="389352"/>
                  </a:lnTo>
                  <a:lnTo>
                    <a:pt x="1312827" y="389224"/>
                  </a:lnTo>
                  <a:lnTo>
                    <a:pt x="1305012" y="389073"/>
                  </a:lnTo>
                  <a:lnTo>
                    <a:pt x="1297198" y="388959"/>
                  </a:lnTo>
                  <a:lnTo>
                    <a:pt x="1289384" y="388810"/>
                  </a:lnTo>
                  <a:lnTo>
                    <a:pt x="1281569" y="388656"/>
                  </a:lnTo>
                  <a:lnTo>
                    <a:pt x="1273755" y="388509"/>
                  </a:lnTo>
                  <a:lnTo>
                    <a:pt x="1265940" y="388360"/>
                  </a:lnTo>
                  <a:lnTo>
                    <a:pt x="1258126" y="388208"/>
                  </a:lnTo>
                  <a:lnTo>
                    <a:pt x="1250311" y="388053"/>
                  </a:lnTo>
                  <a:lnTo>
                    <a:pt x="1242497" y="387895"/>
                  </a:lnTo>
                  <a:lnTo>
                    <a:pt x="1234682" y="387734"/>
                  </a:lnTo>
                  <a:lnTo>
                    <a:pt x="1226868" y="387571"/>
                  </a:lnTo>
                  <a:lnTo>
                    <a:pt x="1219053" y="387452"/>
                  </a:lnTo>
                  <a:lnTo>
                    <a:pt x="1211239" y="387380"/>
                  </a:lnTo>
                  <a:lnTo>
                    <a:pt x="1203425" y="387257"/>
                  </a:lnTo>
                  <a:lnTo>
                    <a:pt x="1195610" y="387072"/>
                  </a:lnTo>
                  <a:lnTo>
                    <a:pt x="1187796" y="386880"/>
                  </a:lnTo>
                  <a:lnTo>
                    <a:pt x="1179981" y="386744"/>
                  </a:lnTo>
                  <a:lnTo>
                    <a:pt x="1172167" y="386672"/>
                  </a:lnTo>
                  <a:lnTo>
                    <a:pt x="1164352" y="386598"/>
                  </a:lnTo>
                  <a:lnTo>
                    <a:pt x="1156538" y="386367"/>
                  </a:lnTo>
                  <a:lnTo>
                    <a:pt x="1148723" y="386129"/>
                  </a:lnTo>
                  <a:lnTo>
                    <a:pt x="1140909" y="385889"/>
                  </a:lnTo>
                  <a:lnTo>
                    <a:pt x="1133095" y="385746"/>
                  </a:lnTo>
                  <a:lnTo>
                    <a:pt x="1125280" y="385645"/>
                  </a:lnTo>
                  <a:lnTo>
                    <a:pt x="1117466" y="385540"/>
                  </a:lnTo>
                  <a:lnTo>
                    <a:pt x="1109651" y="385446"/>
                  </a:lnTo>
                  <a:lnTo>
                    <a:pt x="1101837" y="385388"/>
                  </a:lnTo>
                  <a:lnTo>
                    <a:pt x="1094022" y="385218"/>
                  </a:lnTo>
                  <a:lnTo>
                    <a:pt x="1086208" y="385111"/>
                  </a:lnTo>
                  <a:lnTo>
                    <a:pt x="1078393" y="385002"/>
                  </a:lnTo>
                  <a:lnTo>
                    <a:pt x="1070579" y="384892"/>
                  </a:lnTo>
                  <a:lnTo>
                    <a:pt x="1062765" y="384779"/>
                  </a:lnTo>
                  <a:lnTo>
                    <a:pt x="1054950" y="384665"/>
                  </a:lnTo>
                  <a:lnTo>
                    <a:pt x="1047136" y="384547"/>
                  </a:lnTo>
                  <a:lnTo>
                    <a:pt x="1039321" y="384427"/>
                  </a:lnTo>
                  <a:lnTo>
                    <a:pt x="1031507" y="384304"/>
                  </a:lnTo>
                  <a:lnTo>
                    <a:pt x="1023692" y="384179"/>
                  </a:lnTo>
                  <a:lnTo>
                    <a:pt x="1015878" y="384053"/>
                  </a:lnTo>
                  <a:lnTo>
                    <a:pt x="1008063" y="383924"/>
                  </a:lnTo>
                  <a:lnTo>
                    <a:pt x="1000249" y="383784"/>
                  </a:lnTo>
                  <a:lnTo>
                    <a:pt x="992434" y="383513"/>
                  </a:lnTo>
                  <a:lnTo>
                    <a:pt x="984620" y="383267"/>
                  </a:lnTo>
                  <a:lnTo>
                    <a:pt x="976806" y="383169"/>
                  </a:lnTo>
                  <a:lnTo>
                    <a:pt x="968991" y="383040"/>
                  </a:lnTo>
                  <a:lnTo>
                    <a:pt x="961177" y="382924"/>
                  </a:lnTo>
                  <a:lnTo>
                    <a:pt x="953362" y="382664"/>
                  </a:lnTo>
                  <a:lnTo>
                    <a:pt x="945548" y="382549"/>
                  </a:lnTo>
                  <a:lnTo>
                    <a:pt x="937733" y="382327"/>
                  </a:lnTo>
                  <a:lnTo>
                    <a:pt x="929919" y="382110"/>
                  </a:lnTo>
                  <a:lnTo>
                    <a:pt x="922104" y="381935"/>
                  </a:lnTo>
                  <a:lnTo>
                    <a:pt x="914290" y="381824"/>
                  </a:lnTo>
                  <a:lnTo>
                    <a:pt x="906476" y="381629"/>
                  </a:lnTo>
                  <a:lnTo>
                    <a:pt x="898661" y="381482"/>
                  </a:lnTo>
                  <a:lnTo>
                    <a:pt x="890847" y="381354"/>
                  </a:lnTo>
                  <a:lnTo>
                    <a:pt x="883032" y="381172"/>
                  </a:lnTo>
                  <a:lnTo>
                    <a:pt x="875218" y="380962"/>
                  </a:lnTo>
                  <a:lnTo>
                    <a:pt x="867403" y="380749"/>
                  </a:lnTo>
                  <a:lnTo>
                    <a:pt x="859589" y="380533"/>
                  </a:lnTo>
                  <a:lnTo>
                    <a:pt x="851774" y="380317"/>
                  </a:lnTo>
                  <a:lnTo>
                    <a:pt x="843960" y="380097"/>
                  </a:lnTo>
                  <a:lnTo>
                    <a:pt x="836145" y="379871"/>
                  </a:lnTo>
                  <a:lnTo>
                    <a:pt x="828331" y="379646"/>
                  </a:lnTo>
                  <a:lnTo>
                    <a:pt x="820517" y="379419"/>
                  </a:lnTo>
                  <a:lnTo>
                    <a:pt x="812702" y="379189"/>
                  </a:lnTo>
                  <a:lnTo>
                    <a:pt x="804888" y="378953"/>
                  </a:lnTo>
                  <a:lnTo>
                    <a:pt x="797073" y="378662"/>
                  </a:lnTo>
                  <a:lnTo>
                    <a:pt x="789259" y="378425"/>
                  </a:lnTo>
                  <a:lnTo>
                    <a:pt x="781444" y="378228"/>
                  </a:lnTo>
                  <a:lnTo>
                    <a:pt x="773630" y="377983"/>
                  </a:lnTo>
                  <a:lnTo>
                    <a:pt x="765815" y="377735"/>
                  </a:lnTo>
                  <a:lnTo>
                    <a:pt x="758001" y="377557"/>
                  </a:lnTo>
                  <a:lnTo>
                    <a:pt x="750187" y="377431"/>
                  </a:lnTo>
                  <a:lnTo>
                    <a:pt x="742372" y="377252"/>
                  </a:lnTo>
                  <a:lnTo>
                    <a:pt x="734558" y="377043"/>
                  </a:lnTo>
                  <a:lnTo>
                    <a:pt x="726743" y="376830"/>
                  </a:lnTo>
                  <a:lnTo>
                    <a:pt x="718929" y="376608"/>
                  </a:lnTo>
                  <a:lnTo>
                    <a:pt x="711114" y="376380"/>
                  </a:lnTo>
                  <a:lnTo>
                    <a:pt x="703300" y="376150"/>
                  </a:lnTo>
                  <a:lnTo>
                    <a:pt x="695485" y="375942"/>
                  </a:lnTo>
                  <a:lnTo>
                    <a:pt x="687671" y="375784"/>
                  </a:lnTo>
                  <a:lnTo>
                    <a:pt x="679857" y="375584"/>
                  </a:lnTo>
                  <a:lnTo>
                    <a:pt x="672042" y="375382"/>
                  </a:lnTo>
                  <a:lnTo>
                    <a:pt x="664228" y="375147"/>
                  </a:lnTo>
                  <a:lnTo>
                    <a:pt x="656413" y="374870"/>
                  </a:lnTo>
                  <a:lnTo>
                    <a:pt x="648599" y="374519"/>
                  </a:lnTo>
                  <a:lnTo>
                    <a:pt x="640784" y="374158"/>
                  </a:lnTo>
                  <a:lnTo>
                    <a:pt x="632970" y="373984"/>
                  </a:lnTo>
                  <a:lnTo>
                    <a:pt x="625155" y="373594"/>
                  </a:lnTo>
                  <a:lnTo>
                    <a:pt x="617341" y="373272"/>
                  </a:lnTo>
                  <a:lnTo>
                    <a:pt x="609526" y="372876"/>
                  </a:lnTo>
                  <a:lnTo>
                    <a:pt x="601712" y="372399"/>
                  </a:lnTo>
                  <a:lnTo>
                    <a:pt x="593898" y="371914"/>
                  </a:lnTo>
                  <a:lnTo>
                    <a:pt x="586083" y="371605"/>
                  </a:lnTo>
                  <a:lnTo>
                    <a:pt x="578269" y="371361"/>
                  </a:lnTo>
                  <a:lnTo>
                    <a:pt x="570454" y="371118"/>
                  </a:lnTo>
                  <a:lnTo>
                    <a:pt x="562640" y="370974"/>
                  </a:lnTo>
                  <a:lnTo>
                    <a:pt x="554825" y="370647"/>
                  </a:lnTo>
                  <a:lnTo>
                    <a:pt x="547011" y="370363"/>
                  </a:lnTo>
                  <a:lnTo>
                    <a:pt x="539196" y="370093"/>
                  </a:lnTo>
                  <a:lnTo>
                    <a:pt x="531382" y="369696"/>
                  </a:lnTo>
                  <a:lnTo>
                    <a:pt x="523568" y="369376"/>
                  </a:lnTo>
                  <a:lnTo>
                    <a:pt x="515753" y="368974"/>
                  </a:lnTo>
                  <a:lnTo>
                    <a:pt x="507939" y="368568"/>
                  </a:lnTo>
                  <a:lnTo>
                    <a:pt x="500124" y="368209"/>
                  </a:lnTo>
                  <a:lnTo>
                    <a:pt x="492310" y="367933"/>
                  </a:lnTo>
                  <a:lnTo>
                    <a:pt x="484495" y="367767"/>
                  </a:lnTo>
                  <a:lnTo>
                    <a:pt x="476681" y="367471"/>
                  </a:lnTo>
                  <a:lnTo>
                    <a:pt x="468866" y="367371"/>
                  </a:lnTo>
                  <a:lnTo>
                    <a:pt x="461052" y="367112"/>
                  </a:lnTo>
                  <a:lnTo>
                    <a:pt x="453238" y="366625"/>
                  </a:lnTo>
                  <a:lnTo>
                    <a:pt x="445423" y="366126"/>
                  </a:lnTo>
                  <a:lnTo>
                    <a:pt x="437609" y="365804"/>
                  </a:lnTo>
                  <a:lnTo>
                    <a:pt x="429794" y="365582"/>
                  </a:lnTo>
                  <a:lnTo>
                    <a:pt x="421980" y="365379"/>
                  </a:lnTo>
                  <a:lnTo>
                    <a:pt x="414165" y="365187"/>
                  </a:lnTo>
                  <a:lnTo>
                    <a:pt x="406351" y="364851"/>
                  </a:lnTo>
                  <a:lnTo>
                    <a:pt x="398536" y="364651"/>
                  </a:lnTo>
                  <a:lnTo>
                    <a:pt x="390722" y="364451"/>
                  </a:lnTo>
                  <a:lnTo>
                    <a:pt x="382907" y="364213"/>
                  </a:lnTo>
                  <a:lnTo>
                    <a:pt x="375093" y="363974"/>
                  </a:lnTo>
                  <a:lnTo>
                    <a:pt x="367279" y="363734"/>
                  </a:lnTo>
                  <a:lnTo>
                    <a:pt x="359464" y="363344"/>
                  </a:lnTo>
                  <a:lnTo>
                    <a:pt x="351650" y="363117"/>
                  </a:lnTo>
                  <a:lnTo>
                    <a:pt x="343835" y="362899"/>
                  </a:lnTo>
                  <a:lnTo>
                    <a:pt x="336021" y="362570"/>
                  </a:lnTo>
                  <a:lnTo>
                    <a:pt x="328206" y="362364"/>
                  </a:lnTo>
                  <a:lnTo>
                    <a:pt x="320392" y="362165"/>
                  </a:lnTo>
                  <a:lnTo>
                    <a:pt x="312577" y="361933"/>
                  </a:lnTo>
                  <a:lnTo>
                    <a:pt x="304763" y="361699"/>
                  </a:lnTo>
                  <a:lnTo>
                    <a:pt x="296949" y="361461"/>
                  </a:lnTo>
                  <a:lnTo>
                    <a:pt x="289134" y="361208"/>
                  </a:lnTo>
                  <a:lnTo>
                    <a:pt x="281320" y="360936"/>
                  </a:lnTo>
                  <a:lnTo>
                    <a:pt x="273505" y="360765"/>
                  </a:lnTo>
                  <a:lnTo>
                    <a:pt x="265691" y="360516"/>
                  </a:lnTo>
                  <a:lnTo>
                    <a:pt x="257876" y="360338"/>
                  </a:lnTo>
                  <a:lnTo>
                    <a:pt x="250062" y="360221"/>
                  </a:lnTo>
                  <a:lnTo>
                    <a:pt x="242247" y="359960"/>
                  </a:lnTo>
                  <a:lnTo>
                    <a:pt x="234433" y="359826"/>
                  </a:lnTo>
                  <a:lnTo>
                    <a:pt x="226619" y="359729"/>
                  </a:lnTo>
                  <a:lnTo>
                    <a:pt x="218804" y="359705"/>
                  </a:lnTo>
                  <a:lnTo>
                    <a:pt x="210990" y="359632"/>
                  </a:lnTo>
                  <a:lnTo>
                    <a:pt x="203175" y="359535"/>
                  </a:lnTo>
                  <a:lnTo>
                    <a:pt x="195361" y="359476"/>
                  </a:lnTo>
                  <a:lnTo>
                    <a:pt x="187546" y="359502"/>
                  </a:lnTo>
                  <a:lnTo>
                    <a:pt x="179732" y="359417"/>
                  </a:lnTo>
                  <a:lnTo>
                    <a:pt x="171917" y="359398"/>
                  </a:lnTo>
                  <a:lnTo>
                    <a:pt x="164103" y="359403"/>
                  </a:lnTo>
                  <a:lnTo>
                    <a:pt x="156288" y="359451"/>
                  </a:lnTo>
                  <a:lnTo>
                    <a:pt x="148474" y="359487"/>
                  </a:lnTo>
                  <a:lnTo>
                    <a:pt x="140660" y="359639"/>
                  </a:lnTo>
                  <a:lnTo>
                    <a:pt x="132845" y="359554"/>
                  </a:lnTo>
                  <a:lnTo>
                    <a:pt x="125031" y="359570"/>
                  </a:lnTo>
                  <a:lnTo>
                    <a:pt x="117216" y="359534"/>
                  </a:lnTo>
                  <a:lnTo>
                    <a:pt x="109402" y="359625"/>
                  </a:lnTo>
                  <a:lnTo>
                    <a:pt x="101587" y="359771"/>
                  </a:lnTo>
                  <a:lnTo>
                    <a:pt x="93773" y="359788"/>
                  </a:lnTo>
                  <a:lnTo>
                    <a:pt x="85958" y="359786"/>
                  </a:lnTo>
                  <a:lnTo>
                    <a:pt x="78144" y="360054"/>
                  </a:lnTo>
                  <a:lnTo>
                    <a:pt x="70330" y="360119"/>
                  </a:lnTo>
                  <a:lnTo>
                    <a:pt x="62515" y="360214"/>
                  </a:lnTo>
                  <a:lnTo>
                    <a:pt x="54701" y="360365"/>
                  </a:lnTo>
                  <a:lnTo>
                    <a:pt x="46886" y="360344"/>
                  </a:lnTo>
                  <a:lnTo>
                    <a:pt x="39072" y="360476"/>
                  </a:lnTo>
                  <a:lnTo>
                    <a:pt x="31257" y="360610"/>
                  </a:lnTo>
                  <a:lnTo>
                    <a:pt x="23443" y="361019"/>
                  </a:lnTo>
                  <a:lnTo>
                    <a:pt x="15628" y="361364"/>
                  </a:lnTo>
                  <a:lnTo>
                    <a:pt x="7814" y="361702"/>
                  </a:lnTo>
                  <a:lnTo>
                    <a:pt x="0" y="361945"/>
                  </a:lnTo>
                  <a:close/>
                </a:path>
              </a:pathLst>
            </a:custGeom>
            <a:solidFill>
              <a:srgbClr val="FFC0CB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277" name="pl276"/>
            <p:cNvSpPr/>
            <p:nvPr/>
          </p:nvSpPr>
          <p:spPr>
            <a:xfrm>
              <a:off x="6041499" y="4287200"/>
              <a:ext cx="2023942" cy="292490"/>
            </a:xfrm>
            <a:custGeom>
              <a:avLst/>
              <a:pathLst>
                <a:path w="2023942" h="292490">
                  <a:moveTo>
                    <a:pt x="0" y="287699"/>
                  </a:moveTo>
                  <a:lnTo>
                    <a:pt x="7814" y="288017"/>
                  </a:lnTo>
                  <a:lnTo>
                    <a:pt x="15628" y="288173"/>
                  </a:lnTo>
                  <a:lnTo>
                    <a:pt x="23443" y="288335"/>
                  </a:lnTo>
                  <a:lnTo>
                    <a:pt x="31257" y="288888"/>
                  </a:lnTo>
                  <a:lnTo>
                    <a:pt x="39072" y="289950"/>
                  </a:lnTo>
                  <a:lnTo>
                    <a:pt x="46886" y="290011"/>
                  </a:lnTo>
                  <a:lnTo>
                    <a:pt x="54701" y="289817"/>
                  </a:lnTo>
                  <a:lnTo>
                    <a:pt x="62515" y="290545"/>
                  </a:lnTo>
                  <a:lnTo>
                    <a:pt x="70330" y="291655"/>
                  </a:lnTo>
                  <a:lnTo>
                    <a:pt x="78144" y="291277"/>
                  </a:lnTo>
                  <a:lnTo>
                    <a:pt x="85958" y="290845"/>
                  </a:lnTo>
                  <a:lnTo>
                    <a:pt x="93773" y="290882"/>
                  </a:lnTo>
                  <a:lnTo>
                    <a:pt x="101587" y="291363"/>
                  </a:lnTo>
                  <a:lnTo>
                    <a:pt x="109402" y="292360"/>
                  </a:lnTo>
                  <a:lnTo>
                    <a:pt x="117216" y="292331"/>
                  </a:lnTo>
                  <a:lnTo>
                    <a:pt x="125031" y="292346"/>
                  </a:lnTo>
                  <a:lnTo>
                    <a:pt x="132845" y="292490"/>
                  </a:lnTo>
                  <a:lnTo>
                    <a:pt x="140660" y="291926"/>
                  </a:lnTo>
                  <a:lnTo>
                    <a:pt x="148474" y="291003"/>
                  </a:lnTo>
                  <a:lnTo>
                    <a:pt x="156288" y="291093"/>
                  </a:lnTo>
                  <a:lnTo>
                    <a:pt x="164103" y="290703"/>
                  </a:lnTo>
                  <a:lnTo>
                    <a:pt x="171917" y="290001"/>
                  </a:lnTo>
                  <a:lnTo>
                    <a:pt x="179732" y="288862"/>
                  </a:lnTo>
                  <a:lnTo>
                    <a:pt x="187546" y="288280"/>
                  </a:lnTo>
                  <a:lnTo>
                    <a:pt x="195361" y="288333"/>
                  </a:lnTo>
                  <a:lnTo>
                    <a:pt x="203175" y="288096"/>
                  </a:lnTo>
                  <a:lnTo>
                    <a:pt x="210990" y="288031"/>
                  </a:lnTo>
                  <a:lnTo>
                    <a:pt x="218804" y="287819"/>
                  </a:lnTo>
                  <a:lnTo>
                    <a:pt x="226619" y="286655"/>
                  </a:lnTo>
                  <a:lnTo>
                    <a:pt x="234433" y="286052"/>
                  </a:lnTo>
                  <a:lnTo>
                    <a:pt x="242247" y="285906"/>
                  </a:lnTo>
                  <a:lnTo>
                    <a:pt x="250062" y="285099"/>
                  </a:lnTo>
                  <a:lnTo>
                    <a:pt x="257876" y="284681"/>
                  </a:lnTo>
                  <a:lnTo>
                    <a:pt x="265691" y="283793"/>
                  </a:lnTo>
                  <a:lnTo>
                    <a:pt x="273505" y="282891"/>
                  </a:lnTo>
                  <a:lnTo>
                    <a:pt x="281320" y="282329"/>
                  </a:lnTo>
                  <a:lnTo>
                    <a:pt x="289134" y="281462"/>
                  </a:lnTo>
                  <a:lnTo>
                    <a:pt x="296949" y="280467"/>
                  </a:lnTo>
                  <a:lnTo>
                    <a:pt x="304763" y="279871"/>
                  </a:lnTo>
                  <a:lnTo>
                    <a:pt x="312577" y="278884"/>
                  </a:lnTo>
                  <a:lnTo>
                    <a:pt x="320392" y="277882"/>
                  </a:lnTo>
                  <a:lnTo>
                    <a:pt x="328206" y="276874"/>
                  </a:lnTo>
                  <a:lnTo>
                    <a:pt x="336021" y="275868"/>
                  </a:lnTo>
                  <a:lnTo>
                    <a:pt x="343835" y="275364"/>
                  </a:lnTo>
                  <a:lnTo>
                    <a:pt x="351650" y="274158"/>
                  </a:lnTo>
                  <a:lnTo>
                    <a:pt x="359464" y="272775"/>
                  </a:lnTo>
                  <a:lnTo>
                    <a:pt x="367279" y="271824"/>
                  </a:lnTo>
                  <a:lnTo>
                    <a:pt x="375093" y="270732"/>
                  </a:lnTo>
                  <a:lnTo>
                    <a:pt x="382907" y="269664"/>
                  </a:lnTo>
                  <a:lnTo>
                    <a:pt x="390722" y="268716"/>
                  </a:lnTo>
                  <a:lnTo>
                    <a:pt x="398536" y="267564"/>
                  </a:lnTo>
                  <a:lnTo>
                    <a:pt x="406351" y="266504"/>
                  </a:lnTo>
                  <a:lnTo>
                    <a:pt x="414165" y="265440"/>
                  </a:lnTo>
                  <a:lnTo>
                    <a:pt x="421980" y="264387"/>
                  </a:lnTo>
                  <a:lnTo>
                    <a:pt x="429794" y="263368"/>
                  </a:lnTo>
                  <a:lnTo>
                    <a:pt x="437609" y="262174"/>
                  </a:lnTo>
                  <a:lnTo>
                    <a:pt x="445423" y="260940"/>
                  </a:lnTo>
                  <a:lnTo>
                    <a:pt x="453238" y="259703"/>
                  </a:lnTo>
                  <a:lnTo>
                    <a:pt x="461052" y="258032"/>
                  </a:lnTo>
                  <a:lnTo>
                    <a:pt x="468866" y="257220"/>
                  </a:lnTo>
                  <a:lnTo>
                    <a:pt x="476681" y="256444"/>
                  </a:lnTo>
                  <a:lnTo>
                    <a:pt x="484495" y="255730"/>
                  </a:lnTo>
                  <a:lnTo>
                    <a:pt x="492310" y="253965"/>
                  </a:lnTo>
                  <a:lnTo>
                    <a:pt x="500124" y="252421"/>
                  </a:lnTo>
                  <a:lnTo>
                    <a:pt x="507939" y="250964"/>
                  </a:lnTo>
                  <a:lnTo>
                    <a:pt x="515753" y="249682"/>
                  </a:lnTo>
                  <a:lnTo>
                    <a:pt x="523568" y="248429"/>
                  </a:lnTo>
                  <a:lnTo>
                    <a:pt x="531382" y="247165"/>
                  </a:lnTo>
                  <a:lnTo>
                    <a:pt x="539196" y="244741"/>
                  </a:lnTo>
                  <a:lnTo>
                    <a:pt x="547011" y="242469"/>
                  </a:lnTo>
                  <a:lnTo>
                    <a:pt x="554825" y="240099"/>
                  </a:lnTo>
                  <a:lnTo>
                    <a:pt x="562640" y="238625"/>
                  </a:lnTo>
                  <a:lnTo>
                    <a:pt x="570454" y="237154"/>
                  </a:lnTo>
                  <a:lnTo>
                    <a:pt x="578269" y="235684"/>
                  </a:lnTo>
                  <a:lnTo>
                    <a:pt x="586083" y="233478"/>
                  </a:lnTo>
                  <a:lnTo>
                    <a:pt x="593898" y="231096"/>
                  </a:lnTo>
                  <a:lnTo>
                    <a:pt x="601712" y="228702"/>
                  </a:lnTo>
                  <a:lnTo>
                    <a:pt x="609526" y="226299"/>
                  </a:lnTo>
                  <a:lnTo>
                    <a:pt x="617341" y="223885"/>
                  </a:lnTo>
                  <a:lnTo>
                    <a:pt x="625155" y="221463"/>
                  </a:lnTo>
                  <a:lnTo>
                    <a:pt x="632970" y="219033"/>
                  </a:lnTo>
                  <a:lnTo>
                    <a:pt x="640784" y="215948"/>
                  </a:lnTo>
                  <a:lnTo>
                    <a:pt x="648599" y="213444"/>
                  </a:lnTo>
                  <a:lnTo>
                    <a:pt x="656413" y="211291"/>
                  </a:lnTo>
                  <a:lnTo>
                    <a:pt x="664228" y="209246"/>
                  </a:lnTo>
                  <a:lnTo>
                    <a:pt x="672042" y="206973"/>
                  </a:lnTo>
                  <a:lnTo>
                    <a:pt x="679857" y="204796"/>
                  </a:lnTo>
                  <a:lnTo>
                    <a:pt x="687671" y="202621"/>
                  </a:lnTo>
                  <a:lnTo>
                    <a:pt x="695485" y="200540"/>
                  </a:lnTo>
                  <a:lnTo>
                    <a:pt x="703300" y="199298"/>
                  </a:lnTo>
                  <a:lnTo>
                    <a:pt x="711114" y="198057"/>
                  </a:lnTo>
                  <a:lnTo>
                    <a:pt x="718929" y="196829"/>
                  </a:lnTo>
                  <a:lnTo>
                    <a:pt x="726743" y="195081"/>
                  </a:lnTo>
                  <a:lnTo>
                    <a:pt x="734558" y="194257"/>
                  </a:lnTo>
                  <a:lnTo>
                    <a:pt x="742372" y="192544"/>
                  </a:lnTo>
                  <a:lnTo>
                    <a:pt x="750187" y="190251"/>
                  </a:lnTo>
                  <a:lnTo>
                    <a:pt x="758001" y="187961"/>
                  </a:lnTo>
                  <a:lnTo>
                    <a:pt x="765815" y="187077"/>
                  </a:lnTo>
                  <a:lnTo>
                    <a:pt x="773630" y="184915"/>
                  </a:lnTo>
                  <a:lnTo>
                    <a:pt x="781444" y="183264"/>
                  </a:lnTo>
                  <a:lnTo>
                    <a:pt x="789259" y="181020"/>
                  </a:lnTo>
                  <a:lnTo>
                    <a:pt x="797073" y="179420"/>
                  </a:lnTo>
                  <a:lnTo>
                    <a:pt x="804888" y="177834"/>
                  </a:lnTo>
                  <a:lnTo>
                    <a:pt x="812702" y="175462"/>
                  </a:lnTo>
                  <a:lnTo>
                    <a:pt x="820517" y="173532"/>
                  </a:lnTo>
                  <a:lnTo>
                    <a:pt x="828331" y="171844"/>
                  </a:lnTo>
                  <a:lnTo>
                    <a:pt x="836145" y="170159"/>
                  </a:lnTo>
                  <a:lnTo>
                    <a:pt x="843960" y="168477"/>
                  </a:lnTo>
                  <a:lnTo>
                    <a:pt x="851774" y="166390"/>
                  </a:lnTo>
                  <a:lnTo>
                    <a:pt x="859589" y="164120"/>
                  </a:lnTo>
                  <a:lnTo>
                    <a:pt x="867403" y="161871"/>
                  </a:lnTo>
                  <a:lnTo>
                    <a:pt x="875218" y="159626"/>
                  </a:lnTo>
                  <a:lnTo>
                    <a:pt x="883032" y="157384"/>
                  </a:lnTo>
                  <a:lnTo>
                    <a:pt x="890847" y="155146"/>
                  </a:lnTo>
                  <a:lnTo>
                    <a:pt x="898661" y="152912"/>
                  </a:lnTo>
                  <a:lnTo>
                    <a:pt x="906476" y="150684"/>
                  </a:lnTo>
                  <a:lnTo>
                    <a:pt x="914290" y="148513"/>
                  </a:lnTo>
                  <a:lnTo>
                    <a:pt x="922104" y="146865"/>
                  </a:lnTo>
                  <a:lnTo>
                    <a:pt x="929919" y="145011"/>
                  </a:lnTo>
                  <a:lnTo>
                    <a:pt x="937733" y="142860"/>
                  </a:lnTo>
                  <a:lnTo>
                    <a:pt x="945548" y="141658"/>
                  </a:lnTo>
                  <a:lnTo>
                    <a:pt x="953362" y="140350"/>
                  </a:lnTo>
                  <a:lnTo>
                    <a:pt x="961177" y="138735"/>
                  </a:lnTo>
                  <a:lnTo>
                    <a:pt x="968991" y="137149"/>
                  </a:lnTo>
                  <a:lnTo>
                    <a:pt x="976806" y="135577"/>
                  </a:lnTo>
                  <a:lnTo>
                    <a:pt x="984620" y="133623"/>
                  </a:lnTo>
                  <a:lnTo>
                    <a:pt x="992434" y="131030"/>
                  </a:lnTo>
                  <a:lnTo>
                    <a:pt x="1000249" y="128659"/>
                  </a:lnTo>
                  <a:lnTo>
                    <a:pt x="1008063" y="127385"/>
                  </a:lnTo>
                  <a:lnTo>
                    <a:pt x="1015878" y="125745"/>
                  </a:lnTo>
                  <a:lnTo>
                    <a:pt x="1023692" y="123250"/>
                  </a:lnTo>
                  <a:lnTo>
                    <a:pt x="1031507" y="120774"/>
                  </a:lnTo>
                  <a:lnTo>
                    <a:pt x="1039321" y="118324"/>
                  </a:lnTo>
                  <a:lnTo>
                    <a:pt x="1047136" y="115911"/>
                  </a:lnTo>
                  <a:lnTo>
                    <a:pt x="1054950" y="113519"/>
                  </a:lnTo>
                  <a:lnTo>
                    <a:pt x="1062765" y="111159"/>
                  </a:lnTo>
                  <a:lnTo>
                    <a:pt x="1070579" y="109587"/>
                  </a:lnTo>
                  <a:lnTo>
                    <a:pt x="1078393" y="108034"/>
                  </a:lnTo>
                  <a:lnTo>
                    <a:pt x="1086208" y="106538"/>
                  </a:lnTo>
                  <a:lnTo>
                    <a:pt x="1094022" y="105329"/>
                  </a:lnTo>
                  <a:lnTo>
                    <a:pt x="1101837" y="104152"/>
                  </a:lnTo>
                  <a:lnTo>
                    <a:pt x="1109651" y="102983"/>
                  </a:lnTo>
                  <a:lnTo>
                    <a:pt x="1117466" y="101302"/>
                  </a:lnTo>
                  <a:lnTo>
                    <a:pt x="1125280" y="99507"/>
                  </a:lnTo>
                  <a:lnTo>
                    <a:pt x="1133095" y="98130"/>
                  </a:lnTo>
                  <a:lnTo>
                    <a:pt x="1140909" y="96779"/>
                  </a:lnTo>
                  <a:lnTo>
                    <a:pt x="1148723" y="95645"/>
                  </a:lnTo>
                  <a:lnTo>
                    <a:pt x="1156538" y="94070"/>
                  </a:lnTo>
                  <a:lnTo>
                    <a:pt x="1164352" y="92725"/>
                  </a:lnTo>
                  <a:lnTo>
                    <a:pt x="1172167" y="91391"/>
                  </a:lnTo>
                  <a:lnTo>
                    <a:pt x="1179981" y="89825"/>
                  </a:lnTo>
                  <a:lnTo>
                    <a:pt x="1187796" y="88245"/>
                  </a:lnTo>
                  <a:lnTo>
                    <a:pt x="1195610" y="86680"/>
                  </a:lnTo>
                  <a:lnTo>
                    <a:pt x="1203425" y="85130"/>
                  </a:lnTo>
                  <a:lnTo>
                    <a:pt x="1211239" y="83595"/>
                  </a:lnTo>
                  <a:lnTo>
                    <a:pt x="1219053" y="82160"/>
                  </a:lnTo>
                  <a:lnTo>
                    <a:pt x="1226868" y="80556"/>
                  </a:lnTo>
                  <a:lnTo>
                    <a:pt x="1234682" y="79054"/>
                  </a:lnTo>
                  <a:lnTo>
                    <a:pt x="1242497" y="77567"/>
                  </a:lnTo>
                  <a:lnTo>
                    <a:pt x="1250311" y="76096"/>
                  </a:lnTo>
                  <a:lnTo>
                    <a:pt x="1258126" y="74640"/>
                  </a:lnTo>
                  <a:lnTo>
                    <a:pt x="1265940" y="73200"/>
                  </a:lnTo>
                  <a:lnTo>
                    <a:pt x="1273755" y="71776"/>
                  </a:lnTo>
                  <a:lnTo>
                    <a:pt x="1281569" y="70367"/>
                  </a:lnTo>
                  <a:lnTo>
                    <a:pt x="1289384" y="68974"/>
                  </a:lnTo>
                  <a:lnTo>
                    <a:pt x="1297198" y="67597"/>
                  </a:lnTo>
                  <a:lnTo>
                    <a:pt x="1305012" y="65971"/>
                  </a:lnTo>
                  <a:lnTo>
                    <a:pt x="1312827" y="64337"/>
                  </a:lnTo>
                  <a:lnTo>
                    <a:pt x="1320641" y="62724"/>
                  </a:lnTo>
                  <a:lnTo>
                    <a:pt x="1328456" y="61132"/>
                  </a:lnTo>
                  <a:lnTo>
                    <a:pt x="1336270" y="59560"/>
                  </a:lnTo>
                  <a:lnTo>
                    <a:pt x="1344085" y="58007"/>
                  </a:lnTo>
                  <a:lnTo>
                    <a:pt x="1351899" y="56476"/>
                  </a:lnTo>
                  <a:lnTo>
                    <a:pt x="1359714" y="54964"/>
                  </a:lnTo>
                  <a:lnTo>
                    <a:pt x="1367528" y="53473"/>
                  </a:lnTo>
                  <a:lnTo>
                    <a:pt x="1375342" y="52002"/>
                  </a:lnTo>
                  <a:lnTo>
                    <a:pt x="1383157" y="50551"/>
                  </a:lnTo>
                  <a:lnTo>
                    <a:pt x="1390971" y="49126"/>
                  </a:lnTo>
                  <a:lnTo>
                    <a:pt x="1398786" y="48002"/>
                  </a:lnTo>
                  <a:lnTo>
                    <a:pt x="1406600" y="47142"/>
                  </a:lnTo>
                  <a:lnTo>
                    <a:pt x="1414415" y="46297"/>
                  </a:lnTo>
                  <a:lnTo>
                    <a:pt x="1422229" y="45469"/>
                  </a:lnTo>
                  <a:lnTo>
                    <a:pt x="1430044" y="44653"/>
                  </a:lnTo>
                  <a:lnTo>
                    <a:pt x="1437858" y="43851"/>
                  </a:lnTo>
                  <a:lnTo>
                    <a:pt x="1445672" y="43066"/>
                  </a:lnTo>
                  <a:lnTo>
                    <a:pt x="1453487" y="42298"/>
                  </a:lnTo>
                  <a:lnTo>
                    <a:pt x="1461301" y="41543"/>
                  </a:lnTo>
                  <a:lnTo>
                    <a:pt x="1469116" y="40800"/>
                  </a:lnTo>
                  <a:lnTo>
                    <a:pt x="1476930" y="40070"/>
                  </a:lnTo>
                  <a:lnTo>
                    <a:pt x="1484745" y="39296"/>
                  </a:lnTo>
                  <a:lnTo>
                    <a:pt x="1492559" y="38313"/>
                  </a:lnTo>
                  <a:lnTo>
                    <a:pt x="1500374" y="37224"/>
                  </a:lnTo>
                  <a:lnTo>
                    <a:pt x="1508188" y="36119"/>
                  </a:lnTo>
                  <a:lnTo>
                    <a:pt x="1516003" y="35030"/>
                  </a:lnTo>
                  <a:lnTo>
                    <a:pt x="1523817" y="34043"/>
                  </a:lnTo>
                  <a:lnTo>
                    <a:pt x="1531631" y="33498"/>
                  </a:lnTo>
                  <a:lnTo>
                    <a:pt x="1539446" y="32675"/>
                  </a:lnTo>
                  <a:lnTo>
                    <a:pt x="1547260" y="31785"/>
                  </a:lnTo>
                  <a:lnTo>
                    <a:pt x="1555075" y="30914"/>
                  </a:lnTo>
                  <a:lnTo>
                    <a:pt x="1562889" y="30396"/>
                  </a:lnTo>
                  <a:lnTo>
                    <a:pt x="1570704" y="29553"/>
                  </a:lnTo>
                  <a:lnTo>
                    <a:pt x="1578518" y="28681"/>
                  </a:lnTo>
                  <a:lnTo>
                    <a:pt x="1586333" y="28004"/>
                  </a:lnTo>
                  <a:lnTo>
                    <a:pt x="1594147" y="27401"/>
                  </a:lnTo>
                  <a:lnTo>
                    <a:pt x="1601961" y="26808"/>
                  </a:lnTo>
                  <a:lnTo>
                    <a:pt x="1609776" y="26223"/>
                  </a:lnTo>
                  <a:lnTo>
                    <a:pt x="1617590" y="25648"/>
                  </a:lnTo>
                  <a:lnTo>
                    <a:pt x="1625405" y="24911"/>
                  </a:lnTo>
                  <a:lnTo>
                    <a:pt x="1633219" y="24110"/>
                  </a:lnTo>
                  <a:lnTo>
                    <a:pt x="1641034" y="23322"/>
                  </a:lnTo>
                  <a:lnTo>
                    <a:pt x="1648848" y="22548"/>
                  </a:lnTo>
                  <a:lnTo>
                    <a:pt x="1656663" y="21787"/>
                  </a:lnTo>
                  <a:lnTo>
                    <a:pt x="1664477" y="21039"/>
                  </a:lnTo>
                  <a:lnTo>
                    <a:pt x="1672291" y="20304"/>
                  </a:lnTo>
                  <a:lnTo>
                    <a:pt x="1680106" y="19583"/>
                  </a:lnTo>
                  <a:lnTo>
                    <a:pt x="1687920" y="18879"/>
                  </a:lnTo>
                  <a:lnTo>
                    <a:pt x="1695735" y="18187"/>
                  </a:lnTo>
                  <a:lnTo>
                    <a:pt x="1703549" y="17508"/>
                  </a:lnTo>
                  <a:lnTo>
                    <a:pt x="1711364" y="16840"/>
                  </a:lnTo>
                  <a:lnTo>
                    <a:pt x="1719178" y="16387"/>
                  </a:lnTo>
                  <a:lnTo>
                    <a:pt x="1726993" y="15976"/>
                  </a:lnTo>
                  <a:lnTo>
                    <a:pt x="1734807" y="15572"/>
                  </a:lnTo>
                  <a:lnTo>
                    <a:pt x="1742622" y="15175"/>
                  </a:lnTo>
                  <a:lnTo>
                    <a:pt x="1750436" y="14582"/>
                  </a:lnTo>
                  <a:lnTo>
                    <a:pt x="1758250" y="13804"/>
                  </a:lnTo>
                  <a:lnTo>
                    <a:pt x="1766065" y="13484"/>
                  </a:lnTo>
                  <a:lnTo>
                    <a:pt x="1773879" y="13038"/>
                  </a:lnTo>
                  <a:lnTo>
                    <a:pt x="1781694" y="12499"/>
                  </a:lnTo>
                  <a:lnTo>
                    <a:pt x="1789508" y="11971"/>
                  </a:lnTo>
                  <a:lnTo>
                    <a:pt x="1797323" y="11357"/>
                  </a:lnTo>
                  <a:lnTo>
                    <a:pt x="1805137" y="10714"/>
                  </a:lnTo>
                  <a:lnTo>
                    <a:pt x="1812952" y="10081"/>
                  </a:lnTo>
                  <a:lnTo>
                    <a:pt x="1820766" y="9458"/>
                  </a:lnTo>
                  <a:lnTo>
                    <a:pt x="1828580" y="8844"/>
                  </a:lnTo>
                  <a:lnTo>
                    <a:pt x="1836395" y="8564"/>
                  </a:lnTo>
                  <a:lnTo>
                    <a:pt x="1844209" y="8450"/>
                  </a:lnTo>
                  <a:lnTo>
                    <a:pt x="1852024" y="8162"/>
                  </a:lnTo>
                  <a:lnTo>
                    <a:pt x="1859838" y="7727"/>
                  </a:lnTo>
                  <a:lnTo>
                    <a:pt x="1867653" y="7176"/>
                  </a:lnTo>
                  <a:lnTo>
                    <a:pt x="1875467" y="6751"/>
                  </a:lnTo>
                  <a:lnTo>
                    <a:pt x="1883282" y="6424"/>
                  </a:lnTo>
                  <a:lnTo>
                    <a:pt x="1891096" y="6053"/>
                  </a:lnTo>
                  <a:lnTo>
                    <a:pt x="1898910" y="5662"/>
                  </a:lnTo>
                  <a:lnTo>
                    <a:pt x="1906725" y="5280"/>
                  </a:lnTo>
                  <a:lnTo>
                    <a:pt x="1914539" y="4775"/>
                  </a:lnTo>
                  <a:lnTo>
                    <a:pt x="1922354" y="4461"/>
                  </a:lnTo>
                  <a:lnTo>
                    <a:pt x="1930168" y="3948"/>
                  </a:lnTo>
                  <a:lnTo>
                    <a:pt x="1937983" y="3258"/>
                  </a:lnTo>
                  <a:lnTo>
                    <a:pt x="1945797" y="3002"/>
                  </a:lnTo>
                  <a:lnTo>
                    <a:pt x="1953612" y="2860"/>
                  </a:lnTo>
                  <a:lnTo>
                    <a:pt x="1961426" y="2721"/>
                  </a:lnTo>
                  <a:lnTo>
                    <a:pt x="1969241" y="2444"/>
                  </a:lnTo>
                  <a:lnTo>
                    <a:pt x="1977055" y="2129"/>
                  </a:lnTo>
                  <a:lnTo>
                    <a:pt x="1984869" y="1820"/>
                  </a:lnTo>
                  <a:lnTo>
                    <a:pt x="1992684" y="1604"/>
                  </a:lnTo>
                  <a:lnTo>
                    <a:pt x="2000498" y="1250"/>
                  </a:lnTo>
                  <a:lnTo>
                    <a:pt x="2008313" y="854"/>
                  </a:lnTo>
                  <a:lnTo>
                    <a:pt x="2016127" y="423"/>
                  </a:lnTo>
                  <a:lnTo>
                    <a:pt x="202394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8" name="pl277"/>
            <p:cNvSpPr/>
            <p:nvPr/>
          </p:nvSpPr>
          <p:spPr>
            <a:xfrm>
              <a:off x="6041499" y="4646599"/>
              <a:ext cx="2023942" cy="36204"/>
            </a:xfrm>
            <a:custGeom>
              <a:avLst/>
              <a:pathLst>
                <a:path w="2023942" h="36204">
                  <a:moveTo>
                    <a:pt x="2023942" y="36204"/>
                  </a:moveTo>
                  <a:lnTo>
                    <a:pt x="2016127" y="36190"/>
                  </a:lnTo>
                  <a:lnTo>
                    <a:pt x="2008313" y="36178"/>
                  </a:lnTo>
                  <a:lnTo>
                    <a:pt x="2000498" y="36166"/>
                  </a:lnTo>
                  <a:lnTo>
                    <a:pt x="1992684" y="36154"/>
                  </a:lnTo>
                  <a:lnTo>
                    <a:pt x="1984869" y="36140"/>
                  </a:lnTo>
                  <a:lnTo>
                    <a:pt x="1977055" y="36126"/>
                  </a:lnTo>
                  <a:lnTo>
                    <a:pt x="1969241" y="36112"/>
                  </a:lnTo>
                  <a:lnTo>
                    <a:pt x="1961426" y="36098"/>
                  </a:lnTo>
                  <a:lnTo>
                    <a:pt x="1953612" y="36084"/>
                  </a:lnTo>
                  <a:lnTo>
                    <a:pt x="1945797" y="36069"/>
                  </a:lnTo>
                  <a:lnTo>
                    <a:pt x="1937983" y="36054"/>
                  </a:lnTo>
                  <a:lnTo>
                    <a:pt x="1930168" y="36031"/>
                  </a:lnTo>
                  <a:lnTo>
                    <a:pt x="1922354" y="35984"/>
                  </a:lnTo>
                  <a:lnTo>
                    <a:pt x="1914539" y="35903"/>
                  </a:lnTo>
                  <a:lnTo>
                    <a:pt x="1906725" y="35824"/>
                  </a:lnTo>
                  <a:lnTo>
                    <a:pt x="1898910" y="35817"/>
                  </a:lnTo>
                  <a:lnTo>
                    <a:pt x="1891096" y="35810"/>
                  </a:lnTo>
                  <a:lnTo>
                    <a:pt x="1883282" y="35786"/>
                  </a:lnTo>
                  <a:lnTo>
                    <a:pt x="1875467" y="35744"/>
                  </a:lnTo>
                  <a:lnTo>
                    <a:pt x="1867653" y="35701"/>
                  </a:lnTo>
                  <a:lnTo>
                    <a:pt x="1859838" y="35657"/>
                  </a:lnTo>
                  <a:lnTo>
                    <a:pt x="1852024" y="35612"/>
                  </a:lnTo>
                  <a:lnTo>
                    <a:pt x="1844209" y="35564"/>
                  </a:lnTo>
                  <a:lnTo>
                    <a:pt x="1836395" y="35479"/>
                  </a:lnTo>
                  <a:lnTo>
                    <a:pt x="1828580" y="35356"/>
                  </a:lnTo>
                  <a:lnTo>
                    <a:pt x="1820766" y="35231"/>
                  </a:lnTo>
                  <a:lnTo>
                    <a:pt x="1812952" y="35105"/>
                  </a:lnTo>
                  <a:lnTo>
                    <a:pt x="1805137" y="34977"/>
                  </a:lnTo>
                  <a:lnTo>
                    <a:pt x="1797323" y="34846"/>
                  </a:lnTo>
                  <a:lnTo>
                    <a:pt x="1789508" y="34713"/>
                  </a:lnTo>
                  <a:lnTo>
                    <a:pt x="1781694" y="34578"/>
                  </a:lnTo>
                  <a:lnTo>
                    <a:pt x="1773879" y="34467"/>
                  </a:lnTo>
                  <a:lnTo>
                    <a:pt x="1766065" y="34450"/>
                  </a:lnTo>
                  <a:lnTo>
                    <a:pt x="1758250" y="34433"/>
                  </a:lnTo>
                  <a:lnTo>
                    <a:pt x="1750436" y="34416"/>
                  </a:lnTo>
                  <a:lnTo>
                    <a:pt x="1742622" y="34399"/>
                  </a:lnTo>
                  <a:lnTo>
                    <a:pt x="1734807" y="34316"/>
                  </a:lnTo>
                  <a:lnTo>
                    <a:pt x="1726993" y="34193"/>
                  </a:lnTo>
                  <a:lnTo>
                    <a:pt x="1719178" y="34066"/>
                  </a:lnTo>
                  <a:lnTo>
                    <a:pt x="1711364" y="33945"/>
                  </a:lnTo>
                  <a:lnTo>
                    <a:pt x="1703549" y="33822"/>
                  </a:lnTo>
                  <a:lnTo>
                    <a:pt x="1695735" y="33698"/>
                  </a:lnTo>
                  <a:lnTo>
                    <a:pt x="1687920" y="33573"/>
                  </a:lnTo>
                  <a:lnTo>
                    <a:pt x="1680106" y="33446"/>
                  </a:lnTo>
                  <a:lnTo>
                    <a:pt x="1672291" y="33319"/>
                  </a:lnTo>
                  <a:lnTo>
                    <a:pt x="1664477" y="33265"/>
                  </a:lnTo>
                  <a:lnTo>
                    <a:pt x="1656663" y="33213"/>
                  </a:lnTo>
                  <a:lnTo>
                    <a:pt x="1648848" y="33160"/>
                  </a:lnTo>
                  <a:lnTo>
                    <a:pt x="1641034" y="33107"/>
                  </a:lnTo>
                  <a:lnTo>
                    <a:pt x="1633219" y="33053"/>
                  </a:lnTo>
                  <a:lnTo>
                    <a:pt x="1625405" y="32998"/>
                  </a:lnTo>
                  <a:lnTo>
                    <a:pt x="1617590" y="32942"/>
                  </a:lnTo>
                  <a:lnTo>
                    <a:pt x="1609776" y="32885"/>
                  </a:lnTo>
                  <a:lnTo>
                    <a:pt x="1601961" y="32845"/>
                  </a:lnTo>
                  <a:lnTo>
                    <a:pt x="1594147" y="32807"/>
                  </a:lnTo>
                  <a:lnTo>
                    <a:pt x="1586333" y="32705"/>
                  </a:lnTo>
                  <a:lnTo>
                    <a:pt x="1578518" y="32646"/>
                  </a:lnTo>
                  <a:lnTo>
                    <a:pt x="1570704" y="32586"/>
                  </a:lnTo>
                  <a:lnTo>
                    <a:pt x="1562889" y="32524"/>
                  </a:lnTo>
                  <a:lnTo>
                    <a:pt x="1555075" y="32462"/>
                  </a:lnTo>
                  <a:lnTo>
                    <a:pt x="1547260" y="32399"/>
                  </a:lnTo>
                  <a:lnTo>
                    <a:pt x="1539446" y="32335"/>
                  </a:lnTo>
                  <a:lnTo>
                    <a:pt x="1531631" y="32269"/>
                  </a:lnTo>
                  <a:lnTo>
                    <a:pt x="1523817" y="32213"/>
                  </a:lnTo>
                  <a:lnTo>
                    <a:pt x="1516003" y="32097"/>
                  </a:lnTo>
                  <a:lnTo>
                    <a:pt x="1508188" y="32039"/>
                  </a:lnTo>
                  <a:lnTo>
                    <a:pt x="1500374" y="31983"/>
                  </a:lnTo>
                  <a:lnTo>
                    <a:pt x="1492559" y="31926"/>
                  </a:lnTo>
                  <a:lnTo>
                    <a:pt x="1484745" y="31868"/>
                  </a:lnTo>
                  <a:lnTo>
                    <a:pt x="1476930" y="31810"/>
                  </a:lnTo>
                  <a:lnTo>
                    <a:pt x="1469116" y="31751"/>
                  </a:lnTo>
                  <a:lnTo>
                    <a:pt x="1461301" y="31691"/>
                  </a:lnTo>
                  <a:lnTo>
                    <a:pt x="1453487" y="31629"/>
                  </a:lnTo>
                  <a:lnTo>
                    <a:pt x="1445672" y="31566"/>
                  </a:lnTo>
                  <a:lnTo>
                    <a:pt x="1437858" y="31466"/>
                  </a:lnTo>
                  <a:lnTo>
                    <a:pt x="1430044" y="31318"/>
                  </a:lnTo>
                  <a:lnTo>
                    <a:pt x="1422229" y="31238"/>
                  </a:lnTo>
                  <a:lnTo>
                    <a:pt x="1414415" y="31156"/>
                  </a:lnTo>
                  <a:lnTo>
                    <a:pt x="1406600" y="31072"/>
                  </a:lnTo>
                  <a:lnTo>
                    <a:pt x="1398786" y="30986"/>
                  </a:lnTo>
                  <a:lnTo>
                    <a:pt x="1390971" y="30899"/>
                  </a:lnTo>
                  <a:lnTo>
                    <a:pt x="1383157" y="30775"/>
                  </a:lnTo>
                  <a:lnTo>
                    <a:pt x="1375342" y="30625"/>
                  </a:lnTo>
                  <a:lnTo>
                    <a:pt x="1367528" y="30472"/>
                  </a:lnTo>
                  <a:lnTo>
                    <a:pt x="1359714" y="30355"/>
                  </a:lnTo>
                  <a:lnTo>
                    <a:pt x="1351899" y="30295"/>
                  </a:lnTo>
                  <a:lnTo>
                    <a:pt x="1344085" y="30234"/>
                  </a:lnTo>
                  <a:lnTo>
                    <a:pt x="1336270" y="30108"/>
                  </a:lnTo>
                  <a:lnTo>
                    <a:pt x="1328456" y="30015"/>
                  </a:lnTo>
                  <a:lnTo>
                    <a:pt x="1320641" y="29954"/>
                  </a:lnTo>
                  <a:lnTo>
                    <a:pt x="1312827" y="29826"/>
                  </a:lnTo>
                  <a:lnTo>
                    <a:pt x="1305012" y="29675"/>
                  </a:lnTo>
                  <a:lnTo>
                    <a:pt x="1297198" y="29561"/>
                  </a:lnTo>
                  <a:lnTo>
                    <a:pt x="1289384" y="29411"/>
                  </a:lnTo>
                  <a:lnTo>
                    <a:pt x="1281569" y="29258"/>
                  </a:lnTo>
                  <a:lnTo>
                    <a:pt x="1273755" y="29111"/>
                  </a:lnTo>
                  <a:lnTo>
                    <a:pt x="1265940" y="28962"/>
                  </a:lnTo>
                  <a:lnTo>
                    <a:pt x="1258126" y="28810"/>
                  </a:lnTo>
                  <a:lnTo>
                    <a:pt x="1250311" y="28654"/>
                  </a:lnTo>
                  <a:lnTo>
                    <a:pt x="1242497" y="28496"/>
                  </a:lnTo>
                  <a:lnTo>
                    <a:pt x="1234682" y="28336"/>
                  </a:lnTo>
                  <a:lnTo>
                    <a:pt x="1226868" y="28173"/>
                  </a:lnTo>
                  <a:lnTo>
                    <a:pt x="1219053" y="28054"/>
                  </a:lnTo>
                  <a:lnTo>
                    <a:pt x="1211239" y="27982"/>
                  </a:lnTo>
                  <a:lnTo>
                    <a:pt x="1203425" y="27858"/>
                  </a:lnTo>
                  <a:lnTo>
                    <a:pt x="1195610" y="27673"/>
                  </a:lnTo>
                  <a:lnTo>
                    <a:pt x="1187796" y="27482"/>
                  </a:lnTo>
                  <a:lnTo>
                    <a:pt x="1179981" y="27346"/>
                  </a:lnTo>
                  <a:lnTo>
                    <a:pt x="1172167" y="27273"/>
                  </a:lnTo>
                  <a:lnTo>
                    <a:pt x="1164352" y="27200"/>
                  </a:lnTo>
                  <a:lnTo>
                    <a:pt x="1156538" y="26969"/>
                  </a:lnTo>
                  <a:lnTo>
                    <a:pt x="1148723" y="26731"/>
                  </a:lnTo>
                  <a:lnTo>
                    <a:pt x="1140909" y="26490"/>
                  </a:lnTo>
                  <a:lnTo>
                    <a:pt x="1133095" y="26348"/>
                  </a:lnTo>
                  <a:lnTo>
                    <a:pt x="1125280" y="26247"/>
                  </a:lnTo>
                  <a:lnTo>
                    <a:pt x="1117466" y="26142"/>
                  </a:lnTo>
                  <a:lnTo>
                    <a:pt x="1109651" y="26048"/>
                  </a:lnTo>
                  <a:lnTo>
                    <a:pt x="1101837" y="25990"/>
                  </a:lnTo>
                  <a:lnTo>
                    <a:pt x="1094022" y="25820"/>
                  </a:lnTo>
                  <a:lnTo>
                    <a:pt x="1086208" y="25713"/>
                  </a:lnTo>
                  <a:lnTo>
                    <a:pt x="1078393" y="25604"/>
                  </a:lnTo>
                  <a:lnTo>
                    <a:pt x="1070579" y="25493"/>
                  </a:lnTo>
                  <a:lnTo>
                    <a:pt x="1062765" y="25381"/>
                  </a:lnTo>
                  <a:lnTo>
                    <a:pt x="1054950" y="25266"/>
                  </a:lnTo>
                  <a:lnTo>
                    <a:pt x="1047136" y="25149"/>
                  </a:lnTo>
                  <a:lnTo>
                    <a:pt x="1039321" y="25028"/>
                  </a:lnTo>
                  <a:lnTo>
                    <a:pt x="1031507" y="24906"/>
                  </a:lnTo>
                  <a:lnTo>
                    <a:pt x="1023692" y="24781"/>
                  </a:lnTo>
                  <a:lnTo>
                    <a:pt x="1015878" y="24654"/>
                  </a:lnTo>
                  <a:lnTo>
                    <a:pt x="1008063" y="24526"/>
                  </a:lnTo>
                  <a:lnTo>
                    <a:pt x="1000249" y="24386"/>
                  </a:lnTo>
                  <a:lnTo>
                    <a:pt x="992434" y="24115"/>
                  </a:lnTo>
                  <a:lnTo>
                    <a:pt x="984620" y="23868"/>
                  </a:lnTo>
                  <a:lnTo>
                    <a:pt x="976806" y="23771"/>
                  </a:lnTo>
                  <a:lnTo>
                    <a:pt x="968991" y="23642"/>
                  </a:lnTo>
                  <a:lnTo>
                    <a:pt x="961177" y="23526"/>
                  </a:lnTo>
                  <a:lnTo>
                    <a:pt x="953362" y="23266"/>
                  </a:lnTo>
                  <a:lnTo>
                    <a:pt x="945548" y="23150"/>
                  </a:lnTo>
                  <a:lnTo>
                    <a:pt x="937733" y="22928"/>
                  </a:lnTo>
                  <a:lnTo>
                    <a:pt x="929919" y="22712"/>
                  </a:lnTo>
                  <a:lnTo>
                    <a:pt x="922104" y="22536"/>
                  </a:lnTo>
                  <a:lnTo>
                    <a:pt x="914290" y="22426"/>
                  </a:lnTo>
                  <a:lnTo>
                    <a:pt x="906476" y="22231"/>
                  </a:lnTo>
                  <a:lnTo>
                    <a:pt x="898661" y="22083"/>
                  </a:lnTo>
                  <a:lnTo>
                    <a:pt x="890847" y="21956"/>
                  </a:lnTo>
                  <a:lnTo>
                    <a:pt x="883032" y="21774"/>
                  </a:lnTo>
                  <a:lnTo>
                    <a:pt x="875218" y="21564"/>
                  </a:lnTo>
                  <a:lnTo>
                    <a:pt x="867403" y="21350"/>
                  </a:lnTo>
                  <a:lnTo>
                    <a:pt x="859589" y="21135"/>
                  </a:lnTo>
                  <a:lnTo>
                    <a:pt x="851774" y="20918"/>
                  </a:lnTo>
                  <a:lnTo>
                    <a:pt x="843960" y="20699"/>
                  </a:lnTo>
                  <a:lnTo>
                    <a:pt x="836145" y="20473"/>
                  </a:lnTo>
                  <a:lnTo>
                    <a:pt x="828331" y="20248"/>
                  </a:lnTo>
                  <a:lnTo>
                    <a:pt x="820517" y="20021"/>
                  </a:lnTo>
                  <a:lnTo>
                    <a:pt x="812702" y="19790"/>
                  </a:lnTo>
                  <a:lnTo>
                    <a:pt x="804888" y="19555"/>
                  </a:lnTo>
                  <a:lnTo>
                    <a:pt x="797073" y="19264"/>
                  </a:lnTo>
                  <a:lnTo>
                    <a:pt x="789259" y="19026"/>
                  </a:lnTo>
                  <a:lnTo>
                    <a:pt x="781444" y="18829"/>
                  </a:lnTo>
                  <a:lnTo>
                    <a:pt x="773630" y="18584"/>
                  </a:lnTo>
                  <a:lnTo>
                    <a:pt x="765815" y="18336"/>
                  </a:lnTo>
                  <a:lnTo>
                    <a:pt x="758001" y="18159"/>
                  </a:lnTo>
                  <a:lnTo>
                    <a:pt x="750187" y="18033"/>
                  </a:lnTo>
                  <a:lnTo>
                    <a:pt x="742372" y="17853"/>
                  </a:lnTo>
                  <a:lnTo>
                    <a:pt x="734558" y="17645"/>
                  </a:lnTo>
                  <a:lnTo>
                    <a:pt x="726743" y="17431"/>
                  </a:lnTo>
                  <a:lnTo>
                    <a:pt x="718929" y="17209"/>
                  </a:lnTo>
                  <a:lnTo>
                    <a:pt x="711114" y="16982"/>
                  </a:lnTo>
                  <a:lnTo>
                    <a:pt x="703300" y="16752"/>
                  </a:lnTo>
                  <a:lnTo>
                    <a:pt x="695485" y="16544"/>
                  </a:lnTo>
                  <a:lnTo>
                    <a:pt x="687671" y="16386"/>
                  </a:lnTo>
                  <a:lnTo>
                    <a:pt x="679857" y="16186"/>
                  </a:lnTo>
                  <a:lnTo>
                    <a:pt x="672042" y="15984"/>
                  </a:lnTo>
                  <a:lnTo>
                    <a:pt x="664228" y="15749"/>
                  </a:lnTo>
                  <a:lnTo>
                    <a:pt x="656413" y="15472"/>
                  </a:lnTo>
                  <a:lnTo>
                    <a:pt x="648599" y="15121"/>
                  </a:lnTo>
                  <a:lnTo>
                    <a:pt x="640784" y="14760"/>
                  </a:lnTo>
                  <a:lnTo>
                    <a:pt x="632970" y="14585"/>
                  </a:lnTo>
                  <a:lnTo>
                    <a:pt x="625155" y="14195"/>
                  </a:lnTo>
                  <a:lnTo>
                    <a:pt x="617341" y="13874"/>
                  </a:lnTo>
                  <a:lnTo>
                    <a:pt x="609526" y="13478"/>
                  </a:lnTo>
                  <a:lnTo>
                    <a:pt x="601712" y="13001"/>
                  </a:lnTo>
                  <a:lnTo>
                    <a:pt x="593898" y="12516"/>
                  </a:lnTo>
                  <a:lnTo>
                    <a:pt x="586083" y="12207"/>
                  </a:lnTo>
                  <a:lnTo>
                    <a:pt x="578269" y="11962"/>
                  </a:lnTo>
                  <a:lnTo>
                    <a:pt x="570454" y="11720"/>
                  </a:lnTo>
                  <a:lnTo>
                    <a:pt x="562640" y="11575"/>
                  </a:lnTo>
                  <a:lnTo>
                    <a:pt x="554825" y="11249"/>
                  </a:lnTo>
                  <a:lnTo>
                    <a:pt x="547011" y="10964"/>
                  </a:lnTo>
                  <a:lnTo>
                    <a:pt x="539196" y="10694"/>
                  </a:lnTo>
                  <a:lnTo>
                    <a:pt x="531382" y="10298"/>
                  </a:lnTo>
                  <a:lnTo>
                    <a:pt x="523568" y="9978"/>
                  </a:lnTo>
                  <a:lnTo>
                    <a:pt x="515753" y="9576"/>
                  </a:lnTo>
                  <a:lnTo>
                    <a:pt x="507939" y="9170"/>
                  </a:lnTo>
                  <a:lnTo>
                    <a:pt x="500124" y="8811"/>
                  </a:lnTo>
                  <a:lnTo>
                    <a:pt x="492310" y="8535"/>
                  </a:lnTo>
                  <a:lnTo>
                    <a:pt x="484495" y="8369"/>
                  </a:lnTo>
                  <a:lnTo>
                    <a:pt x="476681" y="8073"/>
                  </a:lnTo>
                  <a:lnTo>
                    <a:pt x="468866" y="7972"/>
                  </a:lnTo>
                  <a:lnTo>
                    <a:pt x="461052" y="7714"/>
                  </a:lnTo>
                  <a:lnTo>
                    <a:pt x="453238" y="7227"/>
                  </a:lnTo>
                  <a:lnTo>
                    <a:pt x="445423" y="6728"/>
                  </a:lnTo>
                  <a:lnTo>
                    <a:pt x="437609" y="6406"/>
                  </a:lnTo>
                  <a:lnTo>
                    <a:pt x="429794" y="6183"/>
                  </a:lnTo>
                  <a:lnTo>
                    <a:pt x="421980" y="5981"/>
                  </a:lnTo>
                  <a:lnTo>
                    <a:pt x="414165" y="5789"/>
                  </a:lnTo>
                  <a:lnTo>
                    <a:pt x="406351" y="5452"/>
                  </a:lnTo>
                  <a:lnTo>
                    <a:pt x="398536" y="5252"/>
                  </a:lnTo>
                  <a:lnTo>
                    <a:pt x="390722" y="5053"/>
                  </a:lnTo>
                  <a:lnTo>
                    <a:pt x="382907" y="4815"/>
                  </a:lnTo>
                  <a:lnTo>
                    <a:pt x="375093" y="4576"/>
                  </a:lnTo>
                  <a:lnTo>
                    <a:pt x="367279" y="4335"/>
                  </a:lnTo>
                  <a:lnTo>
                    <a:pt x="359464" y="3946"/>
                  </a:lnTo>
                  <a:lnTo>
                    <a:pt x="351650" y="3718"/>
                  </a:lnTo>
                  <a:lnTo>
                    <a:pt x="343835" y="3500"/>
                  </a:lnTo>
                  <a:lnTo>
                    <a:pt x="336021" y="3172"/>
                  </a:lnTo>
                  <a:lnTo>
                    <a:pt x="328206" y="2965"/>
                  </a:lnTo>
                  <a:lnTo>
                    <a:pt x="320392" y="2767"/>
                  </a:lnTo>
                  <a:lnTo>
                    <a:pt x="312577" y="2535"/>
                  </a:lnTo>
                  <a:lnTo>
                    <a:pt x="304763" y="2301"/>
                  </a:lnTo>
                  <a:lnTo>
                    <a:pt x="296949" y="2063"/>
                  </a:lnTo>
                  <a:lnTo>
                    <a:pt x="289134" y="1809"/>
                  </a:lnTo>
                  <a:lnTo>
                    <a:pt x="281320" y="1537"/>
                  </a:lnTo>
                  <a:lnTo>
                    <a:pt x="273505" y="1366"/>
                  </a:lnTo>
                  <a:lnTo>
                    <a:pt x="265691" y="1118"/>
                  </a:lnTo>
                  <a:lnTo>
                    <a:pt x="257876" y="940"/>
                  </a:lnTo>
                  <a:lnTo>
                    <a:pt x="250062" y="823"/>
                  </a:lnTo>
                  <a:lnTo>
                    <a:pt x="242247" y="562"/>
                  </a:lnTo>
                  <a:lnTo>
                    <a:pt x="234433" y="427"/>
                  </a:lnTo>
                  <a:lnTo>
                    <a:pt x="226619" y="331"/>
                  </a:lnTo>
                  <a:lnTo>
                    <a:pt x="218804" y="306"/>
                  </a:lnTo>
                  <a:lnTo>
                    <a:pt x="210990" y="234"/>
                  </a:lnTo>
                  <a:lnTo>
                    <a:pt x="203175" y="137"/>
                  </a:lnTo>
                  <a:lnTo>
                    <a:pt x="195361" y="78"/>
                  </a:lnTo>
                  <a:lnTo>
                    <a:pt x="187546" y="104"/>
                  </a:lnTo>
                  <a:lnTo>
                    <a:pt x="179732" y="19"/>
                  </a:lnTo>
                  <a:lnTo>
                    <a:pt x="171917" y="0"/>
                  </a:lnTo>
                  <a:lnTo>
                    <a:pt x="164103" y="5"/>
                  </a:lnTo>
                  <a:lnTo>
                    <a:pt x="156288" y="53"/>
                  </a:lnTo>
                  <a:lnTo>
                    <a:pt x="148474" y="89"/>
                  </a:lnTo>
                  <a:lnTo>
                    <a:pt x="140660" y="241"/>
                  </a:lnTo>
                  <a:lnTo>
                    <a:pt x="132845" y="155"/>
                  </a:lnTo>
                  <a:lnTo>
                    <a:pt x="125031" y="172"/>
                  </a:lnTo>
                  <a:lnTo>
                    <a:pt x="117216" y="136"/>
                  </a:lnTo>
                  <a:lnTo>
                    <a:pt x="109402" y="227"/>
                  </a:lnTo>
                  <a:lnTo>
                    <a:pt x="101587" y="373"/>
                  </a:lnTo>
                  <a:lnTo>
                    <a:pt x="93773" y="390"/>
                  </a:lnTo>
                  <a:lnTo>
                    <a:pt x="85958" y="388"/>
                  </a:lnTo>
                  <a:lnTo>
                    <a:pt x="78144" y="656"/>
                  </a:lnTo>
                  <a:lnTo>
                    <a:pt x="70330" y="721"/>
                  </a:lnTo>
                  <a:lnTo>
                    <a:pt x="62515" y="815"/>
                  </a:lnTo>
                  <a:lnTo>
                    <a:pt x="54701" y="967"/>
                  </a:lnTo>
                  <a:lnTo>
                    <a:pt x="46886" y="945"/>
                  </a:lnTo>
                  <a:lnTo>
                    <a:pt x="39072" y="1078"/>
                  </a:lnTo>
                  <a:lnTo>
                    <a:pt x="31257" y="1211"/>
                  </a:lnTo>
                  <a:lnTo>
                    <a:pt x="23443" y="1620"/>
                  </a:lnTo>
                  <a:lnTo>
                    <a:pt x="15628" y="1966"/>
                  </a:lnTo>
                  <a:lnTo>
                    <a:pt x="7814" y="2303"/>
                  </a:lnTo>
                  <a:lnTo>
                    <a:pt x="0" y="25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9" name="pl278"/>
            <p:cNvSpPr/>
            <p:nvPr/>
          </p:nvSpPr>
          <p:spPr>
            <a:xfrm>
              <a:off x="6041499" y="4632809"/>
              <a:ext cx="2023942" cy="36291"/>
            </a:xfrm>
            <a:custGeom>
              <a:avLst/>
              <a:pathLst>
                <a:path w="2023942" h="36291">
                  <a:moveTo>
                    <a:pt x="0" y="0"/>
                  </a:moveTo>
                  <a:lnTo>
                    <a:pt x="7814" y="331"/>
                  </a:lnTo>
                  <a:lnTo>
                    <a:pt x="15628" y="689"/>
                  </a:lnTo>
                  <a:lnTo>
                    <a:pt x="23443" y="1053"/>
                  </a:lnTo>
                  <a:lnTo>
                    <a:pt x="31257" y="1403"/>
                  </a:lnTo>
                  <a:lnTo>
                    <a:pt x="39072" y="1743"/>
                  </a:lnTo>
                  <a:lnTo>
                    <a:pt x="46886" y="2076"/>
                  </a:lnTo>
                  <a:lnTo>
                    <a:pt x="54701" y="2408"/>
                  </a:lnTo>
                  <a:lnTo>
                    <a:pt x="62515" y="2748"/>
                  </a:lnTo>
                  <a:lnTo>
                    <a:pt x="70330" y="3082"/>
                  </a:lnTo>
                  <a:lnTo>
                    <a:pt x="78144" y="3420"/>
                  </a:lnTo>
                  <a:lnTo>
                    <a:pt x="85958" y="3743"/>
                  </a:lnTo>
                  <a:lnTo>
                    <a:pt x="93773" y="4063"/>
                  </a:lnTo>
                  <a:lnTo>
                    <a:pt x="101587" y="4390"/>
                  </a:lnTo>
                  <a:lnTo>
                    <a:pt x="109402" y="4709"/>
                  </a:lnTo>
                  <a:lnTo>
                    <a:pt x="117216" y="5031"/>
                  </a:lnTo>
                  <a:lnTo>
                    <a:pt x="125031" y="5349"/>
                  </a:lnTo>
                  <a:lnTo>
                    <a:pt x="132845" y="5665"/>
                  </a:lnTo>
                  <a:lnTo>
                    <a:pt x="140660" y="5982"/>
                  </a:lnTo>
                  <a:lnTo>
                    <a:pt x="148474" y="6293"/>
                  </a:lnTo>
                  <a:lnTo>
                    <a:pt x="156288" y="6594"/>
                  </a:lnTo>
                  <a:lnTo>
                    <a:pt x="164103" y="6896"/>
                  </a:lnTo>
                  <a:lnTo>
                    <a:pt x="171917" y="7196"/>
                  </a:lnTo>
                  <a:lnTo>
                    <a:pt x="179732" y="7498"/>
                  </a:lnTo>
                  <a:lnTo>
                    <a:pt x="187546" y="7803"/>
                  </a:lnTo>
                  <a:lnTo>
                    <a:pt x="195361" y="8105"/>
                  </a:lnTo>
                  <a:lnTo>
                    <a:pt x="203175" y="8393"/>
                  </a:lnTo>
                  <a:lnTo>
                    <a:pt x="210990" y="8685"/>
                  </a:lnTo>
                  <a:lnTo>
                    <a:pt x="218804" y="8973"/>
                  </a:lnTo>
                  <a:lnTo>
                    <a:pt x="226619" y="9250"/>
                  </a:lnTo>
                  <a:lnTo>
                    <a:pt x="234433" y="9526"/>
                  </a:lnTo>
                  <a:lnTo>
                    <a:pt x="242247" y="9801"/>
                  </a:lnTo>
                  <a:lnTo>
                    <a:pt x="250062" y="10074"/>
                  </a:lnTo>
                  <a:lnTo>
                    <a:pt x="257876" y="10344"/>
                  </a:lnTo>
                  <a:lnTo>
                    <a:pt x="265691" y="10615"/>
                  </a:lnTo>
                  <a:lnTo>
                    <a:pt x="273505" y="10889"/>
                  </a:lnTo>
                  <a:lnTo>
                    <a:pt x="281320" y="11153"/>
                  </a:lnTo>
                  <a:lnTo>
                    <a:pt x="289134" y="11416"/>
                  </a:lnTo>
                  <a:lnTo>
                    <a:pt x="296949" y="11674"/>
                  </a:lnTo>
                  <a:lnTo>
                    <a:pt x="304763" y="11933"/>
                  </a:lnTo>
                  <a:lnTo>
                    <a:pt x="312577" y="12189"/>
                  </a:lnTo>
                  <a:lnTo>
                    <a:pt x="320392" y="12444"/>
                  </a:lnTo>
                  <a:lnTo>
                    <a:pt x="328206" y="12698"/>
                  </a:lnTo>
                  <a:lnTo>
                    <a:pt x="336021" y="12949"/>
                  </a:lnTo>
                  <a:lnTo>
                    <a:pt x="343835" y="13198"/>
                  </a:lnTo>
                  <a:lnTo>
                    <a:pt x="351650" y="13445"/>
                  </a:lnTo>
                  <a:lnTo>
                    <a:pt x="359464" y="13688"/>
                  </a:lnTo>
                  <a:lnTo>
                    <a:pt x="367279" y="13931"/>
                  </a:lnTo>
                  <a:lnTo>
                    <a:pt x="375093" y="14171"/>
                  </a:lnTo>
                  <a:lnTo>
                    <a:pt x="382907" y="14410"/>
                  </a:lnTo>
                  <a:lnTo>
                    <a:pt x="390722" y="14646"/>
                  </a:lnTo>
                  <a:lnTo>
                    <a:pt x="398536" y="14879"/>
                  </a:lnTo>
                  <a:lnTo>
                    <a:pt x="406351" y="15109"/>
                  </a:lnTo>
                  <a:lnTo>
                    <a:pt x="414165" y="15338"/>
                  </a:lnTo>
                  <a:lnTo>
                    <a:pt x="421980" y="15565"/>
                  </a:lnTo>
                  <a:lnTo>
                    <a:pt x="429794" y="15789"/>
                  </a:lnTo>
                  <a:lnTo>
                    <a:pt x="437609" y="16011"/>
                  </a:lnTo>
                  <a:lnTo>
                    <a:pt x="445423" y="16231"/>
                  </a:lnTo>
                  <a:lnTo>
                    <a:pt x="453238" y="16450"/>
                  </a:lnTo>
                  <a:lnTo>
                    <a:pt x="461052" y="16667"/>
                  </a:lnTo>
                  <a:lnTo>
                    <a:pt x="468866" y="16882"/>
                  </a:lnTo>
                  <a:lnTo>
                    <a:pt x="476681" y="17094"/>
                  </a:lnTo>
                  <a:lnTo>
                    <a:pt x="484495" y="17304"/>
                  </a:lnTo>
                  <a:lnTo>
                    <a:pt x="492310" y="17513"/>
                  </a:lnTo>
                  <a:lnTo>
                    <a:pt x="500124" y="17718"/>
                  </a:lnTo>
                  <a:lnTo>
                    <a:pt x="507939" y="17923"/>
                  </a:lnTo>
                  <a:lnTo>
                    <a:pt x="515753" y="18125"/>
                  </a:lnTo>
                  <a:lnTo>
                    <a:pt x="523568" y="18327"/>
                  </a:lnTo>
                  <a:lnTo>
                    <a:pt x="531382" y="18530"/>
                  </a:lnTo>
                  <a:lnTo>
                    <a:pt x="539196" y="18727"/>
                  </a:lnTo>
                  <a:lnTo>
                    <a:pt x="547011" y="18919"/>
                  </a:lnTo>
                  <a:lnTo>
                    <a:pt x="554825" y="19118"/>
                  </a:lnTo>
                  <a:lnTo>
                    <a:pt x="562640" y="19311"/>
                  </a:lnTo>
                  <a:lnTo>
                    <a:pt x="570454" y="19503"/>
                  </a:lnTo>
                  <a:lnTo>
                    <a:pt x="578269" y="19689"/>
                  </a:lnTo>
                  <a:lnTo>
                    <a:pt x="586083" y="19872"/>
                  </a:lnTo>
                  <a:lnTo>
                    <a:pt x="593898" y="20055"/>
                  </a:lnTo>
                  <a:lnTo>
                    <a:pt x="601712" y="20238"/>
                  </a:lnTo>
                  <a:lnTo>
                    <a:pt x="609526" y="20421"/>
                  </a:lnTo>
                  <a:lnTo>
                    <a:pt x="617341" y="20601"/>
                  </a:lnTo>
                  <a:lnTo>
                    <a:pt x="625155" y="20780"/>
                  </a:lnTo>
                  <a:lnTo>
                    <a:pt x="632970" y="20959"/>
                  </a:lnTo>
                  <a:lnTo>
                    <a:pt x="640784" y="21138"/>
                  </a:lnTo>
                  <a:lnTo>
                    <a:pt x="648599" y="21314"/>
                  </a:lnTo>
                  <a:lnTo>
                    <a:pt x="656413" y="21490"/>
                  </a:lnTo>
                  <a:lnTo>
                    <a:pt x="664228" y="21660"/>
                  </a:lnTo>
                  <a:lnTo>
                    <a:pt x="672042" y="21834"/>
                  </a:lnTo>
                  <a:lnTo>
                    <a:pt x="679857" y="22011"/>
                  </a:lnTo>
                  <a:lnTo>
                    <a:pt x="687671" y="22183"/>
                  </a:lnTo>
                  <a:lnTo>
                    <a:pt x="695485" y="22357"/>
                  </a:lnTo>
                  <a:lnTo>
                    <a:pt x="703300" y="22521"/>
                  </a:lnTo>
                  <a:lnTo>
                    <a:pt x="711114" y="22685"/>
                  </a:lnTo>
                  <a:lnTo>
                    <a:pt x="718929" y="22848"/>
                  </a:lnTo>
                  <a:lnTo>
                    <a:pt x="726743" y="23006"/>
                  </a:lnTo>
                  <a:lnTo>
                    <a:pt x="734558" y="23168"/>
                  </a:lnTo>
                  <a:lnTo>
                    <a:pt x="742372" y="23321"/>
                  </a:lnTo>
                  <a:lnTo>
                    <a:pt x="750187" y="23475"/>
                  </a:lnTo>
                  <a:lnTo>
                    <a:pt x="758001" y="23624"/>
                  </a:lnTo>
                  <a:lnTo>
                    <a:pt x="765815" y="23768"/>
                  </a:lnTo>
                  <a:lnTo>
                    <a:pt x="773630" y="23915"/>
                  </a:lnTo>
                  <a:lnTo>
                    <a:pt x="781444" y="24061"/>
                  </a:lnTo>
                  <a:lnTo>
                    <a:pt x="789259" y="24209"/>
                  </a:lnTo>
                  <a:lnTo>
                    <a:pt x="797073" y="24355"/>
                  </a:lnTo>
                  <a:lnTo>
                    <a:pt x="804888" y="24504"/>
                  </a:lnTo>
                  <a:lnTo>
                    <a:pt x="812702" y="24655"/>
                  </a:lnTo>
                  <a:lnTo>
                    <a:pt x="820517" y="24798"/>
                  </a:lnTo>
                  <a:lnTo>
                    <a:pt x="828331" y="24940"/>
                  </a:lnTo>
                  <a:lnTo>
                    <a:pt x="836145" y="25078"/>
                  </a:lnTo>
                  <a:lnTo>
                    <a:pt x="843960" y="25216"/>
                  </a:lnTo>
                  <a:lnTo>
                    <a:pt x="851774" y="25351"/>
                  </a:lnTo>
                  <a:lnTo>
                    <a:pt x="859589" y="25490"/>
                  </a:lnTo>
                  <a:lnTo>
                    <a:pt x="867403" y="25630"/>
                  </a:lnTo>
                  <a:lnTo>
                    <a:pt x="875218" y="25763"/>
                  </a:lnTo>
                  <a:lnTo>
                    <a:pt x="883032" y="25894"/>
                  </a:lnTo>
                  <a:lnTo>
                    <a:pt x="890847" y="26024"/>
                  </a:lnTo>
                  <a:lnTo>
                    <a:pt x="898661" y="26152"/>
                  </a:lnTo>
                  <a:lnTo>
                    <a:pt x="906476" y="26279"/>
                  </a:lnTo>
                  <a:lnTo>
                    <a:pt x="914290" y="26408"/>
                  </a:lnTo>
                  <a:lnTo>
                    <a:pt x="922104" y="26532"/>
                  </a:lnTo>
                  <a:lnTo>
                    <a:pt x="929919" y="26653"/>
                  </a:lnTo>
                  <a:lnTo>
                    <a:pt x="937733" y="26779"/>
                  </a:lnTo>
                  <a:lnTo>
                    <a:pt x="945548" y="26898"/>
                  </a:lnTo>
                  <a:lnTo>
                    <a:pt x="953362" y="27011"/>
                  </a:lnTo>
                  <a:lnTo>
                    <a:pt x="961177" y="27129"/>
                  </a:lnTo>
                  <a:lnTo>
                    <a:pt x="968991" y="27247"/>
                  </a:lnTo>
                  <a:lnTo>
                    <a:pt x="976806" y="27368"/>
                  </a:lnTo>
                  <a:lnTo>
                    <a:pt x="984620" y="27486"/>
                  </a:lnTo>
                  <a:lnTo>
                    <a:pt x="992434" y="27603"/>
                  </a:lnTo>
                  <a:lnTo>
                    <a:pt x="1000249" y="27718"/>
                  </a:lnTo>
                  <a:lnTo>
                    <a:pt x="1008063" y="27834"/>
                  </a:lnTo>
                  <a:lnTo>
                    <a:pt x="1015878" y="27952"/>
                  </a:lnTo>
                  <a:lnTo>
                    <a:pt x="1023692" y="28059"/>
                  </a:lnTo>
                  <a:lnTo>
                    <a:pt x="1031507" y="28159"/>
                  </a:lnTo>
                  <a:lnTo>
                    <a:pt x="1039321" y="28270"/>
                  </a:lnTo>
                  <a:lnTo>
                    <a:pt x="1047136" y="28378"/>
                  </a:lnTo>
                  <a:lnTo>
                    <a:pt x="1054950" y="28487"/>
                  </a:lnTo>
                  <a:lnTo>
                    <a:pt x="1062765" y="28599"/>
                  </a:lnTo>
                  <a:lnTo>
                    <a:pt x="1070579" y="28701"/>
                  </a:lnTo>
                  <a:lnTo>
                    <a:pt x="1078393" y="28810"/>
                  </a:lnTo>
                  <a:lnTo>
                    <a:pt x="1086208" y="28915"/>
                  </a:lnTo>
                  <a:lnTo>
                    <a:pt x="1094022" y="29019"/>
                  </a:lnTo>
                  <a:lnTo>
                    <a:pt x="1101837" y="29114"/>
                  </a:lnTo>
                  <a:lnTo>
                    <a:pt x="1109651" y="29220"/>
                  </a:lnTo>
                  <a:lnTo>
                    <a:pt x="1117466" y="29324"/>
                  </a:lnTo>
                  <a:lnTo>
                    <a:pt x="1125280" y="29419"/>
                  </a:lnTo>
                  <a:lnTo>
                    <a:pt x="1133095" y="29515"/>
                  </a:lnTo>
                  <a:lnTo>
                    <a:pt x="1140909" y="29611"/>
                  </a:lnTo>
                  <a:lnTo>
                    <a:pt x="1148723" y="29704"/>
                  </a:lnTo>
                  <a:lnTo>
                    <a:pt x="1156538" y="29788"/>
                  </a:lnTo>
                  <a:lnTo>
                    <a:pt x="1164352" y="29875"/>
                  </a:lnTo>
                  <a:lnTo>
                    <a:pt x="1172167" y="29975"/>
                  </a:lnTo>
                  <a:lnTo>
                    <a:pt x="1179981" y="30062"/>
                  </a:lnTo>
                  <a:lnTo>
                    <a:pt x="1187796" y="30158"/>
                  </a:lnTo>
                  <a:lnTo>
                    <a:pt x="1195610" y="30260"/>
                  </a:lnTo>
                  <a:lnTo>
                    <a:pt x="1203425" y="30355"/>
                  </a:lnTo>
                  <a:lnTo>
                    <a:pt x="1211239" y="30452"/>
                  </a:lnTo>
                  <a:lnTo>
                    <a:pt x="1219053" y="30546"/>
                  </a:lnTo>
                  <a:lnTo>
                    <a:pt x="1226868" y="30626"/>
                  </a:lnTo>
                  <a:lnTo>
                    <a:pt x="1234682" y="30702"/>
                  </a:lnTo>
                  <a:lnTo>
                    <a:pt x="1242497" y="30783"/>
                  </a:lnTo>
                  <a:lnTo>
                    <a:pt x="1250311" y="30859"/>
                  </a:lnTo>
                  <a:lnTo>
                    <a:pt x="1258126" y="30948"/>
                  </a:lnTo>
                  <a:lnTo>
                    <a:pt x="1265940" y="31029"/>
                  </a:lnTo>
                  <a:lnTo>
                    <a:pt x="1273755" y="31108"/>
                  </a:lnTo>
                  <a:lnTo>
                    <a:pt x="1281569" y="31191"/>
                  </a:lnTo>
                  <a:lnTo>
                    <a:pt x="1289384" y="31286"/>
                  </a:lnTo>
                  <a:lnTo>
                    <a:pt x="1297198" y="31385"/>
                  </a:lnTo>
                  <a:lnTo>
                    <a:pt x="1305012" y="31474"/>
                  </a:lnTo>
                  <a:lnTo>
                    <a:pt x="1312827" y="31550"/>
                  </a:lnTo>
                  <a:lnTo>
                    <a:pt x="1320641" y="31646"/>
                  </a:lnTo>
                  <a:lnTo>
                    <a:pt x="1328456" y="31731"/>
                  </a:lnTo>
                  <a:lnTo>
                    <a:pt x="1336270" y="31799"/>
                  </a:lnTo>
                  <a:lnTo>
                    <a:pt x="1344085" y="31873"/>
                  </a:lnTo>
                  <a:lnTo>
                    <a:pt x="1351899" y="31932"/>
                  </a:lnTo>
                  <a:lnTo>
                    <a:pt x="1359714" y="32006"/>
                  </a:lnTo>
                  <a:lnTo>
                    <a:pt x="1367528" y="32082"/>
                  </a:lnTo>
                  <a:lnTo>
                    <a:pt x="1375342" y="32143"/>
                  </a:lnTo>
                  <a:lnTo>
                    <a:pt x="1383157" y="32210"/>
                  </a:lnTo>
                  <a:lnTo>
                    <a:pt x="1390971" y="32273"/>
                  </a:lnTo>
                  <a:lnTo>
                    <a:pt x="1398786" y="32331"/>
                  </a:lnTo>
                  <a:lnTo>
                    <a:pt x="1406600" y="32401"/>
                  </a:lnTo>
                  <a:lnTo>
                    <a:pt x="1414415" y="32472"/>
                  </a:lnTo>
                  <a:lnTo>
                    <a:pt x="1422229" y="32534"/>
                  </a:lnTo>
                  <a:lnTo>
                    <a:pt x="1430044" y="32602"/>
                  </a:lnTo>
                  <a:lnTo>
                    <a:pt x="1437858" y="32668"/>
                  </a:lnTo>
                  <a:lnTo>
                    <a:pt x="1445672" y="32725"/>
                  </a:lnTo>
                  <a:lnTo>
                    <a:pt x="1453487" y="32783"/>
                  </a:lnTo>
                  <a:lnTo>
                    <a:pt x="1461301" y="32855"/>
                  </a:lnTo>
                  <a:lnTo>
                    <a:pt x="1469116" y="32917"/>
                  </a:lnTo>
                  <a:lnTo>
                    <a:pt x="1476930" y="32980"/>
                  </a:lnTo>
                  <a:lnTo>
                    <a:pt x="1484745" y="33051"/>
                  </a:lnTo>
                  <a:lnTo>
                    <a:pt x="1492559" y="33126"/>
                  </a:lnTo>
                  <a:lnTo>
                    <a:pt x="1500374" y="33187"/>
                  </a:lnTo>
                  <a:lnTo>
                    <a:pt x="1508188" y="33258"/>
                  </a:lnTo>
                  <a:lnTo>
                    <a:pt x="1516003" y="33320"/>
                  </a:lnTo>
                  <a:lnTo>
                    <a:pt x="1523817" y="33373"/>
                  </a:lnTo>
                  <a:lnTo>
                    <a:pt x="1531631" y="33427"/>
                  </a:lnTo>
                  <a:lnTo>
                    <a:pt x="1539446" y="33481"/>
                  </a:lnTo>
                  <a:lnTo>
                    <a:pt x="1547260" y="33545"/>
                  </a:lnTo>
                  <a:lnTo>
                    <a:pt x="1555075" y="33608"/>
                  </a:lnTo>
                  <a:lnTo>
                    <a:pt x="1562889" y="33673"/>
                  </a:lnTo>
                  <a:lnTo>
                    <a:pt x="1570704" y="33735"/>
                  </a:lnTo>
                  <a:lnTo>
                    <a:pt x="1578518" y="33787"/>
                  </a:lnTo>
                  <a:lnTo>
                    <a:pt x="1586333" y="33845"/>
                  </a:lnTo>
                  <a:lnTo>
                    <a:pt x="1594147" y="33901"/>
                  </a:lnTo>
                  <a:lnTo>
                    <a:pt x="1601961" y="33952"/>
                  </a:lnTo>
                  <a:lnTo>
                    <a:pt x="1609776" y="34000"/>
                  </a:lnTo>
                  <a:lnTo>
                    <a:pt x="1617590" y="34051"/>
                  </a:lnTo>
                  <a:lnTo>
                    <a:pt x="1625405" y="34104"/>
                  </a:lnTo>
                  <a:lnTo>
                    <a:pt x="1633219" y="34156"/>
                  </a:lnTo>
                  <a:lnTo>
                    <a:pt x="1641034" y="34214"/>
                  </a:lnTo>
                  <a:lnTo>
                    <a:pt x="1648848" y="34269"/>
                  </a:lnTo>
                  <a:lnTo>
                    <a:pt x="1656663" y="34324"/>
                  </a:lnTo>
                  <a:lnTo>
                    <a:pt x="1664477" y="34380"/>
                  </a:lnTo>
                  <a:lnTo>
                    <a:pt x="1672291" y="34429"/>
                  </a:lnTo>
                  <a:lnTo>
                    <a:pt x="1680106" y="34477"/>
                  </a:lnTo>
                  <a:lnTo>
                    <a:pt x="1687920" y="34533"/>
                  </a:lnTo>
                  <a:lnTo>
                    <a:pt x="1695735" y="34584"/>
                  </a:lnTo>
                  <a:lnTo>
                    <a:pt x="1703549" y="34628"/>
                  </a:lnTo>
                  <a:lnTo>
                    <a:pt x="1711364" y="34668"/>
                  </a:lnTo>
                  <a:lnTo>
                    <a:pt x="1719178" y="34725"/>
                  </a:lnTo>
                  <a:lnTo>
                    <a:pt x="1726993" y="34771"/>
                  </a:lnTo>
                  <a:lnTo>
                    <a:pt x="1734807" y="34814"/>
                  </a:lnTo>
                  <a:lnTo>
                    <a:pt x="1742622" y="34865"/>
                  </a:lnTo>
                  <a:lnTo>
                    <a:pt x="1750436" y="34915"/>
                  </a:lnTo>
                  <a:lnTo>
                    <a:pt x="1758250" y="34963"/>
                  </a:lnTo>
                  <a:lnTo>
                    <a:pt x="1766065" y="35010"/>
                  </a:lnTo>
                  <a:lnTo>
                    <a:pt x="1773879" y="35057"/>
                  </a:lnTo>
                  <a:lnTo>
                    <a:pt x="1781694" y="35106"/>
                  </a:lnTo>
                  <a:lnTo>
                    <a:pt x="1789508" y="35149"/>
                  </a:lnTo>
                  <a:lnTo>
                    <a:pt x="1797323" y="35195"/>
                  </a:lnTo>
                  <a:lnTo>
                    <a:pt x="1805137" y="35237"/>
                  </a:lnTo>
                  <a:lnTo>
                    <a:pt x="1812952" y="35280"/>
                  </a:lnTo>
                  <a:lnTo>
                    <a:pt x="1820766" y="35324"/>
                  </a:lnTo>
                  <a:lnTo>
                    <a:pt x="1828580" y="35368"/>
                  </a:lnTo>
                  <a:lnTo>
                    <a:pt x="1836395" y="35410"/>
                  </a:lnTo>
                  <a:lnTo>
                    <a:pt x="1844209" y="35455"/>
                  </a:lnTo>
                  <a:lnTo>
                    <a:pt x="1852024" y="35504"/>
                  </a:lnTo>
                  <a:lnTo>
                    <a:pt x="1859838" y="35544"/>
                  </a:lnTo>
                  <a:lnTo>
                    <a:pt x="1867653" y="35586"/>
                  </a:lnTo>
                  <a:lnTo>
                    <a:pt x="1875467" y="35624"/>
                  </a:lnTo>
                  <a:lnTo>
                    <a:pt x="1883282" y="35669"/>
                  </a:lnTo>
                  <a:lnTo>
                    <a:pt x="1891096" y="35710"/>
                  </a:lnTo>
                  <a:lnTo>
                    <a:pt x="1898910" y="35748"/>
                  </a:lnTo>
                  <a:lnTo>
                    <a:pt x="1906725" y="35782"/>
                  </a:lnTo>
                  <a:lnTo>
                    <a:pt x="1914539" y="35812"/>
                  </a:lnTo>
                  <a:lnTo>
                    <a:pt x="1922354" y="35850"/>
                  </a:lnTo>
                  <a:lnTo>
                    <a:pt x="1930168" y="35886"/>
                  </a:lnTo>
                  <a:lnTo>
                    <a:pt x="1937983" y="35922"/>
                  </a:lnTo>
                  <a:lnTo>
                    <a:pt x="1945797" y="35956"/>
                  </a:lnTo>
                  <a:lnTo>
                    <a:pt x="1953612" y="35985"/>
                  </a:lnTo>
                  <a:lnTo>
                    <a:pt x="1961426" y="36025"/>
                  </a:lnTo>
                  <a:lnTo>
                    <a:pt x="1969241" y="36053"/>
                  </a:lnTo>
                  <a:lnTo>
                    <a:pt x="1977055" y="36087"/>
                  </a:lnTo>
                  <a:lnTo>
                    <a:pt x="1984869" y="36114"/>
                  </a:lnTo>
                  <a:lnTo>
                    <a:pt x="1992684" y="36154"/>
                  </a:lnTo>
                  <a:lnTo>
                    <a:pt x="2000498" y="36187"/>
                  </a:lnTo>
                  <a:lnTo>
                    <a:pt x="2008313" y="36214"/>
                  </a:lnTo>
                  <a:lnTo>
                    <a:pt x="2016127" y="36257"/>
                  </a:lnTo>
                  <a:lnTo>
                    <a:pt x="2023942" y="36291"/>
                  </a:lnTo>
                </a:path>
              </a:pathLst>
            </a:custGeom>
            <a:ln w="18970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l279"/>
            <p:cNvSpPr/>
            <p:nvPr/>
          </p:nvSpPr>
          <p:spPr>
            <a:xfrm>
              <a:off x="6041499" y="4632526"/>
              <a:ext cx="2023942" cy="34265"/>
            </a:xfrm>
            <a:custGeom>
              <a:avLst/>
              <a:pathLst>
                <a:path w="2023942" h="34265">
                  <a:moveTo>
                    <a:pt x="0" y="0"/>
                  </a:moveTo>
                  <a:lnTo>
                    <a:pt x="7814" y="319"/>
                  </a:lnTo>
                  <a:lnTo>
                    <a:pt x="15628" y="643"/>
                  </a:lnTo>
                  <a:lnTo>
                    <a:pt x="23443" y="908"/>
                  </a:lnTo>
                  <a:lnTo>
                    <a:pt x="31257" y="1197"/>
                  </a:lnTo>
                  <a:lnTo>
                    <a:pt x="39072" y="1471"/>
                  </a:lnTo>
                  <a:lnTo>
                    <a:pt x="46886" y="1714"/>
                  </a:lnTo>
                  <a:lnTo>
                    <a:pt x="54701" y="2034"/>
                  </a:lnTo>
                  <a:lnTo>
                    <a:pt x="62515" y="2339"/>
                  </a:lnTo>
                  <a:lnTo>
                    <a:pt x="70330" y="2643"/>
                  </a:lnTo>
                  <a:lnTo>
                    <a:pt x="78144" y="2964"/>
                  </a:lnTo>
                  <a:lnTo>
                    <a:pt x="85958" y="3261"/>
                  </a:lnTo>
                  <a:lnTo>
                    <a:pt x="93773" y="3586"/>
                  </a:lnTo>
                  <a:lnTo>
                    <a:pt x="101587" y="3836"/>
                  </a:lnTo>
                  <a:lnTo>
                    <a:pt x="109402" y="4129"/>
                  </a:lnTo>
                  <a:lnTo>
                    <a:pt x="117216" y="4413"/>
                  </a:lnTo>
                  <a:lnTo>
                    <a:pt x="125031" y="4686"/>
                  </a:lnTo>
                  <a:lnTo>
                    <a:pt x="132845" y="4983"/>
                  </a:lnTo>
                  <a:lnTo>
                    <a:pt x="140660" y="5266"/>
                  </a:lnTo>
                  <a:lnTo>
                    <a:pt x="148474" y="5489"/>
                  </a:lnTo>
                  <a:lnTo>
                    <a:pt x="156288" y="5794"/>
                  </a:lnTo>
                  <a:lnTo>
                    <a:pt x="164103" y="6087"/>
                  </a:lnTo>
                  <a:lnTo>
                    <a:pt x="171917" y="6355"/>
                  </a:lnTo>
                  <a:lnTo>
                    <a:pt x="179732" y="6611"/>
                  </a:lnTo>
                  <a:lnTo>
                    <a:pt x="187546" y="6854"/>
                  </a:lnTo>
                  <a:lnTo>
                    <a:pt x="195361" y="7114"/>
                  </a:lnTo>
                  <a:lnTo>
                    <a:pt x="203175" y="7357"/>
                  </a:lnTo>
                  <a:lnTo>
                    <a:pt x="210990" y="7602"/>
                  </a:lnTo>
                  <a:lnTo>
                    <a:pt x="218804" y="7847"/>
                  </a:lnTo>
                  <a:lnTo>
                    <a:pt x="226619" y="8135"/>
                  </a:lnTo>
                  <a:lnTo>
                    <a:pt x="234433" y="8377"/>
                  </a:lnTo>
                  <a:lnTo>
                    <a:pt x="242247" y="8604"/>
                  </a:lnTo>
                  <a:lnTo>
                    <a:pt x="250062" y="8803"/>
                  </a:lnTo>
                  <a:lnTo>
                    <a:pt x="257876" y="9103"/>
                  </a:lnTo>
                  <a:lnTo>
                    <a:pt x="265691" y="9355"/>
                  </a:lnTo>
                  <a:lnTo>
                    <a:pt x="273505" y="9575"/>
                  </a:lnTo>
                  <a:lnTo>
                    <a:pt x="281320" y="9805"/>
                  </a:lnTo>
                  <a:lnTo>
                    <a:pt x="289134" y="10053"/>
                  </a:lnTo>
                  <a:lnTo>
                    <a:pt x="296949" y="10257"/>
                  </a:lnTo>
                  <a:lnTo>
                    <a:pt x="304763" y="10484"/>
                  </a:lnTo>
                  <a:lnTo>
                    <a:pt x="312577" y="10727"/>
                  </a:lnTo>
                  <a:lnTo>
                    <a:pt x="320392" y="10968"/>
                  </a:lnTo>
                  <a:lnTo>
                    <a:pt x="328206" y="11222"/>
                  </a:lnTo>
                  <a:lnTo>
                    <a:pt x="336021" y="11427"/>
                  </a:lnTo>
                  <a:lnTo>
                    <a:pt x="343835" y="11616"/>
                  </a:lnTo>
                  <a:lnTo>
                    <a:pt x="351650" y="11818"/>
                  </a:lnTo>
                  <a:lnTo>
                    <a:pt x="359464" y="12010"/>
                  </a:lnTo>
                  <a:lnTo>
                    <a:pt x="367279" y="12243"/>
                  </a:lnTo>
                  <a:lnTo>
                    <a:pt x="375093" y="12448"/>
                  </a:lnTo>
                  <a:lnTo>
                    <a:pt x="382907" y="12666"/>
                  </a:lnTo>
                  <a:lnTo>
                    <a:pt x="390722" y="12884"/>
                  </a:lnTo>
                  <a:lnTo>
                    <a:pt x="398536" y="13096"/>
                  </a:lnTo>
                  <a:lnTo>
                    <a:pt x="406351" y="13328"/>
                  </a:lnTo>
                  <a:lnTo>
                    <a:pt x="414165" y="13540"/>
                  </a:lnTo>
                  <a:lnTo>
                    <a:pt x="421980" y="13758"/>
                  </a:lnTo>
                  <a:lnTo>
                    <a:pt x="429794" y="13940"/>
                  </a:lnTo>
                  <a:lnTo>
                    <a:pt x="437609" y="14129"/>
                  </a:lnTo>
                  <a:lnTo>
                    <a:pt x="445423" y="14372"/>
                  </a:lnTo>
                  <a:lnTo>
                    <a:pt x="453238" y="14586"/>
                  </a:lnTo>
                  <a:lnTo>
                    <a:pt x="461052" y="14801"/>
                  </a:lnTo>
                  <a:lnTo>
                    <a:pt x="468866" y="14992"/>
                  </a:lnTo>
                  <a:lnTo>
                    <a:pt x="476681" y="15189"/>
                  </a:lnTo>
                  <a:lnTo>
                    <a:pt x="484495" y="15370"/>
                  </a:lnTo>
                  <a:lnTo>
                    <a:pt x="492310" y="15508"/>
                  </a:lnTo>
                  <a:lnTo>
                    <a:pt x="500124" y="15714"/>
                  </a:lnTo>
                  <a:lnTo>
                    <a:pt x="507939" y="15904"/>
                  </a:lnTo>
                  <a:lnTo>
                    <a:pt x="515753" y="16100"/>
                  </a:lnTo>
                  <a:lnTo>
                    <a:pt x="523568" y="16320"/>
                  </a:lnTo>
                  <a:lnTo>
                    <a:pt x="531382" y="16497"/>
                  </a:lnTo>
                  <a:lnTo>
                    <a:pt x="539196" y="16703"/>
                  </a:lnTo>
                  <a:lnTo>
                    <a:pt x="547011" y="16877"/>
                  </a:lnTo>
                  <a:lnTo>
                    <a:pt x="554825" y="17098"/>
                  </a:lnTo>
                  <a:lnTo>
                    <a:pt x="562640" y="17287"/>
                  </a:lnTo>
                  <a:lnTo>
                    <a:pt x="570454" y="17474"/>
                  </a:lnTo>
                  <a:lnTo>
                    <a:pt x="578269" y="17645"/>
                  </a:lnTo>
                  <a:lnTo>
                    <a:pt x="586083" y="17817"/>
                  </a:lnTo>
                  <a:lnTo>
                    <a:pt x="593898" y="17963"/>
                  </a:lnTo>
                  <a:lnTo>
                    <a:pt x="601712" y="18121"/>
                  </a:lnTo>
                  <a:lnTo>
                    <a:pt x="609526" y="18308"/>
                  </a:lnTo>
                  <a:lnTo>
                    <a:pt x="617341" y="18432"/>
                  </a:lnTo>
                  <a:lnTo>
                    <a:pt x="625155" y="18602"/>
                  </a:lnTo>
                  <a:lnTo>
                    <a:pt x="632970" y="18729"/>
                  </a:lnTo>
                  <a:lnTo>
                    <a:pt x="640784" y="18888"/>
                  </a:lnTo>
                  <a:lnTo>
                    <a:pt x="648599" y="19035"/>
                  </a:lnTo>
                  <a:lnTo>
                    <a:pt x="656413" y="19239"/>
                  </a:lnTo>
                  <a:lnTo>
                    <a:pt x="664228" y="19409"/>
                  </a:lnTo>
                  <a:lnTo>
                    <a:pt x="672042" y="19579"/>
                  </a:lnTo>
                  <a:lnTo>
                    <a:pt x="679857" y="19751"/>
                  </a:lnTo>
                  <a:lnTo>
                    <a:pt x="687671" y="19929"/>
                  </a:lnTo>
                  <a:lnTo>
                    <a:pt x="695485" y="20057"/>
                  </a:lnTo>
                  <a:lnTo>
                    <a:pt x="703300" y="20221"/>
                  </a:lnTo>
                  <a:lnTo>
                    <a:pt x="711114" y="20387"/>
                  </a:lnTo>
                  <a:lnTo>
                    <a:pt x="718929" y="20520"/>
                  </a:lnTo>
                  <a:lnTo>
                    <a:pt x="726743" y="20676"/>
                  </a:lnTo>
                  <a:lnTo>
                    <a:pt x="734558" y="20833"/>
                  </a:lnTo>
                  <a:lnTo>
                    <a:pt x="742372" y="20962"/>
                  </a:lnTo>
                  <a:lnTo>
                    <a:pt x="750187" y="21120"/>
                  </a:lnTo>
                  <a:lnTo>
                    <a:pt x="758001" y="21274"/>
                  </a:lnTo>
                  <a:lnTo>
                    <a:pt x="765815" y="21450"/>
                  </a:lnTo>
                  <a:lnTo>
                    <a:pt x="773630" y="21630"/>
                  </a:lnTo>
                  <a:lnTo>
                    <a:pt x="781444" y="21783"/>
                  </a:lnTo>
                  <a:lnTo>
                    <a:pt x="789259" y="21900"/>
                  </a:lnTo>
                  <a:lnTo>
                    <a:pt x="797073" y="22059"/>
                  </a:lnTo>
                  <a:lnTo>
                    <a:pt x="804888" y="22196"/>
                  </a:lnTo>
                  <a:lnTo>
                    <a:pt x="812702" y="22321"/>
                  </a:lnTo>
                  <a:lnTo>
                    <a:pt x="820517" y="22461"/>
                  </a:lnTo>
                  <a:lnTo>
                    <a:pt x="828331" y="22604"/>
                  </a:lnTo>
                  <a:lnTo>
                    <a:pt x="836145" y="22737"/>
                  </a:lnTo>
                  <a:lnTo>
                    <a:pt x="843960" y="22840"/>
                  </a:lnTo>
                  <a:lnTo>
                    <a:pt x="851774" y="22984"/>
                  </a:lnTo>
                  <a:lnTo>
                    <a:pt x="859589" y="23105"/>
                  </a:lnTo>
                  <a:lnTo>
                    <a:pt x="867403" y="23207"/>
                  </a:lnTo>
                  <a:lnTo>
                    <a:pt x="875218" y="23327"/>
                  </a:lnTo>
                  <a:lnTo>
                    <a:pt x="883032" y="23488"/>
                  </a:lnTo>
                  <a:lnTo>
                    <a:pt x="890847" y="23604"/>
                  </a:lnTo>
                  <a:lnTo>
                    <a:pt x="898661" y="23716"/>
                  </a:lnTo>
                  <a:lnTo>
                    <a:pt x="906476" y="23799"/>
                  </a:lnTo>
                  <a:lnTo>
                    <a:pt x="914290" y="23951"/>
                  </a:lnTo>
                  <a:lnTo>
                    <a:pt x="922104" y="24067"/>
                  </a:lnTo>
                  <a:lnTo>
                    <a:pt x="929919" y="24169"/>
                  </a:lnTo>
                  <a:lnTo>
                    <a:pt x="937733" y="24273"/>
                  </a:lnTo>
                  <a:lnTo>
                    <a:pt x="945548" y="24399"/>
                  </a:lnTo>
                  <a:lnTo>
                    <a:pt x="953362" y="24524"/>
                  </a:lnTo>
                  <a:lnTo>
                    <a:pt x="961177" y="24644"/>
                  </a:lnTo>
                  <a:lnTo>
                    <a:pt x="968991" y="24763"/>
                  </a:lnTo>
                  <a:lnTo>
                    <a:pt x="976806" y="24898"/>
                  </a:lnTo>
                  <a:lnTo>
                    <a:pt x="984620" y="25022"/>
                  </a:lnTo>
                  <a:lnTo>
                    <a:pt x="992434" y="25147"/>
                  </a:lnTo>
                  <a:lnTo>
                    <a:pt x="1000249" y="25286"/>
                  </a:lnTo>
                  <a:lnTo>
                    <a:pt x="1008063" y="25408"/>
                  </a:lnTo>
                  <a:lnTo>
                    <a:pt x="1015878" y="25550"/>
                  </a:lnTo>
                  <a:lnTo>
                    <a:pt x="1023692" y="25662"/>
                  </a:lnTo>
                  <a:lnTo>
                    <a:pt x="1031507" y="25760"/>
                  </a:lnTo>
                  <a:lnTo>
                    <a:pt x="1039321" y="25870"/>
                  </a:lnTo>
                  <a:lnTo>
                    <a:pt x="1047136" y="25987"/>
                  </a:lnTo>
                  <a:lnTo>
                    <a:pt x="1054950" y="26093"/>
                  </a:lnTo>
                  <a:lnTo>
                    <a:pt x="1062765" y="26172"/>
                  </a:lnTo>
                  <a:lnTo>
                    <a:pt x="1070579" y="26286"/>
                  </a:lnTo>
                  <a:lnTo>
                    <a:pt x="1078393" y="26381"/>
                  </a:lnTo>
                  <a:lnTo>
                    <a:pt x="1086208" y="26475"/>
                  </a:lnTo>
                  <a:lnTo>
                    <a:pt x="1094022" y="26552"/>
                  </a:lnTo>
                  <a:lnTo>
                    <a:pt x="1101837" y="26643"/>
                  </a:lnTo>
                  <a:lnTo>
                    <a:pt x="1109651" y="26726"/>
                  </a:lnTo>
                  <a:lnTo>
                    <a:pt x="1117466" y="26847"/>
                  </a:lnTo>
                  <a:lnTo>
                    <a:pt x="1125280" y="26928"/>
                  </a:lnTo>
                  <a:lnTo>
                    <a:pt x="1133095" y="27042"/>
                  </a:lnTo>
                  <a:lnTo>
                    <a:pt x="1140909" y="27158"/>
                  </a:lnTo>
                  <a:lnTo>
                    <a:pt x="1148723" y="27237"/>
                  </a:lnTo>
                  <a:lnTo>
                    <a:pt x="1156538" y="27381"/>
                  </a:lnTo>
                  <a:lnTo>
                    <a:pt x="1164352" y="27459"/>
                  </a:lnTo>
                  <a:lnTo>
                    <a:pt x="1172167" y="27565"/>
                  </a:lnTo>
                  <a:lnTo>
                    <a:pt x="1179981" y="27678"/>
                  </a:lnTo>
                  <a:lnTo>
                    <a:pt x="1187796" y="27775"/>
                  </a:lnTo>
                  <a:lnTo>
                    <a:pt x="1195610" y="27860"/>
                  </a:lnTo>
                  <a:lnTo>
                    <a:pt x="1203425" y="27944"/>
                  </a:lnTo>
                  <a:lnTo>
                    <a:pt x="1211239" y="28005"/>
                  </a:lnTo>
                  <a:lnTo>
                    <a:pt x="1219053" y="28097"/>
                  </a:lnTo>
                  <a:lnTo>
                    <a:pt x="1226868" y="28189"/>
                  </a:lnTo>
                  <a:lnTo>
                    <a:pt x="1234682" y="28262"/>
                  </a:lnTo>
                  <a:lnTo>
                    <a:pt x="1242497" y="28376"/>
                  </a:lnTo>
                  <a:lnTo>
                    <a:pt x="1250311" y="28453"/>
                  </a:lnTo>
                  <a:lnTo>
                    <a:pt x="1258126" y="28577"/>
                  </a:lnTo>
                  <a:lnTo>
                    <a:pt x="1265940" y="28678"/>
                  </a:lnTo>
                  <a:lnTo>
                    <a:pt x="1273755" y="28765"/>
                  </a:lnTo>
                  <a:lnTo>
                    <a:pt x="1281569" y="28868"/>
                  </a:lnTo>
                  <a:lnTo>
                    <a:pt x="1289384" y="28937"/>
                  </a:lnTo>
                  <a:lnTo>
                    <a:pt x="1297198" y="28996"/>
                  </a:lnTo>
                  <a:lnTo>
                    <a:pt x="1305012" y="29076"/>
                  </a:lnTo>
                  <a:lnTo>
                    <a:pt x="1312827" y="29144"/>
                  </a:lnTo>
                  <a:lnTo>
                    <a:pt x="1320641" y="29226"/>
                  </a:lnTo>
                  <a:lnTo>
                    <a:pt x="1328456" y="29325"/>
                  </a:lnTo>
                  <a:lnTo>
                    <a:pt x="1336270" y="29430"/>
                  </a:lnTo>
                  <a:lnTo>
                    <a:pt x="1344085" y="29501"/>
                  </a:lnTo>
                  <a:lnTo>
                    <a:pt x="1351899" y="29573"/>
                  </a:lnTo>
                  <a:lnTo>
                    <a:pt x="1359714" y="29648"/>
                  </a:lnTo>
                  <a:lnTo>
                    <a:pt x="1367528" y="29725"/>
                  </a:lnTo>
                  <a:lnTo>
                    <a:pt x="1375342" y="29815"/>
                  </a:lnTo>
                  <a:lnTo>
                    <a:pt x="1383157" y="29901"/>
                  </a:lnTo>
                  <a:lnTo>
                    <a:pt x="1390971" y="29986"/>
                  </a:lnTo>
                  <a:lnTo>
                    <a:pt x="1398786" y="30059"/>
                  </a:lnTo>
                  <a:lnTo>
                    <a:pt x="1406600" y="30121"/>
                  </a:lnTo>
                  <a:lnTo>
                    <a:pt x="1414415" y="30211"/>
                  </a:lnTo>
                  <a:lnTo>
                    <a:pt x="1422229" y="30269"/>
                  </a:lnTo>
                  <a:lnTo>
                    <a:pt x="1430044" y="30325"/>
                  </a:lnTo>
                  <a:lnTo>
                    <a:pt x="1437858" y="30392"/>
                  </a:lnTo>
                  <a:lnTo>
                    <a:pt x="1445672" y="30459"/>
                  </a:lnTo>
                  <a:lnTo>
                    <a:pt x="1453487" y="30522"/>
                  </a:lnTo>
                  <a:lnTo>
                    <a:pt x="1461301" y="30607"/>
                  </a:lnTo>
                  <a:lnTo>
                    <a:pt x="1469116" y="30692"/>
                  </a:lnTo>
                  <a:lnTo>
                    <a:pt x="1476930" y="30753"/>
                  </a:lnTo>
                  <a:lnTo>
                    <a:pt x="1484745" y="30806"/>
                  </a:lnTo>
                  <a:lnTo>
                    <a:pt x="1492559" y="30872"/>
                  </a:lnTo>
                  <a:lnTo>
                    <a:pt x="1500374" y="30934"/>
                  </a:lnTo>
                  <a:lnTo>
                    <a:pt x="1508188" y="31001"/>
                  </a:lnTo>
                  <a:lnTo>
                    <a:pt x="1516003" y="31069"/>
                  </a:lnTo>
                  <a:lnTo>
                    <a:pt x="1523817" y="31131"/>
                  </a:lnTo>
                  <a:lnTo>
                    <a:pt x="1531631" y="31199"/>
                  </a:lnTo>
                  <a:lnTo>
                    <a:pt x="1539446" y="31261"/>
                  </a:lnTo>
                  <a:lnTo>
                    <a:pt x="1547260" y="31338"/>
                  </a:lnTo>
                  <a:lnTo>
                    <a:pt x="1555075" y="31411"/>
                  </a:lnTo>
                  <a:lnTo>
                    <a:pt x="1562889" y="31457"/>
                  </a:lnTo>
                  <a:lnTo>
                    <a:pt x="1570704" y="31522"/>
                  </a:lnTo>
                  <a:lnTo>
                    <a:pt x="1578518" y="31576"/>
                  </a:lnTo>
                  <a:lnTo>
                    <a:pt x="1586333" y="31622"/>
                  </a:lnTo>
                  <a:lnTo>
                    <a:pt x="1594147" y="31671"/>
                  </a:lnTo>
                  <a:lnTo>
                    <a:pt x="1601961" y="31718"/>
                  </a:lnTo>
                  <a:lnTo>
                    <a:pt x="1609776" y="31760"/>
                  </a:lnTo>
                  <a:lnTo>
                    <a:pt x="1617590" y="31835"/>
                  </a:lnTo>
                  <a:lnTo>
                    <a:pt x="1625405" y="31893"/>
                  </a:lnTo>
                  <a:lnTo>
                    <a:pt x="1633219" y="31948"/>
                  </a:lnTo>
                  <a:lnTo>
                    <a:pt x="1641034" y="32008"/>
                  </a:lnTo>
                  <a:lnTo>
                    <a:pt x="1648848" y="32071"/>
                  </a:lnTo>
                  <a:lnTo>
                    <a:pt x="1656663" y="32131"/>
                  </a:lnTo>
                  <a:lnTo>
                    <a:pt x="1664477" y="32185"/>
                  </a:lnTo>
                  <a:lnTo>
                    <a:pt x="1672291" y="32249"/>
                  </a:lnTo>
                  <a:lnTo>
                    <a:pt x="1680106" y="32290"/>
                  </a:lnTo>
                  <a:lnTo>
                    <a:pt x="1687920" y="32353"/>
                  </a:lnTo>
                  <a:lnTo>
                    <a:pt x="1695735" y="32399"/>
                  </a:lnTo>
                  <a:lnTo>
                    <a:pt x="1703549" y="32445"/>
                  </a:lnTo>
                  <a:lnTo>
                    <a:pt x="1711364" y="32485"/>
                  </a:lnTo>
                  <a:lnTo>
                    <a:pt x="1719178" y="32534"/>
                  </a:lnTo>
                  <a:lnTo>
                    <a:pt x="1726993" y="32587"/>
                  </a:lnTo>
                  <a:lnTo>
                    <a:pt x="1734807" y="32632"/>
                  </a:lnTo>
                  <a:lnTo>
                    <a:pt x="1742622" y="32683"/>
                  </a:lnTo>
                  <a:lnTo>
                    <a:pt x="1750436" y="32753"/>
                  </a:lnTo>
                  <a:lnTo>
                    <a:pt x="1758250" y="32810"/>
                  </a:lnTo>
                  <a:lnTo>
                    <a:pt x="1766065" y="32859"/>
                  </a:lnTo>
                  <a:lnTo>
                    <a:pt x="1773879" y="32892"/>
                  </a:lnTo>
                  <a:lnTo>
                    <a:pt x="1781694" y="32941"/>
                  </a:lnTo>
                  <a:lnTo>
                    <a:pt x="1789508" y="33005"/>
                  </a:lnTo>
                  <a:lnTo>
                    <a:pt x="1797323" y="33080"/>
                  </a:lnTo>
                  <a:lnTo>
                    <a:pt x="1805137" y="33138"/>
                  </a:lnTo>
                  <a:lnTo>
                    <a:pt x="1812952" y="33187"/>
                  </a:lnTo>
                  <a:lnTo>
                    <a:pt x="1820766" y="33226"/>
                  </a:lnTo>
                  <a:lnTo>
                    <a:pt x="1828580" y="33267"/>
                  </a:lnTo>
                  <a:lnTo>
                    <a:pt x="1836395" y="33303"/>
                  </a:lnTo>
                  <a:lnTo>
                    <a:pt x="1844209" y="33338"/>
                  </a:lnTo>
                  <a:lnTo>
                    <a:pt x="1852024" y="33374"/>
                  </a:lnTo>
                  <a:lnTo>
                    <a:pt x="1859838" y="33407"/>
                  </a:lnTo>
                  <a:lnTo>
                    <a:pt x="1867653" y="33459"/>
                  </a:lnTo>
                  <a:lnTo>
                    <a:pt x="1875467" y="33494"/>
                  </a:lnTo>
                  <a:lnTo>
                    <a:pt x="1883282" y="33550"/>
                  </a:lnTo>
                  <a:lnTo>
                    <a:pt x="1891096" y="33603"/>
                  </a:lnTo>
                  <a:lnTo>
                    <a:pt x="1898910" y="33644"/>
                  </a:lnTo>
                  <a:lnTo>
                    <a:pt x="1906725" y="33670"/>
                  </a:lnTo>
                  <a:lnTo>
                    <a:pt x="1914539" y="33700"/>
                  </a:lnTo>
                  <a:lnTo>
                    <a:pt x="1922354" y="33730"/>
                  </a:lnTo>
                  <a:lnTo>
                    <a:pt x="1930168" y="33772"/>
                  </a:lnTo>
                  <a:lnTo>
                    <a:pt x="1937983" y="33820"/>
                  </a:lnTo>
                  <a:lnTo>
                    <a:pt x="1945797" y="33864"/>
                  </a:lnTo>
                  <a:lnTo>
                    <a:pt x="1953612" y="33897"/>
                  </a:lnTo>
                  <a:lnTo>
                    <a:pt x="1961426" y="33943"/>
                  </a:lnTo>
                  <a:lnTo>
                    <a:pt x="1969241" y="33982"/>
                  </a:lnTo>
                  <a:lnTo>
                    <a:pt x="1977055" y="34019"/>
                  </a:lnTo>
                  <a:lnTo>
                    <a:pt x="1984869" y="34046"/>
                  </a:lnTo>
                  <a:lnTo>
                    <a:pt x="1992684" y="34090"/>
                  </a:lnTo>
                  <a:lnTo>
                    <a:pt x="2000498" y="34142"/>
                  </a:lnTo>
                  <a:lnTo>
                    <a:pt x="2008313" y="34181"/>
                  </a:lnTo>
                  <a:lnTo>
                    <a:pt x="2016127" y="34218"/>
                  </a:lnTo>
                  <a:lnTo>
                    <a:pt x="2023942" y="34265"/>
                  </a:lnTo>
                </a:path>
              </a:pathLst>
            </a:custGeom>
            <a:ln w="1897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l280"/>
            <p:cNvSpPr/>
            <p:nvPr/>
          </p:nvSpPr>
          <p:spPr>
            <a:xfrm>
              <a:off x="6041499" y="4637887"/>
              <a:ext cx="2023942" cy="29022"/>
            </a:xfrm>
            <a:custGeom>
              <a:avLst/>
              <a:pathLst>
                <a:path w="2023942" h="29022">
                  <a:moveTo>
                    <a:pt x="0" y="0"/>
                  </a:moveTo>
                  <a:lnTo>
                    <a:pt x="7814" y="236"/>
                  </a:lnTo>
                  <a:lnTo>
                    <a:pt x="15628" y="492"/>
                  </a:lnTo>
                  <a:lnTo>
                    <a:pt x="23443" y="712"/>
                  </a:lnTo>
                  <a:lnTo>
                    <a:pt x="31257" y="962"/>
                  </a:lnTo>
                  <a:lnTo>
                    <a:pt x="39072" y="1237"/>
                  </a:lnTo>
                  <a:lnTo>
                    <a:pt x="46886" y="1473"/>
                  </a:lnTo>
                  <a:lnTo>
                    <a:pt x="54701" y="1760"/>
                  </a:lnTo>
                  <a:lnTo>
                    <a:pt x="62515" y="1992"/>
                  </a:lnTo>
                  <a:lnTo>
                    <a:pt x="70330" y="2237"/>
                  </a:lnTo>
                  <a:lnTo>
                    <a:pt x="78144" y="2482"/>
                  </a:lnTo>
                  <a:lnTo>
                    <a:pt x="85958" y="2687"/>
                  </a:lnTo>
                  <a:lnTo>
                    <a:pt x="93773" y="2908"/>
                  </a:lnTo>
                  <a:lnTo>
                    <a:pt x="101587" y="3090"/>
                  </a:lnTo>
                  <a:lnTo>
                    <a:pt x="109402" y="3312"/>
                  </a:lnTo>
                  <a:lnTo>
                    <a:pt x="117216" y="3561"/>
                  </a:lnTo>
                  <a:lnTo>
                    <a:pt x="125031" y="3839"/>
                  </a:lnTo>
                  <a:lnTo>
                    <a:pt x="132845" y="4020"/>
                  </a:lnTo>
                  <a:lnTo>
                    <a:pt x="140660" y="4247"/>
                  </a:lnTo>
                  <a:lnTo>
                    <a:pt x="148474" y="4428"/>
                  </a:lnTo>
                  <a:lnTo>
                    <a:pt x="156288" y="4640"/>
                  </a:lnTo>
                  <a:lnTo>
                    <a:pt x="164103" y="4847"/>
                  </a:lnTo>
                  <a:lnTo>
                    <a:pt x="171917" y="5068"/>
                  </a:lnTo>
                  <a:lnTo>
                    <a:pt x="179732" y="5290"/>
                  </a:lnTo>
                  <a:lnTo>
                    <a:pt x="187546" y="5572"/>
                  </a:lnTo>
                  <a:lnTo>
                    <a:pt x="195361" y="5789"/>
                  </a:lnTo>
                  <a:lnTo>
                    <a:pt x="203175" y="5991"/>
                  </a:lnTo>
                  <a:lnTo>
                    <a:pt x="210990" y="6177"/>
                  </a:lnTo>
                  <a:lnTo>
                    <a:pt x="218804" y="6337"/>
                  </a:lnTo>
                  <a:lnTo>
                    <a:pt x="226619" y="6528"/>
                  </a:lnTo>
                  <a:lnTo>
                    <a:pt x="234433" y="6760"/>
                  </a:lnTo>
                  <a:lnTo>
                    <a:pt x="242247" y="6969"/>
                  </a:lnTo>
                  <a:lnTo>
                    <a:pt x="250062" y="7165"/>
                  </a:lnTo>
                  <a:lnTo>
                    <a:pt x="257876" y="7342"/>
                  </a:lnTo>
                  <a:lnTo>
                    <a:pt x="265691" y="7538"/>
                  </a:lnTo>
                  <a:lnTo>
                    <a:pt x="273505" y="7721"/>
                  </a:lnTo>
                  <a:lnTo>
                    <a:pt x="281320" y="7896"/>
                  </a:lnTo>
                  <a:lnTo>
                    <a:pt x="289134" y="8071"/>
                  </a:lnTo>
                  <a:lnTo>
                    <a:pt x="296949" y="8274"/>
                  </a:lnTo>
                  <a:lnTo>
                    <a:pt x="304763" y="8461"/>
                  </a:lnTo>
                  <a:lnTo>
                    <a:pt x="312577" y="8607"/>
                  </a:lnTo>
                  <a:lnTo>
                    <a:pt x="320392" y="8803"/>
                  </a:lnTo>
                  <a:lnTo>
                    <a:pt x="328206" y="8975"/>
                  </a:lnTo>
                  <a:lnTo>
                    <a:pt x="336021" y="9164"/>
                  </a:lnTo>
                  <a:lnTo>
                    <a:pt x="343835" y="9338"/>
                  </a:lnTo>
                  <a:lnTo>
                    <a:pt x="351650" y="9524"/>
                  </a:lnTo>
                  <a:lnTo>
                    <a:pt x="359464" y="9691"/>
                  </a:lnTo>
                  <a:lnTo>
                    <a:pt x="367279" y="9848"/>
                  </a:lnTo>
                  <a:lnTo>
                    <a:pt x="375093" y="10037"/>
                  </a:lnTo>
                  <a:lnTo>
                    <a:pt x="382907" y="10218"/>
                  </a:lnTo>
                  <a:lnTo>
                    <a:pt x="390722" y="10379"/>
                  </a:lnTo>
                  <a:lnTo>
                    <a:pt x="398536" y="10521"/>
                  </a:lnTo>
                  <a:lnTo>
                    <a:pt x="406351" y="10688"/>
                  </a:lnTo>
                  <a:lnTo>
                    <a:pt x="414165" y="10870"/>
                  </a:lnTo>
                  <a:lnTo>
                    <a:pt x="421980" y="11056"/>
                  </a:lnTo>
                  <a:lnTo>
                    <a:pt x="429794" y="11227"/>
                  </a:lnTo>
                  <a:lnTo>
                    <a:pt x="437609" y="11401"/>
                  </a:lnTo>
                  <a:lnTo>
                    <a:pt x="445423" y="11563"/>
                  </a:lnTo>
                  <a:lnTo>
                    <a:pt x="453238" y="11741"/>
                  </a:lnTo>
                  <a:lnTo>
                    <a:pt x="461052" y="11910"/>
                  </a:lnTo>
                  <a:lnTo>
                    <a:pt x="468866" y="12046"/>
                  </a:lnTo>
                  <a:lnTo>
                    <a:pt x="476681" y="12196"/>
                  </a:lnTo>
                  <a:lnTo>
                    <a:pt x="484495" y="12371"/>
                  </a:lnTo>
                  <a:lnTo>
                    <a:pt x="492310" y="12532"/>
                  </a:lnTo>
                  <a:lnTo>
                    <a:pt x="500124" y="12707"/>
                  </a:lnTo>
                  <a:lnTo>
                    <a:pt x="507939" y="12862"/>
                  </a:lnTo>
                  <a:lnTo>
                    <a:pt x="515753" y="13022"/>
                  </a:lnTo>
                  <a:lnTo>
                    <a:pt x="523568" y="13187"/>
                  </a:lnTo>
                  <a:lnTo>
                    <a:pt x="531382" y="13324"/>
                  </a:lnTo>
                  <a:lnTo>
                    <a:pt x="539196" y="13458"/>
                  </a:lnTo>
                  <a:lnTo>
                    <a:pt x="547011" y="13604"/>
                  </a:lnTo>
                  <a:lnTo>
                    <a:pt x="554825" y="13745"/>
                  </a:lnTo>
                  <a:lnTo>
                    <a:pt x="562640" y="13888"/>
                  </a:lnTo>
                  <a:lnTo>
                    <a:pt x="570454" y="14009"/>
                  </a:lnTo>
                  <a:lnTo>
                    <a:pt x="578269" y="14155"/>
                  </a:lnTo>
                  <a:lnTo>
                    <a:pt x="586083" y="14310"/>
                  </a:lnTo>
                  <a:lnTo>
                    <a:pt x="593898" y="14468"/>
                  </a:lnTo>
                  <a:lnTo>
                    <a:pt x="601712" y="14629"/>
                  </a:lnTo>
                  <a:lnTo>
                    <a:pt x="609526" y="14780"/>
                  </a:lnTo>
                  <a:lnTo>
                    <a:pt x="617341" y="14922"/>
                  </a:lnTo>
                  <a:lnTo>
                    <a:pt x="625155" y="15078"/>
                  </a:lnTo>
                  <a:lnTo>
                    <a:pt x="632970" y="15231"/>
                  </a:lnTo>
                  <a:lnTo>
                    <a:pt x="640784" y="15392"/>
                  </a:lnTo>
                  <a:lnTo>
                    <a:pt x="648599" y="15529"/>
                  </a:lnTo>
                  <a:lnTo>
                    <a:pt x="656413" y="15658"/>
                  </a:lnTo>
                  <a:lnTo>
                    <a:pt x="664228" y="15832"/>
                  </a:lnTo>
                  <a:lnTo>
                    <a:pt x="672042" y="15965"/>
                  </a:lnTo>
                  <a:lnTo>
                    <a:pt x="679857" y="16129"/>
                  </a:lnTo>
                  <a:lnTo>
                    <a:pt x="687671" y="16242"/>
                  </a:lnTo>
                  <a:lnTo>
                    <a:pt x="695485" y="16348"/>
                  </a:lnTo>
                  <a:lnTo>
                    <a:pt x="703300" y="16458"/>
                  </a:lnTo>
                  <a:lnTo>
                    <a:pt x="711114" y="16575"/>
                  </a:lnTo>
                  <a:lnTo>
                    <a:pt x="718929" y="16726"/>
                  </a:lnTo>
                  <a:lnTo>
                    <a:pt x="726743" y="16849"/>
                  </a:lnTo>
                  <a:lnTo>
                    <a:pt x="734558" y="16979"/>
                  </a:lnTo>
                  <a:lnTo>
                    <a:pt x="742372" y="17098"/>
                  </a:lnTo>
                  <a:lnTo>
                    <a:pt x="750187" y="17229"/>
                  </a:lnTo>
                  <a:lnTo>
                    <a:pt x="758001" y="17323"/>
                  </a:lnTo>
                  <a:lnTo>
                    <a:pt x="765815" y="17441"/>
                  </a:lnTo>
                  <a:lnTo>
                    <a:pt x="773630" y="17551"/>
                  </a:lnTo>
                  <a:lnTo>
                    <a:pt x="781444" y="17656"/>
                  </a:lnTo>
                  <a:lnTo>
                    <a:pt x="789259" y="17753"/>
                  </a:lnTo>
                  <a:lnTo>
                    <a:pt x="797073" y="17864"/>
                  </a:lnTo>
                  <a:lnTo>
                    <a:pt x="804888" y="17967"/>
                  </a:lnTo>
                  <a:lnTo>
                    <a:pt x="812702" y="18073"/>
                  </a:lnTo>
                  <a:lnTo>
                    <a:pt x="820517" y="18191"/>
                  </a:lnTo>
                  <a:lnTo>
                    <a:pt x="828331" y="18318"/>
                  </a:lnTo>
                  <a:lnTo>
                    <a:pt x="836145" y="18426"/>
                  </a:lnTo>
                  <a:lnTo>
                    <a:pt x="843960" y="18534"/>
                  </a:lnTo>
                  <a:lnTo>
                    <a:pt x="851774" y="18658"/>
                  </a:lnTo>
                  <a:lnTo>
                    <a:pt x="859589" y="18773"/>
                  </a:lnTo>
                  <a:lnTo>
                    <a:pt x="867403" y="18901"/>
                  </a:lnTo>
                  <a:lnTo>
                    <a:pt x="875218" y="19032"/>
                  </a:lnTo>
                  <a:lnTo>
                    <a:pt x="883032" y="19147"/>
                  </a:lnTo>
                  <a:lnTo>
                    <a:pt x="890847" y="19264"/>
                  </a:lnTo>
                  <a:lnTo>
                    <a:pt x="898661" y="19372"/>
                  </a:lnTo>
                  <a:lnTo>
                    <a:pt x="906476" y="19480"/>
                  </a:lnTo>
                  <a:lnTo>
                    <a:pt x="914290" y="19599"/>
                  </a:lnTo>
                  <a:lnTo>
                    <a:pt x="922104" y="19697"/>
                  </a:lnTo>
                  <a:lnTo>
                    <a:pt x="929919" y="19809"/>
                  </a:lnTo>
                  <a:lnTo>
                    <a:pt x="937733" y="19909"/>
                  </a:lnTo>
                  <a:lnTo>
                    <a:pt x="945548" y="20027"/>
                  </a:lnTo>
                  <a:lnTo>
                    <a:pt x="953362" y="20112"/>
                  </a:lnTo>
                  <a:lnTo>
                    <a:pt x="961177" y="20183"/>
                  </a:lnTo>
                  <a:lnTo>
                    <a:pt x="968991" y="20299"/>
                  </a:lnTo>
                  <a:lnTo>
                    <a:pt x="976806" y="20413"/>
                  </a:lnTo>
                  <a:lnTo>
                    <a:pt x="984620" y="20512"/>
                  </a:lnTo>
                  <a:lnTo>
                    <a:pt x="992434" y="20615"/>
                  </a:lnTo>
                  <a:lnTo>
                    <a:pt x="1000249" y="20713"/>
                  </a:lnTo>
                  <a:lnTo>
                    <a:pt x="1008063" y="20807"/>
                  </a:lnTo>
                  <a:lnTo>
                    <a:pt x="1015878" y="20894"/>
                  </a:lnTo>
                  <a:lnTo>
                    <a:pt x="1023692" y="21006"/>
                  </a:lnTo>
                  <a:lnTo>
                    <a:pt x="1031507" y="21079"/>
                  </a:lnTo>
                  <a:lnTo>
                    <a:pt x="1039321" y="21184"/>
                  </a:lnTo>
                  <a:lnTo>
                    <a:pt x="1047136" y="21284"/>
                  </a:lnTo>
                  <a:lnTo>
                    <a:pt x="1054950" y="21356"/>
                  </a:lnTo>
                  <a:lnTo>
                    <a:pt x="1062765" y="21439"/>
                  </a:lnTo>
                  <a:lnTo>
                    <a:pt x="1070579" y="21535"/>
                  </a:lnTo>
                  <a:lnTo>
                    <a:pt x="1078393" y="21620"/>
                  </a:lnTo>
                  <a:lnTo>
                    <a:pt x="1086208" y="21713"/>
                  </a:lnTo>
                  <a:lnTo>
                    <a:pt x="1094022" y="21804"/>
                  </a:lnTo>
                  <a:lnTo>
                    <a:pt x="1101837" y="21903"/>
                  </a:lnTo>
                  <a:lnTo>
                    <a:pt x="1109651" y="21993"/>
                  </a:lnTo>
                  <a:lnTo>
                    <a:pt x="1117466" y="22089"/>
                  </a:lnTo>
                  <a:lnTo>
                    <a:pt x="1125280" y="22177"/>
                  </a:lnTo>
                  <a:lnTo>
                    <a:pt x="1133095" y="22271"/>
                  </a:lnTo>
                  <a:lnTo>
                    <a:pt x="1140909" y="22371"/>
                  </a:lnTo>
                  <a:lnTo>
                    <a:pt x="1148723" y="22464"/>
                  </a:lnTo>
                  <a:lnTo>
                    <a:pt x="1156538" y="22553"/>
                  </a:lnTo>
                  <a:lnTo>
                    <a:pt x="1164352" y="22640"/>
                  </a:lnTo>
                  <a:lnTo>
                    <a:pt x="1172167" y="22713"/>
                  </a:lnTo>
                  <a:lnTo>
                    <a:pt x="1179981" y="22805"/>
                  </a:lnTo>
                  <a:lnTo>
                    <a:pt x="1187796" y="22893"/>
                  </a:lnTo>
                  <a:lnTo>
                    <a:pt x="1195610" y="22975"/>
                  </a:lnTo>
                  <a:lnTo>
                    <a:pt x="1203425" y="23064"/>
                  </a:lnTo>
                  <a:lnTo>
                    <a:pt x="1211239" y="23136"/>
                  </a:lnTo>
                  <a:lnTo>
                    <a:pt x="1219053" y="23221"/>
                  </a:lnTo>
                  <a:lnTo>
                    <a:pt x="1226868" y="23305"/>
                  </a:lnTo>
                  <a:lnTo>
                    <a:pt x="1234682" y="23378"/>
                  </a:lnTo>
                  <a:lnTo>
                    <a:pt x="1242497" y="23441"/>
                  </a:lnTo>
                  <a:lnTo>
                    <a:pt x="1250311" y="23530"/>
                  </a:lnTo>
                  <a:lnTo>
                    <a:pt x="1258126" y="23612"/>
                  </a:lnTo>
                  <a:lnTo>
                    <a:pt x="1265940" y="23691"/>
                  </a:lnTo>
                  <a:lnTo>
                    <a:pt x="1273755" y="23762"/>
                  </a:lnTo>
                  <a:lnTo>
                    <a:pt x="1281569" y="23829"/>
                  </a:lnTo>
                  <a:lnTo>
                    <a:pt x="1289384" y="23899"/>
                  </a:lnTo>
                  <a:lnTo>
                    <a:pt x="1297198" y="23972"/>
                  </a:lnTo>
                  <a:lnTo>
                    <a:pt x="1305012" y="24065"/>
                  </a:lnTo>
                  <a:lnTo>
                    <a:pt x="1312827" y="24133"/>
                  </a:lnTo>
                  <a:lnTo>
                    <a:pt x="1320641" y="24216"/>
                  </a:lnTo>
                  <a:lnTo>
                    <a:pt x="1328456" y="24290"/>
                  </a:lnTo>
                  <a:lnTo>
                    <a:pt x="1336270" y="24355"/>
                  </a:lnTo>
                  <a:lnTo>
                    <a:pt x="1344085" y="24426"/>
                  </a:lnTo>
                  <a:lnTo>
                    <a:pt x="1351899" y="24505"/>
                  </a:lnTo>
                  <a:lnTo>
                    <a:pt x="1359714" y="24565"/>
                  </a:lnTo>
                  <a:lnTo>
                    <a:pt x="1367528" y="24636"/>
                  </a:lnTo>
                  <a:lnTo>
                    <a:pt x="1375342" y="24705"/>
                  </a:lnTo>
                  <a:lnTo>
                    <a:pt x="1383157" y="24771"/>
                  </a:lnTo>
                  <a:lnTo>
                    <a:pt x="1390971" y="24836"/>
                  </a:lnTo>
                  <a:lnTo>
                    <a:pt x="1398786" y="24906"/>
                  </a:lnTo>
                  <a:lnTo>
                    <a:pt x="1406600" y="24965"/>
                  </a:lnTo>
                  <a:lnTo>
                    <a:pt x="1414415" y="25049"/>
                  </a:lnTo>
                  <a:lnTo>
                    <a:pt x="1422229" y="25124"/>
                  </a:lnTo>
                  <a:lnTo>
                    <a:pt x="1430044" y="25185"/>
                  </a:lnTo>
                  <a:lnTo>
                    <a:pt x="1437858" y="25254"/>
                  </a:lnTo>
                  <a:lnTo>
                    <a:pt x="1445672" y="25324"/>
                  </a:lnTo>
                  <a:lnTo>
                    <a:pt x="1453487" y="25384"/>
                  </a:lnTo>
                  <a:lnTo>
                    <a:pt x="1461301" y="25455"/>
                  </a:lnTo>
                  <a:lnTo>
                    <a:pt x="1469116" y="25512"/>
                  </a:lnTo>
                  <a:lnTo>
                    <a:pt x="1476930" y="25563"/>
                  </a:lnTo>
                  <a:lnTo>
                    <a:pt x="1484745" y="25630"/>
                  </a:lnTo>
                  <a:lnTo>
                    <a:pt x="1492559" y="25702"/>
                  </a:lnTo>
                  <a:lnTo>
                    <a:pt x="1500374" y="25765"/>
                  </a:lnTo>
                  <a:lnTo>
                    <a:pt x="1508188" y="25830"/>
                  </a:lnTo>
                  <a:lnTo>
                    <a:pt x="1516003" y="25892"/>
                  </a:lnTo>
                  <a:lnTo>
                    <a:pt x="1523817" y="25945"/>
                  </a:lnTo>
                  <a:lnTo>
                    <a:pt x="1531631" y="26004"/>
                  </a:lnTo>
                  <a:lnTo>
                    <a:pt x="1539446" y="26057"/>
                  </a:lnTo>
                  <a:lnTo>
                    <a:pt x="1547260" y="26123"/>
                  </a:lnTo>
                  <a:lnTo>
                    <a:pt x="1555075" y="26181"/>
                  </a:lnTo>
                  <a:lnTo>
                    <a:pt x="1562889" y="26238"/>
                  </a:lnTo>
                  <a:lnTo>
                    <a:pt x="1570704" y="26295"/>
                  </a:lnTo>
                  <a:lnTo>
                    <a:pt x="1578518" y="26345"/>
                  </a:lnTo>
                  <a:lnTo>
                    <a:pt x="1586333" y="26405"/>
                  </a:lnTo>
                  <a:lnTo>
                    <a:pt x="1594147" y="26465"/>
                  </a:lnTo>
                  <a:lnTo>
                    <a:pt x="1601961" y="26515"/>
                  </a:lnTo>
                  <a:lnTo>
                    <a:pt x="1609776" y="26570"/>
                  </a:lnTo>
                  <a:lnTo>
                    <a:pt x="1617590" y="26620"/>
                  </a:lnTo>
                  <a:lnTo>
                    <a:pt x="1625405" y="26660"/>
                  </a:lnTo>
                  <a:lnTo>
                    <a:pt x="1633219" y="26693"/>
                  </a:lnTo>
                  <a:lnTo>
                    <a:pt x="1641034" y="26745"/>
                  </a:lnTo>
                  <a:lnTo>
                    <a:pt x="1648848" y="26788"/>
                  </a:lnTo>
                  <a:lnTo>
                    <a:pt x="1656663" y="26843"/>
                  </a:lnTo>
                  <a:lnTo>
                    <a:pt x="1664477" y="26920"/>
                  </a:lnTo>
                  <a:lnTo>
                    <a:pt x="1672291" y="26972"/>
                  </a:lnTo>
                  <a:lnTo>
                    <a:pt x="1680106" y="27024"/>
                  </a:lnTo>
                  <a:lnTo>
                    <a:pt x="1687920" y="27078"/>
                  </a:lnTo>
                  <a:lnTo>
                    <a:pt x="1695735" y="27129"/>
                  </a:lnTo>
                  <a:lnTo>
                    <a:pt x="1703549" y="27175"/>
                  </a:lnTo>
                  <a:lnTo>
                    <a:pt x="1711364" y="27218"/>
                  </a:lnTo>
                  <a:lnTo>
                    <a:pt x="1719178" y="27279"/>
                  </a:lnTo>
                  <a:lnTo>
                    <a:pt x="1726993" y="27307"/>
                  </a:lnTo>
                  <a:lnTo>
                    <a:pt x="1734807" y="27354"/>
                  </a:lnTo>
                  <a:lnTo>
                    <a:pt x="1742622" y="27397"/>
                  </a:lnTo>
                  <a:lnTo>
                    <a:pt x="1750436" y="27460"/>
                  </a:lnTo>
                  <a:lnTo>
                    <a:pt x="1758250" y="27512"/>
                  </a:lnTo>
                  <a:lnTo>
                    <a:pt x="1766065" y="27573"/>
                  </a:lnTo>
                  <a:lnTo>
                    <a:pt x="1773879" y="27625"/>
                  </a:lnTo>
                  <a:lnTo>
                    <a:pt x="1781694" y="27661"/>
                  </a:lnTo>
                  <a:lnTo>
                    <a:pt x="1789508" y="27712"/>
                  </a:lnTo>
                  <a:lnTo>
                    <a:pt x="1797323" y="27762"/>
                  </a:lnTo>
                  <a:lnTo>
                    <a:pt x="1805137" y="27805"/>
                  </a:lnTo>
                  <a:lnTo>
                    <a:pt x="1812952" y="27843"/>
                  </a:lnTo>
                  <a:lnTo>
                    <a:pt x="1820766" y="27894"/>
                  </a:lnTo>
                  <a:lnTo>
                    <a:pt x="1828580" y="27931"/>
                  </a:lnTo>
                  <a:lnTo>
                    <a:pt x="1836395" y="27973"/>
                  </a:lnTo>
                  <a:lnTo>
                    <a:pt x="1844209" y="28020"/>
                  </a:lnTo>
                  <a:lnTo>
                    <a:pt x="1852024" y="28071"/>
                  </a:lnTo>
                  <a:lnTo>
                    <a:pt x="1859838" y="28119"/>
                  </a:lnTo>
                  <a:lnTo>
                    <a:pt x="1867653" y="28168"/>
                  </a:lnTo>
                  <a:lnTo>
                    <a:pt x="1875467" y="28219"/>
                  </a:lnTo>
                  <a:lnTo>
                    <a:pt x="1883282" y="28265"/>
                  </a:lnTo>
                  <a:lnTo>
                    <a:pt x="1891096" y="28312"/>
                  </a:lnTo>
                  <a:lnTo>
                    <a:pt x="1898910" y="28355"/>
                  </a:lnTo>
                  <a:lnTo>
                    <a:pt x="1906725" y="28396"/>
                  </a:lnTo>
                  <a:lnTo>
                    <a:pt x="1914539" y="28441"/>
                  </a:lnTo>
                  <a:lnTo>
                    <a:pt x="1922354" y="28487"/>
                  </a:lnTo>
                  <a:lnTo>
                    <a:pt x="1930168" y="28533"/>
                  </a:lnTo>
                  <a:lnTo>
                    <a:pt x="1937983" y="28577"/>
                  </a:lnTo>
                  <a:lnTo>
                    <a:pt x="1945797" y="28627"/>
                  </a:lnTo>
                  <a:lnTo>
                    <a:pt x="1953612" y="28679"/>
                  </a:lnTo>
                  <a:lnTo>
                    <a:pt x="1961426" y="28731"/>
                  </a:lnTo>
                  <a:lnTo>
                    <a:pt x="1969241" y="28776"/>
                  </a:lnTo>
                  <a:lnTo>
                    <a:pt x="1977055" y="28814"/>
                  </a:lnTo>
                  <a:lnTo>
                    <a:pt x="1984869" y="28854"/>
                  </a:lnTo>
                  <a:lnTo>
                    <a:pt x="1992684" y="28888"/>
                  </a:lnTo>
                  <a:lnTo>
                    <a:pt x="2000498" y="28928"/>
                  </a:lnTo>
                  <a:lnTo>
                    <a:pt x="2008313" y="28963"/>
                  </a:lnTo>
                  <a:lnTo>
                    <a:pt x="2016127" y="28993"/>
                  </a:lnTo>
                  <a:lnTo>
                    <a:pt x="2023942" y="29022"/>
                  </a:lnTo>
                </a:path>
              </a:pathLst>
            </a:custGeom>
            <a:ln w="18970" cap="flat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l281"/>
            <p:cNvSpPr/>
            <p:nvPr/>
          </p:nvSpPr>
          <p:spPr>
            <a:xfrm>
              <a:off x="6041499" y="4636719"/>
              <a:ext cx="2023942" cy="29610"/>
            </a:xfrm>
            <a:custGeom>
              <a:avLst/>
              <a:pathLst>
                <a:path w="2023942" h="29610">
                  <a:moveTo>
                    <a:pt x="0" y="0"/>
                  </a:moveTo>
                  <a:lnTo>
                    <a:pt x="7814" y="246"/>
                  </a:lnTo>
                  <a:lnTo>
                    <a:pt x="15628" y="448"/>
                  </a:lnTo>
                  <a:lnTo>
                    <a:pt x="23443" y="685"/>
                  </a:lnTo>
                  <a:lnTo>
                    <a:pt x="31257" y="875"/>
                  </a:lnTo>
                  <a:lnTo>
                    <a:pt x="39072" y="1143"/>
                  </a:lnTo>
                  <a:lnTo>
                    <a:pt x="46886" y="1380"/>
                  </a:lnTo>
                  <a:lnTo>
                    <a:pt x="54701" y="1637"/>
                  </a:lnTo>
                  <a:lnTo>
                    <a:pt x="62515" y="1821"/>
                  </a:lnTo>
                  <a:lnTo>
                    <a:pt x="70330" y="2023"/>
                  </a:lnTo>
                  <a:lnTo>
                    <a:pt x="78144" y="2236"/>
                  </a:lnTo>
                  <a:lnTo>
                    <a:pt x="85958" y="2428"/>
                  </a:lnTo>
                  <a:lnTo>
                    <a:pt x="93773" y="2651"/>
                  </a:lnTo>
                  <a:lnTo>
                    <a:pt x="101587" y="2869"/>
                  </a:lnTo>
                  <a:lnTo>
                    <a:pt x="109402" y="3095"/>
                  </a:lnTo>
                  <a:lnTo>
                    <a:pt x="117216" y="3323"/>
                  </a:lnTo>
                  <a:lnTo>
                    <a:pt x="125031" y="3566"/>
                  </a:lnTo>
                  <a:lnTo>
                    <a:pt x="132845" y="3756"/>
                  </a:lnTo>
                  <a:lnTo>
                    <a:pt x="140660" y="3967"/>
                  </a:lnTo>
                  <a:lnTo>
                    <a:pt x="148474" y="4191"/>
                  </a:lnTo>
                  <a:lnTo>
                    <a:pt x="156288" y="4386"/>
                  </a:lnTo>
                  <a:lnTo>
                    <a:pt x="164103" y="4588"/>
                  </a:lnTo>
                  <a:lnTo>
                    <a:pt x="171917" y="4803"/>
                  </a:lnTo>
                  <a:lnTo>
                    <a:pt x="179732" y="5026"/>
                  </a:lnTo>
                  <a:lnTo>
                    <a:pt x="187546" y="5256"/>
                  </a:lnTo>
                  <a:lnTo>
                    <a:pt x="195361" y="5487"/>
                  </a:lnTo>
                  <a:lnTo>
                    <a:pt x="203175" y="5704"/>
                  </a:lnTo>
                  <a:lnTo>
                    <a:pt x="210990" y="5911"/>
                  </a:lnTo>
                  <a:lnTo>
                    <a:pt x="218804" y="6102"/>
                  </a:lnTo>
                  <a:lnTo>
                    <a:pt x="226619" y="6284"/>
                  </a:lnTo>
                  <a:lnTo>
                    <a:pt x="234433" y="6487"/>
                  </a:lnTo>
                  <a:lnTo>
                    <a:pt x="242247" y="6641"/>
                  </a:lnTo>
                  <a:lnTo>
                    <a:pt x="250062" y="6815"/>
                  </a:lnTo>
                  <a:lnTo>
                    <a:pt x="257876" y="7033"/>
                  </a:lnTo>
                  <a:lnTo>
                    <a:pt x="265691" y="7209"/>
                  </a:lnTo>
                  <a:lnTo>
                    <a:pt x="273505" y="7415"/>
                  </a:lnTo>
                  <a:lnTo>
                    <a:pt x="281320" y="7601"/>
                  </a:lnTo>
                  <a:lnTo>
                    <a:pt x="289134" y="7788"/>
                  </a:lnTo>
                  <a:lnTo>
                    <a:pt x="296949" y="7984"/>
                  </a:lnTo>
                  <a:lnTo>
                    <a:pt x="304763" y="8137"/>
                  </a:lnTo>
                  <a:lnTo>
                    <a:pt x="312577" y="8338"/>
                  </a:lnTo>
                  <a:lnTo>
                    <a:pt x="320392" y="8544"/>
                  </a:lnTo>
                  <a:lnTo>
                    <a:pt x="328206" y="8726"/>
                  </a:lnTo>
                  <a:lnTo>
                    <a:pt x="336021" y="8871"/>
                  </a:lnTo>
                  <a:lnTo>
                    <a:pt x="343835" y="9040"/>
                  </a:lnTo>
                  <a:lnTo>
                    <a:pt x="351650" y="9245"/>
                  </a:lnTo>
                  <a:lnTo>
                    <a:pt x="359464" y="9475"/>
                  </a:lnTo>
                  <a:lnTo>
                    <a:pt x="367279" y="9663"/>
                  </a:lnTo>
                  <a:lnTo>
                    <a:pt x="375093" y="9855"/>
                  </a:lnTo>
                  <a:lnTo>
                    <a:pt x="382907" y="10026"/>
                  </a:lnTo>
                  <a:lnTo>
                    <a:pt x="390722" y="10198"/>
                  </a:lnTo>
                  <a:lnTo>
                    <a:pt x="398536" y="10338"/>
                  </a:lnTo>
                  <a:lnTo>
                    <a:pt x="406351" y="10502"/>
                  </a:lnTo>
                  <a:lnTo>
                    <a:pt x="414165" y="10663"/>
                  </a:lnTo>
                  <a:lnTo>
                    <a:pt x="421980" y="10836"/>
                  </a:lnTo>
                  <a:lnTo>
                    <a:pt x="429794" y="10963"/>
                  </a:lnTo>
                  <a:lnTo>
                    <a:pt x="437609" y="11106"/>
                  </a:lnTo>
                  <a:lnTo>
                    <a:pt x="445423" y="11282"/>
                  </a:lnTo>
                  <a:lnTo>
                    <a:pt x="453238" y="11433"/>
                  </a:lnTo>
                  <a:lnTo>
                    <a:pt x="461052" y="11631"/>
                  </a:lnTo>
                  <a:lnTo>
                    <a:pt x="468866" y="11790"/>
                  </a:lnTo>
                  <a:lnTo>
                    <a:pt x="476681" y="11978"/>
                  </a:lnTo>
                  <a:lnTo>
                    <a:pt x="484495" y="12144"/>
                  </a:lnTo>
                  <a:lnTo>
                    <a:pt x="492310" y="12300"/>
                  </a:lnTo>
                  <a:lnTo>
                    <a:pt x="500124" y="12422"/>
                  </a:lnTo>
                  <a:lnTo>
                    <a:pt x="507939" y="12543"/>
                  </a:lnTo>
                  <a:lnTo>
                    <a:pt x="515753" y="12703"/>
                  </a:lnTo>
                  <a:lnTo>
                    <a:pt x="523568" y="12859"/>
                  </a:lnTo>
                  <a:lnTo>
                    <a:pt x="531382" y="13025"/>
                  </a:lnTo>
                  <a:lnTo>
                    <a:pt x="539196" y="13172"/>
                  </a:lnTo>
                  <a:lnTo>
                    <a:pt x="547011" y="13349"/>
                  </a:lnTo>
                  <a:lnTo>
                    <a:pt x="554825" y="13507"/>
                  </a:lnTo>
                  <a:lnTo>
                    <a:pt x="562640" y="13679"/>
                  </a:lnTo>
                  <a:lnTo>
                    <a:pt x="570454" y="13824"/>
                  </a:lnTo>
                  <a:lnTo>
                    <a:pt x="578269" y="13985"/>
                  </a:lnTo>
                  <a:lnTo>
                    <a:pt x="586083" y="14133"/>
                  </a:lnTo>
                  <a:lnTo>
                    <a:pt x="593898" y="14294"/>
                  </a:lnTo>
                  <a:lnTo>
                    <a:pt x="601712" y="14463"/>
                  </a:lnTo>
                  <a:lnTo>
                    <a:pt x="609526" y="14631"/>
                  </a:lnTo>
                  <a:lnTo>
                    <a:pt x="617341" y="14790"/>
                  </a:lnTo>
                  <a:lnTo>
                    <a:pt x="625155" y="14960"/>
                  </a:lnTo>
                  <a:lnTo>
                    <a:pt x="632970" y="15104"/>
                  </a:lnTo>
                  <a:lnTo>
                    <a:pt x="640784" y="15244"/>
                  </a:lnTo>
                  <a:lnTo>
                    <a:pt x="648599" y="15359"/>
                  </a:lnTo>
                  <a:lnTo>
                    <a:pt x="656413" y="15554"/>
                  </a:lnTo>
                  <a:lnTo>
                    <a:pt x="664228" y="15690"/>
                  </a:lnTo>
                  <a:lnTo>
                    <a:pt x="672042" y="15835"/>
                  </a:lnTo>
                  <a:lnTo>
                    <a:pt x="679857" y="15964"/>
                  </a:lnTo>
                  <a:lnTo>
                    <a:pt x="687671" y="16112"/>
                  </a:lnTo>
                  <a:lnTo>
                    <a:pt x="695485" y="16244"/>
                  </a:lnTo>
                  <a:lnTo>
                    <a:pt x="703300" y="16348"/>
                  </a:lnTo>
                  <a:lnTo>
                    <a:pt x="711114" y="16464"/>
                  </a:lnTo>
                  <a:lnTo>
                    <a:pt x="718929" y="16593"/>
                  </a:lnTo>
                  <a:lnTo>
                    <a:pt x="726743" y="16732"/>
                  </a:lnTo>
                  <a:lnTo>
                    <a:pt x="734558" y="16852"/>
                  </a:lnTo>
                  <a:lnTo>
                    <a:pt x="742372" y="16997"/>
                  </a:lnTo>
                  <a:lnTo>
                    <a:pt x="750187" y="17109"/>
                  </a:lnTo>
                  <a:lnTo>
                    <a:pt x="758001" y="17251"/>
                  </a:lnTo>
                  <a:lnTo>
                    <a:pt x="765815" y="17365"/>
                  </a:lnTo>
                  <a:lnTo>
                    <a:pt x="773630" y="17520"/>
                  </a:lnTo>
                  <a:lnTo>
                    <a:pt x="781444" y="17658"/>
                  </a:lnTo>
                  <a:lnTo>
                    <a:pt x="789259" y="17773"/>
                  </a:lnTo>
                  <a:lnTo>
                    <a:pt x="797073" y="17916"/>
                  </a:lnTo>
                  <a:lnTo>
                    <a:pt x="804888" y="18031"/>
                  </a:lnTo>
                  <a:lnTo>
                    <a:pt x="812702" y="18152"/>
                  </a:lnTo>
                  <a:lnTo>
                    <a:pt x="820517" y="18254"/>
                  </a:lnTo>
                  <a:lnTo>
                    <a:pt x="828331" y="18382"/>
                  </a:lnTo>
                  <a:lnTo>
                    <a:pt x="836145" y="18502"/>
                  </a:lnTo>
                  <a:lnTo>
                    <a:pt x="843960" y="18599"/>
                  </a:lnTo>
                  <a:lnTo>
                    <a:pt x="851774" y="18720"/>
                  </a:lnTo>
                  <a:lnTo>
                    <a:pt x="859589" y="18827"/>
                  </a:lnTo>
                  <a:lnTo>
                    <a:pt x="867403" y="18974"/>
                  </a:lnTo>
                  <a:lnTo>
                    <a:pt x="875218" y="19113"/>
                  </a:lnTo>
                  <a:lnTo>
                    <a:pt x="883032" y="19201"/>
                  </a:lnTo>
                  <a:lnTo>
                    <a:pt x="890847" y="19310"/>
                  </a:lnTo>
                  <a:lnTo>
                    <a:pt x="898661" y="19410"/>
                  </a:lnTo>
                  <a:lnTo>
                    <a:pt x="906476" y="19502"/>
                  </a:lnTo>
                  <a:lnTo>
                    <a:pt x="914290" y="19612"/>
                  </a:lnTo>
                  <a:lnTo>
                    <a:pt x="922104" y="19746"/>
                  </a:lnTo>
                  <a:lnTo>
                    <a:pt x="929919" y="19878"/>
                  </a:lnTo>
                  <a:lnTo>
                    <a:pt x="937733" y="20001"/>
                  </a:lnTo>
                  <a:lnTo>
                    <a:pt x="945548" y="20097"/>
                  </a:lnTo>
                  <a:lnTo>
                    <a:pt x="953362" y="20221"/>
                  </a:lnTo>
                  <a:lnTo>
                    <a:pt x="961177" y="20324"/>
                  </a:lnTo>
                  <a:lnTo>
                    <a:pt x="968991" y="20420"/>
                  </a:lnTo>
                  <a:lnTo>
                    <a:pt x="976806" y="20526"/>
                  </a:lnTo>
                  <a:lnTo>
                    <a:pt x="984620" y="20631"/>
                  </a:lnTo>
                  <a:lnTo>
                    <a:pt x="992434" y="20723"/>
                  </a:lnTo>
                  <a:lnTo>
                    <a:pt x="1000249" y="20833"/>
                  </a:lnTo>
                  <a:lnTo>
                    <a:pt x="1008063" y="20941"/>
                  </a:lnTo>
                  <a:lnTo>
                    <a:pt x="1015878" y="21042"/>
                  </a:lnTo>
                  <a:lnTo>
                    <a:pt x="1023692" y="21141"/>
                  </a:lnTo>
                  <a:lnTo>
                    <a:pt x="1031507" y="21248"/>
                  </a:lnTo>
                  <a:lnTo>
                    <a:pt x="1039321" y="21344"/>
                  </a:lnTo>
                  <a:lnTo>
                    <a:pt x="1047136" y="21448"/>
                  </a:lnTo>
                  <a:lnTo>
                    <a:pt x="1054950" y="21560"/>
                  </a:lnTo>
                  <a:lnTo>
                    <a:pt x="1062765" y="21650"/>
                  </a:lnTo>
                  <a:lnTo>
                    <a:pt x="1070579" y="21752"/>
                  </a:lnTo>
                  <a:lnTo>
                    <a:pt x="1078393" y="21839"/>
                  </a:lnTo>
                  <a:lnTo>
                    <a:pt x="1086208" y="21927"/>
                  </a:lnTo>
                  <a:lnTo>
                    <a:pt x="1094022" y="22001"/>
                  </a:lnTo>
                  <a:lnTo>
                    <a:pt x="1101837" y="22095"/>
                  </a:lnTo>
                  <a:lnTo>
                    <a:pt x="1109651" y="22167"/>
                  </a:lnTo>
                  <a:lnTo>
                    <a:pt x="1117466" y="22251"/>
                  </a:lnTo>
                  <a:lnTo>
                    <a:pt x="1125280" y="22337"/>
                  </a:lnTo>
                  <a:lnTo>
                    <a:pt x="1133095" y="22440"/>
                  </a:lnTo>
                  <a:lnTo>
                    <a:pt x="1140909" y="22535"/>
                  </a:lnTo>
                  <a:lnTo>
                    <a:pt x="1148723" y="22637"/>
                  </a:lnTo>
                  <a:lnTo>
                    <a:pt x="1156538" y="22731"/>
                  </a:lnTo>
                  <a:lnTo>
                    <a:pt x="1164352" y="22821"/>
                  </a:lnTo>
                  <a:lnTo>
                    <a:pt x="1172167" y="22910"/>
                  </a:lnTo>
                  <a:lnTo>
                    <a:pt x="1179981" y="23014"/>
                  </a:lnTo>
                  <a:lnTo>
                    <a:pt x="1187796" y="23107"/>
                  </a:lnTo>
                  <a:lnTo>
                    <a:pt x="1195610" y="23170"/>
                  </a:lnTo>
                  <a:lnTo>
                    <a:pt x="1203425" y="23245"/>
                  </a:lnTo>
                  <a:lnTo>
                    <a:pt x="1211239" y="23350"/>
                  </a:lnTo>
                  <a:lnTo>
                    <a:pt x="1219053" y="23445"/>
                  </a:lnTo>
                  <a:lnTo>
                    <a:pt x="1226868" y="23541"/>
                  </a:lnTo>
                  <a:lnTo>
                    <a:pt x="1234682" y="23635"/>
                  </a:lnTo>
                  <a:lnTo>
                    <a:pt x="1242497" y="23721"/>
                  </a:lnTo>
                  <a:lnTo>
                    <a:pt x="1250311" y="23807"/>
                  </a:lnTo>
                  <a:lnTo>
                    <a:pt x="1258126" y="23890"/>
                  </a:lnTo>
                  <a:lnTo>
                    <a:pt x="1265940" y="23975"/>
                  </a:lnTo>
                  <a:lnTo>
                    <a:pt x="1273755" y="24040"/>
                  </a:lnTo>
                  <a:lnTo>
                    <a:pt x="1281569" y="24120"/>
                  </a:lnTo>
                  <a:lnTo>
                    <a:pt x="1289384" y="24211"/>
                  </a:lnTo>
                  <a:lnTo>
                    <a:pt x="1297198" y="24306"/>
                  </a:lnTo>
                  <a:lnTo>
                    <a:pt x="1305012" y="24386"/>
                  </a:lnTo>
                  <a:lnTo>
                    <a:pt x="1312827" y="24470"/>
                  </a:lnTo>
                  <a:lnTo>
                    <a:pt x="1320641" y="24540"/>
                  </a:lnTo>
                  <a:lnTo>
                    <a:pt x="1328456" y="24628"/>
                  </a:lnTo>
                  <a:lnTo>
                    <a:pt x="1336270" y="24693"/>
                  </a:lnTo>
                  <a:lnTo>
                    <a:pt x="1344085" y="24767"/>
                  </a:lnTo>
                  <a:lnTo>
                    <a:pt x="1351899" y="24839"/>
                  </a:lnTo>
                  <a:lnTo>
                    <a:pt x="1359714" y="24920"/>
                  </a:lnTo>
                  <a:lnTo>
                    <a:pt x="1367528" y="24998"/>
                  </a:lnTo>
                  <a:lnTo>
                    <a:pt x="1375342" y="25085"/>
                  </a:lnTo>
                  <a:lnTo>
                    <a:pt x="1383157" y="25166"/>
                  </a:lnTo>
                  <a:lnTo>
                    <a:pt x="1390971" y="25242"/>
                  </a:lnTo>
                  <a:lnTo>
                    <a:pt x="1398786" y="25322"/>
                  </a:lnTo>
                  <a:lnTo>
                    <a:pt x="1406600" y="25397"/>
                  </a:lnTo>
                  <a:lnTo>
                    <a:pt x="1414415" y="25498"/>
                  </a:lnTo>
                  <a:lnTo>
                    <a:pt x="1422229" y="25586"/>
                  </a:lnTo>
                  <a:lnTo>
                    <a:pt x="1430044" y="25638"/>
                  </a:lnTo>
                  <a:lnTo>
                    <a:pt x="1437858" y="25713"/>
                  </a:lnTo>
                  <a:lnTo>
                    <a:pt x="1445672" y="25765"/>
                  </a:lnTo>
                  <a:lnTo>
                    <a:pt x="1453487" y="25824"/>
                  </a:lnTo>
                  <a:lnTo>
                    <a:pt x="1461301" y="25878"/>
                  </a:lnTo>
                  <a:lnTo>
                    <a:pt x="1469116" y="25950"/>
                  </a:lnTo>
                  <a:lnTo>
                    <a:pt x="1476930" y="26015"/>
                  </a:lnTo>
                  <a:lnTo>
                    <a:pt x="1484745" y="26106"/>
                  </a:lnTo>
                  <a:lnTo>
                    <a:pt x="1492559" y="26159"/>
                  </a:lnTo>
                  <a:lnTo>
                    <a:pt x="1500374" y="26222"/>
                  </a:lnTo>
                  <a:lnTo>
                    <a:pt x="1508188" y="26293"/>
                  </a:lnTo>
                  <a:lnTo>
                    <a:pt x="1516003" y="26340"/>
                  </a:lnTo>
                  <a:lnTo>
                    <a:pt x="1523817" y="26395"/>
                  </a:lnTo>
                  <a:lnTo>
                    <a:pt x="1531631" y="26446"/>
                  </a:lnTo>
                  <a:lnTo>
                    <a:pt x="1539446" y="26492"/>
                  </a:lnTo>
                  <a:lnTo>
                    <a:pt x="1547260" y="26555"/>
                  </a:lnTo>
                  <a:lnTo>
                    <a:pt x="1555075" y="26626"/>
                  </a:lnTo>
                  <a:lnTo>
                    <a:pt x="1562889" y="26696"/>
                  </a:lnTo>
                  <a:lnTo>
                    <a:pt x="1570704" y="26750"/>
                  </a:lnTo>
                  <a:lnTo>
                    <a:pt x="1578518" y="26795"/>
                  </a:lnTo>
                  <a:lnTo>
                    <a:pt x="1586333" y="26857"/>
                  </a:lnTo>
                  <a:lnTo>
                    <a:pt x="1594147" y="26932"/>
                  </a:lnTo>
                  <a:lnTo>
                    <a:pt x="1601961" y="27008"/>
                  </a:lnTo>
                  <a:lnTo>
                    <a:pt x="1609776" y="27065"/>
                  </a:lnTo>
                  <a:lnTo>
                    <a:pt x="1617590" y="27114"/>
                  </a:lnTo>
                  <a:lnTo>
                    <a:pt x="1625405" y="27166"/>
                  </a:lnTo>
                  <a:lnTo>
                    <a:pt x="1633219" y="27235"/>
                  </a:lnTo>
                  <a:lnTo>
                    <a:pt x="1641034" y="27279"/>
                  </a:lnTo>
                  <a:lnTo>
                    <a:pt x="1648848" y="27323"/>
                  </a:lnTo>
                  <a:lnTo>
                    <a:pt x="1656663" y="27359"/>
                  </a:lnTo>
                  <a:lnTo>
                    <a:pt x="1664477" y="27418"/>
                  </a:lnTo>
                  <a:lnTo>
                    <a:pt x="1672291" y="27476"/>
                  </a:lnTo>
                  <a:lnTo>
                    <a:pt x="1680106" y="27538"/>
                  </a:lnTo>
                  <a:lnTo>
                    <a:pt x="1687920" y="27604"/>
                  </a:lnTo>
                  <a:lnTo>
                    <a:pt x="1695735" y="27663"/>
                  </a:lnTo>
                  <a:lnTo>
                    <a:pt x="1703549" y="27716"/>
                  </a:lnTo>
                  <a:lnTo>
                    <a:pt x="1711364" y="27759"/>
                  </a:lnTo>
                  <a:lnTo>
                    <a:pt x="1719178" y="27806"/>
                  </a:lnTo>
                  <a:lnTo>
                    <a:pt x="1726993" y="27849"/>
                  </a:lnTo>
                  <a:lnTo>
                    <a:pt x="1734807" y="27905"/>
                  </a:lnTo>
                  <a:lnTo>
                    <a:pt x="1742622" y="27960"/>
                  </a:lnTo>
                  <a:lnTo>
                    <a:pt x="1750436" y="28008"/>
                  </a:lnTo>
                  <a:lnTo>
                    <a:pt x="1758250" y="28056"/>
                  </a:lnTo>
                  <a:lnTo>
                    <a:pt x="1766065" y="28106"/>
                  </a:lnTo>
                  <a:lnTo>
                    <a:pt x="1773879" y="28172"/>
                  </a:lnTo>
                  <a:lnTo>
                    <a:pt x="1781694" y="28229"/>
                  </a:lnTo>
                  <a:lnTo>
                    <a:pt x="1789508" y="28282"/>
                  </a:lnTo>
                  <a:lnTo>
                    <a:pt x="1797323" y="28327"/>
                  </a:lnTo>
                  <a:lnTo>
                    <a:pt x="1805137" y="28370"/>
                  </a:lnTo>
                  <a:lnTo>
                    <a:pt x="1812952" y="28412"/>
                  </a:lnTo>
                  <a:lnTo>
                    <a:pt x="1820766" y="28464"/>
                  </a:lnTo>
                  <a:lnTo>
                    <a:pt x="1828580" y="28505"/>
                  </a:lnTo>
                  <a:lnTo>
                    <a:pt x="1836395" y="28557"/>
                  </a:lnTo>
                  <a:lnTo>
                    <a:pt x="1844209" y="28608"/>
                  </a:lnTo>
                  <a:lnTo>
                    <a:pt x="1852024" y="28649"/>
                  </a:lnTo>
                  <a:lnTo>
                    <a:pt x="1859838" y="28695"/>
                  </a:lnTo>
                  <a:lnTo>
                    <a:pt x="1867653" y="28728"/>
                  </a:lnTo>
                  <a:lnTo>
                    <a:pt x="1875467" y="28764"/>
                  </a:lnTo>
                  <a:lnTo>
                    <a:pt x="1883282" y="28805"/>
                  </a:lnTo>
                  <a:lnTo>
                    <a:pt x="1891096" y="28852"/>
                  </a:lnTo>
                  <a:lnTo>
                    <a:pt x="1898910" y="28903"/>
                  </a:lnTo>
                  <a:lnTo>
                    <a:pt x="1906725" y="28947"/>
                  </a:lnTo>
                  <a:lnTo>
                    <a:pt x="1914539" y="28979"/>
                  </a:lnTo>
                  <a:lnTo>
                    <a:pt x="1922354" y="29012"/>
                  </a:lnTo>
                  <a:lnTo>
                    <a:pt x="1930168" y="29058"/>
                  </a:lnTo>
                  <a:lnTo>
                    <a:pt x="1937983" y="29102"/>
                  </a:lnTo>
                  <a:lnTo>
                    <a:pt x="1945797" y="29139"/>
                  </a:lnTo>
                  <a:lnTo>
                    <a:pt x="1953612" y="29186"/>
                  </a:lnTo>
                  <a:lnTo>
                    <a:pt x="1961426" y="29236"/>
                  </a:lnTo>
                  <a:lnTo>
                    <a:pt x="1969241" y="29308"/>
                  </a:lnTo>
                  <a:lnTo>
                    <a:pt x="1977055" y="29356"/>
                  </a:lnTo>
                  <a:lnTo>
                    <a:pt x="1984869" y="29397"/>
                  </a:lnTo>
                  <a:lnTo>
                    <a:pt x="1992684" y="29442"/>
                  </a:lnTo>
                  <a:lnTo>
                    <a:pt x="2000498" y="29484"/>
                  </a:lnTo>
                  <a:lnTo>
                    <a:pt x="2008313" y="29524"/>
                  </a:lnTo>
                  <a:lnTo>
                    <a:pt x="2016127" y="29562"/>
                  </a:lnTo>
                  <a:lnTo>
                    <a:pt x="2023942" y="29610"/>
                  </a:lnTo>
                </a:path>
              </a:pathLst>
            </a:custGeom>
            <a:ln w="18970" cap="flat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l282"/>
            <p:cNvSpPr/>
            <p:nvPr/>
          </p:nvSpPr>
          <p:spPr>
            <a:xfrm>
              <a:off x="6041499" y="4608715"/>
              <a:ext cx="2023942" cy="15875"/>
            </a:xfrm>
            <a:custGeom>
              <a:avLst/>
              <a:pathLst>
                <a:path w="2023942" h="15875">
                  <a:moveTo>
                    <a:pt x="0" y="15699"/>
                  </a:moveTo>
                  <a:lnTo>
                    <a:pt x="7814" y="15674"/>
                  </a:lnTo>
                  <a:lnTo>
                    <a:pt x="15628" y="15836"/>
                  </a:lnTo>
                  <a:lnTo>
                    <a:pt x="23443" y="15805"/>
                  </a:lnTo>
                  <a:lnTo>
                    <a:pt x="31257" y="15875"/>
                  </a:lnTo>
                  <a:lnTo>
                    <a:pt x="39072" y="15875"/>
                  </a:lnTo>
                  <a:lnTo>
                    <a:pt x="46886" y="15808"/>
                  </a:lnTo>
                  <a:lnTo>
                    <a:pt x="54701" y="15714"/>
                  </a:lnTo>
                  <a:lnTo>
                    <a:pt x="62515" y="15624"/>
                  </a:lnTo>
                  <a:lnTo>
                    <a:pt x="70330" y="15464"/>
                  </a:lnTo>
                  <a:lnTo>
                    <a:pt x="78144" y="15454"/>
                  </a:lnTo>
                  <a:lnTo>
                    <a:pt x="85958" y="15399"/>
                  </a:lnTo>
                  <a:lnTo>
                    <a:pt x="93773" y="15401"/>
                  </a:lnTo>
                  <a:lnTo>
                    <a:pt x="101587" y="15394"/>
                  </a:lnTo>
                  <a:lnTo>
                    <a:pt x="109402" y="15466"/>
                  </a:lnTo>
                  <a:lnTo>
                    <a:pt x="117216" y="15393"/>
                  </a:lnTo>
                  <a:lnTo>
                    <a:pt x="125031" y="15436"/>
                  </a:lnTo>
                  <a:lnTo>
                    <a:pt x="132845" y="15263"/>
                  </a:lnTo>
                  <a:lnTo>
                    <a:pt x="140660" y="15205"/>
                  </a:lnTo>
                  <a:lnTo>
                    <a:pt x="148474" y="15084"/>
                  </a:lnTo>
                  <a:lnTo>
                    <a:pt x="156288" y="15010"/>
                  </a:lnTo>
                  <a:lnTo>
                    <a:pt x="164103" y="14944"/>
                  </a:lnTo>
                  <a:lnTo>
                    <a:pt x="171917" y="14762"/>
                  </a:lnTo>
                  <a:lnTo>
                    <a:pt x="179732" y="14751"/>
                  </a:lnTo>
                  <a:lnTo>
                    <a:pt x="187546" y="14917"/>
                  </a:lnTo>
                  <a:lnTo>
                    <a:pt x="195361" y="14839"/>
                  </a:lnTo>
                  <a:lnTo>
                    <a:pt x="203175" y="14826"/>
                  </a:lnTo>
                  <a:lnTo>
                    <a:pt x="210990" y="14871"/>
                  </a:lnTo>
                  <a:lnTo>
                    <a:pt x="218804" y="14827"/>
                  </a:lnTo>
                  <a:lnTo>
                    <a:pt x="226619" y="14762"/>
                  </a:lnTo>
                  <a:lnTo>
                    <a:pt x="234433" y="14751"/>
                  </a:lnTo>
                  <a:lnTo>
                    <a:pt x="242247" y="14731"/>
                  </a:lnTo>
                  <a:lnTo>
                    <a:pt x="250062" y="14767"/>
                  </a:lnTo>
                  <a:lnTo>
                    <a:pt x="257876" y="14681"/>
                  </a:lnTo>
                  <a:lnTo>
                    <a:pt x="265691" y="14613"/>
                  </a:lnTo>
                  <a:lnTo>
                    <a:pt x="273505" y="14575"/>
                  </a:lnTo>
                  <a:lnTo>
                    <a:pt x="281320" y="14616"/>
                  </a:lnTo>
                  <a:lnTo>
                    <a:pt x="289134" y="14514"/>
                  </a:lnTo>
                  <a:lnTo>
                    <a:pt x="296949" y="14455"/>
                  </a:lnTo>
                  <a:lnTo>
                    <a:pt x="304763" y="14470"/>
                  </a:lnTo>
                  <a:lnTo>
                    <a:pt x="312577" y="14357"/>
                  </a:lnTo>
                  <a:lnTo>
                    <a:pt x="320392" y="14315"/>
                  </a:lnTo>
                  <a:lnTo>
                    <a:pt x="328206" y="14359"/>
                  </a:lnTo>
                  <a:lnTo>
                    <a:pt x="336021" y="14358"/>
                  </a:lnTo>
                  <a:lnTo>
                    <a:pt x="343835" y="14299"/>
                  </a:lnTo>
                  <a:lnTo>
                    <a:pt x="351650" y="14258"/>
                  </a:lnTo>
                  <a:lnTo>
                    <a:pt x="359464" y="14219"/>
                  </a:lnTo>
                  <a:lnTo>
                    <a:pt x="367279" y="14150"/>
                  </a:lnTo>
                  <a:lnTo>
                    <a:pt x="375093" y="14158"/>
                  </a:lnTo>
                  <a:lnTo>
                    <a:pt x="382907" y="14124"/>
                  </a:lnTo>
                  <a:lnTo>
                    <a:pt x="390722" y="13954"/>
                  </a:lnTo>
                  <a:lnTo>
                    <a:pt x="398536" y="13899"/>
                  </a:lnTo>
                  <a:lnTo>
                    <a:pt x="406351" y="13812"/>
                  </a:lnTo>
                  <a:lnTo>
                    <a:pt x="414165" y="13750"/>
                  </a:lnTo>
                  <a:lnTo>
                    <a:pt x="421980" y="13659"/>
                  </a:lnTo>
                  <a:lnTo>
                    <a:pt x="429794" y="13621"/>
                  </a:lnTo>
                  <a:lnTo>
                    <a:pt x="437609" y="13568"/>
                  </a:lnTo>
                  <a:lnTo>
                    <a:pt x="445423" y="13476"/>
                  </a:lnTo>
                  <a:lnTo>
                    <a:pt x="453238" y="13458"/>
                  </a:lnTo>
                  <a:lnTo>
                    <a:pt x="461052" y="13398"/>
                  </a:lnTo>
                  <a:lnTo>
                    <a:pt x="468866" y="13442"/>
                  </a:lnTo>
                  <a:lnTo>
                    <a:pt x="476681" y="13414"/>
                  </a:lnTo>
                  <a:lnTo>
                    <a:pt x="484495" y="13439"/>
                  </a:lnTo>
                  <a:lnTo>
                    <a:pt x="492310" y="13499"/>
                  </a:lnTo>
                  <a:lnTo>
                    <a:pt x="500124" y="13576"/>
                  </a:lnTo>
                  <a:lnTo>
                    <a:pt x="507939" y="13409"/>
                  </a:lnTo>
                  <a:lnTo>
                    <a:pt x="515753" y="13418"/>
                  </a:lnTo>
                  <a:lnTo>
                    <a:pt x="523568" y="13307"/>
                  </a:lnTo>
                  <a:lnTo>
                    <a:pt x="531382" y="13210"/>
                  </a:lnTo>
                  <a:lnTo>
                    <a:pt x="539196" y="13152"/>
                  </a:lnTo>
                  <a:lnTo>
                    <a:pt x="547011" y="13111"/>
                  </a:lnTo>
                  <a:lnTo>
                    <a:pt x="554825" y="13088"/>
                  </a:lnTo>
                  <a:lnTo>
                    <a:pt x="562640" y="13032"/>
                  </a:lnTo>
                  <a:lnTo>
                    <a:pt x="570454" y="12901"/>
                  </a:lnTo>
                  <a:lnTo>
                    <a:pt x="578269" y="12763"/>
                  </a:lnTo>
                  <a:lnTo>
                    <a:pt x="586083" y="12646"/>
                  </a:lnTo>
                  <a:lnTo>
                    <a:pt x="593898" y="12697"/>
                  </a:lnTo>
                  <a:lnTo>
                    <a:pt x="601712" y="12482"/>
                  </a:lnTo>
                  <a:lnTo>
                    <a:pt x="609526" y="12474"/>
                  </a:lnTo>
                  <a:lnTo>
                    <a:pt x="617341" y="12524"/>
                  </a:lnTo>
                  <a:lnTo>
                    <a:pt x="625155" y="12535"/>
                  </a:lnTo>
                  <a:lnTo>
                    <a:pt x="632970" y="12347"/>
                  </a:lnTo>
                  <a:lnTo>
                    <a:pt x="640784" y="12233"/>
                  </a:lnTo>
                  <a:lnTo>
                    <a:pt x="648599" y="12029"/>
                  </a:lnTo>
                  <a:lnTo>
                    <a:pt x="656413" y="11851"/>
                  </a:lnTo>
                  <a:lnTo>
                    <a:pt x="664228" y="11723"/>
                  </a:lnTo>
                  <a:lnTo>
                    <a:pt x="672042" y="11511"/>
                  </a:lnTo>
                  <a:lnTo>
                    <a:pt x="679857" y="11418"/>
                  </a:lnTo>
                  <a:lnTo>
                    <a:pt x="687671" y="11509"/>
                  </a:lnTo>
                  <a:lnTo>
                    <a:pt x="695485" y="11486"/>
                  </a:lnTo>
                  <a:lnTo>
                    <a:pt x="703300" y="11497"/>
                  </a:lnTo>
                  <a:lnTo>
                    <a:pt x="711114" y="11424"/>
                  </a:lnTo>
                  <a:lnTo>
                    <a:pt x="718929" y="11397"/>
                  </a:lnTo>
                  <a:lnTo>
                    <a:pt x="726743" y="11251"/>
                  </a:lnTo>
                  <a:lnTo>
                    <a:pt x="734558" y="11194"/>
                  </a:lnTo>
                  <a:lnTo>
                    <a:pt x="742372" y="11125"/>
                  </a:lnTo>
                  <a:lnTo>
                    <a:pt x="750187" y="11134"/>
                  </a:lnTo>
                  <a:lnTo>
                    <a:pt x="758001" y="11138"/>
                  </a:lnTo>
                  <a:lnTo>
                    <a:pt x="765815" y="11096"/>
                  </a:lnTo>
                  <a:lnTo>
                    <a:pt x="773630" y="11158"/>
                  </a:lnTo>
                  <a:lnTo>
                    <a:pt x="781444" y="11048"/>
                  </a:lnTo>
                  <a:lnTo>
                    <a:pt x="789259" y="11016"/>
                  </a:lnTo>
                  <a:lnTo>
                    <a:pt x="797073" y="10962"/>
                  </a:lnTo>
                  <a:lnTo>
                    <a:pt x="804888" y="10842"/>
                  </a:lnTo>
                  <a:lnTo>
                    <a:pt x="812702" y="10728"/>
                  </a:lnTo>
                  <a:lnTo>
                    <a:pt x="820517" y="10736"/>
                  </a:lnTo>
                  <a:lnTo>
                    <a:pt x="828331" y="10674"/>
                  </a:lnTo>
                  <a:lnTo>
                    <a:pt x="836145" y="10663"/>
                  </a:lnTo>
                  <a:lnTo>
                    <a:pt x="843960" y="10698"/>
                  </a:lnTo>
                  <a:lnTo>
                    <a:pt x="851774" y="10499"/>
                  </a:lnTo>
                  <a:lnTo>
                    <a:pt x="859589" y="10416"/>
                  </a:lnTo>
                  <a:lnTo>
                    <a:pt x="867403" y="10307"/>
                  </a:lnTo>
                  <a:lnTo>
                    <a:pt x="875218" y="10288"/>
                  </a:lnTo>
                  <a:lnTo>
                    <a:pt x="883032" y="10104"/>
                  </a:lnTo>
                  <a:lnTo>
                    <a:pt x="890847" y="10031"/>
                  </a:lnTo>
                  <a:lnTo>
                    <a:pt x="898661" y="10092"/>
                  </a:lnTo>
                  <a:lnTo>
                    <a:pt x="906476" y="10056"/>
                  </a:lnTo>
                  <a:lnTo>
                    <a:pt x="914290" y="10007"/>
                  </a:lnTo>
                  <a:lnTo>
                    <a:pt x="922104" y="9973"/>
                  </a:lnTo>
                  <a:lnTo>
                    <a:pt x="929919" y="9923"/>
                  </a:lnTo>
                  <a:lnTo>
                    <a:pt x="937733" y="9891"/>
                  </a:lnTo>
                  <a:lnTo>
                    <a:pt x="945548" y="9847"/>
                  </a:lnTo>
                  <a:lnTo>
                    <a:pt x="953362" y="9794"/>
                  </a:lnTo>
                  <a:lnTo>
                    <a:pt x="961177" y="9706"/>
                  </a:lnTo>
                  <a:lnTo>
                    <a:pt x="968991" y="9641"/>
                  </a:lnTo>
                  <a:lnTo>
                    <a:pt x="976806" y="9587"/>
                  </a:lnTo>
                  <a:lnTo>
                    <a:pt x="984620" y="9548"/>
                  </a:lnTo>
                  <a:lnTo>
                    <a:pt x="992434" y="9491"/>
                  </a:lnTo>
                  <a:lnTo>
                    <a:pt x="1000249" y="9529"/>
                  </a:lnTo>
                  <a:lnTo>
                    <a:pt x="1008063" y="9497"/>
                  </a:lnTo>
                  <a:lnTo>
                    <a:pt x="1015878" y="9310"/>
                  </a:lnTo>
                  <a:lnTo>
                    <a:pt x="1023692" y="9126"/>
                  </a:lnTo>
                  <a:lnTo>
                    <a:pt x="1031507" y="9002"/>
                  </a:lnTo>
                  <a:lnTo>
                    <a:pt x="1039321" y="8895"/>
                  </a:lnTo>
                  <a:lnTo>
                    <a:pt x="1047136" y="8766"/>
                  </a:lnTo>
                  <a:lnTo>
                    <a:pt x="1054950" y="8661"/>
                  </a:lnTo>
                  <a:lnTo>
                    <a:pt x="1062765" y="8776"/>
                  </a:lnTo>
                  <a:lnTo>
                    <a:pt x="1070579" y="8662"/>
                  </a:lnTo>
                  <a:lnTo>
                    <a:pt x="1078393" y="8654"/>
                  </a:lnTo>
                  <a:lnTo>
                    <a:pt x="1086208" y="8592"/>
                  </a:lnTo>
                  <a:lnTo>
                    <a:pt x="1094022" y="8593"/>
                  </a:lnTo>
                  <a:lnTo>
                    <a:pt x="1101837" y="8524"/>
                  </a:lnTo>
                  <a:lnTo>
                    <a:pt x="1109651" y="8376"/>
                  </a:lnTo>
                  <a:lnTo>
                    <a:pt x="1117466" y="8375"/>
                  </a:lnTo>
                  <a:lnTo>
                    <a:pt x="1125280" y="8265"/>
                  </a:lnTo>
                  <a:lnTo>
                    <a:pt x="1133095" y="8221"/>
                  </a:lnTo>
                  <a:lnTo>
                    <a:pt x="1140909" y="8200"/>
                  </a:lnTo>
                  <a:lnTo>
                    <a:pt x="1148723" y="8086"/>
                  </a:lnTo>
                  <a:lnTo>
                    <a:pt x="1156538" y="7876"/>
                  </a:lnTo>
                  <a:lnTo>
                    <a:pt x="1164352" y="7821"/>
                  </a:lnTo>
                  <a:lnTo>
                    <a:pt x="1172167" y="7799"/>
                  </a:lnTo>
                  <a:lnTo>
                    <a:pt x="1179981" y="7751"/>
                  </a:lnTo>
                  <a:lnTo>
                    <a:pt x="1187796" y="7634"/>
                  </a:lnTo>
                  <a:lnTo>
                    <a:pt x="1195610" y="7553"/>
                  </a:lnTo>
                  <a:lnTo>
                    <a:pt x="1203425" y="7535"/>
                  </a:lnTo>
                  <a:lnTo>
                    <a:pt x="1211239" y="7516"/>
                  </a:lnTo>
                  <a:lnTo>
                    <a:pt x="1219053" y="7469"/>
                  </a:lnTo>
                  <a:lnTo>
                    <a:pt x="1226868" y="7386"/>
                  </a:lnTo>
                  <a:lnTo>
                    <a:pt x="1234682" y="7355"/>
                  </a:lnTo>
                  <a:lnTo>
                    <a:pt x="1242497" y="7283"/>
                  </a:lnTo>
                  <a:lnTo>
                    <a:pt x="1250311" y="7191"/>
                  </a:lnTo>
                  <a:lnTo>
                    <a:pt x="1258126" y="7264"/>
                  </a:lnTo>
                  <a:lnTo>
                    <a:pt x="1265940" y="7170"/>
                  </a:lnTo>
                  <a:lnTo>
                    <a:pt x="1273755" y="7166"/>
                  </a:lnTo>
                  <a:lnTo>
                    <a:pt x="1281569" y="7163"/>
                  </a:lnTo>
                  <a:lnTo>
                    <a:pt x="1289384" y="7120"/>
                  </a:lnTo>
                  <a:lnTo>
                    <a:pt x="1297198" y="7049"/>
                  </a:lnTo>
                  <a:lnTo>
                    <a:pt x="1305012" y="6982"/>
                  </a:lnTo>
                  <a:lnTo>
                    <a:pt x="1312827" y="6916"/>
                  </a:lnTo>
                  <a:lnTo>
                    <a:pt x="1320641" y="6838"/>
                  </a:lnTo>
                  <a:lnTo>
                    <a:pt x="1328456" y="6711"/>
                  </a:lnTo>
                  <a:lnTo>
                    <a:pt x="1336270" y="6697"/>
                  </a:lnTo>
                  <a:lnTo>
                    <a:pt x="1344085" y="6661"/>
                  </a:lnTo>
                  <a:lnTo>
                    <a:pt x="1351899" y="6615"/>
                  </a:lnTo>
                  <a:lnTo>
                    <a:pt x="1359714" y="6587"/>
                  </a:lnTo>
                  <a:lnTo>
                    <a:pt x="1367528" y="6515"/>
                  </a:lnTo>
                  <a:lnTo>
                    <a:pt x="1375342" y="6440"/>
                  </a:lnTo>
                  <a:lnTo>
                    <a:pt x="1383157" y="6340"/>
                  </a:lnTo>
                  <a:lnTo>
                    <a:pt x="1390971" y="6236"/>
                  </a:lnTo>
                  <a:lnTo>
                    <a:pt x="1398786" y="6046"/>
                  </a:lnTo>
                  <a:lnTo>
                    <a:pt x="1406600" y="5875"/>
                  </a:lnTo>
                  <a:lnTo>
                    <a:pt x="1414415" y="5798"/>
                  </a:lnTo>
                  <a:lnTo>
                    <a:pt x="1422229" y="5664"/>
                  </a:lnTo>
                  <a:lnTo>
                    <a:pt x="1430044" y="5626"/>
                  </a:lnTo>
                  <a:lnTo>
                    <a:pt x="1437858" y="5680"/>
                  </a:lnTo>
                  <a:lnTo>
                    <a:pt x="1445672" y="5582"/>
                  </a:lnTo>
                  <a:lnTo>
                    <a:pt x="1453487" y="5483"/>
                  </a:lnTo>
                  <a:lnTo>
                    <a:pt x="1461301" y="5363"/>
                  </a:lnTo>
                  <a:lnTo>
                    <a:pt x="1469116" y="5243"/>
                  </a:lnTo>
                  <a:lnTo>
                    <a:pt x="1476930" y="5184"/>
                  </a:lnTo>
                  <a:lnTo>
                    <a:pt x="1484745" y="5098"/>
                  </a:lnTo>
                  <a:lnTo>
                    <a:pt x="1492559" y="4954"/>
                  </a:lnTo>
                  <a:lnTo>
                    <a:pt x="1500374" y="4838"/>
                  </a:lnTo>
                  <a:lnTo>
                    <a:pt x="1508188" y="4728"/>
                  </a:lnTo>
                  <a:lnTo>
                    <a:pt x="1516003" y="4726"/>
                  </a:lnTo>
                  <a:lnTo>
                    <a:pt x="1523817" y="4794"/>
                  </a:lnTo>
                  <a:lnTo>
                    <a:pt x="1531631" y="4775"/>
                  </a:lnTo>
                  <a:lnTo>
                    <a:pt x="1539446" y="4632"/>
                  </a:lnTo>
                  <a:lnTo>
                    <a:pt x="1547260" y="4561"/>
                  </a:lnTo>
                  <a:lnTo>
                    <a:pt x="1555075" y="4427"/>
                  </a:lnTo>
                  <a:lnTo>
                    <a:pt x="1562889" y="4383"/>
                  </a:lnTo>
                  <a:lnTo>
                    <a:pt x="1570704" y="4410"/>
                  </a:lnTo>
                  <a:lnTo>
                    <a:pt x="1578518" y="4363"/>
                  </a:lnTo>
                  <a:lnTo>
                    <a:pt x="1586333" y="4409"/>
                  </a:lnTo>
                  <a:lnTo>
                    <a:pt x="1594147" y="4454"/>
                  </a:lnTo>
                  <a:lnTo>
                    <a:pt x="1601961" y="4486"/>
                  </a:lnTo>
                  <a:lnTo>
                    <a:pt x="1609776" y="4439"/>
                  </a:lnTo>
                  <a:lnTo>
                    <a:pt x="1617590" y="4393"/>
                  </a:lnTo>
                  <a:lnTo>
                    <a:pt x="1625405" y="4239"/>
                  </a:lnTo>
                  <a:lnTo>
                    <a:pt x="1633219" y="4050"/>
                  </a:lnTo>
                  <a:lnTo>
                    <a:pt x="1641034" y="3930"/>
                  </a:lnTo>
                  <a:lnTo>
                    <a:pt x="1648848" y="3888"/>
                  </a:lnTo>
                  <a:lnTo>
                    <a:pt x="1656663" y="3846"/>
                  </a:lnTo>
                  <a:lnTo>
                    <a:pt x="1664477" y="3860"/>
                  </a:lnTo>
                  <a:lnTo>
                    <a:pt x="1672291" y="3857"/>
                  </a:lnTo>
                  <a:lnTo>
                    <a:pt x="1680106" y="3668"/>
                  </a:lnTo>
                  <a:lnTo>
                    <a:pt x="1687920" y="3474"/>
                  </a:lnTo>
                  <a:lnTo>
                    <a:pt x="1695735" y="3306"/>
                  </a:lnTo>
                  <a:lnTo>
                    <a:pt x="1703549" y="3306"/>
                  </a:lnTo>
                  <a:lnTo>
                    <a:pt x="1711364" y="3359"/>
                  </a:lnTo>
                  <a:lnTo>
                    <a:pt x="1719178" y="3439"/>
                  </a:lnTo>
                  <a:lnTo>
                    <a:pt x="1726993" y="3387"/>
                  </a:lnTo>
                  <a:lnTo>
                    <a:pt x="1734807" y="3281"/>
                  </a:lnTo>
                  <a:lnTo>
                    <a:pt x="1742622" y="3175"/>
                  </a:lnTo>
                  <a:lnTo>
                    <a:pt x="1750436" y="3168"/>
                  </a:lnTo>
                  <a:lnTo>
                    <a:pt x="1758250" y="3107"/>
                  </a:lnTo>
                  <a:lnTo>
                    <a:pt x="1766065" y="2970"/>
                  </a:lnTo>
                  <a:lnTo>
                    <a:pt x="1773879" y="2815"/>
                  </a:lnTo>
                  <a:lnTo>
                    <a:pt x="1781694" y="2735"/>
                  </a:lnTo>
                  <a:lnTo>
                    <a:pt x="1789508" y="2655"/>
                  </a:lnTo>
                  <a:lnTo>
                    <a:pt x="1797323" y="2575"/>
                  </a:lnTo>
                  <a:lnTo>
                    <a:pt x="1805137" y="2456"/>
                  </a:lnTo>
                  <a:lnTo>
                    <a:pt x="1812952" y="2266"/>
                  </a:lnTo>
                  <a:lnTo>
                    <a:pt x="1820766" y="2076"/>
                  </a:lnTo>
                  <a:lnTo>
                    <a:pt x="1828580" y="1927"/>
                  </a:lnTo>
                  <a:lnTo>
                    <a:pt x="1836395" y="1775"/>
                  </a:lnTo>
                  <a:lnTo>
                    <a:pt x="1844209" y="1695"/>
                  </a:lnTo>
                  <a:lnTo>
                    <a:pt x="1852024" y="1733"/>
                  </a:lnTo>
                  <a:lnTo>
                    <a:pt x="1859838" y="1750"/>
                  </a:lnTo>
                  <a:lnTo>
                    <a:pt x="1867653" y="1767"/>
                  </a:lnTo>
                  <a:lnTo>
                    <a:pt x="1875467" y="1784"/>
                  </a:lnTo>
                  <a:lnTo>
                    <a:pt x="1883282" y="1784"/>
                  </a:lnTo>
                  <a:lnTo>
                    <a:pt x="1891096" y="1681"/>
                  </a:lnTo>
                  <a:lnTo>
                    <a:pt x="1898910" y="1577"/>
                  </a:lnTo>
                  <a:lnTo>
                    <a:pt x="1906725" y="1505"/>
                  </a:lnTo>
                  <a:lnTo>
                    <a:pt x="1914539" y="1491"/>
                  </a:lnTo>
                  <a:lnTo>
                    <a:pt x="1922354" y="1370"/>
                  </a:lnTo>
                  <a:lnTo>
                    <a:pt x="1930168" y="1179"/>
                  </a:lnTo>
                  <a:lnTo>
                    <a:pt x="1937983" y="1059"/>
                  </a:lnTo>
                  <a:lnTo>
                    <a:pt x="1945797" y="986"/>
                  </a:lnTo>
                  <a:lnTo>
                    <a:pt x="1953612" y="901"/>
                  </a:lnTo>
                  <a:lnTo>
                    <a:pt x="1961426" y="781"/>
                  </a:lnTo>
                  <a:lnTo>
                    <a:pt x="1969241" y="598"/>
                  </a:lnTo>
                  <a:lnTo>
                    <a:pt x="1977055" y="414"/>
                  </a:lnTo>
                  <a:lnTo>
                    <a:pt x="1984869" y="229"/>
                  </a:lnTo>
                  <a:lnTo>
                    <a:pt x="1992684" y="45"/>
                  </a:lnTo>
                  <a:lnTo>
                    <a:pt x="2000498" y="0"/>
                  </a:lnTo>
                  <a:lnTo>
                    <a:pt x="2008313" y="47"/>
                  </a:lnTo>
                  <a:lnTo>
                    <a:pt x="2016127" y="95"/>
                  </a:lnTo>
                  <a:lnTo>
                    <a:pt x="2023942" y="143"/>
                  </a:lnTo>
                </a:path>
              </a:pathLst>
            </a:custGeom>
            <a:ln w="18970" cap="flat">
              <a:solidFill>
                <a:srgbClr val="FFC0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rc283"/>
            <p:cNvSpPr/>
            <p:nvPr/>
          </p:nvSpPr>
          <p:spPr>
            <a:xfrm>
              <a:off x="5940302" y="4247864"/>
              <a:ext cx="2226336" cy="742778"/>
            </a:xfrm>
            <a:prstGeom prst="rect">
              <a:avLst/>
            </a:prstGeom>
            <a:ln w="1084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rc284"/>
            <p:cNvSpPr/>
            <p:nvPr/>
          </p:nvSpPr>
          <p:spPr>
            <a:xfrm>
              <a:off x="1121870" y="2180049"/>
              <a:ext cx="2226336" cy="21649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  <a:ln w="948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tx285"/>
            <p:cNvSpPr/>
            <p:nvPr/>
          </p:nvSpPr>
          <p:spPr>
            <a:xfrm>
              <a:off x="1930726" y="2222487"/>
              <a:ext cx="608622" cy="106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1A1A1A">
                      <a:alpha val="100000"/>
                    </a:srgbClr>
                  </a:solidFill>
                  <a:latin typeface="Helvetica"/>
                  <a:cs typeface="Helvetica"/>
                </a:rPr>
                <a:t>Bray-Curtis</a:t>
              </a:r>
            </a:p>
          </p:txBody>
        </p:sp>
        <p:sp>
          <p:nvSpPr>
            <p:cNvPr id="287" name="rc286"/>
            <p:cNvSpPr/>
            <p:nvPr/>
          </p:nvSpPr>
          <p:spPr>
            <a:xfrm>
              <a:off x="3531086" y="2180049"/>
              <a:ext cx="2226336" cy="21649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  <a:ln w="948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tx287"/>
            <p:cNvSpPr/>
            <p:nvPr/>
          </p:nvSpPr>
          <p:spPr>
            <a:xfrm>
              <a:off x="4432985" y="2246007"/>
              <a:ext cx="422537" cy="825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1A1A1A">
                      <a:alpha val="100000"/>
                    </a:srgbClr>
                  </a:solidFill>
                  <a:latin typeface="Helvetica"/>
                  <a:cs typeface="Helvetica"/>
                </a:rPr>
                <a:t>Jaccard</a:t>
              </a:r>
            </a:p>
          </p:txBody>
        </p:sp>
        <p:sp>
          <p:nvSpPr>
            <p:cNvPr id="289" name="rc288"/>
            <p:cNvSpPr/>
            <p:nvPr/>
          </p:nvSpPr>
          <p:spPr>
            <a:xfrm>
              <a:off x="5940302" y="2180049"/>
              <a:ext cx="2226336" cy="21649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  <a:ln w="948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tx289"/>
            <p:cNvSpPr/>
            <p:nvPr/>
          </p:nvSpPr>
          <p:spPr>
            <a:xfrm>
              <a:off x="6798818" y="2243660"/>
              <a:ext cx="509304" cy="848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1A1A1A">
                      <a:alpha val="100000"/>
                    </a:srgbClr>
                  </a:solidFill>
                  <a:latin typeface="Helvetica"/>
                  <a:cs typeface="Helvetica"/>
                </a:rPr>
                <a:t>Sorensen</a:t>
              </a:r>
            </a:p>
          </p:txBody>
        </p:sp>
        <p:sp>
          <p:nvSpPr>
            <p:cNvPr id="291" name="rc290"/>
            <p:cNvSpPr/>
            <p:nvPr/>
          </p:nvSpPr>
          <p:spPr>
            <a:xfrm>
              <a:off x="8166639" y="2396548"/>
              <a:ext cx="216499" cy="742778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  <a:ln w="948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tx291"/>
            <p:cNvSpPr/>
            <p:nvPr/>
          </p:nvSpPr>
          <p:spPr>
            <a:xfrm rot="5400000">
              <a:off x="8142446" y="2726682"/>
              <a:ext cx="266957" cy="825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1A1A1A">
                      <a:alpha val="100000"/>
                    </a:srgbClr>
                  </a:solidFill>
                  <a:latin typeface="Helvetica"/>
                  <a:cs typeface="Helvetica"/>
                </a:rPr>
                <a:t>Total</a:t>
              </a:r>
            </a:p>
          </p:txBody>
        </p:sp>
        <p:sp>
          <p:nvSpPr>
            <p:cNvPr id="293" name="rc292"/>
            <p:cNvSpPr/>
            <p:nvPr/>
          </p:nvSpPr>
          <p:spPr>
            <a:xfrm>
              <a:off x="8166639" y="3322206"/>
              <a:ext cx="216499" cy="742778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  <a:ln w="948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tx293"/>
            <p:cNvSpPr/>
            <p:nvPr/>
          </p:nvSpPr>
          <p:spPr>
            <a:xfrm rot="5400000">
              <a:off x="8033742" y="3652340"/>
              <a:ext cx="484366" cy="825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1A1A1A">
                      <a:alpha val="100000"/>
                    </a:srgbClr>
                  </a:solidFill>
                  <a:latin typeface="Helvetica"/>
                  <a:cs typeface="Helvetica"/>
                </a:rPr>
                <a:t>Turnover</a:t>
              </a:r>
            </a:p>
          </p:txBody>
        </p:sp>
        <p:sp>
          <p:nvSpPr>
            <p:cNvPr id="295" name="rc294"/>
            <p:cNvSpPr/>
            <p:nvPr/>
          </p:nvSpPr>
          <p:spPr>
            <a:xfrm>
              <a:off x="8166639" y="4247864"/>
              <a:ext cx="216499" cy="742778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  <a:ln w="948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tx295"/>
            <p:cNvSpPr/>
            <p:nvPr/>
          </p:nvSpPr>
          <p:spPr>
            <a:xfrm rot="5400000">
              <a:off x="7652814" y="4576934"/>
              <a:ext cx="1248350" cy="846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1A1A1A">
                      <a:alpha val="100000"/>
                    </a:srgbClr>
                  </a:solidFill>
                  <a:latin typeface="Helvetica"/>
                  <a:cs typeface="Helvetica"/>
                </a:rPr>
                <a:t>Gradient or nestedness</a:t>
              </a:r>
            </a:p>
          </p:txBody>
        </p:sp>
        <p:sp>
          <p:nvSpPr>
            <p:cNvPr id="297" name="pl296"/>
            <p:cNvSpPr/>
            <p:nvPr/>
          </p:nvSpPr>
          <p:spPr>
            <a:xfrm>
              <a:off x="1140099" y="49906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l297"/>
            <p:cNvSpPr/>
            <p:nvPr/>
          </p:nvSpPr>
          <p:spPr>
            <a:xfrm>
              <a:off x="1657062" y="49906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l298"/>
            <p:cNvSpPr/>
            <p:nvPr/>
          </p:nvSpPr>
          <p:spPr>
            <a:xfrm>
              <a:off x="2174025" y="49906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l299"/>
            <p:cNvSpPr/>
            <p:nvPr/>
          </p:nvSpPr>
          <p:spPr>
            <a:xfrm>
              <a:off x="2690988" y="49906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l300"/>
            <p:cNvSpPr/>
            <p:nvPr/>
          </p:nvSpPr>
          <p:spPr>
            <a:xfrm>
              <a:off x="3207952" y="49906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tx301"/>
            <p:cNvSpPr/>
            <p:nvPr/>
          </p:nvSpPr>
          <p:spPr>
            <a:xfrm>
              <a:off x="1090413" y="5065741"/>
              <a:ext cx="99372" cy="778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303" name="tx302"/>
            <p:cNvSpPr/>
            <p:nvPr/>
          </p:nvSpPr>
          <p:spPr>
            <a:xfrm>
              <a:off x="1625984" y="5063286"/>
              <a:ext cx="62155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4" name="tx303"/>
            <p:cNvSpPr/>
            <p:nvPr/>
          </p:nvSpPr>
          <p:spPr>
            <a:xfrm>
              <a:off x="2142947" y="5065741"/>
              <a:ext cx="62155" cy="778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05" name="tx304"/>
            <p:cNvSpPr/>
            <p:nvPr/>
          </p:nvSpPr>
          <p:spPr>
            <a:xfrm>
              <a:off x="2659911" y="5065141"/>
              <a:ext cx="62155" cy="784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6" name="tx305"/>
            <p:cNvSpPr/>
            <p:nvPr/>
          </p:nvSpPr>
          <p:spPr>
            <a:xfrm>
              <a:off x="3176874" y="5063176"/>
              <a:ext cx="62155" cy="803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7" name="pl306"/>
            <p:cNvSpPr/>
            <p:nvPr/>
          </p:nvSpPr>
          <p:spPr>
            <a:xfrm>
              <a:off x="3549315" y="49906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l307"/>
            <p:cNvSpPr/>
            <p:nvPr/>
          </p:nvSpPr>
          <p:spPr>
            <a:xfrm>
              <a:off x="4066278" y="49906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l308"/>
            <p:cNvSpPr/>
            <p:nvPr/>
          </p:nvSpPr>
          <p:spPr>
            <a:xfrm>
              <a:off x="4583242" y="49906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l309"/>
            <p:cNvSpPr/>
            <p:nvPr/>
          </p:nvSpPr>
          <p:spPr>
            <a:xfrm>
              <a:off x="5100205" y="49906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l310"/>
            <p:cNvSpPr/>
            <p:nvPr/>
          </p:nvSpPr>
          <p:spPr>
            <a:xfrm>
              <a:off x="5617168" y="49906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tx311"/>
            <p:cNvSpPr/>
            <p:nvPr/>
          </p:nvSpPr>
          <p:spPr>
            <a:xfrm>
              <a:off x="3499629" y="5065741"/>
              <a:ext cx="99372" cy="778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313" name="tx312"/>
            <p:cNvSpPr/>
            <p:nvPr/>
          </p:nvSpPr>
          <p:spPr>
            <a:xfrm>
              <a:off x="4035201" y="5063286"/>
              <a:ext cx="62155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4" name="tx313"/>
            <p:cNvSpPr/>
            <p:nvPr/>
          </p:nvSpPr>
          <p:spPr>
            <a:xfrm>
              <a:off x="4552164" y="5065741"/>
              <a:ext cx="62155" cy="778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5" name="tx314"/>
            <p:cNvSpPr/>
            <p:nvPr/>
          </p:nvSpPr>
          <p:spPr>
            <a:xfrm>
              <a:off x="5069127" y="5065141"/>
              <a:ext cx="62155" cy="784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16" name="tx315"/>
            <p:cNvSpPr/>
            <p:nvPr/>
          </p:nvSpPr>
          <p:spPr>
            <a:xfrm>
              <a:off x="5586090" y="5063176"/>
              <a:ext cx="62155" cy="803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7" name="pl316"/>
            <p:cNvSpPr/>
            <p:nvPr/>
          </p:nvSpPr>
          <p:spPr>
            <a:xfrm>
              <a:off x="5958532" y="49906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l317"/>
            <p:cNvSpPr/>
            <p:nvPr/>
          </p:nvSpPr>
          <p:spPr>
            <a:xfrm>
              <a:off x="6475495" y="49906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l318"/>
            <p:cNvSpPr/>
            <p:nvPr/>
          </p:nvSpPr>
          <p:spPr>
            <a:xfrm>
              <a:off x="6992458" y="49906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l319"/>
            <p:cNvSpPr/>
            <p:nvPr/>
          </p:nvSpPr>
          <p:spPr>
            <a:xfrm>
              <a:off x="7509421" y="49906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l320"/>
            <p:cNvSpPr/>
            <p:nvPr/>
          </p:nvSpPr>
          <p:spPr>
            <a:xfrm>
              <a:off x="8026384" y="49906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tx321"/>
            <p:cNvSpPr/>
            <p:nvPr/>
          </p:nvSpPr>
          <p:spPr>
            <a:xfrm>
              <a:off x="5908845" y="5065741"/>
              <a:ext cx="99372" cy="778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323" name="tx322"/>
            <p:cNvSpPr/>
            <p:nvPr/>
          </p:nvSpPr>
          <p:spPr>
            <a:xfrm>
              <a:off x="6444417" y="5063286"/>
              <a:ext cx="62155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4" name="tx323"/>
            <p:cNvSpPr/>
            <p:nvPr/>
          </p:nvSpPr>
          <p:spPr>
            <a:xfrm>
              <a:off x="6961380" y="5065741"/>
              <a:ext cx="62155" cy="778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5" name="tx324"/>
            <p:cNvSpPr/>
            <p:nvPr/>
          </p:nvSpPr>
          <p:spPr>
            <a:xfrm>
              <a:off x="7478343" y="5065141"/>
              <a:ext cx="62155" cy="784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6" name="tx325"/>
            <p:cNvSpPr/>
            <p:nvPr/>
          </p:nvSpPr>
          <p:spPr>
            <a:xfrm>
              <a:off x="7995307" y="5063176"/>
              <a:ext cx="62155" cy="803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27" name="tx326"/>
            <p:cNvSpPr/>
            <p:nvPr/>
          </p:nvSpPr>
          <p:spPr>
            <a:xfrm>
              <a:off x="866661" y="2958819"/>
              <a:ext cx="192578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-0.5</a:t>
              </a:r>
            </a:p>
          </p:txBody>
        </p:sp>
        <p:sp>
          <p:nvSpPr>
            <p:cNvPr id="328" name="tx327"/>
            <p:cNvSpPr/>
            <p:nvPr/>
          </p:nvSpPr>
          <p:spPr>
            <a:xfrm>
              <a:off x="903878" y="2757211"/>
              <a:ext cx="155361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329" name="tx328"/>
            <p:cNvSpPr/>
            <p:nvPr/>
          </p:nvSpPr>
          <p:spPr>
            <a:xfrm>
              <a:off x="903878" y="2555603"/>
              <a:ext cx="155361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330" name="pl329"/>
            <p:cNvSpPr/>
            <p:nvPr/>
          </p:nvSpPr>
          <p:spPr>
            <a:xfrm>
              <a:off x="1087075" y="299901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l330"/>
            <p:cNvSpPr/>
            <p:nvPr/>
          </p:nvSpPr>
          <p:spPr>
            <a:xfrm>
              <a:off x="1087075" y="279740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l331"/>
            <p:cNvSpPr/>
            <p:nvPr/>
          </p:nvSpPr>
          <p:spPr>
            <a:xfrm>
              <a:off x="1087075" y="259579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tx332"/>
            <p:cNvSpPr/>
            <p:nvPr/>
          </p:nvSpPr>
          <p:spPr>
            <a:xfrm>
              <a:off x="866661" y="3884477"/>
              <a:ext cx="192578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-0.5</a:t>
              </a:r>
            </a:p>
          </p:txBody>
        </p:sp>
        <p:sp>
          <p:nvSpPr>
            <p:cNvPr id="334" name="tx333"/>
            <p:cNvSpPr/>
            <p:nvPr/>
          </p:nvSpPr>
          <p:spPr>
            <a:xfrm>
              <a:off x="903878" y="3682869"/>
              <a:ext cx="155361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335" name="tx334"/>
            <p:cNvSpPr/>
            <p:nvPr/>
          </p:nvSpPr>
          <p:spPr>
            <a:xfrm>
              <a:off x="903878" y="3481261"/>
              <a:ext cx="155361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336" name="pl335"/>
            <p:cNvSpPr/>
            <p:nvPr/>
          </p:nvSpPr>
          <p:spPr>
            <a:xfrm>
              <a:off x="1087075" y="392466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l336"/>
            <p:cNvSpPr/>
            <p:nvPr/>
          </p:nvSpPr>
          <p:spPr>
            <a:xfrm>
              <a:off x="1087075" y="372306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l337"/>
            <p:cNvSpPr/>
            <p:nvPr/>
          </p:nvSpPr>
          <p:spPr>
            <a:xfrm>
              <a:off x="1087075" y="352145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tx338"/>
            <p:cNvSpPr/>
            <p:nvPr/>
          </p:nvSpPr>
          <p:spPr>
            <a:xfrm>
              <a:off x="866661" y="4810135"/>
              <a:ext cx="192578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-0.5</a:t>
              </a:r>
            </a:p>
          </p:txBody>
        </p:sp>
        <p:sp>
          <p:nvSpPr>
            <p:cNvPr id="340" name="tx339"/>
            <p:cNvSpPr/>
            <p:nvPr/>
          </p:nvSpPr>
          <p:spPr>
            <a:xfrm>
              <a:off x="903878" y="4608527"/>
              <a:ext cx="155361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341" name="tx340"/>
            <p:cNvSpPr/>
            <p:nvPr/>
          </p:nvSpPr>
          <p:spPr>
            <a:xfrm>
              <a:off x="903878" y="4406919"/>
              <a:ext cx="155361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342" name="pl341"/>
            <p:cNvSpPr/>
            <p:nvPr/>
          </p:nvSpPr>
          <p:spPr>
            <a:xfrm>
              <a:off x="1087075" y="485032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l342"/>
            <p:cNvSpPr/>
            <p:nvPr/>
          </p:nvSpPr>
          <p:spPr>
            <a:xfrm>
              <a:off x="1087075" y="464871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l343"/>
            <p:cNvSpPr/>
            <p:nvPr/>
          </p:nvSpPr>
          <p:spPr>
            <a:xfrm>
              <a:off x="1087075" y="444711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tx344"/>
            <p:cNvSpPr/>
            <p:nvPr/>
          </p:nvSpPr>
          <p:spPr>
            <a:xfrm>
              <a:off x="3331940" y="5238121"/>
              <a:ext cx="2624627" cy="1315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Mean temperature anomaly of the site pair</a:t>
              </a:r>
            </a:p>
          </p:txBody>
        </p:sp>
        <p:sp>
          <p:nvSpPr>
            <p:cNvPr id="346" name="tx345"/>
            <p:cNvSpPr/>
            <p:nvPr/>
          </p:nvSpPr>
          <p:spPr>
            <a:xfrm rot="-5400000">
              <a:off x="-648919" y="3627156"/>
              <a:ext cx="2634040" cy="1328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Difference in dissimilarity relative to PV@0</a:t>
              </a:r>
            </a:p>
          </p:txBody>
        </p:sp>
        <p:sp>
          <p:nvSpPr>
            <p:cNvPr id="347" name="rc346"/>
            <p:cNvSpPr/>
            <p:nvPr/>
          </p:nvSpPr>
          <p:spPr>
            <a:xfrm>
              <a:off x="1794685" y="5634677"/>
              <a:ext cx="219456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8" name="rc347"/>
            <p:cNvSpPr/>
            <p:nvPr/>
          </p:nvSpPr>
          <p:spPr>
            <a:xfrm>
              <a:off x="1794685" y="5634677"/>
              <a:ext cx="219456" cy="219455"/>
            </a:xfrm>
            <a:prstGeom prst="rect">
              <a:avLst/>
            </a:prstGeom>
            <a:solidFill>
              <a:srgbClr val="009E73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349" name="pl348"/>
            <p:cNvSpPr/>
            <p:nvPr/>
          </p:nvSpPr>
          <p:spPr>
            <a:xfrm>
              <a:off x="1816631" y="574440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8970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rc349"/>
            <p:cNvSpPr/>
            <p:nvPr/>
          </p:nvSpPr>
          <p:spPr>
            <a:xfrm>
              <a:off x="3085053" y="5634677"/>
              <a:ext cx="219456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1" name="rc350"/>
            <p:cNvSpPr/>
            <p:nvPr/>
          </p:nvSpPr>
          <p:spPr>
            <a:xfrm>
              <a:off x="3085053" y="5634677"/>
              <a:ext cx="219456" cy="219455"/>
            </a:xfrm>
            <a:prstGeom prst="rect">
              <a:avLst/>
            </a:prstGeom>
            <a:solidFill>
              <a:srgbClr val="0072B2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352" name="pl351"/>
            <p:cNvSpPr/>
            <p:nvPr/>
          </p:nvSpPr>
          <p:spPr>
            <a:xfrm>
              <a:off x="3106999" y="574440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897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rc352"/>
            <p:cNvSpPr/>
            <p:nvPr/>
          </p:nvSpPr>
          <p:spPr>
            <a:xfrm>
              <a:off x="4524779" y="5634677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4" name="rc353"/>
            <p:cNvSpPr/>
            <p:nvPr/>
          </p:nvSpPr>
          <p:spPr>
            <a:xfrm>
              <a:off x="4524779" y="5634677"/>
              <a:ext cx="219455" cy="219455"/>
            </a:xfrm>
            <a:prstGeom prst="rect">
              <a:avLst/>
            </a:prstGeom>
            <a:solidFill>
              <a:srgbClr val="E69F00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355" name="pl354"/>
            <p:cNvSpPr/>
            <p:nvPr/>
          </p:nvSpPr>
          <p:spPr>
            <a:xfrm>
              <a:off x="4546725" y="574440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8970" cap="flat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rc355"/>
            <p:cNvSpPr/>
            <p:nvPr/>
          </p:nvSpPr>
          <p:spPr>
            <a:xfrm>
              <a:off x="5690781" y="5634677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7" name="rc356"/>
            <p:cNvSpPr/>
            <p:nvPr/>
          </p:nvSpPr>
          <p:spPr>
            <a:xfrm>
              <a:off x="5690781" y="5634677"/>
              <a:ext cx="219455" cy="219455"/>
            </a:xfrm>
            <a:prstGeom prst="rect">
              <a:avLst/>
            </a:prstGeom>
            <a:solidFill>
              <a:srgbClr val="D55E00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358" name="pl357"/>
            <p:cNvSpPr/>
            <p:nvPr/>
          </p:nvSpPr>
          <p:spPr>
            <a:xfrm>
              <a:off x="5712727" y="574440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8970" cap="flat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rc358"/>
            <p:cNvSpPr/>
            <p:nvPr/>
          </p:nvSpPr>
          <p:spPr>
            <a:xfrm>
              <a:off x="6900385" y="5634677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0" name="rc359"/>
            <p:cNvSpPr/>
            <p:nvPr/>
          </p:nvSpPr>
          <p:spPr>
            <a:xfrm>
              <a:off x="6900385" y="5634677"/>
              <a:ext cx="219455" cy="219455"/>
            </a:xfrm>
            <a:prstGeom prst="rect">
              <a:avLst/>
            </a:prstGeom>
            <a:solidFill>
              <a:srgbClr val="FFC0CB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361" name="pl360"/>
            <p:cNvSpPr/>
            <p:nvPr/>
          </p:nvSpPr>
          <p:spPr>
            <a:xfrm>
              <a:off x="6922330" y="574440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8970" cap="flat">
              <a:solidFill>
                <a:srgbClr val="FFC0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tx361"/>
            <p:cNvSpPr/>
            <p:nvPr/>
          </p:nvSpPr>
          <p:spPr>
            <a:xfrm>
              <a:off x="2083730" y="5679602"/>
              <a:ext cx="931733" cy="1048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Primary vegetation</a:t>
              </a:r>
            </a:p>
          </p:txBody>
        </p:sp>
        <p:sp>
          <p:nvSpPr>
            <p:cNvPr id="363" name="tx362"/>
            <p:cNvSpPr/>
            <p:nvPr/>
          </p:nvSpPr>
          <p:spPr>
            <a:xfrm>
              <a:off x="3374098" y="5677420"/>
              <a:ext cx="1081092" cy="1070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Secondary vegetation</a:t>
              </a:r>
            </a:p>
          </p:txBody>
        </p:sp>
        <p:sp>
          <p:nvSpPr>
            <p:cNvPr id="364" name="tx363"/>
            <p:cNvSpPr/>
            <p:nvPr/>
          </p:nvSpPr>
          <p:spPr>
            <a:xfrm>
              <a:off x="4813824" y="5678293"/>
              <a:ext cx="807367" cy="1061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Agriculture (low)</a:t>
              </a:r>
            </a:p>
          </p:txBody>
        </p:sp>
        <p:sp>
          <p:nvSpPr>
            <p:cNvPr id="365" name="tx364"/>
            <p:cNvSpPr/>
            <p:nvPr/>
          </p:nvSpPr>
          <p:spPr>
            <a:xfrm>
              <a:off x="5979826" y="5678293"/>
              <a:ext cx="850969" cy="1061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Agriculture (high)</a:t>
              </a:r>
            </a:p>
          </p:txBody>
        </p:sp>
        <p:sp>
          <p:nvSpPr>
            <p:cNvPr id="366" name="tx365"/>
            <p:cNvSpPr/>
            <p:nvPr/>
          </p:nvSpPr>
          <p:spPr>
            <a:xfrm>
              <a:off x="7189430" y="5701922"/>
              <a:ext cx="304393" cy="825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Urban</a:t>
              </a:r>
            </a:p>
          </p:txBody>
        </p:sp>
        <p:sp>
          <p:nvSpPr>
            <p:cNvPr id="367" name="tx366"/>
            <p:cNvSpPr/>
            <p:nvPr/>
          </p:nvSpPr>
          <p:spPr>
            <a:xfrm>
              <a:off x="1121870" y="1947022"/>
              <a:ext cx="4340727" cy="1325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Positive values indicate higher dissimilarity than the fixed PV baseline.</a:t>
              </a:r>
            </a:p>
          </p:txBody>
        </p:sp>
        <p:sp>
          <p:nvSpPr>
            <p:cNvPr id="368" name="tx367"/>
            <p:cNvSpPr/>
            <p:nvPr/>
          </p:nvSpPr>
          <p:spPr>
            <a:xfrm>
              <a:off x="1121870" y="1713231"/>
              <a:ext cx="5780796" cy="1594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Compositional change relative to Primary vegetation at climate mean = 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2026-03-26T19:00:05Z</dcterms:modified>
  <cp:category/>
</cp:coreProperties>
</file>