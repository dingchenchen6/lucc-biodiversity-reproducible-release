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Compositional Bray warming coefficients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4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3069064" y="529239"/>
              <a:ext cx="5897799" cy="589412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3069064" y="6190702"/>
              <a:ext cx="5897799" cy="0"/>
            </a:xfrm>
            <a:custGeom>
              <a:avLst/>
              <a:pathLst>
                <a:path w="5897799" h="0">
                  <a:moveTo>
                    <a:pt x="0" y="0"/>
                  </a:moveTo>
                  <a:lnTo>
                    <a:pt x="5897799" y="0"/>
                  </a:lnTo>
                  <a:lnTo>
                    <a:pt x="5897799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3069064" y="5802931"/>
              <a:ext cx="5897799" cy="0"/>
            </a:xfrm>
            <a:custGeom>
              <a:avLst/>
              <a:pathLst>
                <a:path w="5897799" h="0">
                  <a:moveTo>
                    <a:pt x="0" y="0"/>
                  </a:moveTo>
                  <a:lnTo>
                    <a:pt x="5897799" y="0"/>
                  </a:lnTo>
                  <a:lnTo>
                    <a:pt x="5897799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3069064" y="5415159"/>
              <a:ext cx="5897799" cy="0"/>
            </a:xfrm>
            <a:custGeom>
              <a:avLst/>
              <a:pathLst>
                <a:path w="5897799" h="0">
                  <a:moveTo>
                    <a:pt x="0" y="0"/>
                  </a:moveTo>
                  <a:lnTo>
                    <a:pt x="5897799" y="0"/>
                  </a:lnTo>
                  <a:lnTo>
                    <a:pt x="5897799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3069064" y="5027388"/>
              <a:ext cx="5897799" cy="0"/>
            </a:xfrm>
            <a:custGeom>
              <a:avLst/>
              <a:pathLst>
                <a:path w="5897799" h="0">
                  <a:moveTo>
                    <a:pt x="0" y="0"/>
                  </a:moveTo>
                  <a:lnTo>
                    <a:pt x="5897799" y="0"/>
                  </a:lnTo>
                  <a:lnTo>
                    <a:pt x="5897799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3069064" y="4639616"/>
              <a:ext cx="5897799" cy="0"/>
            </a:xfrm>
            <a:custGeom>
              <a:avLst/>
              <a:pathLst>
                <a:path w="5897799" h="0">
                  <a:moveTo>
                    <a:pt x="0" y="0"/>
                  </a:moveTo>
                  <a:lnTo>
                    <a:pt x="5897799" y="0"/>
                  </a:lnTo>
                  <a:lnTo>
                    <a:pt x="5897799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069064" y="4251845"/>
              <a:ext cx="5897799" cy="0"/>
            </a:xfrm>
            <a:custGeom>
              <a:avLst/>
              <a:pathLst>
                <a:path w="5897799" h="0">
                  <a:moveTo>
                    <a:pt x="0" y="0"/>
                  </a:moveTo>
                  <a:lnTo>
                    <a:pt x="5897799" y="0"/>
                  </a:lnTo>
                  <a:lnTo>
                    <a:pt x="5897799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3069064" y="3864073"/>
              <a:ext cx="5897799" cy="0"/>
            </a:xfrm>
            <a:custGeom>
              <a:avLst/>
              <a:pathLst>
                <a:path w="5897799" h="0">
                  <a:moveTo>
                    <a:pt x="0" y="0"/>
                  </a:moveTo>
                  <a:lnTo>
                    <a:pt x="5897799" y="0"/>
                  </a:lnTo>
                  <a:lnTo>
                    <a:pt x="5897799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3069064" y="3476302"/>
              <a:ext cx="5897799" cy="0"/>
            </a:xfrm>
            <a:custGeom>
              <a:avLst/>
              <a:pathLst>
                <a:path w="5897799" h="0">
                  <a:moveTo>
                    <a:pt x="0" y="0"/>
                  </a:moveTo>
                  <a:lnTo>
                    <a:pt x="5897799" y="0"/>
                  </a:lnTo>
                  <a:lnTo>
                    <a:pt x="5897799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3069064" y="3088530"/>
              <a:ext cx="5897799" cy="0"/>
            </a:xfrm>
            <a:custGeom>
              <a:avLst/>
              <a:pathLst>
                <a:path w="5897799" h="0">
                  <a:moveTo>
                    <a:pt x="0" y="0"/>
                  </a:moveTo>
                  <a:lnTo>
                    <a:pt x="5897799" y="0"/>
                  </a:lnTo>
                  <a:lnTo>
                    <a:pt x="5897799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3069064" y="2700759"/>
              <a:ext cx="5897799" cy="0"/>
            </a:xfrm>
            <a:custGeom>
              <a:avLst/>
              <a:pathLst>
                <a:path w="5897799" h="0">
                  <a:moveTo>
                    <a:pt x="0" y="0"/>
                  </a:moveTo>
                  <a:lnTo>
                    <a:pt x="5897799" y="0"/>
                  </a:lnTo>
                  <a:lnTo>
                    <a:pt x="5897799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069064" y="2312987"/>
              <a:ext cx="5897799" cy="0"/>
            </a:xfrm>
            <a:custGeom>
              <a:avLst/>
              <a:pathLst>
                <a:path w="5897799" h="0">
                  <a:moveTo>
                    <a:pt x="0" y="0"/>
                  </a:moveTo>
                  <a:lnTo>
                    <a:pt x="5897799" y="0"/>
                  </a:lnTo>
                  <a:lnTo>
                    <a:pt x="5897799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3069064" y="1925216"/>
              <a:ext cx="5897799" cy="0"/>
            </a:xfrm>
            <a:custGeom>
              <a:avLst/>
              <a:pathLst>
                <a:path w="5897799" h="0">
                  <a:moveTo>
                    <a:pt x="0" y="0"/>
                  </a:moveTo>
                  <a:lnTo>
                    <a:pt x="5897799" y="0"/>
                  </a:lnTo>
                  <a:lnTo>
                    <a:pt x="5897799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3069064" y="1537445"/>
              <a:ext cx="5897799" cy="0"/>
            </a:xfrm>
            <a:custGeom>
              <a:avLst/>
              <a:pathLst>
                <a:path w="5897799" h="0">
                  <a:moveTo>
                    <a:pt x="0" y="0"/>
                  </a:moveTo>
                  <a:lnTo>
                    <a:pt x="5897799" y="0"/>
                  </a:lnTo>
                  <a:lnTo>
                    <a:pt x="5897799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069064" y="1149673"/>
              <a:ext cx="5897799" cy="0"/>
            </a:xfrm>
            <a:custGeom>
              <a:avLst/>
              <a:pathLst>
                <a:path w="5897799" h="0">
                  <a:moveTo>
                    <a:pt x="0" y="0"/>
                  </a:moveTo>
                  <a:lnTo>
                    <a:pt x="5897799" y="0"/>
                  </a:lnTo>
                  <a:lnTo>
                    <a:pt x="5897799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3069064" y="761902"/>
              <a:ext cx="5897799" cy="0"/>
            </a:xfrm>
            <a:custGeom>
              <a:avLst/>
              <a:pathLst>
                <a:path w="5897799" h="0">
                  <a:moveTo>
                    <a:pt x="0" y="0"/>
                  </a:moveTo>
                  <a:lnTo>
                    <a:pt x="5897799" y="0"/>
                  </a:lnTo>
                  <a:lnTo>
                    <a:pt x="5897799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3486397" y="529239"/>
              <a:ext cx="0" cy="5894126"/>
            </a:xfrm>
            <a:custGeom>
              <a:avLst/>
              <a:pathLst>
                <a:path w="0" h="5894126">
                  <a:moveTo>
                    <a:pt x="0" y="58941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4624703" y="529239"/>
              <a:ext cx="0" cy="5894126"/>
            </a:xfrm>
            <a:custGeom>
              <a:avLst/>
              <a:pathLst>
                <a:path w="0" h="5894126">
                  <a:moveTo>
                    <a:pt x="0" y="58941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63008" y="529239"/>
              <a:ext cx="0" cy="5894126"/>
            </a:xfrm>
            <a:custGeom>
              <a:avLst/>
              <a:pathLst>
                <a:path w="0" h="5894126">
                  <a:moveTo>
                    <a:pt x="0" y="58941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6901313" y="529239"/>
              <a:ext cx="0" cy="5894126"/>
            </a:xfrm>
            <a:custGeom>
              <a:avLst/>
              <a:pathLst>
                <a:path w="0" h="5894126">
                  <a:moveTo>
                    <a:pt x="0" y="58941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8039619" y="529239"/>
              <a:ext cx="0" cy="5894126"/>
            </a:xfrm>
            <a:custGeom>
              <a:avLst/>
              <a:pathLst>
                <a:path w="0" h="5894126">
                  <a:moveTo>
                    <a:pt x="0" y="58941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5763008" y="529239"/>
              <a:ext cx="0" cy="5894126"/>
            </a:xfrm>
            <a:custGeom>
              <a:avLst/>
              <a:pathLst>
                <a:path w="0" h="5894126">
                  <a:moveTo>
                    <a:pt x="0" y="58941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5837669" y="738635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4359527" y="761902"/>
              <a:ext cx="1478142" cy="0"/>
            </a:xfrm>
            <a:custGeom>
              <a:avLst/>
              <a:pathLst>
                <a:path w="1478142" h="0">
                  <a:moveTo>
                    <a:pt x="1478142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4359527" y="738635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6821047" y="1126407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5092135" y="1149673"/>
              <a:ext cx="1728911" cy="0"/>
            </a:xfrm>
            <a:custGeom>
              <a:avLst/>
              <a:pathLst>
                <a:path w="1728911" h="0">
                  <a:moveTo>
                    <a:pt x="1728911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5092135" y="1126407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5976177" y="1514178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4865152" y="1537445"/>
              <a:ext cx="1111025" cy="0"/>
            </a:xfrm>
            <a:custGeom>
              <a:avLst/>
              <a:pathLst>
                <a:path w="1111025" h="0">
                  <a:moveTo>
                    <a:pt x="1111025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4865152" y="1514178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6275784" y="1901950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5145559" y="1925216"/>
              <a:ext cx="1130224" cy="0"/>
            </a:xfrm>
            <a:custGeom>
              <a:avLst/>
              <a:pathLst>
                <a:path w="1130224" h="0">
                  <a:moveTo>
                    <a:pt x="1130224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5145559" y="1901950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8686257" y="2289721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4336351" y="2312987"/>
              <a:ext cx="4349905" cy="0"/>
            </a:xfrm>
            <a:custGeom>
              <a:avLst/>
              <a:pathLst>
                <a:path w="4349905" h="0">
                  <a:moveTo>
                    <a:pt x="4349905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4336351" y="2289721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6857691" y="2677493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5267895" y="2700759"/>
              <a:ext cx="1589796" cy="0"/>
            </a:xfrm>
            <a:custGeom>
              <a:avLst/>
              <a:pathLst>
                <a:path w="1589796" h="0">
                  <a:moveTo>
                    <a:pt x="1589796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5267895" y="2677493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7286859" y="3065264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5525138" y="3088530"/>
              <a:ext cx="1761720" cy="0"/>
            </a:xfrm>
            <a:custGeom>
              <a:avLst/>
              <a:pathLst>
                <a:path w="1761720" h="0">
                  <a:moveTo>
                    <a:pt x="1761720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5525138" y="3065264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6383845" y="3453036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272515" y="3476302"/>
              <a:ext cx="1111330" cy="0"/>
            </a:xfrm>
            <a:custGeom>
              <a:avLst/>
              <a:pathLst>
                <a:path w="1111330" h="0">
                  <a:moveTo>
                    <a:pt x="1111330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5272515" y="3453036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6439327" y="3840807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2"/>
            <p:cNvSpPr/>
            <p:nvPr/>
          </p:nvSpPr>
          <p:spPr>
            <a:xfrm>
              <a:off x="5297930" y="3864073"/>
              <a:ext cx="1141397" cy="0"/>
            </a:xfrm>
            <a:custGeom>
              <a:avLst/>
              <a:pathLst>
                <a:path w="1141397" h="0">
                  <a:moveTo>
                    <a:pt x="1141397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5297930" y="3840807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4"/>
            <p:cNvSpPr/>
            <p:nvPr/>
          </p:nvSpPr>
          <p:spPr>
            <a:xfrm>
              <a:off x="8007513" y="4228579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5"/>
            <p:cNvSpPr/>
            <p:nvPr/>
          </p:nvSpPr>
          <p:spPr>
            <a:xfrm>
              <a:off x="3585457" y="4251845"/>
              <a:ext cx="4422055" cy="0"/>
            </a:xfrm>
            <a:custGeom>
              <a:avLst/>
              <a:pathLst>
                <a:path w="4422055" h="0">
                  <a:moveTo>
                    <a:pt x="4422055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6"/>
            <p:cNvSpPr/>
            <p:nvPr/>
          </p:nvSpPr>
          <p:spPr>
            <a:xfrm>
              <a:off x="3585457" y="4228579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7"/>
            <p:cNvSpPr/>
            <p:nvPr/>
          </p:nvSpPr>
          <p:spPr>
            <a:xfrm>
              <a:off x="5508437" y="4616350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8"/>
            <p:cNvSpPr/>
            <p:nvPr/>
          </p:nvSpPr>
          <p:spPr>
            <a:xfrm>
              <a:off x="3585991" y="4639616"/>
              <a:ext cx="1922446" cy="0"/>
            </a:xfrm>
            <a:custGeom>
              <a:avLst/>
              <a:pathLst>
                <a:path w="1922446" h="0">
                  <a:moveTo>
                    <a:pt x="1922446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59"/>
            <p:cNvSpPr/>
            <p:nvPr/>
          </p:nvSpPr>
          <p:spPr>
            <a:xfrm>
              <a:off x="3585991" y="4616350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0"/>
            <p:cNvSpPr/>
            <p:nvPr/>
          </p:nvSpPr>
          <p:spPr>
            <a:xfrm>
              <a:off x="6980215" y="5004122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1"/>
            <p:cNvSpPr/>
            <p:nvPr/>
          </p:nvSpPr>
          <p:spPr>
            <a:xfrm>
              <a:off x="4824715" y="5027388"/>
              <a:ext cx="2155499" cy="0"/>
            </a:xfrm>
            <a:custGeom>
              <a:avLst/>
              <a:pathLst>
                <a:path w="2155499" h="0">
                  <a:moveTo>
                    <a:pt x="2155499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2"/>
            <p:cNvSpPr/>
            <p:nvPr/>
          </p:nvSpPr>
          <p:spPr>
            <a:xfrm>
              <a:off x="4824715" y="5004122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3"/>
            <p:cNvSpPr/>
            <p:nvPr/>
          </p:nvSpPr>
          <p:spPr>
            <a:xfrm>
              <a:off x="6711967" y="5391893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5337713" y="5415159"/>
              <a:ext cx="1374253" cy="0"/>
            </a:xfrm>
            <a:custGeom>
              <a:avLst/>
              <a:pathLst>
                <a:path w="1374253" h="0">
                  <a:moveTo>
                    <a:pt x="1374253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5337713" y="5391893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6579889" y="5779664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5179288" y="5802931"/>
              <a:ext cx="1400600" cy="0"/>
            </a:xfrm>
            <a:custGeom>
              <a:avLst/>
              <a:pathLst>
                <a:path w="1400600" h="0">
                  <a:moveTo>
                    <a:pt x="1400600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5179288" y="5779664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8698782" y="6167436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337146" y="6190702"/>
              <a:ext cx="5361635" cy="0"/>
            </a:xfrm>
            <a:custGeom>
              <a:avLst/>
              <a:pathLst>
                <a:path w="5361635" h="0">
                  <a:moveTo>
                    <a:pt x="5361635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3337146" y="6167436"/>
              <a:ext cx="0" cy="46532"/>
            </a:xfrm>
            <a:custGeom>
              <a:avLst/>
              <a:pathLst>
                <a:path w="0" h="46532">
                  <a:moveTo>
                    <a:pt x="0" y="46532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5065642" y="728945"/>
              <a:ext cx="65912" cy="6591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5923635" y="1116717"/>
              <a:ext cx="65912" cy="6591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5387709" y="1504488"/>
              <a:ext cx="65912" cy="6591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5677715" y="1892260"/>
              <a:ext cx="65912" cy="6591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6478348" y="2280031"/>
              <a:ext cx="65912" cy="6591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6029837" y="2667803"/>
              <a:ext cx="65912" cy="6591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6373042" y="3055574"/>
              <a:ext cx="65912" cy="6591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5795224" y="3443346"/>
              <a:ext cx="65912" cy="6591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5835672" y="3831117"/>
              <a:ext cx="65912" cy="6591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5763529" y="4218889"/>
              <a:ext cx="65912" cy="6591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4514258" y="4606660"/>
              <a:ext cx="65912" cy="6591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5869509" y="4994431"/>
              <a:ext cx="65912" cy="6591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5991884" y="5382203"/>
              <a:ext cx="65912" cy="6591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5846632" y="5769974"/>
              <a:ext cx="65912" cy="6591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5985008" y="6157746"/>
              <a:ext cx="65912" cy="6591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rc87"/>
            <p:cNvSpPr/>
            <p:nvPr/>
          </p:nvSpPr>
          <p:spPr>
            <a:xfrm>
              <a:off x="3069064" y="529239"/>
              <a:ext cx="5897799" cy="5894126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896473" y="6124481"/>
              <a:ext cx="2109961" cy="10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Bray_Gradient | UI2Urban:pair_clim_mean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374672" y="5735946"/>
              <a:ext cx="2631762" cy="1070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Bray_Gradient | UI2Agriculture_High:pair_clim_mean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399501" y="5348174"/>
              <a:ext cx="2606932" cy="1070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Bray_Gradient | UI2Agriculture_Low:pair_clim_mean</a:t>
              </a:r>
            </a:p>
          </p:txBody>
        </p:sp>
        <p:sp>
          <p:nvSpPr>
            <p:cNvPr id="92" name="tx91"/>
            <p:cNvSpPr/>
            <p:nvPr/>
          </p:nvSpPr>
          <p:spPr>
            <a:xfrm>
              <a:off x="119774" y="4960403"/>
              <a:ext cx="2886660" cy="1070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Bray_Gradient | UI2Secondary vegetation:pair_clim_mean</a:t>
              </a:r>
            </a:p>
          </p:txBody>
        </p:sp>
        <p:sp>
          <p:nvSpPr>
            <p:cNvPr id="93" name="tx92"/>
            <p:cNvSpPr/>
            <p:nvPr/>
          </p:nvSpPr>
          <p:spPr>
            <a:xfrm>
              <a:off x="1405832" y="4573395"/>
              <a:ext cx="1600601" cy="10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Bray_Gradient | pair_clim_mean</a:t>
              </a:r>
            </a:p>
          </p:txBody>
        </p:sp>
        <p:sp>
          <p:nvSpPr>
            <p:cNvPr id="94" name="tx93"/>
            <p:cNvSpPr/>
            <p:nvPr/>
          </p:nvSpPr>
          <p:spPr>
            <a:xfrm>
              <a:off x="877919" y="4186661"/>
              <a:ext cx="2128515" cy="1052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Bray_Turnover | UI2Urban:pair_clim_mean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356118" y="3798125"/>
              <a:ext cx="2650316" cy="106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Bray_Turnover | UI2Agriculture_High:pair_clim_mean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380947" y="3410354"/>
              <a:ext cx="2625486" cy="106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Bray_Turnover | UI2Agriculture_Low:pair_clim_mean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101220" y="3021545"/>
              <a:ext cx="2905214" cy="1070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Bray_Turnover | UI2Secondary vegetation:pair_clim_mean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1387278" y="2635575"/>
              <a:ext cx="1619155" cy="1052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Bray_Turnover | pair_clim_mean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1076664" y="2247803"/>
              <a:ext cx="1929769" cy="1052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Bray_Total | UI2Urban:pair_clim_mean</a:t>
              </a:r>
            </a:p>
          </p:txBody>
        </p:sp>
        <p:sp>
          <p:nvSpPr>
            <p:cNvPr id="100" name="tx99"/>
            <p:cNvSpPr/>
            <p:nvPr/>
          </p:nvSpPr>
          <p:spPr>
            <a:xfrm>
              <a:off x="554863" y="1859268"/>
              <a:ext cx="2451571" cy="106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Bray_Total | UI2Agriculture_High:pair_clim_mean</a:t>
              </a:r>
            </a:p>
          </p:txBody>
        </p:sp>
        <p:sp>
          <p:nvSpPr>
            <p:cNvPr id="101" name="tx100"/>
            <p:cNvSpPr/>
            <p:nvPr/>
          </p:nvSpPr>
          <p:spPr>
            <a:xfrm>
              <a:off x="579692" y="1471496"/>
              <a:ext cx="2426741" cy="106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Bray_Total | UI2Agriculture_Low:pair_clim_mean</a:t>
              </a:r>
            </a:p>
          </p:txBody>
        </p:sp>
        <p:sp>
          <p:nvSpPr>
            <p:cNvPr id="102" name="tx101"/>
            <p:cNvSpPr/>
            <p:nvPr/>
          </p:nvSpPr>
          <p:spPr>
            <a:xfrm>
              <a:off x="299965" y="1082688"/>
              <a:ext cx="2706469" cy="1070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Bray_Total | UI2Secondary vegetation:pair_clim_mean</a:t>
              </a:r>
            </a:p>
          </p:txBody>
        </p:sp>
        <p:sp>
          <p:nvSpPr>
            <p:cNvPr id="103" name="tx102"/>
            <p:cNvSpPr/>
            <p:nvPr/>
          </p:nvSpPr>
          <p:spPr>
            <a:xfrm>
              <a:off x="1586024" y="696717"/>
              <a:ext cx="1420410" cy="1052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Bray_Total | pair_clim_mean</a:t>
              </a:r>
            </a:p>
          </p:txBody>
        </p:sp>
        <p:sp>
          <p:nvSpPr>
            <p:cNvPr id="104" name="pl103"/>
            <p:cNvSpPr/>
            <p:nvPr/>
          </p:nvSpPr>
          <p:spPr>
            <a:xfrm>
              <a:off x="3034270" y="61907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3034270" y="58029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3034270" y="54151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3034270" y="502738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034270" y="46396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034270" y="42518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3034270" y="38640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3034270" y="34763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3034270" y="30885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3034270" y="27007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3034270" y="231298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3034270" y="19252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3034270" y="15374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3034270" y="11496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7"/>
            <p:cNvSpPr/>
            <p:nvPr/>
          </p:nvSpPr>
          <p:spPr>
            <a:xfrm>
              <a:off x="3034270" y="7619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3486397" y="64233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19"/>
            <p:cNvSpPr/>
            <p:nvPr/>
          </p:nvSpPr>
          <p:spPr>
            <a:xfrm>
              <a:off x="4624703" y="64233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0"/>
            <p:cNvSpPr/>
            <p:nvPr/>
          </p:nvSpPr>
          <p:spPr>
            <a:xfrm>
              <a:off x="5763008" y="64233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1"/>
            <p:cNvSpPr/>
            <p:nvPr/>
          </p:nvSpPr>
          <p:spPr>
            <a:xfrm>
              <a:off x="6901313" y="64233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2"/>
            <p:cNvSpPr/>
            <p:nvPr/>
          </p:nvSpPr>
          <p:spPr>
            <a:xfrm>
              <a:off x="8039619" y="64233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tx123"/>
            <p:cNvSpPr/>
            <p:nvPr/>
          </p:nvSpPr>
          <p:spPr>
            <a:xfrm>
              <a:off x="3390108" y="6485886"/>
              <a:ext cx="192578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-1.0</a:t>
              </a:r>
            </a:p>
          </p:txBody>
        </p:sp>
        <p:sp>
          <p:nvSpPr>
            <p:cNvPr id="125" name="tx124"/>
            <p:cNvSpPr/>
            <p:nvPr/>
          </p:nvSpPr>
          <p:spPr>
            <a:xfrm>
              <a:off x="4528413" y="6485886"/>
              <a:ext cx="192578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-0.5</a:t>
              </a:r>
            </a:p>
          </p:txBody>
        </p:sp>
        <p:sp>
          <p:nvSpPr>
            <p:cNvPr id="126" name="tx125"/>
            <p:cNvSpPr/>
            <p:nvPr/>
          </p:nvSpPr>
          <p:spPr>
            <a:xfrm>
              <a:off x="5685327" y="6485886"/>
              <a:ext cx="15536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127" name="tx126"/>
            <p:cNvSpPr/>
            <p:nvPr/>
          </p:nvSpPr>
          <p:spPr>
            <a:xfrm>
              <a:off x="6823632" y="6485886"/>
              <a:ext cx="15536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128" name="tx127"/>
            <p:cNvSpPr/>
            <p:nvPr/>
          </p:nvSpPr>
          <p:spPr>
            <a:xfrm>
              <a:off x="7961938" y="6485886"/>
              <a:ext cx="15536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29" name="tx128"/>
            <p:cNvSpPr/>
            <p:nvPr/>
          </p:nvSpPr>
          <p:spPr>
            <a:xfrm>
              <a:off x="4729081" y="6593136"/>
              <a:ext cx="2577765" cy="1327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Fixed-effect estimate on the logit(D) scale</a:t>
              </a:r>
            </a:p>
          </p:txBody>
        </p:sp>
        <p:sp>
          <p:nvSpPr>
            <p:cNvPr id="130" name="tx129"/>
            <p:cNvSpPr/>
            <p:nvPr/>
          </p:nvSpPr>
          <p:spPr>
            <a:xfrm>
              <a:off x="3069064" y="297167"/>
              <a:ext cx="5310919" cy="1315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Displayed terms are the climate main effect and land-use-specific climate interactions.</a:t>
              </a:r>
            </a:p>
          </p:txBody>
        </p:sp>
        <p:sp>
          <p:nvSpPr>
            <p:cNvPr id="131" name="tx130"/>
            <p:cNvSpPr/>
            <p:nvPr/>
          </p:nvSpPr>
          <p:spPr>
            <a:xfrm>
              <a:off x="3069064" y="63485"/>
              <a:ext cx="5030182" cy="1583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Warming-related coefficients in the compositional Bray models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2026-03-23T21:30:08Z</dcterms:modified>
  <cp:category/>
</cp:coreProperties>
</file>