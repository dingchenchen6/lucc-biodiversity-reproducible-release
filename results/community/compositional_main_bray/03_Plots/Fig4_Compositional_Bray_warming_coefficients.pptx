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Compositional multi-metric warming coefficients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2103155" y="2337956"/>
              <a:ext cx="1905801" cy="95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103155" y="3181279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103155" y="2997948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103155" y="2814617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103155" y="2631286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103155" y="2447954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435967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922468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408968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895469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22468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8423" y="2436955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622551" y="2447954"/>
              <a:ext cx="315871" cy="0"/>
            </a:xfrm>
            <a:custGeom>
              <a:avLst/>
              <a:pathLst>
                <a:path w="315871" h="0">
                  <a:moveTo>
                    <a:pt x="31587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622551" y="2436955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148566" y="2620286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779106" y="2631286"/>
              <a:ext cx="369460" cy="0"/>
            </a:xfrm>
            <a:custGeom>
              <a:avLst/>
              <a:pathLst>
                <a:path w="369460" h="0">
                  <a:moveTo>
                    <a:pt x="369460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779106" y="2620286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968021" y="280361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730601" y="2814617"/>
              <a:ext cx="237420" cy="0"/>
            </a:xfrm>
            <a:custGeom>
              <a:avLst/>
              <a:pathLst>
                <a:path w="237420" h="0">
                  <a:moveTo>
                    <a:pt x="237420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730601" y="280361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032046" y="298694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790522" y="2997948"/>
              <a:ext cx="241523" cy="0"/>
            </a:xfrm>
            <a:custGeom>
              <a:avLst/>
              <a:pathLst>
                <a:path w="241523" h="0">
                  <a:moveTo>
                    <a:pt x="241523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790522" y="298694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547152" y="317027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617598" y="3181279"/>
              <a:ext cx="929553" cy="0"/>
            </a:xfrm>
            <a:custGeom>
              <a:avLst/>
              <a:pathLst>
                <a:path w="929553" h="0">
                  <a:moveTo>
                    <a:pt x="929553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617598" y="317027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2752005" y="2419472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2935354" y="2602804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2820829" y="2786135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2882802" y="2969466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3053893" y="3152797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103155" y="2337956"/>
              <a:ext cx="1905801" cy="953321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103155" y="3474158"/>
              <a:ext cx="1905801" cy="95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2103155" y="4317481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103155" y="4134150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2103155" y="3950819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103155" y="3767488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2103155" y="3584156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435967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2922468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3408968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3895469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2922468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3156396" y="357315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816665" y="3584156"/>
              <a:ext cx="339731" cy="0"/>
            </a:xfrm>
            <a:custGeom>
              <a:avLst/>
              <a:pathLst>
                <a:path w="339731" h="0">
                  <a:moveTo>
                    <a:pt x="33973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816665" y="357315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3248107" y="375648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2871636" y="3767488"/>
              <a:ext cx="376471" cy="0"/>
            </a:xfrm>
            <a:custGeom>
              <a:avLst/>
              <a:pathLst>
                <a:path w="376471" h="0">
                  <a:moveTo>
                    <a:pt x="37647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871636" y="375648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055138" y="393981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2817652" y="3950819"/>
              <a:ext cx="237485" cy="0"/>
            </a:xfrm>
            <a:custGeom>
              <a:avLst/>
              <a:pathLst>
                <a:path w="237485" h="0">
                  <a:moveTo>
                    <a:pt x="237485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2817652" y="393981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3066994" y="412315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2823083" y="4134150"/>
              <a:ext cx="243911" cy="0"/>
            </a:xfrm>
            <a:custGeom>
              <a:avLst/>
              <a:pathLst>
                <a:path w="243911" h="0">
                  <a:moveTo>
                    <a:pt x="24391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2823083" y="412315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3402108" y="430648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2457136" y="4317481"/>
              <a:ext cx="944971" cy="0"/>
            </a:xfrm>
            <a:custGeom>
              <a:avLst/>
              <a:pathLst>
                <a:path w="944971" h="0">
                  <a:moveTo>
                    <a:pt x="94497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2457136" y="430648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2958049" y="3555674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031390" y="3739005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907913" y="3922337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2916556" y="4105668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2901140" y="4288999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2103155" y="3474158"/>
              <a:ext cx="1905801" cy="953321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2103155" y="4610360"/>
              <a:ext cx="1905801" cy="95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2103155" y="5453683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2103155" y="5270352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2103155" y="5087021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2103155" y="4903689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103155" y="4720358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2435967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2922468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3408968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3895469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2922468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2868067" y="470935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2457250" y="4720358"/>
              <a:ext cx="410817" cy="0"/>
            </a:xfrm>
            <a:custGeom>
              <a:avLst/>
              <a:pathLst>
                <a:path w="410817" h="0">
                  <a:moveTo>
                    <a:pt x="410817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2457250" y="470935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3182579" y="489269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2721959" y="4903689"/>
              <a:ext cx="460619" cy="0"/>
            </a:xfrm>
            <a:custGeom>
              <a:avLst/>
              <a:pathLst>
                <a:path w="460619" h="0">
                  <a:moveTo>
                    <a:pt x="460619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2721959" y="489269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3125256" y="507602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2831585" y="5087021"/>
              <a:ext cx="293671" cy="0"/>
            </a:xfrm>
            <a:custGeom>
              <a:avLst/>
              <a:pathLst>
                <a:path w="293671" h="0">
                  <a:moveTo>
                    <a:pt x="29367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2831585" y="507602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3097031" y="5259352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2797730" y="5270352"/>
              <a:ext cx="299301" cy="0"/>
            </a:xfrm>
            <a:custGeom>
              <a:avLst/>
              <a:pathLst>
                <a:path w="299301" h="0">
                  <a:moveTo>
                    <a:pt x="29930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2797730" y="5259352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3549828" y="5442683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2404073" y="5453683"/>
              <a:ext cx="1145755" cy="0"/>
            </a:xfrm>
            <a:custGeom>
              <a:avLst/>
              <a:pathLst>
                <a:path w="1145755" h="0">
                  <a:moveTo>
                    <a:pt x="1145755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2404073" y="5442683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2634177" y="4691876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2923787" y="4875207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2949938" y="5058539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2918899" y="5241870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2948469" y="5425201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2103155" y="4610360"/>
              <a:ext cx="1905801" cy="953321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4191837" y="2337956"/>
              <a:ext cx="1905801" cy="95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4191837" y="3181279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4191837" y="2997948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4191837" y="2814617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4191837" y="2631286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4191837" y="2447954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4524649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5011150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5497650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5984151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5011150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5026752" y="2436955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4675531" y="2447954"/>
              <a:ext cx="351220" cy="0"/>
            </a:xfrm>
            <a:custGeom>
              <a:avLst/>
              <a:pathLst>
                <a:path w="351220" h="0">
                  <a:moveTo>
                    <a:pt x="351220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4675531" y="2436955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5242240" y="2620286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4818418" y="2631286"/>
              <a:ext cx="423822" cy="0"/>
            </a:xfrm>
            <a:custGeom>
              <a:avLst/>
              <a:pathLst>
                <a:path w="423822" h="0">
                  <a:moveTo>
                    <a:pt x="423822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4818418" y="2620286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5108437" y="280361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4833370" y="2814617"/>
              <a:ext cx="275067" cy="0"/>
            </a:xfrm>
            <a:custGeom>
              <a:avLst/>
              <a:pathLst>
                <a:path w="275067" h="0">
                  <a:moveTo>
                    <a:pt x="275067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4833370" y="280361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5145962" y="298694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4867380" y="2997948"/>
              <a:ext cx="278581" cy="0"/>
            </a:xfrm>
            <a:custGeom>
              <a:avLst/>
              <a:pathLst>
                <a:path w="278581" h="0">
                  <a:moveTo>
                    <a:pt x="27858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4867380" y="298694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5691115" y="317027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4619806" y="3181279"/>
              <a:ext cx="1071309" cy="0"/>
            </a:xfrm>
            <a:custGeom>
              <a:avLst/>
              <a:pathLst>
                <a:path w="1071309" h="0">
                  <a:moveTo>
                    <a:pt x="1071309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4619806" y="317027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4822660" y="2419472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5001847" y="2602804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4942421" y="2786135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4978189" y="2969466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5126978" y="3152797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rc132"/>
            <p:cNvSpPr/>
            <p:nvPr/>
          </p:nvSpPr>
          <p:spPr>
            <a:xfrm>
              <a:off x="4191837" y="2337956"/>
              <a:ext cx="1905801" cy="953321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rc133"/>
            <p:cNvSpPr/>
            <p:nvPr/>
          </p:nvSpPr>
          <p:spPr>
            <a:xfrm>
              <a:off x="4191837" y="3474158"/>
              <a:ext cx="1905801" cy="95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4191837" y="4317481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4191837" y="4134150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4191837" y="3950819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4191837" y="3767488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4191837" y="3584156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4524649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5011150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5497650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5984151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5011150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5332362" y="357315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4971744" y="3584156"/>
              <a:ext cx="360617" cy="0"/>
            </a:xfrm>
            <a:custGeom>
              <a:avLst/>
              <a:pathLst>
                <a:path w="360617" h="0">
                  <a:moveTo>
                    <a:pt x="360617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4971744" y="357315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5318133" y="375648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4919283" y="3767488"/>
              <a:ext cx="398849" cy="0"/>
            </a:xfrm>
            <a:custGeom>
              <a:avLst/>
              <a:pathLst>
                <a:path w="398849" h="0">
                  <a:moveTo>
                    <a:pt x="398849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4919283" y="375648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5174441" y="393981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4923164" y="3950819"/>
              <a:ext cx="251276" cy="0"/>
            </a:xfrm>
            <a:custGeom>
              <a:avLst/>
              <a:pathLst>
                <a:path w="251276" h="0">
                  <a:moveTo>
                    <a:pt x="251276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4923164" y="393981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5104728" y="412315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4846408" y="4134150"/>
              <a:ext cx="258320" cy="0"/>
            </a:xfrm>
            <a:custGeom>
              <a:avLst/>
              <a:pathLst>
                <a:path w="258320" h="0">
                  <a:moveTo>
                    <a:pt x="258320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4846408" y="412315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5280718" y="430648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4278464" y="4317481"/>
              <a:ext cx="1002254" cy="0"/>
            </a:xfrm>
            <a:custGeom>
              <a:avLst/>
              <a:pathLst>
                <a:path w="1002254" h="0">
                  <a:moveTo>
                    <a:pt x="1002254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4278464" y="430648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5123571" y="3555674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5090226" y="3739005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5020320" y="3922337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4947086" y="4105668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4751109" y="4288999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rc164"/>
            <p:cNvSpPr/>
            <p:nvPr/>
          </p:nvSpPr>
          <p:spPr>
            <a:xfrm>
              <a:off x="4191837" y="3474158"/>
              <a:ext cx="1905801" cy="953321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rc165"/>
            <p:cNvSpPr/>
            <p:nvPr/>
          </p:nvSpPr>
          <p:spPr>
            <a:xfrm>
              <a:off x="4191837" y="4610360"/>
              <a:ext cx="1905801" cy="95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4191837" y="5453683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4191837" y="5270352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4191837" y="5087021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4191837" y="4903689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0"/>
            <p:cNvSpPr/>
            <p:nvPr/>
          </p:nvSpPr>
          <p:spPr>
            <a:xfrm>
              <a:off x="4191837" y="4720358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4524649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5011150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3"/>
            <p:cNvSpPr/>
            <p:nvPr/>
          </p:nvSpPr>
          <p:spPr>
            <a:xfrm>
              <a:off x="5497650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5984151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5011150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4920238" y="470935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4472379" y="4720358"/>
              <a:ext cx="447859" cy="0"/>
            </a:xfrm>
            <a:custGeom>
              <a:avLst/>
              <a:pathLst>
                <a:path w="447859" h="0">
                  <a:moveTo>
                    <a:pt x="447859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4472379" y="470935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79"/>
            <p:cNvSpPr/>
            <p:nvPr/>
          </p:nvSpPr>
          <p:spPr>
            <a:xfrm>
              <a:off x="5303449" y="489269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0"/>
            <p:cNvSpPr/>
            <p:nvPr/>
          </p:nvSpPr>
          <p:spPr>
            <a:xfrm>
              <a:off x="4787555" y="4903689"/>
              <a:ext cx="515894" cy="0"/>
            </a:xfrm>
            <a:custGeom>
              <a:avLst/>
              <a:pathLst>
                <a:path w="515894" h="0">
                  <a:moveTo>
                    <a:pt x="515894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1"/>
            <p:cNvSpPr/>
            <p:nvPr/>
          </p:nvSpPr>
          <p:spPr>
            <a:xfrm>
              <a:off x="4787555" y="489269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2"/>
            <p:cNvSpPr/>
            <p:nvPr/>
          </p:nvSpPr>
          <p:spPr>
            <a:xfrm>
              <a:off x="5243158" y="507602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4912546" y="5087021"/>
              <a:ext cx="330611" cy="0"/>
            </a:xfrm>
            <a:custGeom>
              <a:avLst/>
              <a:pathLst>
                <a:path w="330611" h="0">
                  <a:moveTo>
                    <a:pt x="33061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4912546" y="507602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5262252" y="5259352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4925738" y="5270352"/>
              <a:ext cx="336513" cy="0"/>
            </a:xfrm>
            <a:custGeom>
              <a:avLst/>
              <a:pathLst>
                <a:path w="336513" h="0">
                  <a:moveTo>
                    <a:pt x="336513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4925738" y="5259352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6011011" y="5442683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4718800" y="5453683"/>
              <a:ext cx="1292211" cy="0"/>
            </a:xfrm>
            <a:custGeom>
              <a:avLst/>
              <a:pathLst>
                <a:path w="1292211" h="0">
                  <a:moveTo>
                    <a:pt x="129221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4718800" y="5442683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4667826" y="4691876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5017020" y="4875207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5049370" y="5058539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5065513" y="5241870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5336423" y="5425201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rc196"/>
            <p:cNvSpPr/>
            <p:nvPr/>
          </p:nvSpPr>
          <p:spPr>
            <a:xfrm>
              <a:off x="4191837" y="4610360"/>
              <a:ext cx="1905801" cy="953321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rc197"/>
            <p:cNvSpPr/>
            <p:nvPr/>
          </p:nvSpPr>
          <p:spPr>
            <a:xfrm>
              <a:off x="6280519" y="2337956"/>
              <a:ext cx="1905801" cy="95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6280519" y="3181279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6280519" y="2997948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6280519" y="2814617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6280519" y="2631286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6280519" y="2447954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6613331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7099832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7586332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8072833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7099832" y="2337956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7125726" y="2436955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6761485" y="2447954"/>
              <a:ext cx="364240" cy="0"/>
            </a:xfrm>
            <a:custGeom>
              <a:avLst/>
              <a:pathLst>
                <a:path w="364240" h="0">
                  <a:moveTo>
                    <a:pt x="364240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6761485" y="2436955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7330943" y="2620286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6894722" y="2631286"/>
              <a:ext cx="436220" cy="0"/>
            </a:xfrm>
            <a:custGeom>
              <a:avLst/>
              <a:pathLst>
                <a:path w="436220" h="0">
                  <a:moveTo>
                    <a:pt x="436220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6894722" y="2620286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7192432" y="280361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6909992" y="2814617"/>
              <a:ext cx="282440" cy="0"/>
            </a:xfrm>
            <a:custGeom>
              <a:avLst/>
              <a:pathLst>
                <a:path w="282440" h="0">
                  <a:moveTo>
                    <a:pt x="282440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6909992" y="280361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7233312" y="298694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6946965" y="2997948"/>
              <a:ext cx="286347" cy="0"/>
            </a:xfrm>
            <a:custGeom>
              <a:avLst/>
              <a:pathLst>
                <a:path w="286347" h="0">
                  <a:moveTo>
                    <a:pt x="286347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6946965" y="298694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7806387" y="317027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6705140" y="3181279"/>
              <a:ext cx="1101247" cy="0"/>
            </a:xfrm>
            <a:custGeom>
              <a:avLst/>
              <a:pathLst>
                <a:path w="1101247" h="0">
                  <a:moveTo>
                    <a:pt x="1101247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6705140" y="317027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6915123" y="2419472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7084350" y="2602804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7022730" y="2786135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7061656" y="2969466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7227281" y="3152797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rc228"/>
            <p:cNvSpPr/>
            <p:nvPr/>
          </p:nvSpPr>
          <p:spPr>
            <a:xfrm>
              <a:off x="6280519" y="2337956"/>
              <a:ext cx="1905801" cy="953321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rc229"/>
            <p:cNvSpPr/>
            <p:nvPr/>
          </p:nvSpPr>
          <p:spPr>
            <a:xfrm>
              <a:off x="6280519" y="3474158"/>
              <a:ext cx="1905801" cy="95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6280519" y="4317481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6280519" y="4134150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2"/>
            <p:cNvSpPr/>
            <p:nvPr/>
          </p:nvSpPr>
          <p:spPr>
            <a:xfrm>
              <a:off x="6280519" y="3950819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6280519" y="3767488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6280519" y="3584156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6613331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7099832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7586332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8072833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7099832" y="3474158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7423225" y="357315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1"/>
            <p:cNvSpPr/>
            <p:nvPr/>
          </p:nvSpPr>
          <p:spPr>
            <a:xfrm>
              <a:off x="7067075" y="3584156"/>
              <a:ext cx="356149" cy="0"/>
            </a:xfrm>
            <a:custGeom>
              <a:avLst/>
              <a:pathLst>
                <a:path w="356149" h="0">
                  <a:moveTo>
                    <a:pt x="356149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7067075" y="3573157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7397737" y="375648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6999103" y="3767488"/>
              <a:ext cx="398634" cy="0"/>
            </a:xfrm>
            <a:custGeom>
              <a:avLst/>
              <a:pathLst>
                <a:path w="398634" h="0">
                  <a:moveTo>
                    <a:pt x="398634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6999103" y="375648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7246972" y="393981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6995268" y="3950819"/>
              <a:ext cx="251704" cy="0"/>
            </a:xfrm>
            <a:custGeom>
              <a:avLst/>
              <a:pathLst>
                <a:path w="251704" h="0">
                  <a:moveTo>
                    <a:pt x="251704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6995268" y="3939819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7185878" y="412315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6927270" y="4134150"/>
              <a:ext cx="258608" cy="0"/>
            </a:xfrm>
            <a:custGeom>
              <a:avLst/>
              <a:pathLst>
                <a:path w="258608" h="0">
                  <a:moveTo>
                    <a:pt x="258608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6927270" y="412315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2"/>
            <p:cNvSpPr/>
            <p:nvPr/>
          </p:nvSpPr>
          <p:spPr>
            <a:xfrm>
              <a:off x="7403989" y="430648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3"/>
            <p:cNvSpPr/>
            <p:nvPr/>
          </p:nvSpPr>
          <p:spPr>
            <a:xfrm>
              <a:off x="6399333" y="4317481"/>
              <a:ext cx="1004656" cy="0"/>
            </a:xfrm>
            <a:custGeom>
              <a:avLst/>
              <a:pathLst>
                <a:path w="1004656" h="0">
                  <a:moveTo>
                    <a:pt x="1004656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4"/>
            <p:cNvSpPr/>
            <p:nvPr/>
          </p:nvSpPr>
          <p:spPr>
            <a:xfrm>
              <a:off x="6399333" y="430648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7216668" y="3555674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7169938" y="3739005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7092638" y="3922337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7028092" y="4105668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6873179" y="4288999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rc260"/>
            <p:cNvSpPr/>
            <p:nvPr/>
          </p:nvSpPr>
          <p:spPr>
            <a:xfrm>
              <a:off x="6280519" y="3474158"/>
              <a:ext cx="1905801" cy="953321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rc261"/>
            <p:cNvSpPr/>
            <p:nvPr/>
          </p:nvSpPr>
          <p:spPr>
            <a:xfrm>
              <a:off x="6280519" y="4610360"/>
              <a:ext cx="1905801" cy="95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6280519" y="5453683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6280519" y="5270352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6280519" y="5087021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6280519" y="4903689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6280519" y="4720358"/>
              <a:ext cx="1905801" cy="0"/>
            </a:xfrm>
            <a:custGeom>
              <a:avLst/>
              <a:pathLst>
                <a:path w="1905801" h="0">
                  <a:moveTo>
                    <a:pt x="0" y="0"/>
                  </a:moveTo>
                  <a:lnTo>
                    <a:pt x="1905801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6613331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7099832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7586332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8072833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7099832" y="4610360"/>
              <a:ext cx="0" cy="953321"/>
            </a:xfrm>
            <a:custGeom>
              <a:avLst/>
              <a:pathLst>
                <a:path w="0" h="953321">
                  <a:moveTo>
                    <a:pt x="0" y="95332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7001773" y="470935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6554774" y="4720358"/>
              <a:ext cx="446998" cy="0"/>
            </a:xfrm>
            <a:custGeom>
              <a:avLst/>
              <a:pathLst>
                <a:path w="446998" h="0">
                  <a:moveTo>
                    <a:pt x="446998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6554774" y="4709358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7404875" y="489269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6889436" y="4903689"/>
              <a:ext cx="515439" cy="0"/>
            </a:xfrm>
            <a:custGeom>
              <a:avLst/>
              <a:pathLst>
                <a:path w="515439" h="0">
                  <a:moveTo>
                    <a:pt x="515439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6889436" y="4892690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7342646" y="507602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7012241" y="5087021"/>
              <a:ext cx="330405" cy="0"/>
            </a:xfrm>
            <a:custGeom>
              <a:avLst/>
              <a:pathLst>
                <a:path w="330405" h="0">
                  <a:moveTo>
                    <a:pt x="330405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7012241" y="5076021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7352035" y="5259352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7015764" y="5270352"/>
              <a:ext cx="336271" cy="0"/>
            </a:xfrm>
            <a:custGeom>
              <a:avLst/>
              <a:pathLst>
                <a:path w="336271" h="0">
                  <a:moveTo>
                    <a:pt x="336271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7015764" y="5259352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8094448" y="5442683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6803111" y="5453683"/>
              <a:ext cx="1291336" cy="0"/>
            </a:xfrm>
            <a:custGeom>
              <a:avLst/>
              <a:pathLst>
                <a:path w="1291336" h="0">
                  <a:moveTo>
                    <a:pt x="1291336" y="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6803111" y="5442683"/>
              <a:ext cx="0" cy="21999"/>
            </a:xfrm>
            <a:custGeom>
              <a:avLst/>
              <a:pathLst>
                <a:path w="0" h="21999">
                  <a:moveTo>
                    <a:pt x="0" y="21999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6749791" y="4691876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7118673" y="4875207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7148961" y="5058539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7155418" y="5241870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7420297" y="5425201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818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rc292"/>
            <p:cNvSpPr/>
            <p:nvPr/>
          </p:nvSpPr>
          <p:spPr>
            <a:xfrm>
              <a:off x="6280519" y="4610360"/>
              <a:ext cx="1905801" cy="953321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rc293"/>
            <p:cNvSpPr/>
            <p:nvPr/>
          </p:nvSpPr>
          <p:spPr>
            <a:xfrm>
              <a:off x="2103155" y="2141138"/>
              <a:ext cx="1905801" cy="196817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tx294"/>
            <p:cNvSpPr/>
            <p:nvPr/>
          </p:nvSpPr>
          <p:spPr>
            <a:xfrm>
              <a:off x="2779409" y="2179718"/>
              <a:ext cx="553293" cy="963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Bray-Curtis</a:t>
              </a:r>
            </a:p>
          </p:txBody>
        </p:sp>
        <p:sp>
          <p:nvSpPr>
            <p:cNvPr id="296" name="rc295"/>
            <p:cNvSpPr/>
            <p:nvPr/>
          </p:nvSpPr>
          <p:spPr>
            <a:xfrm>
              <a:off x="4191837" y="2141138"/>
              <a:ext cx="1905801" cy="196817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tx296"/>
            <p:cNvSpPr/>
            <p:nvPr/>
          </p:nvSpPr>
          <p:spPr>
            <a:xfrm>
              <a:off x="4952675" y="2201100"/>
              <a:ext cx="38412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Jaccard</a:t>
              </a:r>
            </a:p>
          </p:txBody>
        </p:sp>
        <p:sp>
          <p:nvSpPr>
            <p:cNvPr id="298" name="rc297"/>
            <p:cNvSpPr/>
            <p:nvPr/>
          </p:nvSpPr>
          <p:spPr>
            <a:xfrm>
              <a:off x="6280519" y="2141138"/>
              <a:ext cx="1905801" cy="196817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tx298"/>
            <p:cNvSpPr/>
            <p:nvPr/>
          </p:nvSpPr>
          <p:spPr>
            <a:xfrm>
              <a:off x="7001917" y="2198966"/>
              <a:ext cx="463004" cy="771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Sorensen</a:t>
              </a:r>
            </a:p>
          </p:txBody>
        </p:sp>
        <p:sp>
          <p:nvSpPr>
            <p:cNvPr id="300" name="rc299"/>
            <p:cNvSpPr/>
            <p:nvPr/>
          </p:nvSpPr>
          <p:spPr>
            <a:xfrm>
              <a:off x="8186321" y="2337956"/>
              <a:ext cx="196817" cy="953321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tx300"/>
            <p:cNvSpPr/>
            <p:nvPr/>
          </p:nvSpPr>
          <p:spPr>
            <a:xfrm rot="5400000">
              <a:off x="8164327" y="2777112"/>
              <a:ext cx="242689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302" name="rc301"/>
            <p:cNvSpPr/>
            <p:nvPr/>
          </p:nvSpPr>
          <p:spPr>
            <a:xfrm>
              <a:off x="8186321" y="3474158"/>
              <a:ext cx="196817" cy="953321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tx302"/>
            <p:cNvSpPr/>
            <p:nvPr/>
          </p:nvSpPr>
          <p:spPr>
            <a:xfrm rot="5400000">
              <a:off x="8065506" y="3913314"/>
              <a:ext cx="440332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Turnover</a:t>
              </a:r>
            </a:p>
          </p:txBody>
        </p:sp>
        <p:sp>
          <p:nvSpPr>
            <p:cNvPr id="304" name="rc303"/>
            <p:cNvSpPr/>
            <p:nvPr/>
          </p:nvSpPr>
          <p:spPr>
            <a:xfrm>
              <a:off x="8186321" y="4610360"/>
              <a:ext cx="196817" cy="953321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tx304"/>
            <p:cNvSpPr/>
            <p:nvPr/>
          </p:nvSpPr>
          <p:spPr>
            <a:xfrm rot="5400000">
              <a:off x="7719207" y="5048549"/>
              <a:ext cx="1134864" cy="769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Gradient or nestedness</a:t>
              </a:r>
            </a:p>
          </p:txBody>
        </p:sp>
        <p:sp>
          <p:nvSpPr>
            <p:cNvPr id="306" name="pl305"/>
            <p:cNvSpPr/>
            <p:nvPr/>
          </p:nvSpPr>
          <p:spPr>
            <a:xfrm>
              <a:off x="2435967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6"/>
            <p:cNvSpPr/>
            <p:nvPr/>
          </p:nvSpPr>
          <p:spPr>
            <a:xfrm>
              <a:off x="2922468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3408968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3895469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tx309"/>
            <p:cNvSpPr/>
            <p:nvPr/>
          </p:nvSpPr>
          <p:spPr>
            <a:xfrm>
              <a:off x="2390798" y="5635404"/>
              <a:ext cx="90338" cy="70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11" name="tx310"/>
            <p:cNvSpPr/>
            <p:nvPr/>
          </p:nvSpPr>
          <p:spPr>
            <a:xfrm>
              <a:off x="2894215" y="5633171"/>
              <a:ext cx="56505" cy="72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2" name="tx311"/>
            <p:cNvSpPr/>
            <p:nvPr/>
          </p:nvSpPr>
          <p:spPr>
            <a:xfrm>
              <a:off x="3380716" y="5635404"/>
              <a:ext cx="56505" cy="70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3" name="tx312"/>
            <p:cNvSpPr/>
            <p:nvPr/>
          </p:nvSpPr>
          <p:spPr>
            <a:xfrm>
              <a:off x="3867217" y="5634858"/>
              <a:ext cx="56505" cy="712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14" name="pl313"/>
            <p:cNvSpPr/>
            <p:nvPr/>
          </p:nvSpPr>
          <p:spPr>
            <a:xfrm>
              <a:off x="4524649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4"/>
            <p:cNvSpPr/>
            <p:nvPr/>
          </p:nvSpPr>
          <p:spPr>
            <a:xfrm>
              <a:off x="5011150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5"/>
            <p:cNvSpPr/>
            <p:nvPr/>
          </p:nvSpPr>
          <p:spPr>
            <a:xfrm>
              <a:off x="5497650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5984151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tx317"/>
            <p:cNvSpPr/>
            <p:nvPr/>
          </p:nvSpPr>
          <p:spPr>
            <a:xfrm>
              <a:off x="4479480" y="5635404"/>
              <a:ext cx="90338" cy="70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19" name="tx318"/>
            <p:cNvSpPr/>
            <p:nvPr/>
          </p:nvSpPr>
          <p:spPr>
            <a:xfrm>
              <a:off x="4982897" y="5633171"/>
              <a:ext cx="56505" cy="72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0" name="tx319"/>
            <p:cNvSpPr/>
            <p:nvPr/>
          </p:nvSpPr>
          <p:spPr>
            <a:xfrm>
              <a:off x="5469398" y="5635404"/>
              <a:ext cx="56505" cy="70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1" name="tx320"/>
            <p:cNvSpPr/>
            <p:nvPr/>
          </p:nvSpPr>
          <p:spPr>
            <a:xfrm>
              <a:off x="5955899" y="5634858"/>
              <a:ext cx="56505" cy="712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2" name="pl321"/>
            <p:cNvSpPr/>
            <p:nvPr/>
          </p:nvSpPr>
          <p:spPr>
            <a:xfrm>
              <a:off x="6613331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7099832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7586332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4"/>
            <p:cNvSpPr/>
            <p:nvPr/>
          </p:nvSpPr>
          <p:spPr>
            <a:xfrm>
              <a:off x="8072833" y="556368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tx325"/>
            <p:cNvSpPr/>
            <p:nvPr/>
          </p:nvSpPr>
          <p:spPr>
            <a:xfrm>
              <a:off x="6568162" y="5635404"/>
              <a:ext cx="90338" cy="70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27" name="tx326"/>
            <p:cNvSpPr/>
            <p:nvPr/>
          </p:nvSpPr>
          <p:spPr>
            <a:xfrm>
              <a:off x="7071579" y="5633171"/>
              <a:ext cx="56505" cy="72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8" name="tx327"/>
            <p:cNvSpPr/>
            <p:nvPr/>
          </p:nvSpPr>
          <p:spPr>
            <a:xfrm>
              <a:off x="7558080" y="5635404"/>
              <a:ext cx="56505" cy="70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9" name="tx328"/>
            <p:cNvSpPr/>
            <p:nvPr/>
          </p:nvSpPr>
          <p:spPr>
            <a:xfrm>
              <a:off x="8044581" y="5634858"/>
              <a:ext cx="56505" cy="712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0" name="tx329"/>
            <p:cNvSpPr/>
            <p:nvPr/>
          </p:nvSpPr>
          <p:spPr>
            <a:xfrm>
              <a:off x="1340425" y="3142658"/>
              <a:ext cx="705792" cy="750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Urban x climate</a:t>
              </a:r>
            </a:p>
          </p:txBody>
        </p:sp>
        <p:sp>
          <p:nvSpPr>
            <p:cNvPr id="331" name="tx330"/>
            <p:cNvSpPr/>
            <p:nvPr/>
          </p:nvSpPr>
          <p:spPr>
            <a:xfrm>
              <a:off x="843538" y="2937846"/>
              <a:ext cx="1202680" cy="96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Agriculture (high) x climate</a:t>
              </a:r>
            </a:p>
          </p:txBody>
        </p:sp>
        <p:sp>
          <p:nvSpPr>
            <p:cNvPr id="332" name="tx331"/>
            <p:cNvSpPr/>
            <p:nvPr/>
          </p:nvSpPr>
          <p:spPr>
            <a:xfrm>
              <a:off x="883176" y="2754515"/>
              <a:ext cx="1163042" cy="96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Agriculture (low) x climate</a:t>
              </a:r>
            </a:p>
          </p:txBody>
        </p:sp>
        <p:sp>
          <p:nvSpPr>
            <p:cNvPr id="333" name="tx332"/>
            <p:cNvSpPr/>
            <p:nvPr/>
          </p:nvSpPr>
          <p:spPr>
            <a:xfrm>
              <a:off x="634335" y="2570390"/>
              <a:ext cx="1411882" cy="973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Secondary vegetation x climate</a:t>
              </a:r>
            </a:p>
          </p:txBody>
        </p:sp>
        <p:sp>
          <p:nvSpPr>
            <p:cNvPr id="334" name="tx333"/>
            <p:cNvSpPr/>
            <p:nvPr/>
          </p:nvSpPr>
          <p:spPr>
            <a:xfrm>
              <a:off x="1176665" y="2407647"/>
              <a:ext cx="869553" cy="76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Climate main effect</a:t>
              </a:r>
            </a:p>
          </p:txBody>
        </p:sp>
        <p:sp>
          <p:nvSpPr>
            <p:cNvPr id="335" name="pl334"/>
            <p:cNvSpPr/>
            <p:nvPr/>
          </p:nvSpPr>
          <p:spPr>
            <a:xfrm>
              <a:off x="2071523" y="318127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5"/>
            <p:cNvSpPr/>
            <p:nvPr/>
          </p:nvSpPr>
          <p:spPr>
            <a:xfrm>
              <a:off x="2071523" y="299794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6"/>
            <p:cNvSpPr/>
            <p:nvPr/>
          </p:nvSpPr>
          <p:spPr>
            <a:xfrm>
              <a:off x="2071523" y="281461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7"/>
            <p:cNvSpPr/>
            <p:nvPr/>
          </p:nvSpPr>
          <p:spPr>
            <a:xfrm>
              <a:off x="2071523" y="263128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8"/>
            <p:cNvSpPr/>
            <p:nvPr/>
          </p:nvSpPr>
          <p:spPr>
            <a:xfrm>
              <a:off x="2071523" y="244795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tx339"/>
            <p:cNvSpPr/>
            <p:nvPr/>
          </p:nvSpPr>
          <p:spPr>
            <a:xfrm>
              <a:off x="1340425" y="4278860"/>
              <a:ext cx="705792" cy="750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Urban x climate</a:t>
              </a:r>
            </a:p>
          </p:txBody>
        </p:sp>
        <p:sp>
          <p:nvSpPr>
            <p:cNvPr id="341" name="tx340"/>
            <p:cNvSpPr/>
            <p:nvPr/>
          </p:nvSpPr>
          <p:spPr>
            <a:xfrm>
              <a:off x="843538" y="4074048"/>
              <a:ext cx="1202680" cy="96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Agriculture (high) x climate</a:t>
              </a:r>
            </a:p>
          </p:txBody>
        </p:sp>
        <p:sp>
          <p:nvSpPr>
            <p:cNvPr id="342" name="tx341"/>
            <p:cNvSpPr/>
            <p:nvPr/>
          </p:nvSpPr>
          <p:spPr>
            <a:xfrm>
              <a:off x="883176" y="3890717"/>
              <a:ext cx="1163042" cy="96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Agriculture (low) x climate</a:t>
              </a:r>
            </a:p>
          </p:txBody>
        </p:sp>
        <p:sp>
          <p:nvSpPr>
            <p:cNvPr id="343" name="tx342"/>
            <p:cNvSpPr/>
            <p:nvPr/>
          </p:nvSpPr>
          <p:spPr>
            <a:xfrm>
              <a:off x="634335" y="3706592"/>
              <a:ext cx="1411882" cy="973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Secondary vegetation x climate</a:t>
              </a:r>
            </a:p>
          </p:txBody>
        </p:sp>
        <p:sp>
          <p:nvSpPr>
            <p:cNvPr id="344" name="tx343"/>
            <p:cNvSpPr/>
            <p:nvPr/>
          </p:nvSpPr>
          <p:spPr>
            <a:xfrm>
              <a:off x="1176665" y="3543849"/>
              <a:ext cx="869553" cy="76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Climate main effect</a:t>
              </a:r>
            </a:p>
          </p:txBody>
        </p:sp>
        <p:sp>
          <p:nvSpPr>
            <p:cNvPr id="345" name="pl344"/>
            <p:cNvSpPr/>
            <p:nvPr/>
          </p:nvSpPr>
          <p:spPr>
            <a:xfrm>
              <a:off x="2071523" y="431748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5"/>
            <p:cNvSpPr/>
            <p:nvPr/>
          </p:nvSpPr>
          <p:spPr>
            <a:xfrm>
              <a:off x="2071523" y="413415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6"/>
            <p:cNvSpPr/>
            <p:nvPr/>
          </p:nvSpPr>
          <p:spPr>
            <a:xfrm>
              <a:off x="2071523" y="395081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7"/>
            <p:cNvSpPr/>
            <p:nvPr/>
          </p:nvSpPr>
          <p:spPr>
            <a:xfrm>
              <a:off x="2071523" y="376748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8"/>
            <p:cNvSpPr/>
            <p:nvPr/>
          </p:nvSpPr>
          <p:spPr>
            <a:xfrm>
              <a:off x="2071523" y="358415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tx349"/>
            <p:cNvSpPr/>
            <p:nvPr/>
          </p:nvSpPr>
          <p:spPr>
            <a:xfrm>
              <a:off x="1340425" y="5415062"/>
              <a:ext cx="705792" cy="750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Urban x climate</a:t>
              </a:r>
            </a:p>
          </p:txBody>
        </p:sp>
        <p:sp>
          <p:nvSpPr>
            <p:cNvPr id="351" name="tx350"/>
            <p:cNvSpPr/>
            <p:nvPr/>
          </p:nvSpPr>
          <p:spPr>
            <a:xfrm>
              <a:off x="843538" y="5210250"/>
              <a:ext cx="1202680" cy="96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Agriculture (high) x climate</a:t>
              </a:r>
            </a:p>
          </p:txBody>
        </p:sp>
        <p:sp>
          <p:nvSpPr>
            <p:cNvPr id="352" name="tx351"/>
            <p:cNvSpPr/>
            <p:nvPr/>
          </p:nvSpPr>
          <p:spPr>
            <a:xfrm>
              <a:off x="883176" y="5026919"/>
              <a:ext cx="1163042" cy="965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Agriculture (low) x climate</a:t>
              </a:r>
            </a:p>
          </p:txBody>
        </p:sp>
        <p:sp>
          <p:nvSpPr>
            <p:cNvPr id="353" name="tx352"/>
            <p:cNvSpPr/>
            <p:nvPr/>
          </p:nvSpPr>
          <p:spPr>
            <a:xfrm>
              <a:off x="634335" y="4842794"/>
              <a:ext cx="1411882" cy="973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Secondary vegetation x climate</a:t>
              </a:r>
            </a:p>
          </p:txBody>
        </p:sp>
        <p:sp>
          <p:nvSpPr>
            <p:cNvPr id="354" name="tx353"/>
            <p:cNvSpPr/>
            <p:nvPr/>
          </p:nvSpPr>
          <p:spPr>
            <a:xfrm>
              <a:off x="1176665" y="4680051"/>
              <a:ext cx="869553" cy="76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Climate main effect</a:t>
              </a:r>
            </a:p>
          </p:txBody>
        </p:sp>
        <p:sp>
          <p:nvSpPr>
            <p:cNvPr id="355" name="pl354"/>
            <p:cNvSpPr/>
            <p:nvPr/>
          </p:nvSpPr>
          <p:spPr>
            <a:xfrm>
              <a:off x="2071523" y="545368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5"/>
            <p:cNvSpPr/>
            <p:nvPr/>
          </p:nvSpPr>
          <p:spPr>
            <a:xfrm>
              <a:off x="2071523" y="527035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6"/>
            <p:cNvSpPr/>
            <p:nvPr/>
          </p:nvSpPr>
          <p:spPr>
            <a:xfrm>
              <a:off x="2071523" y="508702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7"/>
            <p:cNvSpPr/>
            <p:nvPr/>
          </p:nvSpPr>
          <p:spPr>
            <a:xfrm>
              <a:off x="2071523" y="490368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8"/>
            <p:cNvSpPr/>
            <p:nvPr/>
          </p:nvSpPr>
          <p:spPr>
            <a:xfrm>
              <a:off x="2071523" y="472035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tx359"/>
            <p:cNvSpPr/>
            <p:nvPr/>
          </p:nvSpPr>
          <p:spPr>
            <a:xfrm>
              <a:off x="3973026" y="5800261"/>
              <a:ext cx="2343422" cy="120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Fixed-effect estimate on the logit(D) scale</a:t>
              </a:r>
            </a:p>
          </p:txBody>
        </p:sp>
        <p:sp>
          <p:nvSpPr>
            <p:cNvPr id="361" name="tx360"/>
            <p:cNvSpPr/>
            <p:nvPr/>
          </p:nvSpPr>
          <p:spPr>
            <a:xfrm>
              <a:off x="2103155" y="1930163"/>
              <a:ext cx="4828108" cy="1196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Displayed terms are the climate main effect and land-use-specific climate interactions.</a:t>
              </a:r>
            </a:p>
          </p:txBody>
        </p:sp>
        <p:sp>
          <p:nvSpPr>
            <p:cNvPr id="362" name="tx361"/>
            <p:cNvSpPr/>
            <p:nvPr/>
          </p:nvSpPr>
          <p:spPr>
            <a:xfrm>
              <a:off x="2103155" y="1717725"/>
              <a:ext cx="5217095" cy="143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Warming-related coefficients across compositional dissimilarity metrics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2026-03-26T19:00:09Z</dcterms:modified>
  <cp:category/>
</cp:coreProperties>
</file>